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notesSlides/notesSlide6.xml" ContentType="application/vnd.openxmlformats-officedocument.presentationml.notesSlide+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349"/>
  </p:notesMasterIdLst>
  <p:handoutMasterIdLst>
    <p:handoutMasterId r:id="rId350"/>
  </p:handoutMasterIdLst>
  <p:sldIdLst>
    <p:sldId id="647" r:id="rId2"/>
    <p:sldId id="648" r:id="rId3"/>
    <p:sldId id="649" r:id="rId4"/>
    <p:sldId id="650" r:id="rId5"/>
    <p:sldId id="479" r:id="rId6"/>
    <p:sldId id="651" r:id="rId7"/>
    <p:sldId id="680" r:id="rId8"/>
    <p:sldId id="652" r:id="rId9"/>
    <p:sldId id="757" r:id="rId10"/>
    <p:sldId id="758" r:id="rId11"/>
    <p:sldId id="653" r:id="rId12"/>
    <p:sldId id="654" r:id="rId13"/>
    <p:sldId id="655" r:id="rId14"/>
    <p:sldId id="656" r:id="rId15"/>
    <p:sldId id="759" r:id="rId16"/>
    <p:sldId id="657" r:id="rId17"/>
    <p:sldId id="658" r:id="rId18"/>
    <p:sldId id="659" r:id="rId19"/>
    <p:sldId id="760" r:id="rId20"/>
    <p:sldId id="660" r:id="rId21"/>
    <p:sldId id="662" r:id="rId22"/>
    <p:sldId id="663" r:id="rId23"/>
    <p:sldId id="664" r:id="rId24"/>
    <p:sldId id="665" r:id="rId25"/>
    <p:sldId id="666" r:id="rId26"/>
    <p:sldId id="667" r:id="rId27"/>
    <p:sldId id="668" r:id="rId28"/>
    <p:sldId id="669" r:id="rId29"/>
    <p:sldId id="670" r:id="rId30"/>
    <p:sldId id="671" r:id="rId31"/>
    <p:sldId id="672" r:id="rId32"/>
    <p:sldId id="673" r:id="rId33"/>
    <p:sldId id="761" r:id="rId34"/>
    <p:sldId id="763" r:id="rId35"/>
    <p:sldId id="762" r:id="rId36"/>
    <p:sldId id="809" r:id="rId37"/>
    <p:sldId id="810" r:id="rId38"/>
    <p:sldId id="811" r:id="rId39"/>
    <p:sldId id="812" r:id="rId40"/>
    <p:sldId id="813" r:id="rId41"/>
    <p:sldId id="259" r:id="rId42"/>
    <p:sldId id="790" r:id="rId43"/>
    <p:sldId id="791" r:id="rId44"/>
    <p:sldId id="792" r:id="rId45"/>
    <p:sldId id="785" r:id="rId46"/>
    <p:sldId id="793" r:id="rId47"/>
    <p:sldId id="794" r:id="rId48"/>
    <p:sldId id="814" r:id="rId49"/>
    <p:sldId id="795" r:id="rId50"/>
    <p:sldId id="784" r:id="rId51"/>
    <p:sldId id="260" r:id="rId52"/>
    <p:sldId id="472" r:id="rId53"/>
    <p:sldId id="263" r:id="rId54"/>
    <p:sldId id="262" r:id="rId55"/>
    <p:sldId id="270" r:id="rId56"/>
    <p:sldId id="264" r:id="rId57"/>
    <p:sldId id="265" r:id="rId58"/>
    <p:sldId id="266" r:id="rId59"/>
    <p:sldId id="267" r:id="rId60"/>
    <p:sldId id="268" r:id="rId61"/>
    <p:sldId id="702" r:id="rId62"/>
    <p:sldId id="269" r:id="rId63"/>
    <p:sldId id="271" r:id="rId64"/>
    <p:sldId id="272" r:id="rId65"/>
    <p:sldId id="273" r:id="rId66"/>
    <p:sldId id="274" r:id="rId67"/>
    <p:sldId id="275" r:id="rId68"/>
    <p:sldId id="276" r:id="rId69"/>
    <p:sldId id="277" r:id="rId70"/>
    <p:sldId id="278" r:id="rId71"/>
    <p:sldId id="279" r:id="rId72"/>
    <p:sldId id="280" r:id="rId73"/>
    <p:sldId id="281" r:id="rId74"/>
    <p:sldId id="282" r:id="rId75"/>
    <p:sldId id="283" r:id="rId76"/>
    <p:sldId id="287" r:id="rId77"/>
    <p:sldId id="284" r:id="rId78"/>
    <p:sldId id="286" r:id="rId79"/>
    <p:sldId id="285" r:id="rId80"/>
    <p:sldId id="288" r:id="rId81"/>
    <p:sldId id="289" r:id="rId82"/>
    <p:sldId id="788" r:id="rId83"/>
    <p:sldId id="797" r:id="rId84"/>
    <p:sldId id="796" r:id="rId85"/>
    <p:sldId id="703" r:id="rId86"/>
    <p:sldId id="798" r:id="rId87"/>
    <p:sldId id="707" r:id="rId88"/>
    <p:sldId id="704" r:id="rId89"/>
    <p:sldId id="705" r:id="rId90"/>
    <p:sldId id="778" r:id="rId91"/>
    <p:sldId id="776" r:id="rId92"/>
    <p:sldId id="777" r:id="rId93"/>
    <p:sldId id="708" r:id="rId94"/>
    <p:sldId id="779" r:id="rId95"/>
    <p:sldId id="780" r:id="rId96"/>
    <p:sldId id="781" r:id="rId97"/>
    <p:sldId id="326" r:id="rId98"/>
    <p:sldId id="600" r:id="rId99"/>
    <p:sldId id="598" r:id="rId100"/>
    <p:sldId id="602" r:id="rId101"/>
    <p:sldId id="607" r:id="rId102"/>
    <p:sldId id="327" r:id="rId103"/>
    <p:sldId id="603" r:id="rId104"/>
    <p:sldId id="765" r:id="rId105"/>
    <p:sldId id="766" r:id="rId106"/>
    <p:sldId id="769" r:id="rId107"/>
    <p:sldId id="770" r:id="rId108"/>
    <p:sldId id="771" r:id="rId109"/>
    <p:sldId id="772" r:id="rId110"/>
    <p:sldId id="773" r:id="rId111"/>
    <p:sldId id="328" r:id="rId112"/>
    <p:sldId id="330" r:id="rId113"/>
    <p:sldId id="331" r:id="rId114"/>
    <p:sldId id="332" r:id="rId115"/>
    <p:sldId id="605" r:id="rId116"/>
    <p:sldId id="782" r:id="rId117"/>
    <p:sldId id="800" r:id="rId118"/>
    <p:sldId id="606" r:id="rId119"/>
    <p:sldId id="609" r:id="rId120"/>
    <p:sldId id="329" r:id="rId121"/>
    <p:sldId id="335" r:id="rId122"/>
    <p:sldId id="336" r:id="rId123"/>
    <p:sldId id="608" r:id="rId124"/>
    <p:sldId id="337" r:id="rId125"/>
    <p:sldId id="338" r:id="rId126"/>
    <p:sldId id="345" r:id="rId127"/>
    <p:sldId id="635" r:id="rId128"/>
    <p:sldId id="347" r:id="rId129"/>
    <p:sldId id="348" r:id="rId130"/>
    <p:sldId id="349" r:id="rId131"/>
    <p:sldId id="351" r:id="rId132"/>
    <p:sldId id="352" r:id="rId133"/>
    <p:sldId id="353" r:id="rId134"/>
    <p:sldId id="354" r:id="rId135"/>
    <p:sldId id="357" r:id="rId136"/>
    <p:sldId id="356" r:id="rId137"/>
    <p:sldId id="358" r:id="rId138"/>
    <p:sldId id="360" r:id="rId139"/>
    <p:sldId id="359" r:id="rId140"/>
    <p:sldId id="361" r:id="rId141"/>
    <p:sldId id="364" r:id="rId142"/>
    <p:sldId id="355" r:id="rId143"/>
    <p:sldId id="363" r:id="rId144"/>
    <p:sldId id="367" r:id="rId145"/>
    <p:sldId id="366" r:id="rId146"/>
    <p:sldId id="365" r:id="rId147"/>
    <p:sldId id="368" r:id="rId148"/>
    <p:sldId id="362" r:id="rId149"/>
    <p:sldId id="369" r:id="rId150"/>
    <p:sldId id="370" r:id="rId151"/>
    <p:sldId id="371" r:id="rId152"/>
    <p:sldId id="372" r:id="rId153"/>
    <p:sldId id="373" r:id="rId154"/>
    <p:sldId id="375" r:id="rId155"/>
    <p:sldId id="377" r:id="rId156"/>
    <p:sldId id="378" r:id="rId157"/>
    <p:sldId id="379" r:id="rId158"/>
    <p:sldId id="381" r:id="rId159"/>
    <p:sldId id="610" r:id="rId160"/>
    <p:sldId id="711" r:id="rId161"/>
    <p:sldId id="611" r:id="rId162"/>
    <p:sldId id="614" r:id="rId163"/>
    <p:sldId id="613" r:id="rId164"/>
    <p:sldId id="712" r:id="rId165"/>
    <p:sldId id="713" r:id="rId166"/>
    <p:sldId id="714" r:id="rId167"/>
    <p:sldId id="715" r:id="rId168"/>
    <p:sldId id="716" r:id="rId169"/>
    <p:sldId id="717" r:id="rId170"/>
    <p:sldId id="718" r:id="rId171"/>
    <p:sldId id="384" r:id="rId172"/>
    <p:sldId id="385" r:id="rId173"/>
    <p:sldId id="386" r:id="rId174"/>
    <p:sldId id="387" r:id="rId175"/>
    <p:sldId id="388" r:id="rId176"/>
    <p:sldId id="389" r:id="rId177"/>
    <p:sldId id="391" r:id="rId178"/>
    <p:sldId id="392" r:id="rId179"/>
    <p:sldId id="393" r:id="rId180"/>
    <p:sldId id="394" r:id="rId181"/>
    <p:sldId id="395" r:id="rId182"/>
    <p:sldId id="398" r:id="rId183"/>
    <p:sldId id="399" r:id="rId184"/>
    <p:sldId id="720" r:id="rId185"/>
    <p:sldId id="719" r:id="rId186"/>
    <p:sldId id="681" r:id="rId187"/>
    <p:sldId id="683" r:id="rId188"/>
    <p:sldId id="682" r:id="rId189"/>
    <p:sldId id="685" r:id="rId190"/>
    <p:sldId id="684" r:id="rId191"/>
    <p:sldId id="390" r:id="rId192"/>
    <p:sldId id="396" r:id="rId193"/>
    <p:sldId id="397" r:id="rId194"/>
    <p:sldId id="445" r:id="rId195"/>
    <p:sldId id="616" r:id="rId196"/>
    <p:sldId id="617" r:id="rId197"/>
    <p:sldId id="723" r:id="rId198"/>
    <p:sldId id="802" r:id="rId199"/>
    <p:sldId id="803" r:id="rId200"/>
    <p:sldId id="804" r:id="rId201"/>
    <p:sldId id="805" r:id="rId202"/>
    <p:sldId id="806" r:id="rId203"/>
    <p:sldId id="801" r:id="rId204"/>
    <p:sldId id="724" r:id="rId205"/>
    <p:sldId id="726" r:id="rId206"/>
    <p:sldId id="727" r:id="rId207"/>
    <p:sldId id="725" r:id="rId208"/>
    <p:sldId id="735" r:id="rId209"/>
    <p:sldId id="728" r:id="rId210"/>
    <p:sldId id="729" r:id="rId211"/>
    <p:sldId id="730" r:id="rId212"/>
    <p:sldId id="731" r:id="rId213"/>
    <p:sldId id="732" r:id="rId214"/>
    <p:sldId id="733" r:id="rId215"/>
    <p:sldId id="736" r:id="rId216"/>
    <p:sldId id="734" r:id="rId217"/>
    <p:sldId id="808" r:id="rId218"/>
    <p:sldId id="807" r:id="rId219"/>
    <p:sldId id="721" r:id="rId220"/>
    <p:sldId id="722" r:id="rId221"/>
    <p:sldId id="534" r:id="rId222"/>
    <p:sldId id="535" r:id="rId223"/>
    <p:sldId id="536" r:id="rId224"/>
    <p:sldId id="537" r:id="rId225"/>
    <p:sldId id="538" r:id="rId226"/>
    <p:sldId id="539" r:id="rId227"/>
    <p:sldId id="540" r:id="rId228"/>
    <p:sldId id="541" r:id="rId229"/>
    <p:sldId id="542" r:id="rId230"/>
    <p:sldId id="543" r:id="rId231"/>
    <p:sldId id="544" r:id="rId232"/>
    <p:sldId id="545" r:id="rId233"/>
    <p:sldId id="546" r:id="rId234"/>
    <p:sldId id="547" r:id="rId235"/>
    <p:sldId id="548" r:id="rId236"/>
    <p:sldId id="636" r:id="rId237"/>
    <p:sldId id="549" r:id="rId238"/>
    <p:sldId id="550" r:id="rId239"/>
    <p:sldId id="551" r:id="rId240"/>
    <p:sldId id="552" r:id="rId241"/>
    <p:sldId id="601" r:id="rId242"/>
    <p:sldId id="553" r:id="rId243"/>
    <p:sldId id="554" r:id="rId244"/>
    <p:sldId id="555" r:id="rId245"/>
    <p:sldId id="556" r:id="rId246"/>
    <p:sldId id="557" r:id="rId247"/>
    <p:sldId id="558" r:id="rId248"/>
    <p:sldId id="565" r:id="rId249"/>
    <p:sldId id="566" r:id="rId250"/>
    <p:sldId id="567" r:id="rId251"/>
    <p:sldId id="559" r:id="rId252"/>
    <p:sldId id="560" r:id="rId253"/>
    <p:sldId id="561" r:id="rId254"/>
    <p:sldId id="562" r:id="rId255"/>
    <p:sldId id="563" r:id="rId256"/>
    <p:sldId id="564" r:id="rId257"/>
    <p:sldId id="737" r:id="rId258"/>
    <p:sldId id="738" r:id="rId259"/>
    <p:sldId id="739" r:id="rId260"/>
    <p:sldId id="689" r:id="rId261"/>
    <p:sldId id="783" r:id="rId262"/>
    <p:sldId id="740" r:id="rId263"/>
    <p:sldId id="741" r:id="rId264"/>
    <p:sldId id="486" r:id="rId265"/>
    <p:sldId id="487" r:id="rId266"/>
    <p:sldId id="488" r:id="rId267"/>
    <p:sldId id="489" r:id="rId268"/>
    <p:sldId id="490" r:id="rId269"/>
    <p:sldId id="491" r:id="rId270"/>
    <p:sldId id="492" r:id="rId271"/>
    <p:sldId id="493" r:id="rId272"/>
    <p:sldId id="494" r:id="rId273"/>
    <p:sldId id="495" r:id="rId274"/>
    <p:sldId id="618" r:id="rId275"/>
    <p:sldId id="619" r:id="rId276"/>
    <p:sldId id="620" r:id="rId277"/>
    <p:sldId id="621" r:id="rId278"/>
    <p:sldId id="622" r:id="rId279"/>
    <p:sldId id="623" r:id="rId280"/>
    <p:sldId id="624" r:id="rId281"/>
    <p:sldId id="625" r:id="rId282"/>
    <p:sldId id="626" r:id="rId283"/>
    <p:sldId id="627" r:id="rId284"/>
    <p:sldId id="628" r:id="rId285"/>
    <p:sldId id="742" r:id="rId286"/>
    <p:sldId id="743" r:id="rId287"/>
    <p:sldId id="744" r:id="rId288"/>
    <p:sldId id="745" r:id="rId289"/>
    <p:sldId id="746" r:id="rId290"/>
    <p:sldId id="747" r:id="rId291"/>
    <p:sldId id="748" r:id="rId292"/>
    <p:sldId id="749" r:id="rId293"/>
    <p:sldId id="750" r:id="rId294"/>
    <p:sldId id="751" r:id="rId295"/>
    <p:sldId id="752" r:id="rId296"/>
    <p:sldId id="753" r:id="rId297"/>
    <p:sldId id="754" r:id="rId298"/>
    <p:sldId id="755" r:id="rId299"/>
    <p:sldId id="630" r:id="rId300"/>
    <p:sldId id="632" r:id="rId301"/>
    <p:sldId id="581" r:id="rId302"/>
    <p:sldId id="582" r:id="rId303"/>
    <p:sldId id="583" r:id="rId304"/>
    <p:sldId id="584" r:id="rId305"/>
    <p:sldId id="422" r:id="rId306"/>
    <p:sldId id="423" r:id="rId307"/>
    <p:sldId id="424" r:id="rId308"/>
    <p:sldId id="425" r:id="rId309"/>
    <p:sldId id="427" r:id="rId310"/>
    <p:sldId id="426" r:id="rId311"/>
    <p:sldId id="428" r:id="rId312"/>
    <p:sldId id="429" r:id="rId313"/>
    <p:sldId id="430" r:id="rId314"/>
    <p:sldId id="431" r:id="rId315"/>
    <p:sldId id="432" r:id="rId316"/>
    <p:sldId id="433" r:id="rId317"/>
    <p:sldId id="435" r:id="rId318"/>
    <p:sldId id="434" r:id="rId319"/>
    <p:sldId id="436" r:id="rId320"/>
    <p:sldId id="437" r:id="rId321"/>
    <p:sldId id="439" r:id="rId322"/>
    <p:sldId id="440" r:id="rId323"/>
    <p:sldId id="441" r:id="rId324"/>
    <p:sldId id="444" r:id="rId325"/>
    <p:sldId id="443" r:id="rId326"/>
    <p:sldId id="446" r:id="rId327"/>
    <p:sldId id="447" r:id="rId328"/>
    <p:sldId id="458" r:id="rId329"/>
    <p:sldId id="448" r:id="rId330"/>
    <p:sldId id="450" r:id="rId331"/>
    <p:sldId id="451" r:id="rId332"/>
    <p:sldId id="452" r:id="rId333"/>
    <p:sldId id="453" r:id="rId334"/>
    <p:sldId id="449" r:id="rId335"/>
    <p:sldId id="454" r:id="rId336"/>
    <p:sldId id="455" r:id="rId337"/>
    <p:sldId id="457" r:id="rId338"/>
    <p:sldId id="456" r:id="rId339"/>
    <p:sldId id="459" r:id="rId340"/>
    <p:sldId id="460" r:id="rId341"/>
    <p:sldId id="461" r:id="rId342"/>
    <p:sldId id="462" r:id="rId343"/>
    <p:sldId id="463" r:id="rId344"/>
    <p:sldId id="464" r:id="rId345"/>
    <p:sldId id="465" r:id="rId346"/>
    <p:sldId id="466" r:id="rId347"/>
    <p:sldId id="815" r:id="rId348"/>
  </p:sldIdLst>
  <p:sldSz cx="9144000" cy="6858000" type="screen4x3"/>
  <p:notesSz cx="10234613" cy="7099300"/>
  <p:defaultTextStyle>
    <a:defPPr>
      <a:defRPr lang="en-US"/>
    </a:defPPr>
    <a:lvl1pPr algn="ctr" rtl="0" fontAlgn="base">
      <a:spcBef>
        <a:spcPct val="0"/>
      </a:spcBef>
      <a:spcAft>
        <a:spcPct val="0"/>
      </a:spcAft>
      <a:defRPr kern="1200">
        <a:solidFill>
          <a:schemeClr val="tx1"/>
        </a:solidFill>
        <a:latin typeface="Arial" charset="0"/>
        <a:ea typeface="+mn-ea"/>
        <a:cs typeface="Arial" charset="0"/>
      </a:defRPr>
    </a:lvl1pPr>
    <a:lvl2pPr marL="457200" algn="ctr" rtl="0" fontAlgn="base">
      <a:spcBef>
        <a:spcPct val="0"/>
      </a:spcBef>
      <a:spcAft>
        <a:spcPct val="0"/>
      </a:spcAft>
      <a:defRPr kern="1200">
        <a:solidFill>
          <a:schemeClr val="tx1"/>
        </a:solidFill>
        <a:latin typeface="Arial" charset="0"/>
        <a:ea typeface="+mn-ea"/>
        <a:cs typeface="Arial" charset="0"/>
      </a:defRPr>
    </a:lvl2pPr>
    <a:lvl3pPr marL="914400" algn="ctr" rtl="0" fontAlgn="base">
      <a:spcBef>
        <a:spcPct val="0"/>
      </a:spcBef>
      <a:spcAft>
        <a:spcPct val="0"/>
      </a:spcAft>
      <a:defRPr kern="1200">
        <a:solidFill>
          <a:schemeClr val="tx1"/>
        </a:solidFill>
        <a:latin typeface="Arial" charset="0"/>
        <a:ea typeface="+mn-ea"/>
        <a:cs typeface="Arial" charset="0"/>
      </a:defRPr>
    </a:lvl3pPr>
    <a:lvl4pPr marL="1371600" algn="ctr" rtl="0" fontAlgn="base">
      <a:spcBef>
        <a:spcPct val="0"/>
      </a:spcBef>
      <a:spcAft>
        <a:spcPct val="0"/>
      </a:spcAft>
      <a:defRPr kern="1200">
        <a:solidFill>
          <a:schemeClr val="tx1"/>
        </a:solidFill>
        <a:latin typeface="Arial" charset="0"/>
        <a:ea typeface="+mn-ea"/>
        <a:cs typeface="Arial" charset="0"/>
      </a:defRPr>
    </a:lvl4pPr>
    <a:lvl5pPr marL="1828800" algn="ctr"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236">
          <p15:clr>
            <a:srgbClr val="A4A3A4"/>
          </p15:clr>
        </p15:guide>
        <p15:guide id="2" pos="32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tjaž Kukar"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E9E7"/>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05" autoAdjust="0"/>
  </p:normalViewPr>
  <p:slideViewPr>
    <p:cSldViewPr snapToGrid="0">
      <p:cViewPr>
        <p:scale>
          <a:sx n="100" d="100"/>
          <a:sy n="100" d="100"/>
        </p:scale>
        <p:origin x="1218" y="192"/>
      </p:cViewPr>
      <p:guideLst>
        <p:guide orient="horz" pos="2160"/>
        <p:guide pos="2880"/>
      </p:guideLst>
    </p:cSldViewPr>
  </p:slideViewPr>
  <p:notesTextViewPr>
    <p:cViewPr>
      <p:scale>
        <a:sx n="1" d="1"/>
        <a:sy n="1" d="1"/>
      </p:scale>
      <p:origin x="0" y="0"/>
    </p:cViewPr>
  </p:notesTextViewPr>
  <p:sorterViewPr>
    <p:cViewPr>
      <p:scale>
        <a:sx n="200" d="100"/>
        <a:sy n="200" d="100"/>
      </p:scale>
      <p:origin x="0" y="-133662"/>
    </p:cViewPr>
  </p:sorterViewPr>
  <p:notesViewPr>
    <p:cSldViewPr snapToGrid="0">
      <p:cViewPr>
        <p:scale>
          <a:sx n="1" d="2"/>
          <a:sy n="1" d="2"/>
        </p:scale>
        <p:origin x="0" y="0"/>
      </p:cViewPr>
      <p:guideLst>
        <p:guide orient="horz" pos="2236"/>
        <p:guide pos="3224"/>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notesMaster" Target="notesMasters/notesMaster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handoutMaster" Target="handoutMasters/handoutMaster1.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commentAuthors" Target="commentAuthors.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presProps" Target="presProps.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viewProps" Target="viewProp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theme" Target="theme/theme1.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tableStyles" Target="tableStyles.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173" Type="http://schemas.openxmlformats.org/officeDocument/2006/relationships/slide" Target="slides/slide172.xml"/><Relationship Id="rId229" Type="http://schemas.openxmlformats.org/officeDocument/2006/relationships/slide" Target="slides/slide228.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Sheet1!$C$18</c:f>
              <c:strCache>
                <c:ptCount val="1"/>
                <c:pt idx="0">
                  <c:v>SKLADNOST</c:v>
                </c:pt>
              </c:strCache>
            </c:strRef>
          </c:tx>
          <c:spPr>
            <a:solidFill>
              <a:schemeClr val="tx2"/>
            </a:solidFill>
            <a:ln>
              <a:solidFill>
                <a:schemeClr val="tx2"/>
              </a:solidFill>
            </a:ln>
          </c:spPr>
          <c:invertIfNegative val="0"/>
          <c:cat>
            <c:numRef>
              <c:f>Sheet1!$A$19:$A$28</c:f>
              <c:numCache>
                <c:formatCode>General</c:formatCode>
                <c:ptCount val="10"/>
                <c:pt idx="0">
                  <c:v>22</c:v>
                </c:pt>
                <c:pt idx="1">
                  <c:v>29</c:v>
                </c:pt>
                <c:pt idx="2">
                  <c:v>31</c:v>
                </c:pt>
                <c:pt idx="3">
                  <c:v>32</c:v>
                </c:pt>
                <c:pt idx="4">
                  <c:v>58</c:v>
                </c:pt>
                <c:pt idx="5">
                  <c:v>64</c:v>
                </c:pt>
                <c:pt idx="6">
                  <c:v>71</c:v>
                </c:pt>
                <c:pt idx="7">
                  <c:v>74</c:v>
                </c:pt>
                <c:pt idx="8">
                  <c:v>85</c:v>
                </c:pt>
                <c:pt idx="9">
                  <c:v>95</c:v>
                </c:pt>
              </c:numCache>
            </c:numRef>
          </c:cat>
          <c:val>
            <c:numRef>
              <c:f>Sheet1!$C$19:$C$28</c:f>
              <c:numCache>
                <c:formatCode>General</c:formatCode>
                <c:ptCount val="10"/>
                <c:pt idx="0">
                  <c:v>5</c:v>
                </c:pt>
                <c:pt idx="1">
                  <c:v>10</c:v>
                </c:pt>
                <c:pt idx="2">
                  <c:v>3</c:v>
                </c:pt>
                <c:pt idx="3">
                  <c:v>4</c:v>
                </c:pt>
                <c:pt idx="4">
                  <c:v>8</c:v>
                </c:pt>
                <c:pt idx="5">
                  <c:v>3</c:v>
                </c:pt>
                <c:pt idx="6">
                  <c:v>10</c:v>
                </c:pt>
                <c:pt idx="7">
                  <c:v>10</c:v>
                </c:pt>
                <c:pt idx="8">
                  <c:v>10</c:v>
                </c:pt>
                <c:pt idx="9">
                  <c:v>10</c:v>
                </c:pt>
              </c:numCache>
            </c:numRef>
          </c:val>
          <c:extLst>
            <c:ext xmlns:c16="http://schemas.microsoft.com/office/drawing/2014/chart" uri="{C3380CC4-5D6E-409C-BE32-E72D297353CC}">
              <c16:uniqueId val="{00000000-788F-49E1-96C7-5283A424FDAC}"/>
            </c:ext>
          </c:extLst>
        </c:ser>
        <c:dLbls>
          <c:showLegendKey val="0"/>
          <c:showVal val="0"/>
          <c:showCatName val="0"/>
          <c:showSerName val="0"/>
          <c:showPercent val="0"/>
          <c:showBubbleSize val="0"/>
        </c:dLbls>
        <c:gapWidth val="150"/>
        <c:axId val="78509952"/>
        <c:axId val="78511488"/>
      </c:barChart>
      <c:catAx>
        <c:axId val="78509952"/>
        <c:scaling>
          <c:orientation val="minMax"/>
        </c:scaling>
        <c:delete val="0"/>
        <c:axPos val="b"/>
        <c:numFmt formatCode="General" sourceLinked="1"/>
        <c:majorTickMark val="out"/>
        <c:minorTickMark val="none"/>
        <c:tickLblPos val="nextTo"/>
        <c:crossAx val="78511488"/>
        <c:crosses val="autoZero"/>
        <c:auto val="1"/>
        <c:lblAlgn val="ctr"/>
        <c:lblOffset val="100"/>
        <c:noMultiLvlLbl val="0"/>
      </c:catAx>
      <c:valAx>
        <c:axId val="78511488"/>
        <c:scaling>
          <c:orientation val="minMax"/>
          <c:max val="10"/>
        </c:scaling>
        <c:delete val="0"/>
        <c:axPos val="l"/>
        <c:majorGridlines/>
        <c:numFmt formatCode="General" sourceLinked="1"/>
        <c:majorTickMark val="out"/>
        <c:minorTickMark val="none"/>
        <c:tickLblPos val="nextTo"/>
        <c:crossAx val="78509952"/>
        <c:crosses val="autoZero"/>
        <c:crossBetween val="between"/>
      </c:valAx>
    </c:plotArea>
    <c:legend>
      <c:legendPos val="r"/>
      <c:overlay val="0"/>
      <c:txPr>
        <a:bodyPr/>
        <a:lstStyle/>
        <a:p>
          <a:pPr rtl="0">
            <a:defRPr/>
          </a:pPr>
          <a:endParaRPr lang="en-SI"/>
        </a:p>
      </c:txPr>
    </c:legend>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797246" y="6743103"/>
            <a:ext cx="4434999" cy="354965"/>
          </a:xfrm>
          <a:prstGeom prst="rect">
            <a:avLst/>
          </a:prstGeom>
        </p:spPr>
        <p:txBody>
          <a:bodyPr vert="horz" lIns="96661" tIns="48331" rIns="96661" bIns="48331" rtlCol="0" anchor="b"/>
          <a:lstStyle>
            <a:lvl1pPr algn="r">
              <a:defRPr sz="1300"/>
            </a:lvl1pPr>
          </a:lstStyle>
          <a:p>
            <a:fld id="{C54FACDF-4DDB-4268-A356-8FF70F8DD06B}" type="slidenum">
              <a:rPr lang="en-US" smtClean="0"/>
              <a:pPr/>
              <a:t>‹#›</a:t>
            </a:fld>
            <a:endParaRPr lang="en-US"/>
          </a:p>
        </p:txBody>
      </p:sp>
    </p:spTree>
    <p:extLst>
      <p:ext uri="{BB962C8B-B14F-4D97-AF65-F5344CB8AC3E}">
        <p14:creationId xmlns:p14="http://schemas.microsoft.com/office/powerpoint/2010/main" val="35407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435475" cy="355600"/>
          </a:xfrm>
          <a:prstGeom prst="rect">
            <a:avLst/>
          </a:prstGeom>
        </p:spPr>
        <p:txBody>
          <a:bodyPr vert="horz" lIns="91440" tIns="45720" rIns="91440" bIns="45720" rtlCol="0"/>
          <a:lstStyle>
            <a:lvl1pPr algn="l">
              <a:defRPr sz="1200"/>
            </a:lvl1pPr>
          </a:lstStyle>
          <a:p>
            <a:endParaRPr lang="sl-SI"/>
          </a:p>
        </p:txBody>
      </p:sp>
      <p:sp>
        <p:nvSpPr>
          <p:cNvPr id="3" name="Date Placeholder 2"/>
          <p:cNvSpPr>
            <a:spLocks noGrp="1"/>
          </p:cNvSpPr>
          <p:nvPr>
            <p:ph type="dt" idx="1"/>
          </p:nvPr>
        </p:nvSpPr>
        <p:spPr>
          <a:xfrm>
            <a:off x="5797551" y="0"/>
            <a:ext cx="4435475" cy="355600"/>
          </a:xfrm>
          <a:prstGeom prst="rect">
            <a:avLst/>
          </a:prstGeom>
        </p:spPr>
        <p:txBody>
          <a:bodyPr vert="horz" lIns="91440" tIns="45720" rIns="91440" bIns="45720" rtlCol="0"/>
          <a:lstStyle>
            <a:lvl1pPr algn="r">
              <a:defRPr sz="1200"/>
            </a:lvl1pPr>
          </a:lstStyle>
          <a:p>
            <a:fld id="{DAB1EE1B-9E21-4620-B07E-47A02D650E3E}" type="datetimeFigureOut">
              <a:rPr lang="sl-SI" smtClean="0"/>
              <a:pPr/>
              <a:t>20. 03. 2026</a:t>
            </a:fld>
            <a:endParaRPr lang="sl-SI"/>
          </a:p>
        </p:txBody>
      </p:sp>
      <p:sp>
        <p:nvSpPr>
          <p:cNvPr id="4" name="Slide Image Placeholder 3"/>
          <p:cNvSpPr>
            <a:spLocks noGrp="1" noRot="1" noChangeAspect="1"/>
          </p:cNvSpPr>
          <p:nvPr>
            <p:ph type="sldImg" idx="2"/>
          </p:nvPr>
        </p:nvSpPr>
        <p:spPr>
          <a:xfrm>
            <a:off x="3343275" y="531813"/>
            <a:ext cx="3549650" cy="2662237"/>
          </a:xfrm>
          <a:prstGeom prst="rect">
            <a:avLst/>
          </a:prstGeom>
          <a:noFill/>
          <a:ln w="12700">
            <a:solidFill>
              <a:prstClr val="black"/>
            </a:solidFill>
          </a:ln>
        </p:spPr>
        <p:txBody>
          <a:bodyPr vert="horz" lIns="91440" tIns="45720" rIns="91440" bIns="45720" rtlCol="0" anchor="ctr"/>
          <a:lstStyle/>
          <a:p>
            <a:endParaRPr lang="sl-SI"/>
          </a:p>
        </p:txBody>
      </p:sp>
      <p:sp>
        <p:nvSpPr>
          <p:cNvPr id="5" name="Notes Placeholder 4"/>
          <p:cNvSpPr>
            <a:spLocks noGrp="1"/>
          </p:cNvSpPr>
          <p:nvPr>
            <p:ph type="body" sz="quarter" idx="3"/>
          </p:nvPr>
        </p:nvSpPr>
        <p:spPr>
          <a:xfrm>
            <a:off x="1023939" y="3371850"/>
            <a:ext cx="8186737" cy="31956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l-SI"/>
          </a:p>
        </p:txBody>
      </p:sp>
      <p:sp>
        <p:nvSpPr>
          <p:cNvPr id="6" name="Footer Placeholder 5"/>
          <p:cNvSpPr>
            <a:spLocks noGrp="1"/>
          </p:cNvSpPr>
          <p:nvPr>
            <p:ph type="ftr" sz="quarter" idx="4"/>
          </p:nvPr>
        </p:nvSpPr>
        <p:spPr>
          <a:xfrm>
            <a:off x="1" y="6743701"/>
            <a:ext cx="4435475" cy="354013"/>
          </a:xfrm>
          <a:prstGeom prst="rect">
            <a:avLst/>
          </a:prstGeom>
        </p:spPr>
        <p:txBody>
          <a:bodyPr vert="horz" lIns="91440" tIns="45720" rIns="91440" bIns="45720" rtlCol="0" anchor="b"/>
          <a:lstStyle>
            <a:lvl1pPr algn="l">
              <a:defRPr sz="1200"/>
            </a:lvl1pPr>
          </a:lstStyle>
          <a:p>
            <a:endParaRPr lang="sl-SI"/>
          </a:p>
        </p:txBody>
      </p:sp>
      <p:sp>
        <p:nvSpPr>
          <p:cNvPr id="7" name="Slide Number Placeholder 6"/>
          <p:cNvSpPr>
            <a:spLocks noGrp="1"/>
          </p:cNvSpPr>
          <p:nvPr>
            <p:ph type="sldNum" sz="quarter" idx="5"/>
          </p:nvPr>
        </p:nvSpPr>
        <p:spPr>
          <a:xfrm>
            <a:off x="5797551" y="6743701"/>
            <a:ext cx="4435475" cy="354013"/>
          </a:xfrm>
          <a:prstGeom prst="rect">
            <a:avLst/>
          </a:prstGeom>
        </p:spPr>
        <p:txBody>
          <a:bodyPr vert="horz" lIns="91440" tIns="45720" rIns="91440" bIns="45720" rtlCol="0" anchor="b"/>
          <a:lstStyle>
            <a:lvl1pPr algn="r">
              <a:defRPr sz="1200"/>
            </a:lvl1pPr>
          </a:lstStyle>
          <a:p>
            <a:fld id="{22C05B77-A170-4856-B141-6E24D0D3C1F8}" type="slidenum">
              <a:rPr lang="sl-SI" smtClean="0"/>
              <a:pPr/>
              <a:t>‹#›</a:t>
            </a:fld>
            <a:endParaRPr lang="sl-SI"/>
          </a:p>
        </p:txBody>
      </p:sp>
    </p:spTree>
    <p:extLst>
      <p:ext uri="{BB962C8B-B14F-4D97-AF65-F5344CB8AC3E}">
        <p14:creationId xmlns:p14="http://schemas.microsoft.com/office/powerpoint/2010/main" val="95516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l-SI"/>
          </a:p>
        </p:txBody>
      </p:sp>
      <p:sp>
        <p:nvSpPr>
          <p:cNvPr id="4" name="Slide Number Placeholder 3"/>
          <p:cNvSpPr>
            <a:spLocks noGrp="1"/>
          </p:cNvSpPr>
          <p:nvPr>
            <p:ph type="sldNum" sz="quarter" idx="10"/>
          </p:nvPr>
        </p:nvSpPr>
        <p:spPr/>
        <p:txBody>
          <a:bodyPr/>
          <a:lstStyle/>
          <a:p>
            <a:fld id="{22C05B77-A170-4856-B141-6E24D0D3C1F8}" type="slidenum">
              <a:rPr lang="sl-SI" smtClean="0"/>
              <a:pPr/>
              <a:t>23</a:t>
            </a:fld>
            <a:endParaRPr lang="sl-SI"/>
          </a:p>
        </p:txBody>
      </p:sp>
    </p:spTree>
    <p:extLst>
      <p:ext uri="{BB962C8B-B14F-4D97-AF65-F5344CB8AC3E}">
        <p14:creationId xmlns:p14="http://schemas.microsoft.com/office/powerpoint/2010/main" val="3621342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C05B77-A170-4856-B141-6E24D0D3C1F8}" type="slidenum">
              <a:rPr lang="sl-SI" smtClean="0"/>
              <a:pPr/>
              <a:t>57</a:t>
            </a:fld>
            <a:endParaRPr lang="sl-SI"/>
          </a:p>
        </p:txBody>
      </p:sp>
    </p:spTree>
    <p:extLst>
      <p:ext uri="{BB962C8B-B14F-4D97-AF65-F5344CB8AC3E}">
        <p14:creationId xmlns:p14="http://schemas.microsoft.com/office/powerpoint/2010/main" val="2996559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l-SI" err="1"/>
              <a:t>Resitve</a:t>
            </a:r>
            <a:r>
              <a:rPr lang="sl-SI"/>
              <a:t> na naslednjem (skritem)</a:t>
            </a:r>
            <a:r>
              <a:rPr lang="sl-SI" baseline="0"/>
              <a:t> </a:t>
            </a:r>
            <a:r>
              <a:rPr lang="sl-SI" baseline="0" err="1"/>
              <a:t>slajdu</a:t>
            </a:r>
            <a:r>
              <a:rPr lang="sl-SI" baseline="0"/>
              <a:t>.</a:t>
            </a:r>
            <a:endParaRPr lang="sl-SI"/>
          </a:p>
        </p:txBody>
      </p:sp>
      <p:sp>
        <p:nvSpPr>
          <p:cNvPr id="4" name="Slide Number Placeholder 3"/>
          <p:cNvSpPr>
            <a:spLocks noGrp="1"/>
          </p:cNvSpPr>
          <p:nvPr>
            <p:ph type="sldNum" sz="quarter" idx="10"/>
          </p:nvPr>
        </p:nvSpPr>
        <p:spPr/>
        <p:txBody>
          <a:bodyPr/>
          <a:lstStyle/>
          <a:p>
            <a:fld id="{22C05B77-A170-4856-B141-6E24D0D3C1F8}" type="slidenum">
              <a:rPr lang="sl-SI" smtClean="0"/>
              <a:pPr/>
              <a:t>85</a:t>
            </a:fld>
            <a:endParaRPr lang="sl-SI"/>
          </a:p>
        </p:txBody>
      </p:sp>
    </p:spTree>
    <p:extLst>
      <p:ext uri="{BB962C8B-B14F-4D97-AF65-F5344CB8AC3E}">
        <p14:creationId xmlns:p14="http://schemas.microsoft.com/office/powerpoint/2010/main" val="1972326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l-SI" err="1"/>
              <a:t>Resitve</a:t>
            </a:r>
            <a:r>
              <a:rPr lang="sl-SI"/>
              <a:t> na naslednjem (skritem)</a:t>
            </a:r>
            <a:r>
              <a:rPr lang="sl-SI" baseline="0"/>
              <a:t> </a:t>
            </a:r>
            <a:r>
              <a:rPr lang="sl-SI" baseline="0" err="1"/>
              <a:t>slajdu</a:t>
            </a:r>
            <a:r>
              <a:rPr lang="sl-SI" baseline="0"/>
              <a:t>.</a:t>
            </a:r>
            <a:endParaRPr lang="sl-SI"/>
          </a:p>
        </p:txBody>
      </p:sp>
      <p:sp>
        <p:nvSpPr>
          <p:cNvPr id="4" name="Slide Number Placeholder 3"/>
          <p:cNvSpPr>
            <a:spLocks noGrp="1"/>
          </p:cNvSpPr>
          <p:nvPr>
            <p:ph type="sldNum" sz="quarter" idx="10"/>
          </p:nvPr>
        </p:nvSpPr>
        <p:spPr/>
        <p:txBody>
          <a:bodyPr/>
          <a:lstStyle/>
          <a:p>
            <a:fld id="{22C05B77-A170-4856-B141-6E24D0D3C1F8}" type="slidenum">
              <a:rPr lang="sl-SI" smtClean="0"/>
              <a:pPr/>
              <a:t>86</a:t>
            </a:fld>
            <a:endParaRPr lang="sl-SI"/>
          </a:p>
        </p:txBody>
      </p:sp>
    </p:spTree>
    <p:extLst>
      <p:ext uri="{BB962C8B-B14F-4D97-AF65-F5344CB8AC3E}">
        <p14:creationId xmlns:p14="http://schemas.microsoft.com/office/powerpoint/2010/main" val="3698925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l-SI" err="1"/>
              <a:t>Resitve</a:t>
            </a:r>
            <a:r>
              <a:rPr lang="sl-SI"/>
              <a:t> na naslednjem (skritem)</a:t>
            </a:r>
            <a:r>
              <a:rPr lang="sl-SI" baseline="0"/>
              <a:t> </a:t>
            </a:r>
            <a:r>
              <a:rPr lang="sl-SI" baseline="0" err="1"/>
              <a:t>slajdu</a:t>
            </a:r>
            <a:r>
              <a:rPr lang="sl-SI" baseline="0"/>
              <a:t>.</a:t>
            </a:r>
            <a:endParaRPr lang="sl-SI"/>
          </a:p>
        </p:txBody>
      </p:sp>
      <p:sp>
        <p:nvSpPr>
          <p:cNvPr id="4" name="Slide Number Placeholder 3"/>
          <p:cNvSpPr>
            <a:spLocks noGrp="1"/>
          </p:cNvSpPr>
          <p:nvPr>
            <p:ph type="sldNum" sz="quarter" idx="10"/>
          </p:nvPr>
        </p:nvSpPr>
        <p:spPr/>
        <p:txBody>
          <a:bodyPr/>
          <a:lstStyle/>
          <a:p>
            <a:fld id="{22C05B77-A170-4856-B141-6E24D0D3C1F8}" type="slidenum">
              <a:rPr lang="sl-SI" smtClean="0"/>
              <a:pPr/>
              <a:t>87</a:t>
            </a:fld>
            <a:endParaRPr lang="sl-SI"/>
          </a:p>
        </p:txBody>
      </p:sp>
    </p:spTree>
    <p:extLst>
      <p:ext uri="{BB962C8B-B14F-4D97-AF65-F5344CB8AC3E}">
        <p14:creationId xmlns:p14="http://schemas.microsoft.com/office/powerpoint/2010/main" val="1972326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6. 4. </a:t>
            </a:r>
            <a:r>
              <a:rPr lang="en-US" err="1"/>
              <a:t>od</a:t>
            </a:r>
            <a:r>
              <a:rPr lang="en-US"/>
              <a:t> </a:t>
            </a:r>
            <a:r>
              <a:rPr lang="en-US" err="1"/>
              <a:t>tu</a:t>
            </a:r>
            <a:r>
              <a:rPr lang="en-US"/>
              <a:t> </a:t>
            </a:r>
            <a:r>
              <a:rPr lang="en-US" err="1"/>
              <a:t>dalje</a:t>
            </a:r>
            <a:endParaRPr lang="sl-SI"/>
          </a:p>
        </p:txBody>
      </p:sp>
      <p:sp>
        <p:nvSpPr>
          <p:cNvPr id="4" name="Slide Number Placeholder 3"/>
          <p:cNvSpPr>
            <a:spLocks noGrp="1"/>
          </p:cNvSpPr>
          <p:nvPr>
            <p:ph type="sldNum" sz="quarter" idx="10"/>
          </p:nvPr>
        </p:nvSpPr>
        <p:spPr/>
        <p:txBody>
          <a:bodyPr/>
          <a:lstStyle/>
          <a:p>
            <a:fld id="{22C05B77-A170-4856-B141-6E24D0D3C1F8}" type="slidenum">
              <a:rPr lang="sl-SI" smtClean="0"/>
              <a:pPr/>
              <a:t>119</a:t>
            </a:fld>
            <a:endParaRPr lang="sl-SI"/>
          </a:p>
        </p:txBody>
      </p:sp>
    </p:spTree>
    <p:extLst>
      <p:ext uri="{BB962C8B-B14F-4D97-AF65-F5344CB8AC3E}">
        <p14:creationId xmlns:p14="http://schemas.microsoft.com/office/powerpoint/2010/main" val="2309888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STRAN 156 v </a:t>
            </a:r>
            <a:r>
              <a:rPr lang="en-US" err="1"/>
              <a:t>knjigi</a:t>
            </a:r>
            <a:r>
              <a:rPr lang="en-US"/>
              <a:t>! </a:t>
            </a:r>
            <a:r>
              <a:rPr lang="en-US" err="1"/>
              <a:t>Popravljeno</a:t>
            </a:r>
            <a:r>
              <a:rPr lang="en-US" baseline="0"/>
              <a:t> </a:t>
            </a:r>
            <a:r>
              <a:rPr lang="en-US" baseline="0" err="1"/>
              <a:t>na</a:t>
            </a:r>
            <a:r>
              <a:rPr lang="en-US" baseline="0"/>
              <a:t> </a:t>
            </a:r>
            <a:r>
              <a:rPr lang="en-US" baseline="0" err="1"/>
              <a:t>pravilni</a:t>
            </a:r>
            <a:r>
              <a:rPr lang="en-US" baseline="0"/>
              <a:t> </a:t>
            </a:r>
            <a:r>
              <a:rPr lang="en-US" baseline="0" err="1"/>
              <a:t>vrstni</a:t>
            </a:r>
            <a:r>
              <a:rPr lang="en-US" baseline="0"/>
              <a:t> red </a:t>
            </a:r>
            <a:r>
              <a:rPr lang="en-US" baseline="0" err="1"/>
              <a:t>izvajanja</a:t>
            </a:r>
            <a:r>
              <a:rPr lang="en-US" baseline="0"/>
              <a:t>. </a:t>
            </a:r>
            <a:endParaRPr lang="en-US"/>
          </a:p>
        </p:txBody>
      </p:sp>
      <p:sp>
        <p:nvSpPr>
          <p:cNvPr id="4" name="Slide Number Placeholder 3"/>
          <p:cNvSpPr>
            <a:spLocks noGrp="1"/>
          </p:cNvSpPr>
          <p:nvPr>
            <p:ph type="sldNum" sz="quarter" idx="10"/>
          </p:nvPr>
        </p:nvSpPr>
        <p:spPr/>
        <p:txBody>
          <a:bodyPr/>
          <a:lstStyle/>
          <a:p>
            <a:fld id="{22C05B77-A170-4856-B141-6E24D0D3C1F8}" type="slidenum">
              <a:rPr lang="sl-SI" smtClean="0"/>
              <a:pPr/>
              <a:t>147</a:t>
            </a:fld>
            <a:endParaRPr lang="sl-SI"/>
          </a:p>
        </p:txBody>
      </p:sp>
    </p:spTree>
    <p:extLst>
      <p:ext uri="{BB962C8B-B14F-4D97-AF65-F5344CB8AC3E}">
        <p14:creationId xmlns:p14="http://schemas.microsoft.com/office/powerpoint/2010/main" val="4062161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5713" name="Rectangle 2"/>
          <p:cNvSpPr>
            <a:spLocks noGrp="1" noRot="1" noChangeAspect="1" noChangeArrowheads="1" noTextEdit="1"/>
          </p:cNvSpPr>
          <p:nvPr>
            <p:ph type="sldImg"/>
          </p:nvPr>
        </p:nvSpPr>
        <p:spPr>
          <a:ln/>
        </p:spPr>
      </p:sp>
      <p:sp>
        <p:nvSpPr>
          <p:cNvPr id="203571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53118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61" name="Rectangle 2"/>
          <p:cNvSpPr>
            <a:spLocks noGrp="1" noRot="1" noChangeAspect="1" noChangeArrowheads="1" noTextEdit="1"/>
          </p:cNvSpPr>
          <p:nvPr>
            <p:ph type="sldImg"/>
          </p:nvPr>
        </p:nvSpPr>
        <p:spPr>
          <a:ln/>
        </p:spPr>
      </p:sp>
      <p:sp>
        <p:nvSpPr>
          <p:cNvPr id="203776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561840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9809" name="Rectangle 2"/>
          <p:cNvSpPr>
            <a:spLocks noGrp="1" noRot="1" noChangeAspect="1" noChangeArrowheads="1" noTextEdit="1"/>
          </p:cNvSpPr>
          <p:nvPr>
            <p:ph type="sldImg"/>
          </p:nvPr>
        </p:nvSpPr>
        <p:spPr>
          <a:ln/>
        </p:spPr>
      </p:sp>
      <p:sp>
        <p:nvSpPr>
          <p:cNvPr id="203981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93065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02" name="Rectangle 2"/>
          <p:cNvSpPr>
            <a:spLocks noGrp="1" noRot="1" noChangeAspect="1" noChangeArrowheads="1" noTextEdit="1"/>
          </p:cNvSpPr>
          <p:nvPr>
            <p:ph type="sldImg"/>
          </p:nvPr>
        </p:nvSpPr>
        <p:spPr>
          <a:ln/>
        </p:spPr>
      </p:sp>
      <p:sp>
        <p:nvSpPr>
          <p:cNvPr id="220160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558138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1857" name="Rectangle 2"/>
          <p:cNvSpPr>
            <a:spLocks noGrp="1" noRot="1" noChangeAspect="1" noChangeArrowheads="1" noTextEdit="1"/>
          </p:cNvSpPr>
          <p:nvPr>
            <p:ph type="sldImg"/>
          </p:nvPr>
        </p:nvSpPr>
        <p:spPr>
          <a:ln/>
        </p:spPr>
      </p:sp>
      <p:sp>
        <p:nvSpPr>
          <p:cNvPr id="204185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9094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1857" name="Rectangle 2"/>
          <p:cNvSpPr>
            <a:spLocks noGrp="1" noRot="1" noChangeAspect="1" noChangeArrowheads="1" noTextEdit="1"/>
          </p:cNvSpPr>
          <p:nvPr>
            <p:ph type="sldImg"/>
          </p:nvPr>
        </p:nvSpPr>
        <p:spPr>
          <a:ln/>
        </p:spPr>
      </p:sp>
      <p:sp>
        <p:nvSpPr>
          <p:cNvPr id="204185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76200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sl-SI"/>
          </a:p>
        </p:txBody>
      </p:sp>
      <p:sp>
        <p:nvSpPr>
          <p:cNvPr id="4" name="Slide Number Placeholder 3"/>
          <p:cNvSpPr>
            <a:spLocks noGrp="1"/>
          </p:cNvSpPr>
          <p:nvPr>
            <p:ph type="sldNum" sz="quarter" idx="10"/>
          </p:nvPr>
        </p:nvSpPr>
        <p:spPr/>
        <p:txBody>
          <a:bodyPr/>
          <a:lstStyle/>
          <a:p>
            <a:fld id="{22C05B77-A170-4856-B141-6E24D0D3C1F8}" type="slidenum">
              <a:rPr lang="sl-SI" smtClean="0"/>
              <a:pPr/>
              <a:t>260</a:t>
            </a:fld>
            <a:endParaRPr lang="sl-SI"/>
          </a:p>
        </p:txBody>
      </p:sp>
    </p:spTree>
    <p:extLst>
      <p:ext uri="{BB962C8B-B14F-4D97-AF65-F5344CB8AC3E}">
        <p14:creationId xmlns:p14="http://schemas.microsoft.com/office/powerpoint/2010/main" val="280749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sl-SI" err="1"/>
              <a:t>import</a:t>
            </a:r>
            <a:r>
              <a:rPr lang="sl-SI"/>
              <a:t> </a:t>
            </a:r>
            <a:r>
              <a:rPr lang="sl-SI" err="1"/>
              <a:t>pyodbc</a:t>
            </a:r>
            <a:endParaRPr lang="sl-SI"/>
          </a:p>
          <a:p>
            <a:endParaRPr lang="sl-SI"/>
          </a:p>
          <a:p>
            <a:r>
              <a:rPr lang="sl-SI" err="1"/>
              <a:t>def</a:t>
            </a:r>
            <a:r>
              <a:rPr lang="sl-SI"/>
              <a:t> </a:t>
            </a:r>
            <a:r>
              <a:rPr lang="sl-SI" err="1"/>
              <a:t>optimum</a:t>
            </a:r>
            <a:r>
              <a:rPr lang="sl-SI"/>
              <a:t>(</a:t>
            </a:r>
            <a:r>
              <a:rPr lang="sl-SI" err="1"/>
              <a:t>jid</a:t>
            </a:r>
            <a:r>
              <a:rPr lang="sl-SI"/>
              <a:t>, </a:t>
            </a:r>
            <a:r>
              <a:rPr lang="sl-SI" err="1"/>
              <a:t>cid</a:t>
            </a:r>
            <a:r>
              <a:rPr lang="sl-SI"/>
              <a:t>):</a:t>
            </a:r>
          </a:p>
          <a:p>
            <a:r>
              <a:rPr lang="sl-SI"/>
              <a:t>    </a:t>
            </a:r>
            <a:r>
              <a:rPr lang="sl-SI" err="1"/>
              <a:t>return</a:t>
            </a:r>
            <a:r>
              <a:rPr lang="sl-SI"/>
              <a:t> (</a:t>
            </a:r>
            <a:r>
              <a:rPr lang="sl-SI" err="1"/>
              <a:t>jid</a:t>
            </a:r>
            <a:r>
              <a:rPr lang="sl-SI"/>
              <a:t> + </a:t>
            </a:r>
            <a:r>
              <a:rPr lang="sl-SI" err="1"/>
              <a:t>cid</a:t>
            </a:r>
            <a:r>
              <a:rPr lang="sl-SI"/>
              <a:t>) % 11</a:t>
            </a:r>
          </a:p>
          <a:p>
            <a:endParaRPr lang="sl-SI"/>
          </a:p>
          <a:p>
            <a:r>
              <a:rPr lang="sl-SI" err="1"/>
              <a:t>try</a:t>
            </a:r>
            <a:r>
              <a:rPr lang="sl-SI"/>
              <a:t>:</a:t>
            </a:r>
          </a:p>
          <a:p>
            <a:r>
              <a:rPr lang="sl-SI"/>
              <a:t>    </a:t>
            </a:r>
            <a:r>
              <a:rPr lang="sl-SI" err="1"/>
              <a:t>cnxn</a:t>
            </a:r>
            <a:r>
              <a:rPr lang="sl-SI"/>
              <a:t> = </a:t>
            </a:r>
            <a:r>
              <a:rPr lang="sl-SI" err="1"/>
              <a:t>pyodbc.connect</a:t>
            </a:r>
            <a:r>
              <a:rPr lang="sl-SI"/>
              <a:t>('DSN=FRI;UID=</a:t>
            </a:r>
            <a:r>
              <a:rPr lang="sl-SI" err="1"/>
              <a:t>pb</a:t>
            </a:r>
            <a:r>
              <a:rPr lang="sl-SI"/>
              <a:t>;PWD=</a:t>
            </a:r>
            <a:r>
              <a:rPr lang="sl-SI" err="1"/>
              <a:t>pbvaje</a:t>
            </a:r>
            <a:r>
              <a:rPr lang="sl-SI"/>
              <a:t>')</a:t>
            </a:r>
          </a:p>
          <a:p>
            <a:r>
              <a:rPr lang="sl-SI"/>
              <a:t>    </a:t>
            </a:r>
            <a:r>
              <a:rPr lang="sl-SI" err="1"/>
              <a:t>cursor</a:t>
            </a:r>
            <a:r>
              <a:rPr lang="sl-SI"/>
              <a:t> = </a:t>
            </a:r>
            <a:r>
              <a:rPr lang="sl-SI" err="1"/>
              <a:t>cnxn.cursor</a:t>
            </a:r>
            <a:r>
              <a:rPr lang="sl-SI"/>
              <a:t>()    </a:t>
            </a:r>
          </a:p>
          <a:p>
            <a:r>
              <a:rPr lang="sl-SI"/>
              <a:t>    </a:t>
            </a:r>
            <a:r>
              <a:rPr lang="sl-SI" err="1"/>
              <a:t>try</a:t>
            </a:r>
            <a:r>
              <a:rPr lang="sl-SI"/>
              <a:t>:</a:t>
            </a:r>
          </a:p>
          <a:p>
            <a:r>
              <a:rPr lang="sl-SI"/>
              <a:t>        </a:t>
            </a:r>
            <a:r>
              <a:rPr lang="sl-SI" err="1"/>
              <a:t>cursor.execute</a:t>
            </a:r>
            <a:r>
              <a:rPr lang="sl-SI"/>
              <a:t>("DROP TABLE </a:t>
            </a:r>
            <a:r>
              <a:rPr lang="sl-SI" err="1"/>
              <a:t>optimal</a:t>
            </a:r>
            <a:r>
              <a:rPr lang="sl-SI"/>
              <a:t>")</a:t>
            </a:r>
          </a:p>
          <a:p>
            <a:r>
              <a:rPr lang="sl-SI"/>
              <a:t>    </a:t>
            </a:r>
            <a:r>
              <a:rPr lang="sl-SI" err="1"/>
              <a:t>except</a:t>
            </a:r>
            <a:r>
              <a:rPr lang="sl-SI"/>
              <a:t> </a:t>
            </a:r>
            <a:r>
              <a:rPr lang="sl-SI" err="1"/>
              <a:t>pyodbc.DatabaseError</a:t>
            </a:r>
            <a:r>
              <a:rPr lang="sl-SI"/>
              <a:t>, </a:t>
            </a:r>
            <a:r>
              <a:rPr lang="sl-SI" err="1"/>
              <a:t>exc</a:t>
            </a:r>
            <a:r>
              <a:rPr lang="sl-SI"/>
              <a:t>:</a:t>
            </a:r>
          </a:p>
          <a:p>
            <a:r>
              <a:rPr lang="sl-SI"/>
              <a:t>        </a:t>
            </a:r>
            <a:r>
              <a:rPr lang="sl-SI" err="1"/>
              <a:t>pass</a:t>
            </a:r>
            <a:endParaRPr lang="sl-SI"/>
          </a:p>
          <a:p>
            <a:r>
              <a:rPr lang="sl-SI"/>
              <a:t>    </a:t>
            </a:r>
            <a:r>
              <a:rPr lang="sl-SI" err="1"/>
              <a:t>cursor.execute</a:t>
            </a:r>
            <a:r>
              <a:rPr lang="sl-SI"/>
              <a:t>("CREATE TABLE </a:t>
            </a:r>
            <a:r>
              <a:rPr lang="sl-SI" err="1"/>
              <a:t>optimal</a:t>
            </a:r>
            <a:r>
              <a:rPr lang="sl-SI"/>
              <a:t> (JID </a:t>
            </a:r>
            <a:r>
              <a:rPr lang="sl-SI" err="1"/>
              <a:t>integer</a:t>
            </a:r>
            <a:r>
              <a:rPr lang="sl-SI"/>
              <a:t>, CID </a:t>
            </a:r>
            <a:r>
              <a:rPr lang="sl-SI" err="1"/>
              <a:t>integer</a:t>
            </a:r>
            <a:r>
              <a:rPr lang="sl-SI"/>
              <a:t>, SKLADNOST </a:t>
            </a:r>
            <a:r>
              <a:rPr lang="sl-SI" err="1"/>
              <a:t>integer</a:t>
            </a:r>
            <a:r>
              <a:rPr lang="sl-SI"/>
              <a:t>, PRIMARY KEY(</a:t>
            </a:r>
            <a:r>
              <a:rPr lang="sl-SI" err="1"/>
              <a:t>jid</a:t>
            </a:r>
            <a:r>
              <a:rPr lang="sl-SI"/>
              <a:t>))")</a:t>
            </a:r>
          </a:p>
          <a:p>
            <a:r>
              <a:rPr lang="sl-SI"/>
              <a:t>    jadralec  = </a:t>
            </a:r>
            <a:r>
              <a:rPr lang="sl-SI" err="1"/>
              <a:t>cursor.execute</a:t>
            </a:r>
            <a:r>
              <a:rPr lang="sl-SI"/>
              <a:t>("SELECT </a:t>
            </a:r>
            <a:r>
              <a:rPr lang="sl-SI" err="1"/>
              <a:t>jid</a:t>
            </a:r>
            <a:r>
              <a:rPr lang="sl-SI"/>
              <a:t> FROM jadralec").</a:t>
            </a:r>
            <a:r>
              <a:rPr lang="sl-SI" err="1"/>
              <a:t>fetchall</a:t>
            </a:r>
            <a:r>
              <a:rPr lang="sl-SI"/>
              <a:t>()</a:t>
            </a:r>
          </a:p>
          <a:p>
            <a:r>
              <a:rPr lang="sl-SI"/>
              <a:t>    </a:t>
            </a:r>
            <a:r>
              <a:rPr lang="sl-SI" err="1"/>
              <a:t>coln</a:t>
            </a:r>
            <a:r>
              <a:rPr lang="sl-SI"/>
              <a:t>  = </a:t>
            </a:r>
            <a:r>
              <a:rPr lang="sl-SI" err="1"/>
              <a:t>cursor.execute</a:t>
            </a:r>
            <a:r>
              <a:rPr lang="sl-SI"/>
              <a:t>("SELECT </a:t>
            </a:r>
            <a:r>
              <a:rPr lang="sl-SI" err="1"/>
              <a:t>cid</a:t>
            </a:r>
            <a:r>
              <a:rPr lang="sl-SI"/>
              <a:t> FROM </a:t>
            </a:r>
            <a:r>
              <a:rPr lang="sl-SI" err="1"/>
              <a:t>coln</a:t>
            </a:r>
            <a:r>
              <a:rPr lang="sl-SI"/>
              <a:t>").</a:t>
            </a:r>
            <a:r>
              <a:rPr lang="sl-SI" err="1"/>
              <a:t>fetchall</a:t>
            </a:r>
            <a:r>
              <a:rPr lang="sl-SI"/>
              <a:t>()</a:t>
            </a:r>
          </a:p>
          <a:p>
            <a:r>
              <a:rPr lang="sl-SI"/>
              <a:t>    </a:t>
            </a:r>
            <a:r>
              <a:rPr lang="sl-SI" err="1"/>
              <a:t>for</a:t>
            </a:r>
            <a:r>
              <a:rPr lang="sl-SI"/>
              <a:t> j in jadralec:</a:t>
            </a:r>
          </a:p>
          <a:p>
            <a:r>
              <a:rPr lang="sl-SI"/>
              <a:t>        </a:t>
            </a:r>
            <a:r>
              <a:rPr lang="sl-SI" err="1"/>
              <a:t>cmax</a:t>
            </a:r>
            <a:r>
              <a:rPr lang="sl-SI"/>
              <a:t> = -1</a:t>
            </a:r>
          </a:p>
          <a:p>
            <a:r>
              <a:rPr lang="sl-SI"/>
              <a:t>        </a:t>
            </a:r>
            <a:r>
              <a:rPr lang="sl-SI" err="1"/>
              <a:t>csif</a:t>
            </a:r>
            <a:r>
              <a:rPr lang="sl-SI"/>
              <a:t> = </a:t>
            </a:r>
            <a:r>
              <a:rPr lang="sl-SI" err="1"/>
              <a:t>None</a:t>
            </a:r>
            <a:endParaRPr lang="sl-SI"/>
          </a:p>
          <a:p>
            <a:r>
              <a:rPr lang="sl-SI"/>
              <a:t>        </a:t>
            </a:r>
            <a:r>
              <a:rPr lang="sl-SI" err="1"/>
              <a:t>for</a:t>
            </a:r>
            <a:r>
              <a:rPr lang="sl-SI"/>
              <a:t> c in </a:t>
            </a:r>
            <a:r>
              <a:rPr lang="sl-SI" err="1"/>
              <a:t>coln</a:t>
            </a:r>
            <a:r>
              <a:rPr lang="sl-SI"/>
              <a:t>:</a:t>
            </a:r>
          </a:p>
          <a:p>
            <a:r>
              <a:rPr lang="sl-SI"/>
              <a:t>            o = </a:t>
            </a:r>
            <a:r>
              <a:rPr lang="sl-SI" err="1"/>
              <a:t>optimum</a:t>
            </a:r>
            <a:r>
              <a:rPr lang="sl-SI"/>
              <a:t>(</a:t>
            </a:r>
            <a:r>
              <a:rPr lang="sl-SI" err="1"/>
              <a:t>j.JID</a:t>
            </a:r>
            <a:r>
              <a:rPr lang="sl-SI"/>
              <a:t>, </a:t>
            </a:r>
            <a:r>
              <a:rPr lang="sl-SI" err="1"/>
              <a:t>c.CID</a:t>
            </a:r>
            <a:r>
              <a:rPr lang="sl-SI"/>
              <a:t>)</a:t>
            </a:r>
          </a:p>
          <a:p>
            <a:r>
              <a:rPr lang="sl-SI"/>
              <a:t>            </a:t>
            </a:r>
            <a:r>
              <a:rPr lang="sl-SI" err="1"/>
              <a:t>if</a:t>
            </a:r>
            <a:r>
              <a:rPr lang="sl-SI"/>
              <a:t> o &gt; </a:t>
            </a:r>
            <a:r>
              <a:rPr lang="sl-SI" err="1"/>
              <a:t>cmax</a:t>
            </a:r>
            <a:r>
              <a:rPr lang="sl-SI"/>
              <a:t>:</a:t>
            </a:r>
          </a:p>
          <a:p>
            <a:r>
              <a:rPr lang="sl-SI"/>
              <a:t>                </a:t>
            </a:r>
            <a:r>
              <a:rPr lang="sl-SI" err="1"/>
              <a:t>cmax</a:t>
            </a:r>
            <a:r>
              <a:rPr lang="sl-SI"/>
              <a:t> = o</a:t>
            </a:r>
          </a:p>
          <a:p>
            <a:r>
              <a:rPr lang="sl-SI"/>
              <a:t>                </a:t>
            </a:r>
            <a:r>
              <a:rPr lang="sl-SI" err="1"/>
              <a:t>csif</a:t>
            </a:r>
            <a:r>
              <a:rPr lang="sl-SI"/>
              <a:t> = </a:t>
            </a:r>
            <a:r>
              <a:rPr lang="sl-SI" err="1"/>
              <a:t>c.CID</a:t>
            </a:r>
            <a:endParaRPr lang="sl-SI"/>
          </a:p>
          <a:p>
            <a:r>
              <a:rPr lang="sl-SI"/>
              <a:t>        </a:t>
            </a:r>
            <a:r>
              <a:rPr lang="sl-SI" err="1"/>
              <a:t>print</a:t>
            </a:r>
            <a:r>
              <a:rPr lang="sl-SI"/>
              <a:t> </a:t>
            </a:r>
            <a:r>
              <a:rPr lang="sl-SI" err="1"/>
              <a:t>j.JID</a:t>
            </a:r>
            <a:r>
              <a:rPr lang="sl-SI"/>
              <a:t>, </a:t>
            </a:r>
            <a:r>
              <a:rPr lang="sl-SI" err="1"/>
              <a:t>csif</a:t>
            </a:r>
            <a:r>
              <a:rPr lang="sl-SI"/>
              <a:t>, </a:t>
            </a:r>
            <a:r>
              <a:rPr lang="sl-SI" err="1"/>
              <a:t>cmax</a:t>
            </a:r>
            <a:endParaRPr lang="sl-SI"/>
          </a:p>
          <a:p>
            <a:r>
              <a:rPr lang="sl-SI"/>
              <a:t>        </a:t>
            </a:r>
            <a:r>
              <a:rPr lang="sl-SI" err="1"/>
              <a:t>cursor.execute</a:t>
            </a:r>
            <a:r>
              <a:rPr lang="sl-SI"/>
              <a:t>("INSERT INTO </a:t>
            </a:r>
            <a:r>
              <a:rPr lang="sl-SI" err="1"/>
              <a:t>optimal</a:t>
            </a:r>
            <a:r>
              <a:rPr lang="sl-SI"/>
              <a:t>(JID,CID,SKLADNOST) VALUES(?, ?, ?)", </a:t>
            </a:r>
            <a:r>
              <a:rPr lang="sl-SI" err="1"/>
              <a:t>j.JID</a:t>
            </a:r>
            <a:r>
              <a:rPr lang="sl-SI"/>
              <a:t>, </a:t>
            </a:r>
            <a:r>
              <a:rPr lang="sl-SI" err="1"/>
              <a:t>csif</a:t>
            </a:r>
            <a:r>
              <a:rPr lang="sl-SI"/>
              <a:t>, </a:t>
            </a:r>
            <a:r>
              <a:rPr lang="sl-SI" err="1"/>
              <a:t>cmax</a:t>
            </a:r>
            <a:r>
              <a:rPr lang="sl-SI"/>
              <a:t>)</a:t>
            </a:r>
          </a:p>
          <a:p>
            <a:r>
              <a:rPr lang="sl-SI"/>
              <a:t>    </a:t>
            </a:r>
            <a:r>
              <a:rPr lang="sl-SI" err="1"/>
              <a:t>cnxn.commit</a:t>
            </a:r>
            <a:r>
              <a:rPr lang="sl-SI"/>
              <a:t>()</a:t>
            </a:r>
          </a:p>
          <a:p>
            <a:r>
              <a:rPr lang="sl-SI" err="1"/>
              <a:t>except</a:t>
            </a:r>
            <a:r>
              <a:rPr lang="sl-SI"/>
              <a:t> </a:t>
            </a:r>
            <a:r>
              <a:rPr lang="sl-SI" err="1"/>
              <a:t>pyodbc.DatabaseError</a:t>
            </a:r>
            <a:r>
              <a:rPr lang="sl-SI"/>
              <a:t>, </a:t>
            </a:r>
            <a:r>
              <a:rPr lang="sl-SI" err="1"/>
              <a:t>exc</a:t>
            </a:r>
            <a:r>
              <a:rPr lang="sl-SI"/>
              <a:t>:</a:t>
            </a:r>
          </a:p>
          <a:p>
            <a:r>
              <a:rPr lang="sl-SI"/>
              <a:t>    </a:t>
            </a:r>
            <a:r>
              <a:rPr lang="sl-SI" err="1"/>
              <a:t>print</a:t>
            </a:r>
            <a:r>
              <a:rPr lang="sl-SI"/>
              <a:t> "NAPAKA:", </a:t>
            </a:r>
            <a:r>
              <a:rPr lang="sl-SI" err="1"/>
              <a:t>exc</a:t>
            </a:r>
            <a:endParaRPr lang="sl-SI"/>
          </a:p>
          <a:p>
            <a:r>
              <a:rPr lang="sl-SI"/>
              <a:t>    </a:t>
            </a:r>
            <a:r>
              <a:rPr lang="sl-SI" err="1"/>
              <a:t>pass</a:t>
            </a:r>
            <a:endParaRPr lang="sl-SI"/>
          </a:p>
        </p:txBody>
      </p:sp>
      <p:sp>
        <p:nvSpPr>
          <p:cNvPr id="4" name="Slide Number Placeholder 3"/>
          <p:cNvSpPr>
            <a:spLocks noGrp="1"/>
          </p:cNvSpPr>
          <p:nvPr>
            <p:ph type="sldNum" sz="quarter" idx="10"/>
          </p:nvPr>
        </p:nvSpPr>
        <p:spPr/>
        <p:txBody>
          <a:bodyPr/>
          <a:lstStyle/>
          <a:p>
            <a:fld id="{22C05B77-A170-4856-B141-6E24D0D3C1F8}" type="slidenum">
              <a:rPr lang="sl-SI" smtClean="0"/>
              <a:pPr/>
              <a:t>261</a:t>
            </a:fld>
            <a:endParaRPr lang="sl-SI"/>
          </a:p>
        </p:txBody>
      </p:sp>
    </p:spTree>
    <p:extLst>
      <p:ext uri="{BB962C8B-B14F-4D97-AF65-F5344CB8AC3E}">
        <p14:creationId xmlns:p14="http://schemas.microsoft.com/office/powerpoint/2010/main" val="156725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sl-SI"/>
          </a:p>
        </p:txBody>
      </p:sp>
      <p:sp>
        <p:nvSpPr>
          <p:cNvPr id="4" name="Slide Number Placeholder 3"/>
          <p:cNvSpPr>
            <a:spLocks noGrp="1"/>
          </p:cNvSpPr>
          <p:nvPr>
            <p:ph type="sldNum" sz="quarter" idx="10"/>
          </p:nvPr>
        </p:nvSpPr>
        <p:spPr/>
        <p:txBody>
          <a:bodyPr/>
          <a:lstStyle/>
          <a:p>
            <a:fld id="{22C05B77-A170-4856-B141-6E24D0D3C1F8}" type="slidenum">
              <a:rPr lang="sl-SI" smtClean="0"/>
              <a:pPr/>
              <a:t>262</a:t>
            </a:fld>
            <a:endParaRPr lang="sl-SI"/>
          </a:p>
        </p:txBody>
      </p:sp>
    </p:spTree>
    <p:extLst>
      <p:ext uri="{BB962C8B-B14F-4D97-AF65-F5344CB8AC3E}">
        <p14:creationId xmlns:p14="http://schemas.microsoft.com/office/powerpoint/2010/main" val="2807491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sl-SI"/>
          </a:p>
        </p:txBody>
      </p:sp>
      <p:sp>
        <p:nvSpPr>
          <p:cNvPr id="4" name="Slide Number Placeholder 3"/>
          <p:cNvSpPr>
            <a:spLocks noGrp="1"/>
          </p:cNvSpPr>
          <p:nvPr>
            <p:ph type="sldNum" sz="quarter" idx="10"/>
          </p:nvPr>
        </p:nvSpPr>
        <p:spPr/>
        <p:txBody>
          <a:bodyPr/>
          <a:lstStyle/>
          <a:p>
            <a:fld id="{22C05B77-A170-4856-B141-6E24D0D3C1F8}" type="slidenum">
              <a:rPr lang="sl-SI" smtClean="0"/>
              <a:pPr/>
              <a:t>263</a:t>
            </a:fld>
            <a:endParaRPr lang="sl-SI"/>
          </a:p>
        </p:txBody>
      </p:sp>
    </p:spTree>
    <p:extLst>
      <p:ext uri="{BB962C8B-B14F-4D97-AF65-F5344CB8AC3E}">
        <p14:creationId xmlns:p14="http://schemas.microsoft.com/office/powerpoint/2010/main" val="280749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3" name="Rectangle 2"/>
          <p:cNvSpPr>
            <a:spLocks noGrp="1" noRot="1" noChangeAspect="1" noChangeArrowheads="1" noTextEdit="1"/>
          </p:cNvSpPr>
          <p:nvPr>
            <p:ph type="sldImg"/>
          </p:nvPr>
        </p:nvSpPr>
        <p:spPr>
          <a:ln/>
        </p:spPr>
      </p:sp>
      <p:sp>
        <p:nvSpPr>
          <p:cNvPr id="51507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03334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1" name="Rectangle 2"/>
          <p:cNvSpPr>
            <a:spLocks noGrp="1" noRot="1" noChangeAspect="1" noChangeArrowheads="1" noTextEdit="1"/>
          </p:cNvSpPr>
          <p:nvPr>
            <p:ph type="sldImg"/>
          </p:nvPr>
        </p:nvSpPr>
        <p:spPr>
          <a:ln/>
        </p:spPr>
      </p:sp>
      <p:sp>
        <p:nvSpPr>
          <p:cNvPr id="51712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120742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69" name="Rectangle 2"/>
          <p:cNvSpPr>
            <a:spLocks noGrp="1" noRot="1" noChangeAspect="1" noChangeArrowheads="1" noTextEdit="1"/>
          </p:cNvSpPr>
          <p:nvPr>
            <p:ph type="sldImg"/>
          </p:nvPr>
        </p:nvSpPr>
        <p:spPr>
          <a:ln/>
        </p:spPr>
      </p:sp>
      <p:sp>
        <p:nvSpPr>
          <p:cNvPr id="51917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7420455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7" name="Rectangle 2"/>
          <p:cNvSpPr>
            <a:spLocks noGrp="1" noRot="1" noChangeAspect="1" noChangeArrowheads="1" noTextEdit="1"/>
          </p:cNvSpPr>
          <p:nvPr>
            <p:ph type="sldImg"/>
          </p:nvPr>
        </p:nvSpPr>
        <p:spPr>
          <a:ln/>
        </p:spPr>
      </p:sp>
      <p:sp>
        <p:nvSpPr>
          <p:cNvPr id="52121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9807636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5" name="Rectangle 2"/>
          <p:cNvSpPr>
            <a:spLocks noGrp="1" noRot="1" noChangeAspect="1" noChangeArrowheads="1" noTextEdit="1"/>
          </p:cNvSpPr>
          <p:nvPr>
            <p:ph type="sldImg"/>
          </p:nvPr>
        </p:nvSpPr>
        <p:spPr>
          <a:ln/>
        </p:spPr>
      </p:sp>
      <p:sp>
        <p:nvSpPr>
          <p:cNvPr id="52326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413439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3" name="Rectangle 2"/>
          <p:cNvSpPr>
            <a:spLocks noGrp="1" noRot="1" noChangeAspect="1" noChangeArrowheads="1" noTextEdit="1"/>
          </p:cNvSpPr>
          <p:nvPr>
            <p:ph type="sldImg"/>
          </p:nvPr>
        </p:nvSpPr>
        <p:spPr>
          <a:ln/>
        </p:spPr>
      </p:sp>
      <p:sp>
        <p:nvSpPr>
          <p:cNvPr id="52531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263109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1" name="Rectangle 2"/>
          <p:cNvSpPr>
            <a:spLocks noGrp="1" noRot="1" noChangeAspect="1" noChangeArrowheads="1" noTextEdit="1"/>
          </p:cNvSpPr>
          <p:nvPr>
            <p:ph type="sldImg"/>
          </p:nvPr>
        </p:nvSpPr>
        <p:spPr>
          <a:ln/>
        </p:spPr>
      </p:sp>
      <p:sp>
        <p:nvSpPr>
          <p:cNvPr id="52736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71465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09" name="Rectangle 2"/>
          <p:cNvSpPr>
            <a:spLocks noGrp="1" noRot="1" noChangeAspect="1" noChangeArrowheads="1" noTextEdit="1"/>
          </p:cNvSpPr>
          <p:nvPr>
            <p:ph type="sldImg"/>
          </p:nvPr>
        </p:nvSpPr>
        <p:spPr>
          <a:ln/>
        </p:spPr>
      </p:sp>
      <p:sp>
        <p:nvSpPr>
          <p:cNvPr id="52941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08667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7" name="Rectangle 2"/>
          <p:cNvSpPr>
            <a:spLocks noGrp="1" noRot="1" noChangeAspect="1" noChangeArrowheads="1" noTextEdit="1"/>
          </p:cNvSpPr>
          <p:nvPr>
            <p:ph type="sldImg"/>
          </p:nvPr>
        </p:nvSpPr>
        <p:spPr>
          <a:ln/>
        </p:spPr>
      </p:sp>
      <p:sp>
        <p:nvSpPr>
          <p:cNvPr id="53145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0033762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5" name="Rectangle 2"/>
          <p:cNvSpPr>
            <a:spLocks noGrp="1" noRot="1" noChangeAspect="1" noChangeArrowheads="1" noTextEdit="1"/>
          </p:cNvSpPr>
          <p:nvPr>
            <p:ph type="sldImg"/>
          </p:nvPr>
        </p:nvSpPr>
        <p:spPr>
          <a:ln/>
        </p:spPr>
      </p:sp>
      <p:sp>
        <p:nvSpPr>
          <p:cNvPr id="53350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5323933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1" name="Rectangle 2"/>
          <p:cNvSpPr>
            <a:spLocks noGrp="1" noRot="1" noChangeAspect="1" noChangeArrowheads="1" noTextEdit="1"/>
          </p:cNvSpPr>
          <p:nvPr>
            <p:ph type="sldImg"/>
          </p:nvPr>
        </p:nvSpPr>
        <p:spPr>
          <a:ln/>
        </p:spPr>
      </p:sp>
      <p:sp>
        <p:nvSpPr>
          <p:cNvPr id="54784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673561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89" name="Rectangle 2"/>
          <p:cNvSpPr>
            <a:spLocks noGrp="1" noRot="1" noChangeAspect="1" noChangeArrowheads="1" noTextEdit="1"/>
          </p:cNvSpPr>
          <p:nvPr>
            <p:ph type="sldImg"/>
          </p:nvPr>
        </p:nvSpPr>
        <p:spPr>
          <a:ln/>
        </p:spPr>
      </p:sp>
      <p:sp>
        <p:nvSpPr>
          <p:cNvPr id="54989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755493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7" name="Rectangle 2"/>
          <p:cNvSpPr>
            <a:spLocks noGrp="1" noRot="1" noChangeAspect="1" noChangeArrowheads="1" noTextEdit="1"/>
          </p:cNvSpPr>
          <p:nvPr>
            <p:ph type="sldImg"/>
          </p:nvPr>
        </p:nvSpPr>
        <p:spPr>
          <a:ln/>
        </p:spPr>
      </p:sp>
      <p:sp>
        <p:nvSpPr>
          <p:cNvPr id="55193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694838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5" name="Rectangle 2"/>
          <p:cNvSpPr>
            <a:spLocks noGrp="1" noRot="1" noChangeAspect="1" noChangeArrowheads="1" noTextEdit="1"/>
          </p:cNvSpPr>
          <p:nvPr>
            <p:ph type="sldImg"/>
          </p:nvPr>
        </p:nvSpPr>
        <p:spPr>
          <a:ln/>
        </p:spPr>
      </p:sp>
      <p:sp>
        <p:nvSpPr>
          <p:cNvPr id="55398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230873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1" name="Rectangle 2"/>
          <p:cNvSpPr>
            <a:spLocks noGrp="1" noRot="1" noChangeAspect="1" noChangeArrowheads="1" noTextEdit="1"/>
          </p:cNvSpPr>
          <p:nvPr>
            <p:ph type="sldImg"/>
          </p:nvPr>
        </p:nvSpPr>
        <p:spPr>
          <a:ln/>
        </p:spPr>
      </p:sp>
      <p:sp>
        <p:nvSpPr>
          <p:cNvPr id="59392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202117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5" name="Rectangle 2"/>
          <p:cNvSpPr>
            <a:spLocks noGrp="1" noRot="1" noChangeAspect="1" noChangeArrowheads="1" noTextEdit="1"/>
          </p:cNvSpPr>
          <p:nvPr>
            <p:ph type="sldImg"/>
          </p:nvPr>
        </p:nvSpPr>
        <p:spPr>
          <a:ln/>
        </p:spPr>
      </p:sp>
      <p:sp>
        <p:nvSpPr>
          <p:cNvPr id="60006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5654958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3" name="Rectangle 2"/>
          <p:cNvSpPr>
            <a:spLocks noGrp="1" noRot="1" noChangeAspect="1" noChangeArrowheads="1" noTextEdit="1"/>
          </p:cNvSpPr>
          <p:nvPr>
            <p:ph type="sldImg"/>
          </p:nvPr>
        </p:nvSpPr>
        <p:spPr>
          <a:ln/>
        </p:spPr>
      </p:sp>
      <p:sp>
        <p:nvSpPr>
          <p:cNvPr id="60211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0784636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865" name="Rectangle 2"/>
          <p:cNvSpPr>
            <a:spLocks noGrp="1" noRot="1" noChangeAspect="1" noChangeArrowheads="1" noTextEdit="1"/>
          </p:cNvSpPr>
          <p:nvPr>
            <p:ph type="sldImg"/>
          </p:nvPr>
        </p:nvSpPr>
        <p:spPr>
          <a:xfrm>
            <a:off x="3343275" y="533400"/>
            <a:ext cx="3548063" cy="2660650"/>
          </a:xfrm>
          <a:ln/>
        </p:spPr>
      </p:sp>
      <p:sp>
        <p:nvSpPr>
          <p:cNvPr id="1188866" name="Rectangle 3"/>
          <p:cNvSpPr>
            <a:spLocks noGrp="1" noChangeArrowheads="1"/>
          </p:cNvSpPr>
          <p:nvPr>
            <p:ph type="body" idx="1"/>
          </p:nvPr>
        </p:nvSpPr>
        <p:spPr>
          <a:xfrm>
            <a:off x="1024904" y="3372167"/>
            <a:ext cx="8184810" cy="3194685"/>
          </a:xfrm>
          <a:noFill/>
          <a:ln/>
        </p:spPr>
        <p:txBody>
          <a:bodyPr lIns="100479" tIns="50240" rIns="100479" bIns="50240"/>
          <a:lstStyle/>
          <a:p>
            <a:endParaRPr lang="en-US"/>
          </a:p>
        </p:txBody>
      </p:sp>
    </p:spTree>
    <p:extLst>
      <p:ext uri="{BB962C8B-B14F-4D97-AF65-F5344CB8AC3E}">
        <p14:creationId xmlns:p14="http://schemas.microsoft.com/office/powerpoint/2010/main" val="14332747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865" name="Rectangle 2"/>
          <p:cNvSpPr>
            <a:spLocks noGrp="1" noRot="1" noChangeAspect="1" noChangeArrowheads="1" noTextEdit="1"/>
          </p:cNvSpPr>
          <p:nvPr>
            <p:ph type="sldImg"/>
          </p:nvPr>
        </p:nvSpPr>
        <p:spPr>
          <a:xfrm>
            <a:off x="3343275" y="533400"/>
            <a:ext cx="3548063" cy="2660650"/>
          </a:xfrm>
          <a:ln/>
        </p:spPr>
      </p:sp>
      <p:sp>
        <p:nvSpPr>
          <p:cNvPr id="1188866" name="Rectangle 3"/>
          <p:cNvSpPr>
            <a:spLocks noGrp="1" noChangeArrowheads="1"/>
          </p:cNvSpPr>
          <p:nvPr>
            <p:ph type="body" idx="1"/>
          </p:nvPr>
        </p:nvSpPr>
        <p:spPr>
          <a:xfrm>
            <a:off x="1024904" y="3372167"/>
            <a:ext cx="8184810" cy="3194685"/>
          </a:xfrm>
          <a:noFill/>
          <a:ln/>
        </p:spPr>
        <p:txBody>
          <a:bodyPr lIns="100479" tIns="50240" rIns="100479" bIns="50240"/>
          <a:lstStyle/>
          <a:p>
            <a:endParaRPr lang="en-US"/>
          </a:p>
        </p:txBody>
      </p:sp>
    </p:spTree>
    <p:extLst>
      <p:ext uri="{BB962C8B-B14F-4D97-AF65-F5344CB8AC3E}">
        <p14:creationId xmlns:p14="http://schemas.microsoft.com/office/powerpoint/2010/main" val="30971924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7" name="Rectangle 2"/>
          <p:cNvSpPr>
            <a:spLocks noGrp="1" noRot="1" noChangeAspect="1" noChangeArrowheads="1" noTextEdit="1"/>
          </p:cNvSpPr>
          <p:nvPr>
            <p:ph type="sldImg"/>
          </p:nvPr>
        </p:nvSpPr>
        <p:spPr>
          <a:ln/>
        </p:spPr>
      </p:sp>
      <p:sp>
        <p:nvSpPr>
          <p:cNvPr id="60825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5707800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5" name="Rectangle 2"/>
          <p:cNvSpPr>
            <a:spLocks noGrp="1" noRot="1" noChangeAspect="1" noChangeArrowheads="1" noTextEdit="1"/>
          </p:cNvSpPr>
          <p:nvPr>
            <p:ph type="sldImg"/>
          </p:nvPr>
        </p:nvSpPr>
        <p:spPr>
          <a:ln/>
        </p:spPr>
      </p:sp>
      <p:sp>
        <p:nvSpPr>
          <p:cNvPr id="61030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6922252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3" name="Rectangle 2"/>
          <p:cNvSpPr>
            <a:spLocks noGrp="1" noRot="1" noChangeAspect="1" noChangeArrowheads="1" noTextEdit="1"/>
          </p:cNvSpPr>
          <p:nvPr>
            <p:ph type="sldImg"/>
          </p:nvPr>
        </p:nvSpPr>
        <p:spPr>
          <a:ln/>
        </p:spPr>
      </p:sp>
      <p:sp>
        <p:nvSpPr>
          <p:cNvPr id="53555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3208592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1" name="Rectangle 2"/>
          <p:cNvSpPr>
            <a:spLocks noGrp="1" noRot="1" noChangeAspect="1" noChangeArrowheads="1" noTextEdit="1"/>
          </p:cNvSpPr>
          <p:nvPr>
            <p:ph type="sldImg"/>
          </p:nvPr>
        </p:nvSpPr>
        <p:spPr>
          <a:ln/>
        </p:spPr>
      </p:sp>
      <p:sp>
        <p:nvSpPr>
          <p:cNvPr id="53760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1200208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49" name="Rectangle 2"/>
          <p:cNvSpPr>
            <a:spLocks noGrp="1" noRot="1" noChangeAspect="1" noChangeArrowheads="1" noTextEdit="1"/>
          </p:cNvSpPr>
          <p:nvPr>
            <p:ph type="sldImg"/>
          </p:nvPr>
        </p:nvSpPr>
        <p:spPr>
          <a:ln/>
        </p:spPr>
      </p:sp>
      <p:sp>
        <p:nvSpPr>
          <p:cNvPr id="53965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5361598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7" name="Rectangle 2"/>
          <p:cNvSpPr>
            <a:spLocks noGrp="1" noRot="1" noChangeAspect="1" noChangeArrowheads="1" noTextEdit="1"/>
          </p:cNvSpPr>
          <p:nvPr>
            <p:ph type="sldImg"/>
          </p:nvPr>
        </p:nvSpPr>
        <p:spPr>
          <a:ln/>
        </p:spPr>
      </p:sp>
      <p:sp>
        <p:nvSpPr>
          <p:cNvPr id="54169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8300918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5" name="Rectangle 2"/>
          <p:cNvSpPr>
            <a:spLocks noGrp="1" noRot="1" noChangeAspect="1" noChangeArrowheads="1" noTextEdit="1"/>
          </p:cNvSpPr>
          <p:nvPr>
            <p:ph type="sldImg"/>
          </p:nvPr>
        </p:nvSpPr>
        <p:spPr>
          <a:ln/>
        </p:spPr>
      </p:sp>
      <p:sp>
        <p:nvSpPr>
          <p:cNvPr id="54374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7803937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3" name="Rectangle 2"/>
          <p:cNvSpPr>
            <a:spLocks noGrp="1" noRot="1" noChangeAspect="1" noChangeArrowheads="1" noTextEdit="1"/>
          </p:cNvSpPr>
          <p:nvPr>
            <p:ph type="sldImg"/>
          </p:nvPr>
        </p:nvSpPr>
        <p:spPr>
          <a:ln/>
        </p:spPr>
      </p:sp>
      <p:sp>
        <p:nvSpPr>
          <p:cNvPr id="54579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640655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3" name="Rectangle 2"/>
          <p:cNvSpPr>
            <a:spLocks noGrp="1" noRot="1" noChangeAspect="1" noChangeArrowheads="1" noTextEdit="1"/>
          </p:cNvSpPr>
          <p:nvPr>
            <p:ph type="sldImg"/>
          </p:nvPr>
        </p:nvSpPr>
        <p:spPr>
          <a:ln/>
        </p:spPr>
      </p:sp>
      <p:sp>
        <p:nvSpPr>
          <p:cNvPr id="55603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560002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1" name="Rectangle 2"/>
          <p:cNvSpPr>
            <a:spLocks noGrp="1" noRot="1" noChangeAspect="1" noChangeArrowheads="1" noTextEdit="1"/>
          </p:cNvSpPr>
          <p:nvPr>
            <p:ph type="sldImg"/>
          </p:nvPr>
        </p:nvSpPr>
        <p:spPr>
          <a:ln/>
        </p:spPr>
      </p:sp>
      <p:sp>
        <p:nvSpPr>
          <p:cNvPr id="55808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4221811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Rot="1" noChangeAspect="1" noChangeArrowheads="1" noTextEdit="1"/>
          </p:cNvSpPr>
          <p:nvPr>
            <p:ph type="sldImg"/>
          </p:nvPr>
        </p:nvSpPr>
        <p:spPr>
          <a:ln/>
        </p:spPr>
      </p:sp>
      <p:sp>
        <p:nvSpPr>
          <p:cNvPr id="56013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98315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7" name="Rectangle 2"/>
          <p:cNvSpPr>
            <a:spLocks noGrp="1" noRot="1" noChangeAspect="1" noChangeArrowheads="1" noTextEdit="1"/>
          </p:cNvSpPr>
          <p:nvPr>
            <p:ph type="sldImg"/>
          </p:nvPr>
        </p:nvSpPr>
        <p:spPr>
          <a:ln/>
        </p:spPr>
      </p:sp>
      <p:sp>
        <p:nvSpPr>
          <p:cNvPr id="56217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9132619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Rot="1" noChangeAspect="1" noChangeArrowheads="1" noTextEdit="1"/>
          </p:cNvSpPr>
          <p:nvPr>
            <p:ph type="sldImg"/>
          </p:nvPr>
        </p:nvSpPr>
        <p:spPr>
          <a:ln/>
        </p:spPr>
      </p:sp>
      <p:sp>
        <p:nvSpPr>
          <p:cNvPr id="56013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8242601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Rot="1" noChangeAspect="1" noChangeArrowheads="1" noTextEdit="1"/>
          </p:cNvSpPr>
          <p:nvPr>
            <p:ph type="sldImg"/>
          </p:nvPr>
        </p:nvSpPr>
        <p:spPr>
          <a:ln/>
        </p:spPr>
      </p:sp>
      <p:sp>
        <p:nvSpPr>
          <p:cNvPr id="56013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8037100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Rot="1" noChangeAspect="1" noChangeArrowheads="1" noTextEdit="1"/>
          </p:cNvSpPr>
          <p:nvPr>
            <p:ph type="sldImg"/>
          </p:nvPr>
        </p:nvSpPr>
        <p:spPr>
          <a:ln/>
        </p:spPr>
      </p:sp>
      <p:sp>
        <p:nvSpPr>
          <p:cNvPr id="56013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5716093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7" name="Rectangle 2"/>
          <p:cNvSpPr>
            <a:spLocks noGrp="1" noRot="1" noChangeAspect="1" noChangeArrowheads="1" noTextEdit="1"/>
          </p:cNvSpPr>
          <p:nvPr>
            <p:ph type="sldImg"/>
          </p:nvPr>
        </p:nvSpPr>
        <p:spPr>
          <a:ln/>
        </p:spPr>
      </p:sp>
      <p:sp>
        <p:nvSpPr>
          <p:cNvPr id="58265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0369499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Rot="1" noChangeAspect="1" noChangeArrowheads="1" noTextEdit="1"/>
          </p:cNvSpPr>
          <p:nvPr>
            <p:ph type="sldImg"/>
          </p:nvPr>
        </p:nvSpPr>
        <p:spPr>
          <a:ln/>
        </p:spPr>
      </p:sp>
      <p:sp>
        <p:nvSpPr>
          <p:cNvPr id="56013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239501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Rot="1" noChangeAspect="1" noChangeArrowheads="1" noTextEdit="1"/>
          </p:cNvSpPr>
          <p:nvPr>
            <p:ph type="sldImg"/>
          </p:nvPr>
        </p:nvSpPr>
        <p:spPr>
          <a:ln/>
        </p:spPr>
      </p:sp>
      <p:sp>
        <p:nvSpPr>
          <p:cNvPr id="56013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38570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Rot="1" noChangeAspect="1" noChangeArrowheads="1" noTextEdit="1"/>
          </p:cNvSpPr>
          <p:nvPr>
            <p:ph type="sldImg"/>
          </p:nvPr>
        </p:nvSpPr>
        <p:spPr>
          <a:ln/>
        </p:spPr>
      </p:sp>
      <p:sp>
        <p:nvSpPr>
          <p:cNvPr id="56013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5126234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Rot="1" noChangeAspect="1" noChangeArrowheads="1" noTextEdit="1"/>
          </p:cNvSpPr>
          <p:nvPr>
            <p:ph type="sldImg"/>
          </p:nvPr>
        </p:nvSpPr>
        <p:spPr>
          <a:ln/>
        </p:spPr>
      </p:sp>
      <p:sp>
        <p:nvSpPr>
          <p:cNvPr id="56013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986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0242" name="Group 2"/>
          <p:cNvGrpSpPr>
            <a:grpSpLocks/>
          </p:cNvGrpSpPr>
          <p:nvPr/>
        </p:nvGrpSpPr>
        <p:grpSpPr bwMode="auto">
          <a:xfrm>
            <a:off x="0" y="0"/>
            <a:ext cx="5867400" cy="6858000"/>
            <a:chOff x="0" y="0"/>
            <a:chExt cx="3696" cy="4320"/>
          </a:xfrm>
        </p:grpSpPr>
        <p:sp>
          <p:nvSpPr>
            <p:cNvPr id="10243" name="Rectangle 3"/>
            <p:cNvSpPr>
              <a:spLocks noChangeArrowheads="1"/>
            </p:cNvSpPr>
            <p:nvPr/>
          </p:nvSpPr>
          <p:spPr bwMode="auto">
            <a:xfrm>
              <a:off x="0" y="0"/>
              <a:ext cx="2880" cy="4320"/>
            </a:xfrm>
            <a:prstGeom prst="rect">
              <a:avLst/>
            </a:prstGeom>
            <a:solidFill>
              <a:schemeClr val="accent2"/>
            </a:solidFill>
            <a:ln w="9525">
              <a:noFill/>
              <a:miter lim="800000"/>
              <a:headEnd/>
              <a:tailEnd/>
            </a:ln>
            <a:effectLst/>
          </p:spPr>
          <p:txBody>
            <a:bodyPr wrap="none" anchor="ctr"/>
            <a:lstStyle/>
            <a:p>
              <a:endParaRPr kumimoji="1" lang="en-US" sz="2400">
                <a:latin typeface="Times New Roman" pitchFamily="18" charset="0"/>
              </a:endParaRPr>
            </a:p>
          </p:txBody>
        </p:sp>
        <p:sp>
          <p:nvSpPr>
            <p:cNvPr id="10244" name="AutoShape 4"/>
            <p:cNvSpPr>
              <a:spLocks noChangeArrowheads="1"/>
            </p:cNvSpPr>
            <p:nvPr/>
          </p:nvSpPr>
          <p:spPr bwMode="white">
            <a:xfrm>
              <a:off x="432" y="624"/>
              <a:ext cx="3264" cy="1200"/>
            </a:xfrm>
            <a:prstGeom prst="roundRect">
              <a:avLst>
                <a:gd name="adj" fmla="val 50000"/>
              </a:avLst>
            </a:prstGeom>
            <a:solidFill>
              <a:schemeClr val="bg1"/>
            </a:solidFill>
            <a:ln w="9525">
              <a:noFill/>
              <a:round/>
              <a:headEnd/>
              <a:tailEnd/>
            </a:ln>
            <a:effectLst/>
          </p:spPr>
          <p:txBody>
            <a:bodyPr wrap="none" anchor="ctr"/>
            <a:lstStyle/>
            <a:p>
              <a:endParaRPr kumimoji="1" lang="en-US" sz="2400">
                <a:latin typeface="Times New Roman" pitchFamily="18" charset="0"/>
              </a:endParaRPr>
            </a:p>
          </p:txBody>
        </p:sp>
      </p:grpSp>
      <p:grpSp>
        <p:nvGrpSpPr>
          <p:cNvPr id="10245" name="Group 5"/>
          <p:cNvGrpSpPr>
            <a:grpSpLocks/>
          </p:cNvGrpSpPr>
          <p:nvPr/>
        </p:nvGrpSpPr>
        <p:grpSpPr bwMode="auto">
          <a:xfrm>
            <a:off x="3632200" y="4889500"/>
            <a:ext cx="4876800" cy="319088"/>
            <a:chOff x="2288" y="3080"/>
            <a:chExt cx="3072" cy="201"/>
          </a:xfrm>
        </p:grpSpPr>
        <p:sp>
          <p:nvSpPr>
            <p:cNvPr id="10246" name="AutoShape 6"/>
            <p:cNvSpPr>
              <a:spLocks noChangeArrowheads="1"/>
            </p:cNvSpPr>
            <p:nvPr/>
          </p:nvSpPr>
          <p:spPr bwMode="auto">
            <a:xfrm flipH="1">
              <a:off x="2288" y="3080"/>
              <a:ext cx="2914" cy="200"/>
            </a:xfrm>
            <a:prstGeom prst="roundRect">
              <a:avLst>
                <a:gd name="adj" fmla="val 0"/>
              </a:avLst>
            </a:prstGeom>
            <a:solidFill>
              <a:schemeClr val="hlink"/>
            </a:solidFill>
            <a:ln w="9525">
              <a:noFill/>
              <a:round/>
              <a:headEnd/>
              <a:tailEnd/>
            </a:ln>
            <a:effectLst/>
          </p:spPr>
          <p:txBody>
            <a:bodyPr wrap="none" anchor="ctr"/>
            <a:lstStyle/>
            <a:p>
              <a:endParaRPr lang="en-US"/>
            </a:p>
          </p:txBody>
        </p:sp>
        <p:sp>
          <p:nvSpPr>
            <p:cNvPr id="10247" name="AutoShape 7"/>
            <p:cNvSpPr>
              <a:spLocks noChangeArrowheads="1"/>
            </p:cNvSpPr>
            <p:nvPr/>
          </p:nvSpPr>
          <p:spPr bwMode="auto">
            <a:xfrm>
              <a:off x="5196" y="3080"/>
              <a:ext cx="164" cy="201"/>
            </a:xfrm>
            <a:prstGeom prst="flowChartDelay">
              <a:avLst/>
            </a:prstGeom>
            <a:solidFill>
              <a:schemeClr val="hlink"/>
            </a:solidFill>
            <a:ln w="9525">
              <a:noFill/>
              <a:miter lim="800000"/>
              <a:headEnd/>
              <a:tailEnd/>
            </a:ln>
            <a:effectLst/>
          </p:spPr>
          <p:txBody>
            <a:bodyPr wrap="none" anchor="ctr"/>
            <a:lstStyle/>
            <a:p>
              <a:endParaRPr lang="en-US"/>
            </a:p>
          </p:txBody>
        </p:sp>
      </p:grpSp>
      <p:sp>
        <p:nvSpPr>
          <p:cNvPr id="10248" name="Rectangle 8"/>
          <p:cNvSpPr>
            <a:spLocks noGrp="1" noChangeArrowheads="1"/>
          </p:cNvSpPr>
          <p:nvPr>
            <p:ph type="subTitle" idx="1"/>
          </p:nvPr>
        </p:nvSpPr>
        <p:spPr>
          <a:xfrm>
            <a:off x="4673600" y="2927350"/>
            <a:ext cx="4013200" cy="1822450"/>
          </a:xfrm>
        </p:spPr>
        <p:txBody>
          <a:bodyPr anchor="b"/>
          <a:lstStyle>
            <a:lvl1pPr marL="0" indent="0">
              <a:buFont typeface="Wingdings" pitchFamily="2" charset="2"/>
              <a:buNone/>
              <a:defRPr>
                <a:solidFill>
                  <a:schemeClr val="tx2"/>
                </a:solidFill>
              </a:defRPr>
            </a:lvl1pPr>
          </a:lstStyle>
          <a:p>
            <a:r>
              <a:rPr lang="en-US"/>
              <a:t>Click to edit Master subtitle style</a:t>
            </a:r>
          </a:p>
        </p:txBody>
      </p:sp>
      <p:sp>
        <p:nvSpPr>
          <p:cNvPr id="10249" name="Rectangle 9"/>
          <p:cNvSpPr>
            <a:spLocks noGrp="1" noChangeArrowheads="1"/>
          </p:cNvSpPr>
          <p:nvPr>
            <p:ph type="dt" sz="quarter" idx="2"/>
          </p:nvPr>
        </p:nvSpPr>
        <p:spPr/>
        <p:txBody>
          <a:bodyPr/>
          <a:lstStyle>
            <a:lvl1pPr>
              <a:defRPr>
                <a:solidFill>
                  <a:schemeClr val="bg1"/>
                </a:solidFill>
              </a:defRPr>
            </a:lvl1pPr>
          </a:lstStyle>
          <a:p>
            <a:endParaRPr lang="en-US"/>
          </a:p>
        </p:txBody>
      </p:sp>
      <p:sp>
        <p:nvSpPr>
          <p:cNvPr id="10250" name="Rectangle 10"/>
          <p:cNvSpPr>
            <a:spLocks noGrp="1" noChangeArrowheads="1"/>
          </p:cNvSpPr>
          <p:nvPr>
            <p:ph type="ftr" sz="quarter" idx="3"/>
          </p:nvPr>
        </p:nvSpPr>
        <p:spPr/>
        <p:txBody>
          <a:bodyPr/>
          <a:lstStyle>
            <a:lvl1pPr>
              <a:defRPr/>
            </a:lvl1pPr>
          </a:lstStyle>
          <a:p>
            <a:r>
              <a:rPr lang="en-US"/>
              <a:t>© Matjaž </a:t>
            </a:r>
            <a:r>
              <a:rPr lang="en-US" err="1"/>
              <a:t>Kukar</a:t>
            </a:r>
            <a:r>
              <a:rPr lang="en-US"/>
              <a:t>, Matej Pičulin, Luka Šajn 2026</a:t>
            </a:r>
          </a:p>
        </p:txBody>
      </p:sp>
      <p:sp>
        <p:nvSpPr>
          <p:cNvPr id="10251" name="Rectangle 11"/>
          <p:cNvSpPr>
            <a:spLocks noGrp="1" noChangeArrowheads="1"/>
          </p:cNvSpPr>
          <p:nvPr>
            <p:ph type="sldNum" sz="quarter" idx="4"/>
          </p:nvPr>
        </p:nvSpPr>
        <p:spPr>
          <a:xfrm>
            <a:off x="76200" y="6248400"/>
            <a:ext cx="587375" cy="488950"/>
          </a:xfrm>
        </p:spPr>
        <p:txBody>
          <a:bodyPr anchorCtr="0"/>
          <a:lstStyle>
            <a:lvl1pPr>
              <a:defRPr/>
            </a:lvl1pPr>
          </a:lstStyle>
          <a:p>
            <a:fld id="{6AABFCB3-AE35-4DE6-96A3-CAC1DEB57894}" type="slidenum">
              <a:rPr lang="en-US"/>
              <a:pPr/>
              <a:t>‹#›</a:t>
            </a:fld>
            <a:endParaRPr lang="en-US"/>
          </a:p>
        </p:txBody>
      </p:sp>
      <p:sp>
        <p:nvSpPr>
          <p:cNvPr id="10252"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6" name="Slide Number Placeholder 5"/>
          <p:cNvSpPr>
            <a:spLocks noGrp="1"/>
          </p:cNvSpPr>
          <p:nvPr>
            <p:ph type="sldNum" sz="quarter" idx="12"/>
          </p:nvPr>
        </p:nvSpPr>
        <p:spPr/>
        <p:txBody>
          <a:bodyPr/>
          <a:lstStyle>
            <a:lvl1pPr>
              <a:defRPr/>
            </a:lvl1pPr>
          </a:lstStyle>
          <a:p>
            <a:fld id="{B32247B3-9426-4ACF-9C97-BE9D33F52426}"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6" name="Slide Number Placeholder 5"/>
          <p:cNvSpPr>
            <a:spLocks noGrp="1"/>
          </p:cNvSpPr>
          <p:nvPr>
            <p:ph type="sldNum" sz="quarter" idx="12"/>
          </p:nvPr>
        </p:nvSpPr>
        <p:spPr/>
        <p:txBody>
          <a:bodyPr/>
          <a:lstStyle>
            <a:lvl1pPr>
              <a:defRPr/>
            </a:lvl1pPr>
          </a:lstStyle>
          <a:p>
            <a:fld id="{04D50D82-95FB-42EF-B174-733ACA3726D7}"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838200" y="2362200"/>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0913" y="2362200"/>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7" name="Slide Number Placeholder 6"/>
          <p:cNvSpPr>
            <a:spLocks noGrp="1"/>
          </p:cNvSpPr>
          <p:nvPr>
            <p:ph type="sldNum" sz="quarter" idx="12"/>
          </p:nvPr>
        </p:nvSpPr>
        <p:spPr/>
        <p:txBody>
          <a:bodyPr/>
          <a:lstStyle>
            <a:lvl1pPr>
              <a:defRPr/>
            </a:lvl1pPr>
          </a:lstStyle>
          <a:p>
            <a:fld id="{F304EDEE-48B9-440F-8479-99EB721E3ECE}"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solidFill>
                  <a:schemeClr val="tx1"/>
                </a:solidFill>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9" name="Slide Number Placeholder 8"/>
          <p:cNvSpPr>
            <a:spLocks noGrp="1"/>
          </p:cNvSpPr>
          <p:nvPr>
            <p:ph type="sldNum" sz="quarter" idx="12"/>
          </p:nvPr>
        </p:nvSpPr>
        <p:spPr/>
        <p:txBody>
          <a:bodyPr/>
          <a:lstStyle>
            <a:lvl1pPr>
              <a:defRPr/>
            </a:lvl1pPr>
          </a:lstStyle>
          <a:p>
            <a:fld id="{BF705D2C-D362-4D6C-9A4F-CFD37E4BEE56}"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5" name="Slide Number Placeholder 4"/>
          <p:cNvSpPr>
            <a:spLocks noGrp="1"/>
          </p:cNvSpPr>
          <p:nvPr>
            <p:ph type="sldNum" sz="quarter" idx="12"/>
          </p:nvPr>
        </p:nvSpPr>
        <p:spPr/>
        <p:txBody>
          <a:bodyPr/>
          <a:lstStyle>
            <a:lvl1pPr>
              <a:defRPr/>
            </a:lvl1pPr>
          </a:lstStyle>
          <a:p>
            <a:fld id="{6BBAD50E-C5B5-4294-8C59-DBD73AC8CE24}"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4" name="Slide Number Placeholder 3"/>
          <p:cNvSpPr>
            <a:spLocks noGrp="1"/>
          </p:cNvSpPr>
          <p:nvPr>
            <p:ph type="sldNum" sz="quarter" idx="12"/>
          </p:nvPr>
        </p:nvSpPr>
        <p:spPr/>
        <p:txBody>
          <a:bodyPr/>
          <a:lstStyle>
            <a:lvl1pPr>
              <a:defRPr/>
            </a:lvl1pPr>
          </a:lstStyle>
          <a:p>
            <a:fld id="{B1FA9F8F-4AD5-43A1-8F5C-2511DD864FF4}"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solidFill>
                  <a:schemeClr val="tx1"/>
                </a:solidFill>
              </a:defRPr>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7" name="Slide Number Placeholder 6"/>
          <p:cNvSpPr>
            <a:spLocks noGrp="1"/>
          </p:cNvSpPr>
          <p:nvPr>
            <p:ph type="sldNum" sz="quarter" idx="12"/>
          </p:nvPr>
        </p:nvSpPr>
        <p:spPr/>
        <p:txBody>
          <a:bodyPr/>
          <a:lstStyle>
            <a:lvl1pPr>
              <a:defRPr/>
            </a:lvl1pPr>
          </a:lstStyle>
          <a:p>
            <a:fld id="{D06DCA59-311D-44C8-9ABC-341EDF9C91AC}"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7" name="Slide Number Placeholder 6"/>
          <p:cNvSpPr>
            <a:spLocks noGrp="1"/>
          </p:cNvSpPr>
          <p:nvPr>
            <p:ph type="sldNum" sz="quarter" idx="12"/>
          </p:nvPr>
        </p:nvSpPr>
        <p:spPr/>
        <p:txBody>
          <a:bodyPr/>
          <a:lstStyle>
            <a:lvl1pPr>
              <a:defRPr/>
            </a:lvl1pPr>
          </a:lstStyle>
          <a:p>
            <a:fld id="{B6AC3E31-AE40-4CB3-949B-2BC664E5297E}"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6" name="Slide Number Placeholder 5"/>
          <p:cNvSpPr>
            <a:spLocks noGrp="1"/>
          </p:cNvSpPr>
          <p:nvPr>
            <p:ph type="sldNum" sz="quarter" idx="12"/>
          </p:nvPr>
        </p:nvSpPr>
        <p:spPr/>
        <p:txBody>
          <a:bodyPr/>
          <a:lstStyle>
            <a:lvl1pPr>
              <a:defRPr/>
            </a:lvl1pPr>
          </a:lstStyle>
          <a:p>
            <a:fld id="{9289CF05-59B9-42EA-957B-531B25E4E832}"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0"/>
            <a:ext cx="1981200" cy="5324475"/>
          </a:xfrm>
        </p:spPr>
        <p:txBody>
          <a:bodyPr vert="eaVert"/>
          <a:lstStyle>
            <a:lvl1pPr>
              <a:defRPr>
                <a:solidFill>
                  <a:schemeClr val="tx1"/>
                </a:solidFill>
              </a:defRPr>
            </a:lvl1pPr>
          </a:lstStyle>
          <a:p>
            <a:r>
              <a:rPr lang="en-US"/>
              <a:t>Click to edit Master title style</a:t>
            </a:r>
          </a:p>
        </p:txBody>
      </p:sp>
      <p:sp>
        <p:nvSpPr>
          <p:cNvPr id="3" name="Vertical Text Placeholder 2"/>
          <p:cNvSpPr>
            <a:spLocks noGrp="1"/>
          </p:cNvSpPr>
          <p:nvPr>
            <p:ph type="body" orient="vert" idx="1"/>
          </p:nvPr>
        </p:nvSpPr>
        <p:spPr>
          <a:xfrm>
            <a:off x="762000" y="762000"/>
            <a:ext cx="57912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 Matjaž </a:t>
            </a:r>
            <a:r>
              <a:rPr lang="en-US" err="1"/>
              <a:t>Kukar</a:t>
            </a:r>
            <a:r>
              <a:rPr lang="en-US"/>
              <a:t>, Matej Pičulin, Luka Šajn 2026</a:t>
            </a:r>
          </a:p>
        </p:txBody>
      </p:sp>
      <p:sp>
        <p:nvSpPr>
          <p:cNvPr id="6" name="Slide Number Placeholder 5"/>
          <p:cNvSpPr>
            <a:spLocks noGrp="1"/>
          </p:cNvSpPr>
          <p:nvPr>
            <p:ph type="sldNum" sz="quarter" idx="12"/>
          </p:nvPr>
        </p:nvSpPr>
        <p:spPr/>
        <p:txBody>
          <a:bodyPr/>
          <a:lstStyle>
            <a:lvl1pPr>
              <a:defRPr/>
            </a:lvl1pPr>
          </a:lstStyle>
          <a:p>
            <a:fld id="{695BC31B-1CD2-4AE9-BE7A-FD900BBEDACB}"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838200" y="2362200"/>
            <a:ext cx="377031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0913" y="2362200"/>
            <a:ext cx="3770312"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0913" y="4300538"/>
            <a:ext cx="3770312"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2438400" y="6248400"/>
            <a:ext cx="2130425" cy="474663"/>
          </a:xfrm>
        </p:spPr>
        <p:txBody>
          <a:bodyPr/>
          <a:lstStyle>
            <a:lvl1pPr>
              <a:defRPr/>
            </a:lvl1pPr>
          </a:lstStyle>
          <a:p>
            <a:endParaRPr lang="en-US"/>
          </a:p>
        </p:txBody>
      </p:sp>
      <p:sp>
        <p:nvSpPr>
          <p:cNvPr id="7" name="Footer Placeholder 6"/>
          <p:cNvSpPr>
            <a:spLocks noGrp="1"/>
          </p:cNvSpPr>
          <p:nvPr>
            <p:ph type="ftr" sz="quarter" idx="11"/>
          </p:nvPr>
        </p:nvSpPr>
        <p:spPr>
          <a:xfrm>
            <a:off x="5791200" y="6248400"/>
            <a:ext cx="2897188" cy="474663"/>
          </a:xfrm>
        </p:spPr>
        <p:txBody>
          <a:bodyPr/>
          <a:lstStyle>
            <a:lvl1pPr>
              <a:defRPr/>
            </a:lvl1pPr>
          </a:lstStyle>
          <a:p>
            <a:r>
              <a:rPr lang="en-US"/>
              <a:t>© Matjaž </a:t>
            </a:r>
            <a:r>
              <a:rPr lang="en-US" err="1"/>
              <a:t>Kukar</a:t>
            </a:r>
            <a:r>
              <a:rPr lang="en-US"/>
              <a:t>, Matej Pičulin, Luka Šajn 2026</a:t>
            </a:r>
          </a:p>
        </p:txBody>
      </p:sp>
      <p:sp>
        <p:nvSpPr>
          <p:cNvPr id="8" name="Slide Number Placeholder 7"/>
          <p:cNvSpPr>
            <a:spLocks noGrp="1"/>
          </p:cNvSpPr>
          <p:nvPr>
            <p:ph type="sldNum" sz="quarter" idx="12"/>
          </p:nvPr>
        </p:nvSpPr>
        <p:spPr>
          <a:xfrm>
            <a:off x="84138" y="6242050"/>
            <a:ext cx="587375" cy="488950"/>
          </a:xfrm>
        </p:spPr>
        <p:txBody>
          <a:bodyPr/>
          <a:lstStyle>
            <a:lvl1pPr>
              <a:defRPr/>
            </a:lvl1pPr>
          </a:lstStyle>
          <a:p>
            <a:fld id="{B8535250-5C06-44A6-94E9-76E5416D8F4A}"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762000" y="762000"/>
            <a:ext cx="7924800" cy="1143000"/>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quarter" idx="1"/>
          </p:nvPr>
        </p:nvSpPr>
        <p:spPr>
          <a:xfrm>
            <a:off x="838200" y="2362200"/>
            <a:ext cx="3770313"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0913" y="2362200"/>
            <a:ext cx="3770312"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838200" y="4300538"/>
            <a:ext cx="3770313"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60913" y="4300538"/>
            <a:ext cx="3770312"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2438400" y="6248400"/>
            <a:ext cx="2130425" cy="474663"/>
          </a:xfrm>
        </p:spPr>
        <p:txBody>
          <a:bodyPr/>
          <a:lstStyle>
            <a:lvl1pPr>
              <a:defRPr/>
            </a:lvl1pPr>
          </a:lstStyle>
          <a:p>
            <a:endParaRPr lang="en-US"/>
          </a:p>
        </p:txBody>
      </p:sp>
      <p:sp>
        <p:nvSpPr>
          <p:cNvPr id="8" name="Footer Placeholder 7"/>
          <p:cNvSpPr>
            <a:spLocks noGrp="1"/>
          </p:cNvSpPr>
          <p:nvPr>
            <p:ph type="ftr" sz="quarter" idx="11"/>
          </p:nvPr>
        </p:nvSpPr>
        <p:spPr>
          <a:xfrm>
            <a:off x="5791200" y="6248400"/>
            <a:ext cx="2897188" cy="474663"/>
          </a:xfrm>
        </p:spPr>
        <p:txBody>
          <a:bodyPr/>
          <a:lstStyle>
            <a:lvl1pPr>
              <a:defRPr/>
            </a:lvl1pPr>
          </a:lstStyle>
          <a:p>
            <a:r>
              <a:rPr lang="en-US"/>
              <a:t>© Matjaž </a:t>
            </a:r>
            <a:r>
              <a:rPr lang="en-US" err="1"/>
              <a:t>Kukar</a:t>
            </a:r>
            <a:r>
              <a:rPr lang="en-US"/>
              <a:t>, Matej Pičulin, Luka Šajn 2026</a:t>
            </a:r>
          </a:p>
        </p:txBody>
      </p:sp>
      <p:sp>
        <p:nvSpPr>
          <p:cNvPr id="9" name="Slide Number Placeholder 8"/>
          <p:cNvSpPr>
            <a:spLocks noGrp="1"/>
          </p:cNvSpPr>
          <p:nvPr>
            <p:ph type="sldNum" sz="quarter" idx="12"/>
          </p:nvPr>
        </p:nvSpPr>
        <p:spPr>
          <a:xfrm>
            <a:off x="84138" y="6242050"/>
            <a:ext cx="587375" cy="488950"/>
          </a:xfrm>
        </p:spPr>
        <p:txBody>
          <a:bodyPr/>
          <a:lstStyle>
            <a:lvl1pPr>
              <a:defRPr/>
            </a:lvl1pPr>
          </a:lstStyle>
          <a:p>
            <a:fld id="{63F8F0EE-239A-4CE3-AD1F-CCA604857C57}"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lvl1pPr>
              <a:defRPr>
                <a:solidFill>
                  <a:schemeClr val="tx1"/>
                </a:solidFill>
              </a:defRPr>
            </a:lvl1pPr>
          </a:lstStyle>
          <a:p>
            <a:r>
              <a:rPr lang="en-US"/>
              <a:t>Click to edit Master title style</a:t>
            </a:r>
          </a:p>
        </p:txBody>
      </p:sp>
      <p:sp>
        <p:nvSpPr>
          <p:cNvPr id="3" name="Text Placeholder 2"/>
          <p:cNvSpPr>
            <a:spLocks noGrp="1"/>
          </p:cNvSpPr>
          <p:nvPr>
            <p:ph type="body" sz="half" idx="1"/>
          </p:nvPr>
        </p:nvSpPr>
        <p:spPr>
          <a:xfrm>
            <a:off x="838200" y="2362200"/>
            <a:ext cx="377031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0913" y="2362200"/>
            <a:ext cx="3770312"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0913" y="4300538"/>
            <a:ext cx="3770312"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2438400" y="6248400"/>
            <a:ext cx="2130425" cy="474663"/>
          </a:xfrm>
        </p:spPr>
        <p:txBody>
          <a:bodyPr/>
          <a:lstStyle>
            <a:lvl1pPr>
              <a:defRPr/>
            </a:lvl1pPr>
          </a:lstStyle>
          <a:p>
            <a:endParaRPr lang="en-US"/>
          </a:p>
        </p:txBody>
      </p:sp>
      <p:sp>
        <p:nvSpPr>
          <p:cNvPr id="7" name="Footer Placeholder 6"/>
          <p:cNvSpPr>
            <a:spLocks noGrp="1"/>
          </p:cNvSpPr>
          <p:nvPr>
            <p:ph type="ftr" sz="quarter" idx="11"/>
          </p:nvPr>
        </p:nvSpPr>
        <p:spPr>
          <a:xfrm>
            <a:off x="5791200" y="6248400"/>
            <a:ext cx="2897188" cy="474663"/>
          </a:xfrm>
        </p:spPr>
        <p:txBody>
          <a:bodyPr/>
          <a:lstStyle>
            <a:lvl1pPr>
              <a:defRPr/>
            </a:lvl1pPr>
          </a:lstStyle>
          <a:p>
            <a:r>
              <a:rPr lang="en-US"/>
              <a:t>© Matjaž </a:t>
            </a:r>
            <a:r>
              <a:rPr lang="en-US" err="1"/>
              <a:t>Kukar</a:t>
            </a:r>
            <a:r>
              <a:rPr lang="en-US"/>
              <a:t>, Matej Pičulin, Luka Šajn 2026</a:t>
            </a:r>
          </a:p>
        </p:txBody>
      </p:sp>
      <p:sp>
        <p:nvSpPr>
          <p:cNvPr id="8" name="Slide Number Placeholder 7"/>
          <p:cNvSpPr>
            <a:spLocks noGrp="1"/>
          </p:cNvSpPr>
          <p:nvPr>
            <p:ph type="sldNum" sz="quarter" idx="12"/>
          </p:nvPr>
        </p:nvSpPr>
        <p:spPr>
          <a:xfrm>
            <a:off x="84138" y="6242050"/>
            <a:ext cx="587375" cy="488950"/>
          </a:xfrm>
        </p:spPr>
        <p:txBody>
          <a:bodyPr/>
          <a:lstStyle>
            <a:lvl1pPr>
              <a:defRPr/>
            </a:lvl1pPr>
          </a:lstStyle>
          <a:p>
            <a:fld id="{F38484A7-8FB1-4163-B5C6-C86C57D74D53}"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quarter" idx="1"/>
          </p:nvPr>
        </p:nvSpPr>
        <p:spPr>
          <a:xfrm>
            <a:off x="838200" y="2362200"/>
            <a:ext cx="3770313"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0913" y="2362200"/>
            <a:ext cx="3770312"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838200" y="4300538"/>
            <a:ext cx="7693025"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2438400" y="6248400"/>
            <a:ext cx="2130425" cy="474663"/>
          </a:xfrm>
        </p:spPr>
        <p:txBody>
          <a:bodyPr/>
          <a:lstStyle>
            <a:lvl1pPr>
              <a:defRPr/>
            </a:lvl1pPr>
          </a:lstStyle>
          <a:p>
            <a:endParaRPr lang="en-US"/>
          </a:p>
        </p:txBody>
      </p:sp>
      <p:sp>
        <p:nvSpPr>
          <p:cNvPr id="7" name="Footer Placeholder 6"/>
          <p:cNvSpPr>
            <a:spLocks noGrp="1"/>
          </p:cNvSpPr>
          <p:nvPr>
            <p:ph type="ftr" sz="quarter" idx="11"/>
          </p:nvPr>
        </p:nvSpPr>
        <p:spPr>
          <a:xfrm>
            <a:off x="5791200" y="6248400"/>
            <a:ext cx="2897188" cy="474663"/>
          </a:xfrm>
        </p:spPr>
        <p:txBody>
          <a:bodyPr/>
          <a:lstStyle>
            <a:lvl1pPr>
              <a:defRPr/>
            </a:lvl1pPr>
          </a:lstStyle>
          <a:p>
            <a:r>
              <a:rPr lang="en-US"/>
              <a:t>© Matjaž </a:t>
            </a:r>
            <a:r>
              <a:rPr lang="en-US" err="1"/>
              <a:t>Kukar</a:t>
            </a:r>
            <a:r>
              <a:rPr lang="en-US"/>
              <a:t>, Matej Pičulin, Luka Šajn 2026</a:t>
            </a:r>
          </a:p>
        </p:txBody>
      </p:sp>
      <p:sp>
        <p:nvSpPr>
          <p:cNvPr id="8" name="Slide Number Placeholder 7"/>
          <p:cNvSpPr>
            <a:spLocks noGrp="1"/>
          </p:cNvSpPr>
          <p:nvPr>
            <p:ph type="sldNum" sz="quarter" idx="12"/>
          </p:nvPr>
        </p:nvSpPr>
        <p:spPr>
          <a:xfrm>
            <a:off x="84138" y="6242050"/>
            <a:ext cx="587375" cy="488950"/>
          </a:xfrm>
        </p:spPr>
        <p:txBody>
          <a:bodyPr/>
          <a:lstStyle>
            <a:lvl1pPr>
              <a:defRPr/>
            </a:lvl1pPr>
          </a:lstStyle>
          <a:p>
            <a:fld id="{4DF7B125-C680-47F0-B180-6B3C9CEC18B1}"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lvl1pPr>
              <a:defRPr>
                <a:solidFill>
                  <a:schemeClr val="tx1"/>
                </a:solidFill>
              </a:defRPr>
            </a:lvl1pPr>
          </a:lstStyle>
          <a:p>
            <a:r>
              <a:rPr lang="en-US"/>
              <a:t>Click to edit Master title style</a:t>
            </a:r>
          </a:p>
        </p:txBody>
      </p:sp>
      <p:sp>
        <p:nvSpPr>
          <p:cNvPr id="3" name="Text Placeholder 2"/>
          <p:cNvSpPr>
            <a:spLocks noGrp="1"/>
          </p:cNvSpPr>
          <p:nvPr>
            <p:ph type="body" sz="half" idx="1"/>
          </p:nvPr>
        </p:nvSpPr>
        <p:spPr>
          <a:xfrm>
            <a:off x="838200" y="2362200"/>
            <a:ext cx="377031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0913" y="2362200"/>
            <a:ext cx="3770312"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438400" y="6248400"/>
            <a:ext cx="2130425" cy="474663"/>
          </a:xfrm>
        </p:spPr>
        <p:txBody>
          <a:bodyPr/>
          <a:lstStyle>
            <a:lvl1pPr>
              <a:defRPr/>
            </a:lvl1pPr>
          </a:lstStyle>
          <a:p>
            <a:endParaRPr lang="en-US"/>
          </a:p>
        </p:txBody>
      </p:sp>
      <p:sp>
        <p:nvSpPr>
          <p:cNvPr id="6" name="Footer Placeholder 5"/>
          <p:cNvSpPr>
            <a:spLocks noGrp="1"/>
          </p:cNvSpPr>
          <p:nvPr>
            <p:ph type="ftr" sz="quarter" idx="11"/>
          </p:nvPr>
        </p:nvSpPr>
        <p:spPr>
          <a:xfrm>
            <a:off x="5791200" y="6248400"/>
            <a:ext cx="2897188" cy="474663"/>
          </a:xfrm>
        </p:spPr>
        <p:txBody>
          <a:bodyPr/>
          <a:lstStyle>
            <a:lvl1pPr>
              <a:defRPr/>
            </a:lvl1pPr>
          </a:lstStyle>
          <a:p>
            <a:r>
              <a:rPr lang="en-US"/>
              <a:t>© Matjaž </a:t>
            </a:r>
            <a:r>
              <a:rPr lang="en-US" err="1"/>
              <a:t>Kukar</a:t>
            </a:r>
            <a:r>
              <a:rPr lang="en-US"/>
              <a:t>, Matej Pičulin, Luka Šajn 2026</a:t>
            </a:r>
          </a:p>
        </p:txBody>
      </p:sp>
      <p:sp>
        <p:nvSpPr>
          <p:cNvPr id="7" name="Slide Number Placeholder 6"/>
          <p:cNvSpPr>
            <a:spLocks noGrp="1"/>
          </p:cNvSpPr>
          <p:nvPr>
            <p:ph type="sldNum" sz="quarter" idx="12"/>
          </p:nvPr>
        </p:nvSpPr>
        <p:spPr>
          <a:xfrm>
            <a:off x="84138" y="6242050"/>
            <a:ext cx="587375" cy="488950"/>
          </a:xfrm>
        </p:spPr>
        <p:txBody>
          <a:bodyPr/>
          <a:lstStyle>
            <a:lvl1pPr>
              <a:defRPr/>
            </a:lvl1pPr>
          </a:lstStyle>
          <a:p>
            <a:fld id="{D410AE45-501D-4E30-8658-565C6F287F81}"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838200" y="2362200"/>
            <a:ext cx="7693025"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8200" y="4300538"/>
            <a:ext cx="7693025"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438400" y="6248400"/>
            <a:ext cx="2130425" cy="474663"/>
          </a:xfrm>
        </p:spPr>
        <p:txBody>
          <a:bodyPr/>
          <a:lstStyle>
            <a:lvl1pPr>
              <a:defRPr/>
            </a:lvl1pPr>
          </a:lstStyle>
          <a:p>
            <a:endParaRPr lang="en-US"/>
          </a:p>
        </p:txBody>
      </p:sp>
      <p:sp>
        <p:nvSpPr>
          <p:cNvPr id="6" name="Footer Placeholder 5"/>
          <p:cNvSpPr>
            <a:spLocks noGrp="1"/>
          </p:cNvSpPr>
          <p:nvPr>
            <p:ph type="ftr" sz="quarter" idx="11"/>
          </p:nvPr>
        </p:nvSpPr>
        <p:spPr>
          <a:xfrm>
            <a:off x="5791200" y="6248400"/>
            <a:ext cx="2897188" cy="474663"/>
          </a:xfrm>
        </p:spPr>
        <p:txBody>
          <a:bodyPr/>
          <a:lstStyle>
            <a:lvl1pPr>
              <a:defRPr/>
            </a:lvl1pPr>
          </a:lstStyle>
          <a:p>
            <a:r>
              <a:rPr lang="en-US"/>
              <a:t>© Matjaž </a:t>
            </a:r>
            <a:r>
              <a:rPr lang="en-US" err="1"/>
              <a:t>Kukar</a:t>
            </a:r>
            <a:r>
              <a:rPr lang="en-US"/>
              <a:t>, Matej Pičulin, Luka Šajn 2026</a:t>
            </a:r>
          </a:p>
        </p:txBody>
      </p:sp>
      <p:sp>
        <p:nvSpPr>
          <p:cNvPr id="7" name="Slide Number Placeholder 6"/>
          <p:cNvSpPr>
            <a:spLocks noGrp="1"/>
          </p:cNvSpPr>
          <p:nvPr>
            <p:ph type="sldNum" sz="quarter" idx="12"/>
          </p:nvPr>
        </p:nvSpPr>
        <p:spPr>
          <a:xfrm>
            <a:off x="84138" y="6242050"/>
            <a:ext cx="587375" cy="488950"/>
          </a:xfrm>
        </p:spPr>
        <p:txBody>
          <a:bodyPr/>
          <a:lstStyle>
            <a:lvl1pPr>
              <a:defRPr/>
            </a:lvl1pPr>
          </a:lstStyle>
          <a:p>
            <a:fld id="{1B002418-1667-45E8-8B70-A8DEC4C5EF73}"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838200" y="2362200"/>
            <a:ext cx="377031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60913" y="2362200"/>
            <a:ext cx="3770312"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438400" y="6248400"/>
            <a:ext cx="2130425" cy="474663"/>
          </a:xfrm>
        </p:spPr>
        <p:txBody>
          <a:bodyPr/>
          <a:lstStyle>
            <a:lvl1pPr>
              <a:defRPr/>
            </a:lvl1pPr>
          </a:lstStyle>
          <a:p>
            <a:endParaRPr lang="en-US"/>
          </a:p>
        </p:txBody>
      </p:sp>
      <p:sp>
        <p:nvSpPr>
          <p:cNvPr id="6" name="Footer Placeholder 5"/>
          <p:cNvSpPr>
            <a:spLocks noGrp="1"/>
          </p:cNvSpPr>
          <p:nvPr>
            <p:ph type="ftr" sz="quarter" idx="11"/>
          </p:nvPr>
        </p:nvSpPr>
        <p:spPr>
          <a:xfrm>
            <a:off x="5791200" y="6248400"/>
            <a:ext cx="2897188" cy="474663"/>
          </a:xfrm>
        </p:spPr>
        <p:txBody>
          <a:bodyPr/>
          <a:lstStyle>
            <a:lvl1pPr>
              <a:defRPr/>
            </a:lvl1pPr>
          </a:lstStyle>
          <a:p>
            <a:r>
              <a:rPr lang="en-US"/>
              <a:t>© Matjaž </a:t>
            </a:r>
            <a:r>
              <a:rPr lang="en-US" err="1"/>
              <a:t>Kukar</a:t>
            </a:r>
            <a:r>
              <a:rPr lang="en-US"/>
              <a:t>, Matej Pičulin, Luka Šajn 2026</a:t>
            </a:r>
          </a:p>
        </p:txBody>
      </p:sp>
      <p:sp>
        <p:nvSpPr>
          <p:cNvPr id="7" name="Slide Number Placeholder 6"/>
          <p:cNvSpPr>
            <a:spLocks noGrp="1"/>
          </p:cNvSpPr>
          <p:nvPr>
            <p:ph type="sldNum" sz="quarter" idx="12"/>
          </p:nvPr>
        </p:nvSpPr>
        <p:spPr>
          <a:xfrm>
            <a:off x="84138" y="6242050"/>
            <a:ext cx="587375" cy="488950"/>
          </a:xfrm>
        </p:spPr>
        <p:txBody>
          <a:bodyPr/>
          <a:lstStyle>
            <a:lvl1pPr>
              <a:defRPr/>
            </a:lvl1pPr>
          </a:lstStyle>
          <a:p>
            <a:fld id="{D018AC3E-CAA2-4753-9843-EDA9DF79ED25}"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762000" y="762000"/>
            <a:ext cx="7924800" cy="5324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2438400" y="6248400"/>
            <a:ext cx="2130425" cy="474663"/>
          </a:xfrm>
        </p:spPr>
        <p:txBody>
          <a:bodyPr/>
          <a:lstStyle>
            <a:lvl1pPr>
              <a:defRPr/>
            </a:lvl1pPr>
          </a:lstStyle>
          <a:p>
            <a:endParaRPr lang="en-US"/>
          </a:p>
        </p:txBody>
      </p:sp>
      <p:sp>
        <p:nvSpPr>
          <p:cNvPr id="4" name="Footer Placeholder 3"/>
          <p:cNvSpPr>
            <a:spLocks noGrp="1"/>
          </p:cNvSpPr>
          <p:nvPr>
            <p:ph type="ftr" sz="quarter" idx="11"/>
          </p:nvPr>
        </p:nvSpPr>
        <p:spPr>
          <a:xfrm>
            <a:off x="5791200" y="6248400"/>
            <a:ext cx="2897188" cy="474663"/>
          </a:xfrm>
        </p:spPr>
        <p:txBody>
          <a:bodyPr/>
          <a:lstStyle>
            <a:lvl1pPr>
              <a:defRPr/>
            </a:lvl1pPr>
          </a:lstStyle>
          <a:p>
            <a:r>
              <a:rPr lang="en-US"/>
              <a:t>© Matjaž </a:t>
            </a:r>
            <a:r>
              <a:rPr lang="en-US" err="1"/>
              <a:t>Kukar</a:t>
            </a:r>
            <a:r>
              <a:rPr lang="en-US"/>
              <a:t>, Matej Pičulin, Luka Šajn 2026</a:t>
            </a:r>
          </a:p>
        </p:txBody>
      </p:sp>
      <p:sp>
        <p:nvSpPr>
          <p:cNvPr id="5" name="Slide Number Placeholder 4"/>
          <p:cNvSpPr>
            <a:spLocks noGrp="1"/>
          </p:cNvSpPr>
          <p:nvPr>
            <p:ph type="sldNum" sz="quarter" idx="12"/>
          </p:nvPr>
        </p:nvSpPr>
        <p:spPr>
          <a:xfrm>
            <a:off x="84138" y="6242050"/>
            <a:ext cx="587375" cy="488950"/>
          </a:xfrm>
        </p:spPr>
        <p:txBody>
          <a:bodyPr/>
          <a:lstStyle>
            <a:lvl1pPr>
              <a:defRPr/>
            </a:lvl1pPr>
          </a:lstStyle>
          <a:p>
            <a:fld id="{04E9BC28-34A0-420B-B310-ADF4931FC2FA}"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lvl1pPr>
              <a:defRPr>
                <a:solidFill>
                  <a:schemeClr val="tx1"/>
                </a:solidFill>
              </a:defRPr>
            </a:lvl1pPr>
          </a:lstStyle>
          <a:p>
            <a:r>
              <a:rPr lang="en-US"/>
              <a:t>Click to edit Master title style</a:t>
            </a:r>
          </a:p>
        </p:txBody>
      </p:sp>
      <p:sp>
        <p:nvSpPr>
          <p:cNvPr id="3" name="Text Placeholder 2"/>
          <p:cNvSpPr>
            <a:spLocks noGrp="1"/>
          </p:cNvSpPr>
          <p:nvPr>
            <p:ph type="body" sz="half" idx="1"/>
          </p:nvPr>
        </p:nvSpPr>
        <p:spPr>
          <a:xfrm>
            <a:off x="838200" y="2362200"/>
            <a:ext cx="7693025"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38200" y="4300538"/>
            <a:ext cx="7693025"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438400" y="6248400"/>
            <a:ext cx="2130425" cy="474663"/>
          </a:xfrm>
        </p:spPr>
        <p:txBody>
          <a:bodyPr/>
          <a:lstStyle>
            <a:lvl1pPr>
              <a:defRPr/>
            </a:lvl1pPr>
          </a:lstStyle>
          <a:p>
            <a:endParaRPr lang="en-US"/>
          </a:p>
        </p:txBody>
      </p:sp>
      <p:sp>
        <p:nvSpPr>
          <p:cNvPr id="6" name="Footer Placeholder 5"/>
          <p:cNvSpPr>
            <a:spLocks noGrp="1"/>
          </p:cNvSpPr>
          <p:nvPr>
            <p:ph type="ftr" sz="quarter" idx="11"/>
          </p:nvPr>
        </p:nvSpPr>
        <p:spPr>
          <a:xfrm>
            <a:off x="5791200" y="6248400"/>
            <a:ext cx="2897188" cy="474663"/>
          </a:xfrm>
        </p:spPr>
        <p:txBody>
          <a:bodyPr/>
          <a:lstStyle>
            <a:lvl1pPr>
              <a:defRPr/>
            </a:lvl1pPr>
          </a:lstStyle>
          <a:p>
            <a:r>
              <a:rPr lang="en-US"/>
              <a:t>© Matjaž </a:t>
            </a:r>
            <a:r>
              <a:rPr lang="en-US" err="1"/>
              <a:t>Kukar</a:t>
            </a:r>
            <a:r>
              <a:rPr lang="en-US"/>
              <a:t>, Matej Pičulin, Luka Šajn 2026</a:t>
            </a:r>
          </a:p>
        </p:txBody>
      </p:sp>
      <p:sp>
        <p:nvSpPr>
          <p:cNvPr id="7" name="Slide Number Placeholder 6"/>
          <p:cNvSpPr>
            <a:spLocks noGrp="1"/>
          </p:cNvSpPr>
          <p:nvPr>
            <p:ph type="sldNum" sz="quarter" idx="12"/>
          </p:nvPr>
        </p:nvSpPr>
        <p:spPr>
          <a:xfrm>
            <a:off x="84138" y="6242050"/>
            <a:ext cx="587375" cy="488950"/>
          </a:xfrm>
        </p:spPr>
        <p:txBody>
          <a:bodyPr/>
          <a:lstStyle>
            <a:lvl1pPr>
              <a:defRPr/>
            </a:lvl1pPr>
          </a:lstStyle>
          <a:p>
            <a:fld id="{F2380816-303B-4B3F-911E-7011CCB47D8C}"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222" name="Group 6"/>
          <p:cNvGrpSpPr>
            <a:grpSpLocks/>
          </p:cNvGrpSpPr>
          <p:nvPr/>
        </p:nvGrpSpPr>
        <p:grpSpPr bwMode="auto">
          <a:xfrm>
            <a:off x="228600" y="1981200"/>
            <a:ext cx="7391400" cy="85725"/>
            <a:chOff x="144" y="1248"/>
            <a:chExt cx="4656" cy="201"/>
          </a:xfrm>
          <a:solidFill>
            <a:srgbClr val="FF0000"/>
          </a:solidFill>
        </p:grpSpPr>
        <p:sp>
          <p:nvSpPr>
            <p:cNvPr id="9223" name="AutoShape 7"/>
            <p:cNvSpPr>
              <a:spLocks noChangeArrowheads="1"/>
            </p:cNvSpPr>
            <p:nvPr/>
          </p:nvSpPr>
          <p:spPr bwMode="auto">
            <a:xfrm>
              <a:off x="384" y="1248"/>
              <a:ext cx="4416" cy="200"/>
            </a:xfrm>
            <a:prstGeom prst="roundRect">
              <a:avLst>
                <a:gd name="adj" fmla="val 0"/>
              </a:avLst>
            </a:prstGeom>
            <a:grpFill/>
            <a:ln w="9525">
              <a:noFill/>
              <a:round/>
              <a:headEnd/>
              <a:tailEnd/>
            </a:ln>
            <a:effectLst/>
          </p:spPr>
          <p:txBody>
            <a:bodyPr wrap="none" anchor="ctr"/>
            <a:lstStyle/>
            <a:p>
              <a:endParaRPr lang="en-US"/>
            </a:p>
          </p:txBody>
        </p:sp>
        <p:sp>
          <p:nvSpPr>
            <p:cNvPr id="9224" name="AutoShape 8"/>
            <p:cNvSpPr>
              <a:spLocks noChangeArrowheads="1"/>
            </p:cNvSpPr>
            <p:nvPr/>
          </p:nvSpPr>
          <p:spPr bwMode="auto">
            <a:xfrm flipH="1">
              <a:off x="144" y="1248"/>
              <a:ext cx="248" cy="201"/>
            </a:xfrm>
            <a:prstGeom prst="flowChartDelay">
              <a:avLst/>
            </a:prstGeom>
            <a:grpFill/>
            <a:ln w="9525">
              <a:noFill/>
              <a:miter lim="800000"/>
              <a:headEnd/>
              <a:tailEnd/>
            </a:ln>
            <a:effectLst/>
          </p:spPr>
          <p:txBody>
            <a:bodyPr wrap="none" anchor="ctr"/>
            <a:lstStyle/>
            <a:p>
              <a:endParaRPr lang="en-US"/>
            </a:p>
          </p:txBody>
        </p:sp>
      </p:grpSp>
      <p:sp>
        <p:nvSpPr>
          <p:cNvPr id="9225" name="AutoShape 9"/>
          <p:cNvSpPr>
            <a:spLocks noGrp="1" noChangeArrowheads="1"/>
          </p:cNvSpPr>
          <p:nvPr>
            <p:ph type="title"/>
          </p:nvPr>
        </p:nvSpPr>
        <p:spPr bwMode="auto">
          <a:xfrm>
            <a:off x="762000" y="762000"/>
            <a:ext cx="7924800" cy="1143000"/>
          </a:xfrm>
          <a:prstGeom prst="roundRect">
            <a:avLst>
              <a:gd name="adj" fmla="val 21667"/>
            </a:avLst>
          </a:prstGeom>
          <a:noFill/>
          <a:ln w="9525">
            <a:noFill/>
            <a:round/>
            <a:headEnd/>
            <a:tailEnd/>
          </a:ln>
          <a:effec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9226" name="Rectangle 10"/>
          <p:cNvSpPr>
            <a:spLocks noGrp="1" noChangeArrowheads="1"/>
          </p:cNvSpPr>
          <p:nvPr>
            <p:ph type="body" idx="1"/>
          </p:nvPr>
        </p:nvSpPr>
        <p:spPr bwMode="auto">
          <a:xfrm>
            <a:off x="838200" y="2362200"/>
            <a:ext cx="7693025" cy="3724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7" name="Rectangle 11"/>
          <p:cNvSpPr>
            <a:spLocks noGrp="1" noChangeArrowheads="1"/>
          </p:cNvSpPr>
          <p:nvPr>
            <p:ph type="dt" sz="half" idx="2"/>
          </p:nvPr>
        </p:nvSpPr>
        <p:spPr bwMode="auto">
          <a:xfrm>
            <a:off x="2438400" y="6248400"/>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endParaRPr lang="en-US"/>
          </a:p>
        </p:txBody>
      </p:sp>
      <p:sp>
        <p:nvSpPr>
          <p:cNvPr id="9228" name="Rectangle 12"/>
          <p:cNvSpPr>
            <a:spLocks noGrp="1" noChangeArrowheads="1"/>
          </p:cNvSpPr>
          <p:nvPr>
            <p:ph type="ftr" sz="quarter" idx="3"/>
          </p:nvPr>
        </p:nvSpPr>
        <p:spPr bwMode="auto">
          <a:xfrm>
            <a:off x="5791200" y="6248400"/>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800"/>
            </a:lvl1pPr>
          </a:lstStyle>
          <a:p>
            <a:r>
              <a:rPr lang="en-US"/>
              <a:t>© Matjaž </a:t>
            </a:r>
            <a:r>
              <a:rPr lang="en-US" err="1"/>
              <a:t>Kukar</a:t>
            </a:r>
            <a:r>
              <a:rPr lang="en-US"/>
              <a:t>, Matej Pičulin, Luka Šajn 2026</a:t>
            </a:r>
          </a:p>
        </p:txBody>
      </p:sp>
      <p:sp>
        <p:nvSpPr>
          <p:cNvPr id="9229" name="Rectangle 13"/>
          <p:cNvSpPr>
            <a:spLocks noGrp="1" noChangeArrowheads="1"/>
          </p:cNvSpPr>
          <p:nvPr>
            <p:ph type="sldNum" sz="quarter" idx="4"/>
          </p:nvPr>
        </p:nvSpPr>
        <p:spPr bwMode="auto">
          <a:xfrm>
            <a:off x="84138"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algn="l">
              <a:defRPr sz="2600" b="1">
                <a:solidFill>
                  <a:schemeClr val="bg1"/>
                </a:solidFill>
              </a:defRPr>
            </a:lvl1pPr>
          </a:lstStyle>
          <a:p>
            <a:fld id="{11EF22D6-2A73-42D1-8A00-7DEB144AC06F}" type="slidenum">
              <a:rPr lang="en-US"/>
              <a:pPr/>
              <a:t>‹#›</a:t>
            </a:fld>
            <a:endParaRPr lang="en-US"/>
          </a:p>
        </p:txBody>
      </p:sp>
      <p:sp>
        <p:nvSpPr>
          <p:cNvPr id="2" name="AutoShape 7">
            <a:extLst>
              <a:ext uri="{FF2B5EF4-FFF2-40B4-BE49-F238E27FC236}">
                <a16:creationId xmlns:a16="http://schemas.microsoft.com/office/drawing/2014/main" id="{9A68B3D1-9025-55F5-BAB3-98832C01C422}"/>
              </a:ext>
            </a:extLst>
          </p:cNvPr>
          <p:cNvSpPr>
            <a:spLocks noChangeArrowheads="1"/>
          </p:cNvSpPr>
          <p:nvPr userDrawn="1"/>
        </p:nvSpPr>
        <p:spPr bwMode="auto">
          <a:xfrm>
            <a:off x="0" y="1"/>
            <a:ext cx="9144000" cy="304800"/>
          </a:xfrm>
          <a:prstGeom prst="roundRect">
            <a:avLst>
              <a:gd name="adj" fmla="val 0"/>
            </a:avLst>
          </a:prstGeom>
          <a:solidFill>
            <a:srgbClr val="FF0000"/>
          </a:solidFill>
          <a:ln w="9525">
            <a:noFill/>
            <a:round/>
            <a:headEnd/>
            <a:tailEnd/>
          </a:ln>
          <a:effectLst/>
        </p:spPr>
        <p:txBody>
          <a:bodyPr wrap="none" anchor="ctr"/>
          <a:lstStyle/>
          <a:p>
            <a:pPr algn="r"/>
            <a:r>
              <a:rPr lang="en-US" sz="1400" b="1">
                <a:solidFill>
                  <a:schemeClr val="bg1"/>
                </a:solidFill>
                <a:latin typeface="Univers" panose="020F0502020204030204" pitchFamily="34" charset="0"/>
              </a:rPr>
              <a:t>UL FRI</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Lst>
  <p:hf sldNum="0" hdr="0" dt="0"/>
  <p:txStyles>
    <p:titleStyle>
      <a:lvl1pPr algn="l" rtl="0" fontAlgn="base">
        <a:lnSpc>
          <a:spcPct val="90000"/>
        </a:lnSpc>
        <a:spcBef>
          <a:spcPct val="0"/>
        </a:spcBef>
        <a:spcAft>
          <a:spcPct val="0"/>
        </a:spcAft>
        <a:defRPr sz="3600" b="1">
          <a:solidFill>
            <a:schemeClr val="tx2"/>
          </a:solidFill>
          <a:latin typeface="+mj-lt"/>
          <a:ea typeface="+mj-ea"/>
          <a:cs typeface="+mj-cs"/>
        </a:defRPr>
      </a:lvl1pPr>
      <a:lvl2pPr algn="l" rtl="0" fontAlgn="base">
        <a:lnSpc>
          <a:spcPct val="90000"/>
        </a:lnSpc>
        <a:spcBef>
          <a:spcPct val="0"/>
        </a:spcBef>
        <a:spcAft>
          <a:spcPct val="0"/>
        </a:spcAft>
        <a:defRPr sz="3600" b="1">
          <a:solidFill>
            <a:schemeClr val="tx2"/>
          </a:solidFill>
          <a:latin typeface="Arial" charset="0"/>
          <a:cs typeface="Arial" charset="0"/>
        </a:defRPr>
      </a:lvl2pPr>
      <a:lvl3pPr algn="l" rtl="0" fontAlgn="base">
        <a:lnSpc>
          <a:spcPct val="90000"/>
        </a:lnSpc>
        <a:spcBef>
          <a:spcPct val="0"/>
        </a:spcBef>
        <a:spcAft>
          <a:spcPct val="0"/>
        </a:spcAft>
        <a:defRPr sz="3600" b="1">
          <a:solidFill>
            <a:schemeClr val="tx2"/>
          </a:solidFill>
          <a:latin typeface="Arial" charset="0"/>
          <a:cs typeface="Arial" charset="0"/>
        </a:defRPr>
      </a:lvl3pPr>
      <a:lvl4pPr algn="l" rtl="0" fontAlgn="base">
        <a:lnSpc>
          <a:spcPct val="90000"/>
        </a:lnSpc>
        <a:spcBef>
          <a:spcPct val="0"/>
        </a:spcBef>
        <a:spcAft>
          <a:spcPct val="0"/>
        </a:spcAft>
        <a:defRPr sz="3600" b="1">
          <a:solidFill>
            <a:schemeClr val="tx2"/>
          </a:solidFill>
          <a:latin typeface="Arial" charset="0"/>
          <a:cs typeface="Arial" charset="0"/>
        </a:defRPr>
      </a:lvl4pPr>
      <a:lvl5pPr algn="l" rtl="0" fontAlgn="base">
        <a:lnSpc>
          <a:spcPct val="90000"/>
        </a:lnSpc>
        <a:spcBef>
          <a:spcPct val="0"/>
        </a:spcBef>
        <a:spcAft>
          <a:spcPct val="0"/>
        </a:spcAft>
        <a:defRPr sz="3600" b="1">
          <a:solidFill>
            <a:schemeClr val="tx2"/>
          </a:solidFill>
          <a:latin typeface="Arial" charset="0"/>
          <a:cs typeface="Arial" charset="0"/>
        </a:defRPr>
      </a:lvl5pPr>
      <a:lvl6pPr marL="457200" algn="l" rtl="0" fontAlgn="base">
        <a:lnSpc>
          <a:spcPct val="90000"/>
        </a:lnSpc>
        <a:spcBef>
          <a:spcPct val="0"/>
        </a:spcBef>
        <a:spcAft>
          <a:spcPct val="0"/>
        </a:spcAft>
        <a:defRPr sz="3600" b="1">
          <a:solidFill>
            <a:schemeClr val="tx2"/>
          </a:solidFill>
          <a:latin typeface="Arial" charset="0"/>
          <a:cs typeface="Arial" charset="0"/>
        </a:defRPr>
      </a:lvl6pPr>
      <a:lvl7pPr marL="914400" algn="l" rtl="0" fontAlgn="base">
        <a:lnSpc>
          <a:spcPct val="90000"/>
        </a:lnSpc>
        <a:spcBef>
          <a:spcPct val="0"/>
        </a:spcBef>
        <a:spcAft>
          <a:spcPct val="0"/>
        </a:spcAft>
        <a:defRPr sz="3600" b="1">
          <a:solidFill>
            <a:schemeClr val="tx2"/>
          </a:solidFill>
          <a:latin typeface="Arial" charset="0"/>
          <a:cs typeface="Arial" charset="0"/>
        </a:defRPr>
      </a:lvl7pPr>
      <a:lvl8pPr marL="1371600" algn="l" rtl="0" fontAlgn="base">
        <a:lnSpc>
          <a:spcPct val="90000"/>
        </a:lnSpc>
        <a:spcBef>
          <a:spcPct val="0"/>
        </a:spcBef>
        <a:spcAft>
          <a:spcPct val="0"/>
        </a:spcAft>
        <a:defRPr sz="3600" b="1">
          <a:solidFill>
            <a:schemeClr val="tx2"/>
          </a:solidFill>
          <a:latin typeface="Arial" charset="0"/>
          <a:cs typeface="Arial" charset="0"/>
        </a:defRPr>
      </a:lvl8pPr>
      <a:lvl9pPr marL="1828800" algn="l" rtl="0" fontAlgn="base">
        <a:lnSpc>
          <a:spcPct val="90000"/>
        </a:lnSpc>
        <a:spcBef>
          <a:spcPct val="0"/>
        </a:spcBef>
        <a:spcAft>
          <a:spcPct val="0"/>
        </a:spcAft>
        <a:defRPr sz="3600" b="1">
          <a:solidFill>
            <a:schemeClr val="tx2"/>
          </a:solidFill>
          <a:latin typeface="Arial" charset="0"/>
          <a:cs typeface="Arial" charset="0"/>
        </a:defRPr>
      </a:lvl9pPr>
    </p:titleStyle>
    <p:body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pb.fri.uni-lj.si/"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13.xml"/><Relationship Id="rId5" Type="http://schemas.openxmlformats.org/officeDocument/2006/relationships/image" Target="../media/image7.wmf"/><Relationship Id="rId4" Type="http://schemas.openxmlformats.org/officeDocument/2006/relationships/oleObject" Target="../embeddings/oleObject7.bin"/></Relationships>
</file>

<file path=ppt/slides/_rels/slide6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8.bin"/><Relationship Id="rId1" Type="http://schemas.openxmlformats.org/officeDocument/2006/relationships/slideLayout" Target="../slideLayouts/slideLayout13.xml"/><Relationship Id="rId5" Type="http://schemas.openxmlformats.org/officeDocument/2006/relationships/image" Target="../media/image9.wmf"/><Relationship Id="rId4" Type="http://schemas.openxmlformats.org/officeDocument/2006/relationships/oleObject" Target="../embeddings/oleObject9.bin"/></Relationships>
</file>

<file path=ppt/slides/_rels/slide6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1.bin"/><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2.bin"/><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4.bin"/><Relationship Id="rId1" Type="http://schemas.openxmlformats.org/officeDocument/2006/relationships/slideLayout" Target="../slideLayouts/slideLayout14.xml"/><Relationship Id="rId5" Type="http://schemas.openxmlformats.org/officeDocument/2006/relationships/image" Target="../media/image16.wmf"/><Relationship Id="rId4" Type="http://schemas.openxmlformats.org/officeDocument/2006/relationships/oleObject" Target="../embeddings/oleObject15.bin"/></Relationships>
</file>

<file path=ppt/slides/_rels/slide8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6.bin"/><Relationship Id="rId1" Type="http://schemas.openxmlformats.org/officeDocument/2006/relationships/slideLayout" Target="../slideLayouts/slideLayout14.xml"/><Relationship Id="rId5" Type="http://schemas.openxmlformats.org/officeDocument/2006/relationships/image" Target="../media/image18.wmf"/><Relationship Id="rId4" Type="http://schemas.openxmlformats.org/officeDocument/2006/relationships/oleObject" Target="../embeddings/oleObject17.bin"/></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slideLayout" Target="../slideLayouts/slideLayout14.xml"/><Relationship Id="rId6" Type="http://schemas.openxmlformats.org/officeDocument/2006/relationships/oleObject" Target="../embeddings/oleObject20.bin"/><Relationship Id="rId5" Type="http://schemas.openxmlformats.org/officeDocument/2006/relationships/image" Target="../media/image20.wmf"/><Relationship Id="rId4" Type="http://schemas.openxmlformats.org/officeDocument/2006/relationships/oleObject" Target="../embeddings/oleObject19.bin"/><Relationship Id="rId9" Type="http://schemas.openxmlformats.org/officeDocument/2006/relationships/image" Target="../media/image22.w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22.bin"/><Relationship Id="rId1" Type="http://schemas.openxmlformats.org/officeDocument/2006/relationships/slideLayout" Target="../slideLayouts/slideLayout14.xml"/><Relationship Id="rId6" Type="http://schemas.openxmlformats.org/officeDocument/2006/relationships/oleObject" Target="../embeddings/oleObject24.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26.wmf"/></Relationships>
</file>

<file path=ppt/slides/_rels/slide89.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7.bin"/><Relationship Id="rId1" Type="http://schemas.openxmlformats.org/officeDocument/2006/relationships/slideLayout" Target="../slideLayouts/slideLayout2.xml"/><Relationship Id="rId5" Type="http://schemas.openxmlformats.org/officeDocument/2006/relationships/image" Target="../media/image29.wmf"/><Relationship Id="rId4" Type="http://schemas.openxmlformats.org/officeDocument/2006/relationships/oleObject" Target="../embeddings/oleObject28.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117" Type="http://schemas.openxmlformats.org/officeDocument/2006/relationships/tags" Target="../tags/tag117.xml"/><Relationship Id="rId21" Type="http://schemas.openxmlformats.org/officeDocument/2006/relationships/tags" Target="../tags/tag21.xml"/><Relationship Id="rId42" Type="http://schemas.openxmlformats.org/officeDocument/2006/relationships/tags" Target="../tags/tag42.xml"/><Relationship Id="rId63" Type="http://schemas.openxmlformats.org/officeDocument/2006/relationships/tags" Target="../tags/tag63.xml"/><Relationship Id="rId84" Type="http://schemas.openxmlformats.org/officeDocument/2006/relationships/tags" Target="../tags/tag84.xml"/><Relationship Id="rId138" Type="http://schemas.openxmlformats.org/officeDocument/2006/relationships/tags" Target="../tags/tag138.xml"/><Relationship Id="rId107" Type="http://schemas.openxmlformats.org/officeDocument/2006/relationships/tags" Target="../tags/tag107.xml"/><Relationship Id="rId11" Type="http://schemas.openxmlformats.org/officeDocument/2006/relationships/tags" Target="../tags/tag11.xml"/><Relationship Id="rId32" Type="http://schemas.openxmlformats.org/officeDocument/2006/relationships/tags" Target="../tags/tag32.xml"/><Relationship Id="rId53" Type="http://schemas.openxmlformats.org/officeDocument/2006/relationships/tags" Target="../tags/tag53.xml"/><Relationship Id="rId74" Type="http://schemas.openxmlformats.org/officeDocument/2006/relationships/tags" Target="../tags/tag74.xml"/><Relationship Id="rId128" Type="http://schemas.openxmlformats.org/officeDocument/2006/relationships/tags" Target="../tags/tag128.xml"/><Relationship Id="rId5" Type="http://schemas.openxmlformats.org/officeDocument/2006/relationships/tags" Target="../tags/tag5.xml"/><Relationship Id="rId90" Type="http://schemas.openxmlformats.org/officeDocument/2006/relationships/tags" Target="../tags/tag90.xml"/><Relationship Id="rId95" Type="http://schemas.openxmlformats.org/officeDocument/2006/relationships/tags" Target="../tags/tag95.xml"/><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tags" Target="../tags/tag69.xml"/><Relationship Id="rId113" Type="http://schemas.openxmlformats.org/officeDocument/2006/relationships/tags" Target="../tags/tag113.xml"/><Relationship Id="rId118" Type="http://schemas.openxmlformats.org/officeDocument/2006/relationships/tags" Target="../tags/tag118.xml"/><Relationship Id="rId134" Type="http://schemas.openxmlformats.org/officeDocument/2006/relationships/tags" Target="../tags/tag134.xml"/><Relationship Id="rId139" Type="http://schemas.openxmlformats.org/officeDocument/2006/relationships/tags" Target="../tags/tag139.xml"/><Relationship Id="rId80" Type="http://schemas.openxmlformats.org/officeDocument/2006/relationships/tags" Target="../tags/tag80.xml"/><Relationship Id="rId85" Type="http://schemas.openxmlformats.org/officeDocument/2006/relationships/tags" Target="../tags/tag85.xml"/><Relationship Id="rId12" Type="http://schemas.openxmlformats.org/officeDocument/2006/relationships/tags" Target="../tags/tag12.xml"/><Relationship Id="rId17" Type="http://schemas.openxmlformats.org/officeDocument/2006/relationships/tags" Target="../tags/tag17.xml"/><Relationship Id="rId33" Type="http://schemas.openxmlformats.org/officeDocument/2006/relationships/tags" Target="../tags/tag33.xml"/><Relationship Id="rId38" Type="http://schemas.openxmlformats.org/officeDocument/2006/relationships/tags" Target="../tags/tag38.xml"/><Relationship Id="rId59" Type="http://schemas.openxmlformats.org/officeDocument/2006/relationships/tags" Target="../tags/tag59.xml"/><Relationship Id="rId103" Type="http://schemas.openxmlformats.org/officeDocument/2006/relationships/tags" Target="../tags/tag103.xml"/><Relationship Id="rId108" Type="http://schemas.openxmlformats.org/officeDocument/2006/relationships/tags" Target="../tags/tag108.xml"/><Relationship Id="rId124" Type="http://schemas.openxmlformats.org/officeDocument/2006/relationships/tags" Target="../tags/tag124.xml"/><Relationship Id="rId129" Type="http://schemas.openxmlformats.org/officeDocument/2006/relationships/tags" Target="../tags/tag129.xml"/><Relationship Id="rId54" Type="http://schemas.openxmlformats.org/officeDocument/2006/relationships/tags" Target="../tags/tag54.xml"/><Relationship Id="rId70" Type="http://schemas.openxmlformats.org/officeDocument/2006/relationships/tags" Target="../tags/tag70.xml"/><Relationship Id="rId75" Type="http://schemas.openxmlformats.org/officeDocument/2006/relationships/tags" Target="../tags/tag75.xml"/><Relationship Id="rId91" Type="http://schemas.openxmlformats.org/officeDocument/2006/relationships/tags" Target="../tags/tag91.xml"/><Relationship Id="rId96" Type="http://schemas.openxmlformats.org/officeDocument/2006/relationships/tags" Target="../tags/tag96.xml"/><Relationship Id="rId140" Type="http://schemas.openxmlformats.org/officeDocument/2006/relationships/tags" Target="../tags/tag140.xml"/><Relationship Id="rId145" Type="http://schemas.openxmlformats.org/officeDocument/2006/relationships/tags" Target="../tags/tag145.xml"/><Relationship Id="rId1" Type="http://schemas.openxmlformats.org/officeDocument/2006/relationships/tags" Target="../tags/tag1.xml"/><Relationship Id="rId6" Type="http://schemas.openxmlformats.org/officeDocument/2006/relationships/tags" Target="../tags/tag6.xml"/><Relationship Id="rId23" Type="http://schemas.openxmlformats.org/officeDocument/2006/relationships/tags" Target="../tags/tag23.xml"/><Relationship Id="rId28" Type="http://schemas.openxmlformats.org/officeDocument/2006/relationships/tags" Target="../tags/tag28.xml"/><Relationship Id="rId49" Type="http://schemas.openxmlformats.org/officeDocument/2006/relationships/tags" Target="../tags/tag49.xml"/><Relationship Id="rId114" Type="http://schemas.openxmlformats.org/officeDocument/2006/relationships/tags" Target="../tags/tag114.xml"/><Relationship Id="rId119" Type="http://schemas.openxmlformats.org/officeDocument/2006/relationships/tags" Target="../tags/tag119.xml"/><Relationship Id="rId44" Type="http://schemas.openxmlformats.org/officeDocument/2006/relationships/tags" Target="../tags/tag44.xml"/><Relationship Id="rId60" Type="http://schemas.openxmlformats.org/officeDocument/2006/relationships/tags" Target="../tags/tag60.xml"/><Relationship Id="rId65" Type="http://schemas.openxmlformats.org/officeDocument/2006/relationships/tags" Target="../tags/tag65.xml"/><Relationship Id="rId81" Type="http://schemas.openxmlformats.org/officeDocument/2006/relationships/tags" Target="../tags/tag81.xml"/><Relationship Id="rId86" Type="http://schemas.openxmlformats.org/officeDocument/2006/relationships/tags" Target="../tags/tag86.xml"/><Relationship Id="rId130" Type="http://schemas.openxmlformats.org/officeDocument/2006/relationships/tags" Target="../tags/tag130.xml"/><Relationship Id="rId135" Type="http://schemas.openxmlformats.org/officeDocument/2006/relationships/tags" Target="../tags/tag135.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109" Type="http://schemas.openxmlformats.org/officeDocument/2006/relationships/tags" Target="../tags/tag10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97" Type="http://schemas.openxmlformats.org/officeDocument/2006/relationships/tags" Target="../tags/tag97.xml"/><Relationship Id="rId104" Type="http://schemas.openxmlformats.org/officeDocument/2006/relationships/tags" Target="../tags/tag104.xml"/><Relationship Id="rId120" Type="http://schemas.openxmlformats.org/officeDocument/2006/relationships/tags" Target="../tags/tag120.xml"/><Relationship Id="rId125" Type="http://schemas.openxmlformats.org/officeDocument/2006/relationships/tags" Target="../tags/tag125.xml"/><Relationship Id="rId141" Type="http://schemas.openxmlformats.org/officeDocument/2006/relationships/tags" Target="../tags/tag141.xml"/><Relationship Id="rId146" Type="http://schemas.openxmlformats.org/officeDocument/2006/relationships/tags" Target="../tags/tag146.xml"/><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110" Type="http://schemas.openxmlformats.org/officeDocument/2006/relationships/tags" Target="../tags/tag110.xml"/><Relationship Id="rId115" Type="http://schemas.openxmlformats.org/officeDocument/2006/relationships/tags" Target="../tags/tag115.xml"/><Relationship Id="rId131" Type="http://schemas.openxmlformats.org/officeDocument/2006/relationships/tags" Target="../tags/tag131.xml"/><Relationship Id="rId136" Type="http://schemas.openxmlformats.org/officeDocument/2006/relationships/tags" Target="../tags/tag136.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 Id="rId100" Type="http://schemas.openxmlformats.org/officeDocument/2006/relationships/tags" Target="../tags/tag100.xml"/><Relationship Id="rId105" Type="http://schemas.openxmlformats.org/officeDocument/2006/relationships/tags" Target="../tags/tag105.xml"/><Relationship Id="rId126" Type="http://schemas.openxmlformats.org/officeDocument/2006/relationships/tags" Target="../tags/tag126.xml"/><Relationship Id="rId147" Type="http://schemas.openxmlformats.org/officeDocument/2006/relationships/slideLayout" Target="../slideLayouts/slideLayout2.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93" Type="http://schemas.openxmlformats.org/officeDocument/2006/relationships/tags" Target="../tags/tag93.xml"/><Relationship Id="rId98" Type="http://schemas.openxmlformats.org/officeDocument/2006/relationships/tags" Target="../tags/tag98.xml"/><Relationship Id="rId121" Type="http://schemas.openxmlformats.org/officeDocument/2006/relationships/tags" Target="../tags/tag121.xml"/><Relationship Id="rId142" Type="http://schemas.openxmlformats.org/officeDocument/2006/relationships/tags" Target="../tags/tag142.xml"/><Relationship Id="rId3" Type="http://schemas.openxmlformats.org/officeDocument/2006/relationships/tags" Target="../tags/tag3.xml"/><Relationship Id="rId25" Type="http://schemas.openxmlformats.org/officeDocument/2006/relationships/tags" Target="../tags/tag25.xml"/><Relationship Id="rId46" Type="http://schemas.openxmlformats.org/officeDocument/2006/relationships/tags" Target="../tags/tag46.xml"/><Relationship Id="rId67" Type="http://schemas.openxmlformats.org/officeDocument/2006/relationships/tags" Target="../tags/tag67.xml"/><Relationship Id="rId116" Type="http://schemas.openxmlformats.org/officeDocument/2006/relationships/tags" Target="../tags/tag116.xml"/><Relationship Id="rId137" Type="http://schemas.openxmlformats.org/officeDocument/2006/relationships/tags" Target="../tags/tag137.xml"/><Relationship Id="rId20" Type="http://schemas.openxmlformats.org/officeDocument/2006/relationships/tags" Target="../tags/tag20.xml"/><Relationship Id="rId41" Type="http://schemas.openxmlformats.org/officeDocument/2006/relationships/tags" Target="../tags/tag41.xml"/><Relationship Id="rId62" Type="http://schemas.openxmlformats.org/officeDocument/2006/relationships/tags" Target="../tags/tag62.xml"/><Relationship Id="rId83" Type="http://schemas.openxmlformats.org/officeDocument/2006/relationships/tags" Target="../tags/tag83.xml"/><Relationship Id="rId88" Type="http://schemas.openxmlformats.org/officeDocument/2006/relationships/tags" Target="../tags/tag88.xml"/><Relationship Id="rId111" Type="http://schemas.openxmlformats.org/officeDocument/2006/relationships/tags" Target="../tags/tag111.xml"/><Relationship Id="rId132" Type="http://schemas.openxmlformats.org/officeDocument/2006/relationships/tags" Target="../tags/tag132.xml"/><Relationship Id="rId15" Type="http://schemas.openxmlformats.org/officeDocument/2006/relationships/tags" Target="../tags/tag15.xml"/><Relationship Id="rId36" Type="http://schemas.openxmlformats.org/officeDocument/2006/relationships/tags" Target="../tags/tag36.xml"/><Relationship Id="rId57" Type="http://schemas.openxmlformats.org/officeDocument/2006/relationships/tags" Target="../tags/tag57.xml"/><Relationship Id="rId106" Type="http://schemas.openxmlformats.org/officeDocument/2006/relationships/tags" Target="../tags/tag106.xml"/><Relationship Id="rId127" Type="http://schemas.openxmlformats.org/officeDocument/2006/relationships/tags" Target="../tags/tag127.xml"/><Relationship Id="rId10" Type="http://schemas.openxmlformats.org/officeDocument/2006/relationships/tags" Target="../tags/tag10.xml"/><Relationship Id="rId31" Type="http://schemas.openxmlformats.org/officeDocument/2006/relationships/tags" Target="../tags/tag31.xml"/><Relationship Id="rId52" Type="http://schemas.openxmlformats.org/officeDocument/2006/relationships/tags" Target="../tags/tag52.xml"/><Relationship Id="rId73" Type="http://schemas.openxmlformats.org/officeDocument/2006/relationships/tags" Target="../tags/tag73.xml"/><Relationship Id="rId78" Type="http://schemas.openxmlformats.org/officeDocument/2006/relationships/tags" Target="../tags/tag78.xml"/><Relationship Id="rId94" Type="http://schemas.openxmlformats.org/officeDocument/2006/relationships/tags" Target="../tags/tag94.xml"/><Relationship Id="rId99" Type="http://schemas.openxmlformats.org/officeDocument/2006/relationships/tags" Target="../tags/tag99.xml"/><Relationship Id="rId101" Type="http://schemas.openxmlformats.org/officeDocument/2006/relationships/tags" Target="../tags/tag101.xml"/><Relationship Id="rId122" Type="http://schemas.openxmlformats.org/officeDocument/2006/relationships/tags" Target="../tags/tag122.xml"/><Relationship Id="rId143" Type="http://schemas.openxmlformats.org/officeDocument/2006/relationships/tags" Target="../tags/tag143.xml"/><Relationship Id="rId4" Type="http://schemas.openxmlformats.org/officeDocument/2006/relationships/tags" Target="../tags/tag4.xml"/><Relationship Id="rId9" Type="http://schemas.openxmlformats.org/officeDocument/2006/relationships/tags" Target="../tags/tag9.xml"/><Relationship Id="rId26" Type="http://schemas.openxmlformats.org/officeDocument/2006/relationships/tags" Target="../tags/tag26.xml"/><Relationship Id="rId47" Type="http://schemas.openxmlformats.org/officeDocument/2006/relationships/tags" Target="../tags/tag47.xml"/><Relationship Id="rId68" Type="http://schemas.openxmlformats.org/officeDocument/2006/relationships/tags" Target="../tags/tag68.xml"/><Relationship Id="rId89" Type="http://schemas.openxmlformats.org/officeDocument/2006/relationships/tags" Target="../tags/tag89.xml"/><Relationship Id="rId112" Type="http://schemas.openxmlformats.org/officeDocument/2006/relationships/tags" Target="../tags/tag112.xml"/><Relationship Id="rId133" Type="http://schemas.openxmlformats.org/officeDocument/2006/relationships/tags" Target="../tags/tag133.xml"/><Relationship Id="rId16" Type="http://schemas.openxmlformats.org/officeDocument/2006/relationships/tags" Target="../tags/tag16.xml"/><Relationship Id="rId37" Type="http://schemas.openxmlformats.org/officeDocument/2006/relationships/tags" Target="../tags/tag37.xml"/><Relationship Id="rId58" Type="http://schemas.openxmlformats.org/officeDocument/2006/relationships/tags" Target="../tags/tag58.xml"/><Relationship Id="rId79" Type="http://schemas.openxmlformats.org/officeDocument/2006/relationships/tags" Target="../tags/tag79.xml"/><Relationship Id="rId102" Type="http://schemas.openxmlformats.org/officeDocument/2006/relationships/tags" Target="../tags/tag102.xml"/><Relationship Id="rId123" Type="http://schemas.openxmlformats.org/officeDocument/2006/relationships/tags" Target="../tags/tag123.xml"/><Relationship Id="rId144" Type="http://schemas.openxmlformats.org/officeDocument/2006/relationships/tags" Target="../tags/tag144.xml"/></Relationships>
</file>

<file path=ppt/slides/_rels/slide92.xml.rels><?xml version="1.0" encoding="UTF-8" standalone="yes"?>
<Relationships xmlns="http://schemas.openxmlformats.org/package/2006/relationships"><Relationship Id="rId117" Type="http://schemas.openxmlformats.org/officeDocument/2006/relationships/tags" Target="../tags/tag263.xml"/><Relationship Id="rId21" Type="http://schemas.openxmlformats.org/officeDocument/2006/relationships/tags" Target="../tags/tag167.xml"/><Relationship Id="rId42" Type="http://schemas.openxmlformats.org/officeDocument/2006/relationships/tags" Target="../tags/tag188.xml"/><Relationship Id="rId63" Type="http://schemas.openxmlformats.org/officeDocument/2006/relationships/tags" Target="../tags/tag209.xml"/><Relationship Id="rId84" Type="http://schemas.openxmlformats.org/officeDocument/2006/relationships/tags" Target="../tags/tag230.xml"/><Relationship Id="rId138" Type="http://schemas.openxmlformats.org/officeDocument/2006/relationships/tags" Target="../tags/tag284.xml"/><Relationship Id="rId159" Type="http://schemas.openxmlformats.org/officeDocument/2006/relationships/tags" Target="../tags/tag305.xml"/><Relationship Id="rId170" Type="http://schemas.openxmlformats.org/officeDocument/2006/relationships/tags" Target="../tags/tag316.xml"/><Relationship Id="rId191" Type="http://schemas.openxmlformats.org/officeDocument/2006/relationships/tags" Target="../tags/tag337.xml"/><Relationship Id="rId205" Type="http://schemas.openxmlformats.org/officeDocument/2006/relationships/tags" Target="../tags/tag351.xml"/><Relationship Id="rId226" Type="http://schemas.openxmlformats.org/officeDocument/2006/relationships/tags" Target="../tags/tag372.xml"/><Relationship Id="rId107" Type="http://schemas.openxmlformats.org/officeDocument/2006/relationships/tags" Target="../tags/tag253.xml"/><Relationship Id="rId11" Type="http://schemas.openxmlformats.org/officeDocument/2006/relationships/tags" Target="../tags/tag157.xml"/><Relationship Id="rId32" Type="http://schemas.openxmlformats.org/officeDocument/2006/relationships/tags" Target="../tags/tag178.xml"/><Relationship Id="rId53" Type="http://schemas.openxmlformats.org/officeDocument/2006/relationships/tags" Target="../tags/tag199.xml"/><Relationship Id="rId74" Type="http://schemas.openxmlformats.org/officeDocument/2006/relationships/tags" Target="../tags/tag220.xml"/><Relationship Id="rId128" Type="http://schemas.openxmlformats.org/officeDocument/2006/relationships/tags" Target="../tags/tag274.xml"/><Relationship Id="rId149" Type="http://schemas.openxmlformats.org/officeDocument/2006/relationships/tags" Target="../tags/tag295.xml"/><Relationship Id="rId5" Type="http://schemas.openxmlformats.org/officeDocument/2006/relationships/tags" Target="../tags/tag151.xml"/><Relationship Id="rId95" Type="http://schemas.openxmlformats.org/officeDocument/2006/relationships/tags" Target="../tags/tag241.xml"/><Relationship Id="rId160" Type="http://schemas.openxmlformats.org/officeDocument/2006/relationships/tags" Target="../tags/tag306.xml"/><Relationship Id="rId181" Type="http://schemas.openxmlformats.org/officeDocument/2006/relationships/tags" Target="../tags/tag327.xml"/><Relationship Id="rId216" Type="http://schemas.openxmlformats.org/officeDocument/2006/relationships/tags" Target="../tags/tag362.xml"/><Relationship Id="rId22" Type="http://schemas.openxmlformats.org/officeDocument/2006/relationships/tags" Target="../tags/tag168.xml"/><Relationship Id="rId43" Type="http://schemas.openxmlformats.org/officeDocument/2006/relationships/tags" Target="../tags/tag189.xml"/><Relationship Id="rId64" Type="http://schemas.openxmlformats.org/officeDocument/2006/relationships/tags" Target="../tags/tag210.xml"/><Relationship Id="rId118" Type="http://schemas.openxmlformats.org/officeDocument/2006/relationships/tags" Target="../tags/tag264.xml"/><Relationship Id="rId139" Type="http://schemas.openxmlformats.org/officeDocument/2006/relationships/tags" Target="../tags/tag285.xml"/><Relationship Id="rId85" Type="http://schemas.openxmlformats.org/officeDocument/2006/relationships/tags" Target="../tags/tag231.xml"/><Relationship Id="rId150" Type="http://schemas.openxmlformats.org/officeDocument/2006/relationships/tags" Target="../tags/tag296.xml"/><Relationship Id="rId171" Type="http://schemas.openxmlformats.org/officeDocument/2006/relationships/tags" Target="../tags/tag317.xml"/><Relationship Id="rId192" Type="http://schemas.openxmlformats.org/officeDocument/2006/relationships/tags" Target="../tags/tag338.xml"/><Relationship Id="rId206" Type="http://schemas.openxmlformats.org/officeDocument/2006/relationships/tags" Target="../tags/tag352.xml"/><Relationship Id="rId227" Type="http://schemas.openxmlformats.org/officeDocument/2006/relationships/tags" Target="../tags/tag373.xml"/><Relationship Id="rId12" Type="http://schemas.openxmlformats.org/officeDocument/2006/relationships/tags" Target="../tags/tag158.xml"/><Relationship Id="rId33" Type="http://schemas.openxmlformats.org/officeDocument/2006/relationships/tags" Target="../tags/tag179.xml"/><Relationship Id="rId108" Type="http://schemas.openxmlformats.org/officeDocument/2006/relationships/tags" Target="../tags/tag254.xml"/><Relationship Id="rId129" Type="http://schemas.openxmlformats.org/officeDocument/2006/relationships/tags" Target="../tags/tag275.xml"/><Relationship Id="rId54" Type="http://schemas.openxmlformats.org/officeDocument/2006/relationships/tags" Target="../tags/tag200.xml"/><Relationship Id="rId75" Type="http://schemas.openxmlformats.org/officeDocument/2006/relationships/tags" Target="../tags/tag221.xml"/><Relationship Id="rId96" Type="http://schemas.openxmlformats.org/officeDocument/2006/relationships/tags" Target="../tags/tag242.xml"/><Relationship Id="rId140" Type="http://schemas.openxmlformats.org/officeDocument/2006/relationships/tags" Target="../tags/tag286.xml"/><Relationship Id="rId161" Type="http://schemas.openxmlformats.org/officeDocument/2006/relationships/tags" Target="../tags/tag307.xml"/><Relationship Id="rId182" Type="http://schemas.openxmlformats.org/officeDocument/2006/relationships/tags" Target="../tags/tag328.xml"/><Relationship Id="rId217" Type="http://schemas.openxmlformats.org/officeDocument/2006/relationships/tags" Target="../tags/tag363.xml"/><Relationship Id="rId6" Type="http://schemas.openxmlformats.org/officeDocument/2006/relationships/tags" Target="../tags/tag152.xml"/><Relationship Id="rId23" Type="http://schemas.openxmlformats.org/officeDocument/2006/relationships/tags" Target="../tags/tag169.xml"/><Relationship Id="rId119" Type="http://schemas.openxmlformats.org/officeDocument/2006/relationships/tags" Target="../tags/tag265.xml"/><Relationship Id="rId44" Type="http://schemas.openxmlformats.org/officeDocument/2006/relationships/tags" Target="../tags/tag190.xml"/><Relationship Id="rId65" Type="http://schemas.openxmlformats.org/officeDocument/2006/relationships/tags" Target="../tags/tag211.xml"/><Relationship Id="rId86" Type="http://schemas.openxmlformats.org/officeDocument/2006/relationships/tags" Target="../tags/tag232.xml"/><Relationship Id="rId130" Type="http://schemas.openxmlformats.org/officeDocument/2006/relationships/tags" Target="../tags/tag276.xml"/><Relationship Id="rId151" Type="http://schemas.openxmlformats.org/officeDocument/2006/relationships/tags" Target="../tags/tag297.xml"/><Relationship Id="rId172" Type="http://schemas.openxmlformats.org/officeDocument/2006/relationships/tags" Target="../tags/tag318.xml"/><Relationship Id="rId193" Type="http://schemas.openxmlformats.org/officeDocument/2006/relationships/tags" Target="../tags/tag339.xml"/><Relationship Id="rId207" Type="http://schemas.openxmlformats.org/officeDocument/2006/relationships/tags" Target="../tags/tag353.xml"/><Relationship Id="rId228" Type="http://schemas.openxmlformats.org/officeDocument/2006/relationships/tags" Target="../tags/tag374.xml"/><Relationship Id="rId13" Type="http://schemas.openxmlformats.org/officeDocument/2006/relationships/tags" Target="../tags/tag159.xml"/><Relationship Id="rId109" Type="http://schemas.openxmlformats.org/officeDocument/2006/relationships/tags" Target="../tags/tag255.xml"/><Relationship Id="rId34" Type="http://schemas.openxmlformats.org/officeDocument/2006/relationships/tags" Target="../tags/tag180.xml"/><Relationship Id="rId55" Type="http://schemas.openxmlformats.org/officeDocument/2006/relationships/tags" Target="../tags/tag201.xml"/><Relationship Id="rId76" Type="http://schemas.openxmlformats.org/officeDocument/2006/relationships/tags" Target="../tags/tag222.xml"/><Relationship Id="rId97" Type="http://schemas.openxmlformats.org/officeDocument/2006/relationships/tags" Target="../tags/tag243.xml"/><Relationship Id="rId120" Type="http://schemas.openxmlformats.org/officeDocument/2006/relationships/tags" Target="../tags/tag266.xml"/><Relationship Id="rId141" Type="http://schemas.openxmlformats.org/officeDocument/2006/relationships/tags" Target="../tags/tag287.xml"/><Relationship Id="rId7" Type="http://schemas.openxmlformats.org/officeDocument/2006/relationships/tags" Target="../tags/tag153.xml"/><Relationship Id="rId162" Type="http://schemas.openxmlformats.org/officeDocument/2006/relationships/tags" Target="../tags/tag308.xml"/><Relationship Id="rId183" Type="http://schemas.openxmlformats.org/officeDocument/2006/relationships/tags" Target="../tags/tag329.xml"/><Relationship Id="rId218" Type="http://schemas.openxmlformats.org/officeDocument/2006/relationships/tags" Target="../tags/tag364.xml"/><Relationship Id="rId24" Type="http://schemas.openxmlformats.org/officeDocument/2006/relationships/tags" Target="../tags/tag170.xml"/><Relationship Id="rId45" Type="http://schemas.openxmlformats.org/officeDocument/2006/relationships/tags" Target="../tags/tag191.xml"/><Relationship Id="rId66" Type="http://schemas.openxmlformats.org/officeDocument/2006/relationships/tags" Target="../tags/tag212.xml"/><Relationship Id="rId87" Type="http://schemas.openxmlformats.org/officeDocument/2006/relationships/tags" Target="../tags/tag233.xml"/><Relationship Id="rId110" Type="http://schemas.openxmlformats.org/officeDocument/2006/relationships/tags" Target="../tags/tag256.xml"/><Relationship Id="rId131" Type="http://schemas.openxmlformats.org/officeDocument/2006/relationships/tags" Target="../tags/tag277.xml"/><Relationship Id="rId152" Type="http://schemas.openxmlformats.org/officeDocument/2006/relationships/tags" Target="../tags/tag298.xml"/><Relationship Id="rId173" Type="http://schemas.openxmlformats.org/officeDocument/2006/relationships/tags" Target="../tags/tag319.xml"/><Relationship Id="rId194" Type="http://schemas.openxmlformats.org/officeDocument/2006/relationships/tags" Target="../tags/tag340.xml"/><Relationship Id="rId208" Type="http://schemas.openxmlformats.org/officeDocument/2006/relationships/tags" Target="../tags/tag354.xml"/><Relationship Id="rId229" Type="http://schemas.openxmlformats.org/officeDocument/2006/relationships/tags" Target="../tags/tag375.xml"/><Relationship Id="rId14" Type="http://schemas.openxmlformats.org/officeDocument/2006/relationships/tags" Target="../tags/tag160.xml"/><Relationship Id="rId35" Type="http://schemas.openxmlformats.org/officeDocument/2006/relationships/tags" Target="../tags/tag181.xml"/><Relationship Id="rId56" Type="http://schemas.openxmlformats.org/officeDocument/2006/relationships/tags" Target="../tags/tag202.xml"/><Relationship Id="rId77" Type="http://schemas.openxmlformats.org/officeDocument/2006/relationships/tags" Target="../tags/tag223.xml"/><Relationship Id="rId100" Type="http://schemas.openxmlformats.org/officeDocument/2006/relationships/tags" Target="../tags/tag246.xml"/><Relationship Id="rId8" Type="http://schemas.openxmlformats.org/officeDocument/2006/relationships/tags" Target="../tags/tag154.xml"/><Relationship Id="rId98" Type="http://schemas.openxmlformats.org/officeDocument/2006/relationships/tags" Target="../tags/tag244.xml"/><Relationship Id="rId121" Type="http://schemas.openxmlformats.org/officeDocument/2006/relationships/tags" Target="../tags/tag267.xml"/><Relationship Id="rId142" Type="http://schemas.openxmlformats.org/officeDocument/2006/relationships/tags" Target="../tags/tag288.xml"/><Relationship Id="rId163" Type="http://schemas.openxmlformats.org/officeDocument/2006/relationships/tags" Target="../tags/tag309.xml"/><Relationship Id="rId184" Type="http://schemas.openxmlformats.org/officeDocument/2006/relationships/tags" Target="../tags/tag330.xml"/><Relationship Id="rId219" Type="http://schemas.openxmlformats.org/officeDocument/2006/relationships/tags" Target="../tags/tag365.xml"/><Relationship Id="rId230" Type="http://schemas.openxmlformats.org/officeDocument/2006/relationships/tags" Target="../tags/tag376.xml"/><Relationship Id="rId25" Type="http://schemas.openxmlformats.org/officeDocument/2006/relationships/tags" Target="../tags/tag171.xml"/><Relationship Id="rId46" Type="http://schemas.openxmlformats.org/officeDocument/2006/relationships/tags" Target="../tags/tag192.xml"/><Relationship Id="rId67" Type="http://schemas.openxmlformats.org/officeDocument/2006/relationships/tags" Target="../tags/tag213.xml"/><Relationship Id="rId20" Type="http://schemas.openxmlformats.org/officeDocument/2006/relationships/tags" Target="../tags/tag166.xml"/><Relationship Id="rId41" Type="http://schemas.openxmlformats.org/officeDocument/2006/relationships/tags" Target="../tags/tag187.xml"/><Relationship Id="rId62" Type="http://schemas.openxmlformats.org/officeDocument/2006/relationships/tags" Target="../tags/tag208.xml"/><Relationship Id="rId83" Type="http://schemas.openxmlformats.org/officeDocument/2006/relationships/tags" Target="../tags/tag229.xml"/><Relationship Id="rId88" Type="http://schemas.openxmlformats.org/officeDocument/2006/relationships/tags" Target="../tags/tag234.xml"/><Relationship Id="rId111" Type="http://schemas.openxmlformats.org/officeDocument/2006/relationships/tags" Target="../tags/tag257.xml"/><Relationship Id="rId132" Type="http://schemas.openxmlformats.org/officeDocument/2006/relationships/tags" Target="../tags/tag278.xml"/><Relationship Id="rId153" Type="http://schemas.openxmlformats.org/officeDocument/2006/relationships/tags" Target="../tags/tag299.xml"/><Relationship Id="rId174" Type="http://schemas.openxmlformats.org/officeDocument/2006/relationships/tags" Target="../tags/tag320.xml"/><Relationship Id="rId179" Type="http://schemas.openxmlformats.org/officeDocument/2006/relationships/tags" Target="../tags/tag325.xml"/><Relationship Id="rId195" Type="http://schemas.openxmlformats.org/officeDocument/2006/relationships/tags" Target="../tags/tag341.xml"/><Relationship Id="rId209" Type="http://schemas.openxmlformats.org/officeDocument/2006/relationships/tags" Target="../tags/tag355.xml"/><Relationship Id="rId190" Type="http://schemas.openxmlformats.org/officeDocument/2006/relationships/tags" Target="../tags/tag336.xml"/><Relationship Id="rId204" Type="http://schemas.openxmlformats.org/officeDocument/2006/relationships/tags" Target="../tags/tag350.xml"/><Relationship Id="rId220" Type="http://schemas.openxmlformats.org/officeDocument/2006/relationships/tags" Target="../tags/tag366.xml"/><Relationship Id="rId225" Type="http://schemas.openxmlformats.org/officeDocument/2006/relationships/tags" Target="../tags/tag371.xml"/><Relationship Id="rId15" Type="http://schemas.openxmlformats.org/officeDocument/2006/relationships/tags" Target="../tags/tag161.xml"/><Relationship Id="rId36" Type="http://schemas.openxmlformats.org/officeDocument/2006/relationships/tags" Target="../tags/tag182.xml"/><Relationship Id="rId57" Type="http://schemas.openxmlformats.org/officeDocument/2006/relationships/tags" Target="../tags/tag203.xml"/><Relationship Id="rId106" Type="http://schemas.openxmlformats.org/officeDocument/2006/relationships/tags" Target="../tags/tag252.xml"/><Relationship Id="rId127" Type="http://schemas.openxmlformats.org/officeDocument/2006/relationships/tags" Target="../tags/tag273.xml"/><Relationship Id="rId10" Type="http://schemas.openxmlformats.org/officeDocument/2006/relationships/tags" Target="../tags/tag156.xml"/><Relationship Id="rId31" Type="http://schemas.openxmlformats.org/officeDocument/2006/relationships/tags" Target="../tags/tag177.xml"/><Relationship Id="rId52" Type="http://schemas.openxmlformats.org/officeDocument/2006/relationships/tags" Target="../tags/tag198.xml"/><Relationship Id="rId73" Type="http://schemas.openxmlformats.org/officeDocument/2006/relationships/tags" Target="../tags/tag219.xml"/><Relationship Id="rId78" Type="http://schemas.openxmlformats.org/officeDocument/2006/relationships/tags" Target="../tags/tag224.xml"/><Relationship Id="rId94" Type="http://schemas.openxmlformats.org/officeDocument/2006/relationships/tags" Target="../tags/tag240.xml"/><Relationship Id="rId99" Type="http://schemas.openxmlformats.org/officeDocument/2006/relationships/tags" Target="../tags/tag245.xml"/><Relationship Id="rId101" Type="http://schemas.openxmlformats.org/officeDocument/2006/relationships/tags" Target="../tags/tag247.xml"/><Relationship Id="rId122" Type="http://schemas.openxmlformats.org/officeDocument/2006/relationships/tags" Target="../tags/tag268.xml"/><Relationship Id="rId143" Type="http://schemas.openxmlformats.org/officeDocument/2006/relationships/tags" Target="../tags/tag289.xml"/><Relationship Id="rId148" Type="http://schemas.openxmlformats.org/officeDocument/2006/relationships/tags" Target="../tags/tag294.xml"/><Relationship Id="rId164" Type="http://schemas.openxmlformats.org/officeDocument/2006/relationships/tags" Target="../tags/tag310.xml"/><Relationship Id="rId169" Type="http://schemas.openxmlformats.org/officeDocument/2006/relationships/tags" Target="../tags/tag315.xml"/><Relationship Id="rId185" Type="http://schemas.openxmlformats.org/officeDocument/2006/relationships/tags" Target="../tags/tag331.xml"/><Relationship Id="rId4" Type="http://schemas.openxmlformats.org/officeDocument/2006/relationships/tags" Target="../tags/tag150.xml"/><Relationship Id="rId9" Type="http://schemas.openxmlformats.org/officeDocument/2006/relationships/tags" Target="../tags/tag155.xml"/><Relationship Id="rId180" Type="http://schemas.openxmlformats.org/officeDocument/2006/relationships/tags" Target="../tags/tag326.xml"/><Relationship Id="rId210" Type="http://schemas.openxmlformats.org/officeDocument/2006/relationships/tags" Target="../tags/tag356.xml"/><Relationship Id="rId215" Type="http://schemas.openxmlformats.org/officeDocument/2006/relationships/tags" Target="../tags/tag361.xml"/><Relationship Id="rId26" Type="http://schemas.openxmlformats.org/officeDocument/2006/relationships/tags" Target="../tags/tag172.xml"/><Relationship Id="rId231" Type="http://schemas.openxmlformats.org/officeDocument/2006/relationships/tags" Target="../tags/tag377.xml"/><Relationship Id="rId47" Type="http://schemas.openxmlformats.org/officeDocument/2006/relationships/tags" Target="../tags/tag193.xml"/><Relationship Id="rId68" Type="http://schemas.openxmlformats.org/officeDocument/2006/relationships/tags" Target="../tags/tag214.xml"/><Relationship Id="rId89" Type="http://schemas.openxmlformats.org/officeDocument/2006/relationships/tags" Target="../tags/tag235.xml"/><Relationship Id="rId112" Type="http://schemas.openxmlformats.org/officeDocument/2006/relationships/tags" Target="../tags/tag258.xml"/><Relationship Id="rId133" Type="http://schemas.openxmlformats.org/officeDocument/2006/relationships/tags" Target="../tags/tag279.xml"/><Relationship Id="rId154" Type="http://schemas.openxmlformats.org/officeDocument/2006/relationships/tags" Target="../tags/tag300.xml"/><Relationship Id="rId175" Type="http://schemas.openxmlformats.org/officeDocument/2006/relationships/tags" Target="../tags/tag321.xml"/><Relationship Id="rId196" Type="http://schemas.openxmlformats.org/officeDocument/2006/relationships/tags" Target="../tags/tag342.xml"/><Relationship Id="rId200" Type="http://schemas.openxmlformats.org/officeDocument/2006/relationships/tags" Target="../tags/tag346.xml"/><Relationship Id="rId16" Type="http://schemas.openxmlformats.org/officeDocument/2006/relationships/tags" Target="../tags/tag162.xml"/><Relationship Id="rId221" Type="http://schemas.openxmlformats.org/officeDocument/2006/relationships/tags" Target="../tags/tag367.xml"/><Relationship Id="rId37" Type="http://schemas.openxmlformats.org/officeDocument/2006/relationships/tags" Target="../tags/tag183.xml"/><Relationship Id="rId58" Type="http://schemas.openxmlformats.org/officeDocument/2006/relationships/tags" Target="../tags/tag204.xml"/><Relationship Id="rId79" Type="http://schemas.openxmlformats.org/officeDocument/2006/relationships/tags" Target="../tags/tag225.xml"/><Relationship Id="rId102" Type="http://schemas.openxmlformats.org/officeDocument/2006/relationships/tags" Target="../tags/tag248.xml"/><Relationship Id="rId123" Type="http://schemas.openxmlformats.org/officeDocument/2006/relationships/tags" Target="../tags/tag269.xml"/><Relationship Id="rId144" Type="http://schemas.openxmlformats.org/officeDocument/2006/relationships/tags" Target="../tags/tag290.xml"/><Relationship Id="rId90" Type="http://schemas.openxmlformats.org/officeDocument/2006/relationships/tags" Target="../tags/tag236.xml"/><Relationship Id="rId165" Type="http://schemas.openxmlformats.org/officeDocument/2006/relationships/tags" Target="../tags/tag311.xml"/><Relationship Id="rId186" Type="http://schemas.openxmlformats.org/officeDocument/2006/relationships/tags" Target="../tags/tag332.xml"/><Relationship Id="rId211" Type="http://schemas.openxmlformats.org/officeDocument/2006/relationships/tags" Target="../tags/tag357.xml"/><Relationship Id="rId232" Type="http://schemas.openxmlformats.org/officeDocument/2006/relationships/tags" Target="../tags/tag378.xml"/><Relationship Id="rId27" Type="http://schemas.openxmlformats.org/officeDocument/2006/relationships/tags" Target="../tags/tag173.xml"/><Relationship Id="rId48" Type="http://schemas.openxmlformats.org/officeDocument/2006/relationships/tags" Target="../tags/tag194.xml"/><Relationship Id="rId69" Type="http://schemas.openxmlformats.org/officeDocument/2006/relationships/tags" Target="../tags/tag215.xml"/><Relationship Id="rId113" Type="http://schemas.openxmlformats.org/officeDocument/2006/relationships/tags" Target="../tags/tag259.xml"/><Relationship Id="rId134" Type="http://schemas.openxmlformats.org/officeDocument/2006/relationships/tags" Target="../tags/tag280.xml"/><Relationship Id="rId80" Type="http://schemas.openxmlformats.org/officeDocument/2006/relationships/tags" Target="../tags/tag226.xml"/><Relationship Id="rId155" Type="http://schemas.openxmlformats.org/officeDocument/2006/relationships/tags" Target="../tags/tag301.xml"/><Relationship Id="rId176" Type="http://schemas.openxmlformats.org/officeDocument/2006/relationships/tags" Target="../tags/tag322.xml"/><Relationship Id="rId197" Type="http://schemas.openxmlformats.org/officeDocument/2006/relationships/tags" Target="../tags/tag343.xml"/><Relationship Id="rId201" Type="http://schemas.openxmlformats.org/officeDocument/2006/relationships/tags" Target="../tags/tag347.xml"/><Relationship Id="rId222" Type="http://schemas.openxmlformats.org/officeDocument/2006/relationships/tags" Target="../tags/tag368.xml"/><Relationship Id="rId17" Type="http://schemas.openxmlformats.org/officeDocument/2006/relationships/tags" Target="../tags/tag163.xml"/><Relationship Id="rId38" Type="http://schemas.openxmlformats.org/officeDocument/2006/relationships/tags" Target="../tags/tag184.xml"/><Relationship Id="rId59" Type="http://schemas.openxmlformats.org/officeDocument/2006/relationships/tags" Target="../tags/tag205.xml"/><Relationship Id="rId103" Type="http://schemas.openxmlformats.org/officeDocument/2006/relationships/tags" Target="../tags/tag249.xml"/><Relationship Id="rId124" Type="http://schemas.openxmlformats.org/officeDocument/2006/relationships/tags" Target="../tags/tag270.xml"/><Relationship Id="rId70" Type="http://schemas.openxmlformats.org/officeDocument/2006/relationships/tags" Target="../tags/tag216.xml"/><Relationship Id="rId91" Type="http://schemas.openxmlformats.org/officeDocument/2006/relationships/tags" Target="../tags/tag237.xml"/><Relationship Id="rId145" Type="http://schemas.openxmlformats.org/officeDocument/2006/relationships/tags" Target="../tags/tag291.xml"/><Relationship Id="rId166" Type="http://schemas.openxmlformats.org/officeDocument/2006/relationships/tags" Target="../tags/tag312.xml"/><Relationship Id="rId187" Type="http://schemas.openxmlformats.org/officeDocument/2006/relationships/tags" Target="../tags/tag333.xml"/><Relationship Id="rId1" Type="http://schemas.openxmlformats.org/officeDocument/2006/relationships/tags" Target="../tags/tag147.xml"/><Relationship Id="rId212" Type="http://schemas.openxmlformats.org/officeDocument/2006/relationships/tags" Target="../tags/tag358.xml"/><Relationship Id="rId233" Type="http://schemas.openxmlformats.org/officeDocument/2006/relationships/tags" Target="../tags/tag379.xml"/><Relationship Id="rId28" Type="http://schemas.openxmlformats.org/officeDocument/2006/relationships/tags" Target="../tags/tag174.xml"/><Relationship Id="rId49" Type="http://schemas.openxmlformats.org/officeDocument/2006/relationships/tags" Target="../tags/tag195.xml"/><Relationship Id="rId114" Type="http://schemas.openxmlformats.org/officeDocument/2006/relationships/tags" Target="../tags/tag260.xml"/><Relationship Id="rId60" Type="http://schemas.openxmlformats.org/officeDocument/2006/relationships/tags" Target="../tags/tag206.xml"/><Relationship Id="rId81" Type="http://schemas.openxmlformats.org/officeDocument/2006/relationships/tags" Target="../tags/tag227.xml"/><Relationship Id="rId135" Type="http://schemas.openxmlformats.org/officeDocument/2006/relationships/tags" Target="../tags/tag281.xml"/><Relationship Id="rId156" Type="http://schemas.openxmlformats.org/officeDocument/2006/relationships/tags" Target="../tags/tag302.xml"/><Relationship Id="rId177" Type="http://schemas.openxmlformats.org/officeDocument/2006/relationships/tags" Target="../tags/tag323.xml"/><Relationship Id="rId198" Type="http://schemas.openxmlformats.org/officeDocument/2006/relationships/tags" Target="../tags/tag344.xml"/><Relationship Id="rId202" Type="http://schemas.openxmlformats.org/officeDocument/2006/relationships/tags" Target="../tags/tag348.xml"/><Relationship Id="rId223" Type="http://schemas.openxmlformats.org/officeDocument/2006/relationships/tags" Target="../tags/tag369.xml"/><Relationship Id="rId18" Type="http://schemas.openxmlformats.org/officeDocument/2006/relationships/tags" Target="../tags/tag164.xml"/><Relationship Id="rId39" Type="http://schemas.openxmlformats.org/officeDocument/2006/relationships/tags" Target="../tags/tag185.xml"/><Relationship Id="rId50" Type="http://schemas.openxmlformats.org/officeDocument/2006/relationships/tags" Target="../tags/tag196.xml"/><Relationship Id="rId104" Type="http://schemas.openxmlformats.org/officeDocument/2006/relationships/tags" Target="../tags/tag250.xml"/><Relationship Id="rId125" Type="http://schemas.openxmlformats.org/officeDocument/2006/relationships/tags" Target="../tags/tag271.xml"/><Relationship Id="rId146" Type="http://schemas.openxmlformats.org/officeDocument/2006/relationships/tags" Target="../tags/tag292.xml"/><Relationship Id="rId167" Type="http://schemas.openxmlformats.org/officeDocument/2006/relationships/tags" Target="../tags/tag313.xml"/><Relationship Id="rId188" Type="http://schemas.openxmlformats.org/officeDocument/2006/relationships/tags" Target="../tags/tag334.xml"/><Relationship Id="rId71" Type="http://schemas.openxmlformats.org/officeDocument/2006/relationships/tags" Target="../tags/tag217.xml"/><Relationship Id="rId92" Type="http://schemas.openxmlformats.org/officeDocument/2006/relationships/tags" Target="../tags/tag238.xml"/><Relationship Id="rId213" Type="http://schemas.openxmlformats.org/officeDocument/2006/relationships/tags" Target="../tags/tag359.xml"/><Relationship Id="rId234" Type="http://schemas.openxmlformats.org/officeDocument/2006/relationships/tags" Target="../tags/tag380.xml"/><Relationship Id="rId2" Type="http://schemas.openxmlformats.org/officeDocument/2006/relationships/tags" Target="../tags/tag148.xml"/><Relationship Id="rId29" Type="http://schemas.openxmlformats.org/officeDocument/2006/relationships/tags" Target="../tags/tag175.xml"/><Relationship Id="rId40" Type="http://schemas.openxmlformats.org/officeDocument/2006/relationships/tags" Target="../tags/tag186.xml"/><Relationship Id="rId115" Type="http://schemas.openxmlformats.org/officeDocument/2006/relationships/tags" Target="../tags/tag261.xml"/><Relationship Id="rId136" Type="http://schemas.openxmlformats.org/officeDocument/2006/relationships/tags" Target="../tags/tag282.xml"/><Relationship Id="rId157" Type="http://schemas.openxmlformats.org/officeDocument/2006/relationships/tags" Target="../tags/tag303.xml"/><Relationship Id="rId178" Type="http://schemas.openxmlformats.org/officeDocument/2006/relationships/tags" Target="../tags/tag324.xml"/><Relationship Id="rId61" Type="http://schemas.openxmlformats.org/officeDocument/2006/relationships/tags" Target="../tags/tag207.xml"/><Relationship Id="rId82" Type="http://schemas.openxmlformats.org/officeDocument/2006/relationships/tags" Target="../tags/tag228.xml"/><Relationship Id="rId199" Type="http://schemas.openxmlformats.org/officeDocument/2006/relationships/tags" Target="../tags/tag345.xml"/><Relationship Id="rId203" Type="http://schemas.openxmlformats.org/officeDocument/2006/relationships/tags" Target="../tags/tag349.xml"/><Relationship Id="rId19" Type="http://schemas.openxmlformats.org/officeDocument/2006/relationships/tags" Target="../tags/tag165.xml"/><Relationship Id="rId224" Type="http://schemas.openxmlformats.org/officeDocument/2006/relationships/tags" Target="../tags/tag370.xml"/><Relationship Id="rId30" Type="http://schemas.openxmlformats.org/officeDocument/2006/relationships/tags" Target="../tags/tag176.xml"/><Relationship Id="rId105" Type="http://schemas.openxmlformats.org/officeDocument/2006/relationships/tags" Target="../tags/tag251.xml"/><Relationship Id="rId126" Type="http://schemas.openxmlformats.org/officeDocument/2006/relationships/tags" Target="../tags/tag272.xml"/><Relationship Id="rId147" Type="http://schemas.openxmlformats.org/officeDocument/2006/relationships/tags" Target="../tags/tag293.xml"/><Relationship Id="rId168" Type="http://schemas.openxmlformats.org/officeDocument/2006/relationships/tags" Target="../tags/tag314.xml"/><Relationship Id="rId51" Type="http://schemas.openxmlformats.org/officeDocument/2006/relationships/tags" Target="../tags/tag197.xml"/><Relationship Id="rId72" Type="http://schemas.openxmlformats.org/officeDocument/2006/relationships/tags" Target="../tags/tag218.xml"/><Relationship Id="rId93" Type="http://schemas.openxmlformats.org/officeDocument/2006/relationships/tags" Target="../tags/tag239.xml"/><Relationship Id="rId189" Type="http://schemas.openxmlformats.org/officeDocument/2006/relationships/tags" Target="../tags/tag335.xml"/><Relationship Id="rId3" Type="http://schemas.openxmlformats.org/officeDocument/2006/relationships/tags" Target="../tags/tag149.xml"/><Relationship Id="rId214" Type="http://schemas.openxmlformats.org/officeDocument/2006/relationships/tags" Target="../tags/tag360.xml"/><Relationship Id="rId235" Type="http://schemas.openxmlformats.org/officeDocument/2006/relationships/slideLayout" Target="../slideLayouts/slideLayout2.xml"/><Relationship Id="rId116" Type="http://schemas.openxmlformats.org/officeDocument/2006/relationships/tags" Target="../tags/tag262.xml"/><Relationship Id="rId137" Type="http://schemas.openxmlformats.org/officeDocument/2006/relationships/tags" Target="../tags/tag283.xml"/><Relationship Id="rId158" Type="http://schemas.openxmlformats.org/officeDocument/2006/relationships/tags" Target="../tags/tag304.xml"/></Relationships>
</file>

<file path=ppt/slides/_rels/slide93.xml.rels><?xml version="1.0" encoding="UTF-8" standalone="yes"?>
<Relationships xmlns="http://schemas.openxmlformats.org/package/2006/relationships"><Relationship Id="rId117" Type="http://schemas.openxmlformats.org/officeDocument/2006/relationships/tags" Target="../tags/tag497.xml"/><Relationship Id="rId21" Type="http://schemas.openxmlformats.org/officeDocument/2006/relationships/tags" Target="../tags/tag401.xml"/><Relationship Id="rId42" Type="http://schemas.openxmlformats.org/officeDocument/2006/relationships/tags" Target="../tags/tag422.xml"/><Relationship Id="rId63" Type="http://schemas.openxmlformats.org/officeDocument/2006/relationships/tags" Target="../tags/tag443.xml"/><Relationship Id="rId84" Type="http://schemas.openxmlformats.org/officeDocument/2006/relationships/tags" Target="../tags/tag464.xml"/><Relationship Id="rId138" Type="http://schemas.openxmlformats.org/officeDocument/2006/relationships/tags" Target="../tags/tag518.xml"/><Relationship Id="rId107" Type="http://schemas.openxmlformats.org/officeDocument/2006/relationships/tags" Target="../tags/tag487.xml"/><Relationship Id="rId11" Type="http://schemas.openxmlformats.org/officeDocument/2006/relationships/tags" Target="../tags/tag391.xml"/><Relationship Id="rId32" Type="http://schemas.openxmlformats.org/officeDocument/2006/relationships/tags" Target="../tags/tag412.xml"/><Relationship Id="rId53" Type="http://schemas.openxmlformats.org/officeDocument/2006/relationships/tags" Target="../tags/tag433.xml"/><Relationship Id="rId74" Type="http://schemas.openxmlformats.org/officeDocument/2006/relationships/tags" Target="../tags/tag454.xml"/><Relationship Id="rId128" Type="http://schemas.openxmlformats.org/officeDocument/2006/relationships/tags" Target="../tags/tag508.xml"/><Relationship Id="rId149" Type="http://schemas.openxmlformats.org/officeDocument/2006/relationships/tags" Target="../tags/tag529.xml"/><Relationship Id="rId5" Type="http://schemas.openxmlformats.org/officeDocument/2006/relationships/tags" Target="../tags/tag385.xml"/><Relationship Id="rId95" Type="http://schemas.openxmlformats.org/officeDocument/2006/relationships/tags" Target="../tags/tag475.xml"/><Relationship Id="rId22" Type="http://schemas.openxmlformats.org/officeDocument/2006/relationships/tags" Target="../tags/tag402.xml"/><Relationship Id="rId27" Type="http://schemas.openxmlformats.org/officeDocument/2006/relationships/tags" Target="../tags/tag407.xml"/><Relationship Id="rId43" Type="http://schemas.openxmlformats.org/officeDocument/2006/relationships/tags" Target="../tags/tag423.xml"/><Relationship Id="rId48" Type="http://schemas.openxmlformats.org/officeDocument/2006/relationships/tags" Target="../tags/tag428.xml"/><Relationship Id="rId64" Type="http://schemas.openxmlformats.org/officeDocument/2006/relationships/tags" Target="../tags/tag444.xml"/><Relationship Id="rId69" Type="http://schemas.openxmlformats.org/officeDocument/2006/relationships/tags" Target="../tags/tag449.xml"/><Relationship Id="rId113" Type="http://schemas.openxmlformats.org/officeDocument/2006/relationships/tags" Target="../tags/tag493.xml"/><Relationship Id="rId118" Type="http://schemas.openxmlformats.org/officeDocument/2006/relationships/tags" Target="../tags/tag498.xml"/><Relationship Id="rId134" Type="http://schemas.openxmlformats.org/officeDocument/2006/relationships/tags" Target="../tags/tag514.xml"/><Relationship Id="rId139" Type="http://schemas.openxmlformats.org/officeDocument/2006/relationships/tags" Target="../tags/tag519.xml"/><Relationship Id="rId80" Type="http://schemas.openxmlformats.org/officeDocument/2006/relationships/tags" Target="../tags/tag460.xml"/><Relationship Id="rId85" Type="http://schemas.openxmlformats.org/officeDocument/2006/relationships/tags" Target="../tags/tag465.xml"/><Relationship Id="rId150" Type="http://schemas.openxmlformats.org/officeDocument/2006/relationships/slideLayout" Target="../slideLayouts/slideLayout2.xml"/><Relationship Id="rId12" Type="http://schemas.openxmlformats.org/officeDocument/2006/relationships/tags" Target="../tags/tag392.xml"/><Relationship Id="rId17" Type="http://schemas.openxmlformats.org/officeDocument/2006/relationships/tags" Target="../tags/tag397.xml"/><Relationship Id="rId33" Type="http://schemas.openxmlformats.org/officeDocument/2006/relationships/tags" Target="../tags/tag413.xml"/><Relationship Id="rId38" Type="http://schemas.openxmlformats.org/officeDocument/2006/relationships/tags" Target="../tags/tag418.xml"/><Relationship Id="rId59" Type="http://schemas.openxmlformats.org/officeDocument/2006/relationships/tags" Target="../tags/tag439.xml"/><Relationship Id="rId103" Type="http://schemas.openxmlformats.org/officeDocument/2006/relationships/tags" Target="../tags/tag483.xml"/><Relationship Id="rId108" Type="http://schemas.openxmlformats.org/officeDocument/2006/relationships/tags" Target="../tags/tag488.xml"/><Relationship Id="rId124" Type="http://schemas.openxmlformats.org/officeDocument/2006/relationships/tags" Target="../tags/tag504.xml"/><Relationship Id="rId129" Type="http://schemas.openxmlformats.org/officeDocument/2006/relationships/tags" Target="../tags/tag509.xml"/><Relationship Id="rId54" Type="http://schemas.openxmlformats.org/officeDocument/2006/relationships/tags" Target="../tags/tag434.xml"/><Relationship Id="rId70" Type="http://schemas.openxmlformats.org/officeDocument/2006/relationships/tags" Target="../tags/tag450.xml"/><Relationship Id="rId75" Type="http://schemas.openxmlformats.org/officeDocument/2006/relationships/tags" Target="../tags/tag455.xml"/><Relationship Id="rId91" Type="http://schemas.openxmlformats.org/officeDocument/2006/relationships/tags" Target="../tags/tag471.xml"/><Relationship Id="rId96" Type="http://schemas.openxmlformats.org/officeDocument/2006/relationships/tags" Target="../tags/tag476.xml"/><Relationship Id="rId140" Type="http://schemas.openxmlformats.org/officeDocument/2006/relationships/tags" Target="../tags/tag520.xml"/><Relationship Id="rId145" Type="http://schemas.openxmlformats.org/officeDocument/2006/relationships/tags" Target="../tags/tag525.xml"/><Relationship Id="rId1" Type="http://schemas.openxmlformats.org/officeDocument/2006/relationships/tags" Target="../tags/tag381.xml"/><Relationship Id="rId6" Type="http://schemas.openxmlformats.org/officeDocument/2006/relationships/tags" Target="../tags/tag386.xml"/><Relationship Id="rId23" Type="http://schemas.openxmlformats.org/officeDocument/2006/relationships/tags" Target="../tags/tag403.xml"/><Relationship Id="rId28" Type="http://schemas.openxmlformats.org/officeDocument/2006/relationships/tags" Target="../tags/tag408.xml"/><Relationship Id="rId49" Type="http://schemas.openxmlformats.org/officeDocument/2006/relationships/tags" Target="../tags/tag429.xml"/><Relationship Id="rId114" Type="http://schemas.openxmlformats.org/officeDocument/2006/relationships/tags" Target="../tags/tag494.xml"/><Relationship Id="rId119" Type="http://schemas.openxmlformats.org/officeDocument/2006/relationships/tags" Target="../tags/tag499.xml"/><Relationship Id="rId44" Type="http://schemas.openxmlformats.org/officeDocument/2006/relationships/tags" Target="../tags/tag424.xml"/><Relationship Id="rId60" Type="http://schemas.openxmlformats.org/officeDocument/2006/relationships/tags" Target="../tags/tag440.xml"/><Relationship Id="rId65" Type="http://schemas.openxmlformats.org/officeDocument/2006/relationships/tags" Target="../tags/tag445.xml"/><Relationship Id="rId81" Type="http://schemas.openxmlformats.org/officeDocument/2006/relationships/tags" Target="../tags/tag461.xml"/><Relationship Id="rId86" Type="http://schemas.openxmlformats.org/officeDocument/2006/relationships/tags" Target="../tags/tag466.xml"/><Relationship Id="rId130" Type="http://schemas.openxmlformats.org/officeDocument/2006/relationships/tags" Target="../tags/tag510.xml"/><Relationship Id="rId135" Type="http://schemas.openxmlformats.org/officeDocument/2006/relationships/tags" Target="../tags/tag515.xml"/><Relationship Id="rId13" Type="http://schemas.openxmlformats.org/officeDocument/2006/relationships/tags" Target="../tags/tag393.xml"/><Relationship Id="rId18" Type="http://schemas.openxmlformats.org/officeDocument/2006/relationships/tags" Target="../tags/tag398.xml"/><Relationship Id="rId39" Type="http://schemas.openxmlformats.org/officeDocument/2006/relationships/tags" Target="../tags/tag419.xml"/><Relationship Id="rId109" Type="http://schemas.openxmlformats.org/officeDocument/2006/relationships/tags" Target="../tags/tag489.xml"/><Relationship Id="rId34" Type="http://schemas.openxmlformats.org/officeDocument/2006/relationships/tags" Target="../tags/tag414.xml"/><Relationship Id="rId50" Type="http://schemas.openxmlformats.org/officeDocument/2006/relationships/tags" Target="../tags/tag430.xml"/><Relationship Id="rId55" Type="http://schemas.openxmlformats.org/officeDocument/2006/relationships/tags" Target="../tags/tag435.xml"/><Relationship Id="rId76" Type="http://schemas.openxmlformats.org/officeDocument/2006/relationships/tags" Target="../tags/tag456.xml"/><Relationship Id="rId97" Type="http://schemas.openxmlformats.org/officeDocument/2006/relationships/tags" Target="../tags/tag477.xml"/><Relationship Id="rId104" Type="http://schemas.openxmlformats.org/officeDocument/2006/relationships/tags" Target="../tags/tag484.xml"/><Relationship Id="rId120" Type="http://schemas.openxmlformats.org/officeDocument/2006/relationships/tags" Target="../tags/tag500.xml"/><Relationship Id="rId125" Type="http://schemas.openxmlformats.org/officeDocument/2006/relationships/tags" Target="../tags/tag505.xml"/><Relationship Id="rId141" Type="http://schemas.openxmlformats.org/officeDocument/2006/relationships/tags" Target="../tags/tag521.xml"/><Relationship Id="rId146" Type="http://schemas.openxmlformats.org/officeDocument/2006/relationships/tags" Target="../tags/tag526.xml"/><Relationship Id="rId7" Type="http://schemas.openxmlformats.org/officeDocument/2006/relationships/tags" Target="../tags/tag387.xml"/><Relationship Id="rId71" Type="http://schemas.openxmlformats.org/officeDocument/2006/relationships/tags" Target="../tags/tag451.xml"/><Relationship Id="rId92" Type="http://schemas.openxmlformats.org/officeDocument/2006/relationships/tags" Target="../tags/tag472.xml"/><Relationship Id="rId2" Type="http://schemas.openxmlformats.org/officeDocument/2006/relationships/tags" Target="../tags/tag382.xml"/><Relationship Id="rId29" Type="http://schemas.openxmlformats.org/officeDocument/2006/relationships/tags" Target="../tags/tag409.xml"/><Relationship Id="rId24" Type="http://schemas.openxmlformats.org/officeDocument/2006/relationships/tags" Target="../tags/tag404.xml"/><Relationship Id="rId40" Type="http://schemas.openxmlformats.org/officeDocument/2006/relationships/tags" Target="../tags/tag420.xml"/><Relationship Id="rId45" Type="http://schemas.openxmlformats.org/officeDocument/2006/relationships/tags" Target="../tags/tag425.xml"/><Relationship Id="rId66" Type="http://schemas.openxmlformats.org/officeDocument/2006/relationships/tags" Target="../tags/tag446.xml"/><Relationship Id="rId87" Type="http://schemas.openxmlformats.org/officeDocument/2006/relationships/tags" Target="../tags/tag467.xml"/><Relationship Id="rId110" Type="http://schemas.openxmlformats.org/officeDocument/2006/relationships/tags" Target="../tags/tag490.xml"/><Relationship Id="rId115" Type="http://schemas.openxmlformats.org/officeDocument/2006/relationships/tags" Target="../tags/tag495.xml"/><Relationship Id="rId131" Type="http://schemas.openxmlformats.org/officeDocument/2006/relationships/tags" Target="../tags/tag511.xml"/><Relationship Id="rId136" Type="http://schemas.openxmlformats.org/officeDocument/2006/relationships/tags" Target="../tags/tag516.xml"/><Relationship Id="rId61" Type="http://schemas.openxmlformats.org/officeDocument/2006/relationships/tags" Target="../tags/tag441.xml"/><Relationship Id="rId82" Type="http://schemas.openxmlformats.org/officeDocument/2006/relationships/tags" Target="../tags/tag462.xml"/><Relationship Id="rId19" Type="http://schemas.openxmlformats.org/officeDocument/2006/relationships/tags" Target="../tags/tag399.xml"/><Relationship Id="rId14" Type="http://schemas.openxmlformats.org/officeDocument/2006/relationships/tags" Target="../tags/tag394.xml"/><Relationship Id="rId30" Type="http://schemas.openxmlformats.org/officeDocument/2006/relationships/tags" Target="../tags/tag410.xml"/><Relationship Id="rId35" Type="http://schemas.openxmlformats.org/officeDocument/2006/relationships/tags" Target="../tags/tag415.xml"/><Relationship Id="rId56" Type="http://schemas.openxmlformats.org/officeDocument/2006/relationships/tags" Target="../tags/tag436.xml"/><Relationship Id="rId77" Type="http://schemas.openxmlformats.org/officeDocument/2006/relationships/tags" Target="../tags/tag457.xml"/><Relationship Id="rId100" Type="http://schemas.openxmlformats.org/officeDocument/2006/relationships/tags" Target="../tags/tag480.xml"/><Relationship Id="rId105" Type="http://schemas.openxmlformats.org/officeDocument/2006/relationships/tags" Target="../tags/tag485.xml"/><Relationship Id="rId126" Type="http://schemas.openxmlformats.org/officeDocument/2006/relationships/tags" Target="../tags/tag506.xml"/><Relationship Id="rId147" Type="http://schemas.openxmlformats.org/officeDocument/2006/relationships/tags" Target="../tags/tag527.xml"/><Relationship Id="rId8" Type="http://schemas.openxmlformats.org/officeDocument/2006/relationships/tags" Target="../tags/tag388.xml"/><Relationship Id="rId51" Type="http://schemas.openxmlformats.org/officeDocument/2006/relationships/tags" Target="../tags/tag431.xml"/><Relationship Id="rId72" Type="http://schemas.openxmlformats.org/officeDocument/2006/relationships/tags" Target="../tags/tag452.xml"/><Relationship Id="rId93" Type="http://schemas.openxmlformats.org/officeDocument/2006/relationships/tags" Target="../tags/tag473.xml"/><Relationship Id="rId98" Type="http://schemas.openxmlformats.org/officeDocument/2006/relationships/tags" Target="../tags/tag478.xml"/><Relationship Id="rId121" Type="http://schemas.openxmlformats.org/officeDocument/2006/relationships/tags" Target="../tags/tag501.xml"/><Relationship Id="rId142" Type="http://schemas.openxmlformats.org/officeDocument/2006/relationships/tags" Target="../tags/tag522.xml"/><Relationship Id="rId3" Type="http://schemas.openxmlformats.org/officeDocument/2006/relationships/tags" Target="../tags/tag383.xml"/><Relationship Id="rId25" Type="http://schemas.openxmlformats.org/officeDocument/2006/relationships/tags" Target="../tags/tag405.xml"/><Relationship Id="rId46" Type="http://schemas.openxmlformats.org/officeDocument/2006/relationships/tags" Target="../tags/tag426.xml"/><Relationship Id="rId67" Type="http://schemas.openxmlformats.org/officeDocument/2006/relationships/tags" Target="../tags/tag447.xml"/><Relationship Id="rId116" Type="http://schemas.openxmlformats.org/officeDocument/2006/relationships/tags" Target="../tags/tag496.xml"/><Relationship Id="rId137" Type="http://schemas.openxmlformats.org/officeDocument/2006/relationships/tags" Target="../tags/tag517.xml"/><Relationship Id="rId20" Type="http://schemas.openxmlformats.org/officeDocument/2006/relationships/tags" Target="../tags/tag400.xml"/><Relationship Id="rId41" Type="http://schemas.openxmlformats.org/officeDocument/2006/relationships/tags" Target="../tags/tag421.xml"/><Relationship Id="rId62" Type="http://schemas.openxmlformats.org/officeDocument/2006/relationships/tags" Target="../tags/tag442.xml"/><Relationship Id="rId83" Type="http://schemas.openxmlformats.org/officeDocument/2006/relationships/tags" Target="../tags/tag463.xml"/><Relationship Id="rId88" Type="http://schemas.openxmlformats.org/officeDocument/2006/relationships/tags" Target="../tags/tag468.xml"/><Relationship Id="rId111" Type="http://schemas.openxmlformats.org/officeDocument/2006/relationships/tags" Target="../tags/tag491.xml"/><Relationship Id="rId132" Type="http://schemas.openxmlformats.org/officeDocument/2006/relationships/tags" Target="../tags/tag512.xml"/><Relationship Id="rId15" Type="http://schemas.openxmlformats.org/officeDocument/2006/relationships/tags" Target="../tags/tag395.xml"/><Relationship Id="rId36" Type="http://schemas.openxmlformats.org/officeDocument/2006/relationships/tags" Target="../tags/tag416.xml"/><Relationship Id="rId57" Type="http://schemas.openxmlformats.org/officeDocument/2006/relationships/tags" Target="../tags/tag437.xml"/><Relationship Id="rId106" Type="http://schemas.openxmlformats.org/officeDocument/2006/relationships/tags" Target="../tags/tag486.xml"/><Relationship Id="rId127" Type="http://schemas.openxmlformats.org/officeDocument/2006/relationships/tags" Target="../tags/tag507.xml"/><Relationship Id="rId10" Type="http://schemas.openxmlformats.org/officeDocument/2006/relationships/tags" Target="../tags/tag390.xml"/><Relationship Id="rId31" Type="http://schemas.openxmlformats.org/officeDocument/2006/relationships/tags" Target="../tags/tag411.xml"/><Relationship Id="rId52" Type="http://schemas.openxmlformats.org/officeDocument/2006/relationships/tags" Target="../tags/tag432.xml"/><Relationship Id="rId73" Type="http://schemas.openxmlformats.org/officeDocument/2006/relationships/tags" Target="../tags/tag453.xml"/><Relationship Id="rId78" Type="http://schemas.openxmlformats.org/officeDocument/2006/relationships/tags" Target="../tags/tag458.xml"/><Relationship Id="rId94" Type="http://schemas.openxmlformats.org/officeDocument/2006/relationships/tags" Target="../tags/tag474.xml"/><Relationship Id="rId99" Type="http://schemas.openxmlformats.org/officeDocument/2006/relationships/tags" Target="../tags/tag479.xml"/><Relationship Id="rId101" Type="http://schemas.openxmlformats.org/officeDocument/2006/relationships/tags" Target="../tags/tag481.xml"/><Relationship Id="rId122" Type="http://schemas.openxmlformats.org/officeDocument/2006/relationships/tags" Target="../tags/tag502.xml"/><Relationship Id="rId143" Type="http://schemas.openxmlformats.org/officeDocument/2006/relationships/tags" Target="../tags/tag523.xml"/><Relationship Id="rId148" Type="http://schemas.openxmlformats.org/officeDocument/2006/relationships/tags" Target="../tags/tag528.xml"/><Relationship Id="rId4" Type="http://schemas.openxmlformats.org/officeDocument/2006/relationships/tags" Target="../tags/tag384.xml"/><Relationship Id="rId9" Type="http://schemas.openxmlformats.org/officeDocument/2006/relationships/tags" Target="../tags/tag389.xml"/><Relationship Id="rId26" Type="http://schemas.openxmlformats.org/officeDocument/2006/relationships/tags" Target="../tags/tag406.xml"/><Relationship Id="rId47" Type="http://schemas.openxmlformats.org/officeDocument/2006/relationships/tags" Target="../tags/tag427.xml"/><Relationship Id="rId68" Type="http://schemas.openxmlformats.org/officeDocument/2006/relationships/tags" Target="../tags/tag448.xml"/><Relationship Id="rId89" Type="http://schemas.openxmlformats.org/officeDocument/2006/relationships/tags" Target="../tags/tag469.xml"/><Relationship Id="rId112" Type="http://schemas.openxmlformats.org/officeDocument/2006/relationships/tags" Target="../tags/tag492.xml"/><Relationship Id="rId133" Type="http://schemas.openxmlformats.org/officeDocument/2006/relationships/tags" Target="../tags/tag513.xml"/><Relationship Id="rId16" Type="http://schemas.openxmlformats.org/officeDocument/2006/relationships/tags" Target="../tags/tag396.xml"/><Relationship Id="rId37" Type="http://schemas.openxmlformats.org/officeDocument/2006/relationships/tags" Target="../tags/tag417.xml"/><Relationship Id="rId58" Type="http://schemas.openxmlformats.org/officeDocument/2006/relationships/tags" Target="../tags/tag438.xml"/><Relationship Id="rId79" Type="http://schemas.openxmlformats.org/officeDocument/2006/relationships/tags" Target="../tags/tag459.xml"/><Relationship Id="rId102" Type="http://schemas.openxmlformats.org/officeDocument/2006/relationships/tags" Target="../tags/tag482.xml"/><Relationship Id="rId123" Type="http://schemas.openxmlformats.org/officeDocument/2006/relationships/tags" Target="../tags/tag503.xml"/><Relationship Id="rId144" Type="http://schemas.openxmlformats.org/officeDocument/2006/relationships/tags" Target="../tags/tag524.xml"/><Relationship Id="rId90" Type="http://schemas.openxmlformats.org/officeDocument/2006/relationships/tags" Target="../tags/tag47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13" Type="http://schemas.openxmlformats.org/officeDocument/2006/relationships/tags" Target="../tags/tag542.xml"/><Relationship Id="rId18" Type="http://schemas.openxmlformats.org/officeDocument/2006/relationships/tags" Target="../tags/tag547.xml"/><Relationship Id="rId26" Type="http://schemas.openxmlformats.org/officeDocument/2006/relationships/tags" Target="../tags/tag555.xml"/><Relationship Id="rId3" Type="http://schemas.openxmlformats.org/officeDocument/2006/relationships/tags" Target="../tags/tag532.xml"/><Relationship Id="rId21" Type="http://schemas.openxmlformats.org/officeDocument/2006/relationships/tags" Target="../tags/tag550.xml"/><Relationship Id="rId7" Type="http://schemas.openxmlformats.org/officeDocument/2006/relationships/tags" Target="../tags/tag536.xml"/><Relationship Id="rId12" Type="http://schemas.openxmlformats.org/officeDocument/2006/relationships/tags" Target="../tags/tag541.xml"/><Relationship Id="rId17" Type="http://schemas.openxmlformats.org/officeDocument/2006/relationships/tags" Target="../tags/tag546.xml"/><Relationship Id="rId25" Type="http://schemas.openxmlformats.org/officeDocument/2006/relationships/tags" Target="../tags/tag554.xml"/><Relationship Id="rId33" Type="http://schemas.openxmlformats.org/officeDocument/2006/relationships/slideLayout" Target="../slideLayouts/slideLayout15.xml"/><Relationship Id="rId2" Type="http://schemas.openxmlformats.org/officeDocument/2006/relationships/tags" Target="../tags/tag531.xml"/><Relationship Id="rId16" Type="http://schemas.openxmlformats.org/officeDocument/2006/relationships/tags" Target="../tags/tag545.xml"/><Relationship Id="rId20" Type="http://schemas.openxmlformats.org/officeDocument/2006/relationships/tags" Target="../tags/tag549.xml"/><Relationship Id="rId29" Type="http://schemas.openxmlformats.org/officeDocument/2006/relationships/tags" Target="../tags/tag558.xml"/><Relationship Id="rId1" Type="http://schemas.openxmlformats.org/officeDocument/2006/relationships/tags" Target="../tags/tag530.xml"/><Relationship Id="rId6" Type="http://schemas.openxmlformats.org/officeDocument/2006/relationships/tags" Target="../tags/tag535.xml"/><Relationship Id="rId11" Type="http://schemas.openxmlformats.org/officeDocument/2006/relationships/tags" Target="../tags/tag540.xml"/><Relationship Id="rId24" Type="http://schemas.openxmlformats.org/officeDocument/2006/relationships/tags" Target="../tags/tag553.xml"/><Relationship Id="rId32" Type="http://schemas.openxmlformats.org/officeDocument/2006/relationships/tags" Target="../tags/tag561.xml"/><Relationship Id="rId5" Type="http://schemas.openxmlformats.org/officeDocument/2006/relationships/tags" Target="../tags/tag534.xml"/><Relationship Id="rId15" Type="http://schemas.openxmlformats.org/officeDocument/2006/relationships/tags" Target="../tags/tag544.xml"/><Relationship Id="rId23" Type="http://schemas.openxmlformats.org/officeDocument/2006/relationships/tags" Target="../tags/tag552.xml"/><Relationship Id="rId28" Type="http://schemas.openxmlformats.org/officeDocument/2006/relationships/tags" Target="../tags/tag557.xml"/><Relationship Id="rId10" Type="http://schemas.openxmlformats.org/officeDocument/2006/relationships/tags" Target="../tags/tag539.xml"/><Relationship Id="rId19" Type="http://schemas.openxmlformats.org/officeDocument/2006/relationships/tags" Target="../tags/tag548.xml"/><Relationship Id="rId31" Type="http://schemas.openxmlformats.org/officeDocument/2006/relationships/tags" Target="../tags/tag560.xml"/><Relationship Id="rId4" Type="http://schemas.openxmlformats.org/officeDocument/2006/relationships/tags" Target="../tags/tag533.xml"/><Relationship Id="rId9" Type="http://schemas.openxmlformats.org/officeDocument/2006/relationships/tags" Target="../tags/tag538.xml"/><Relationship Id="rId14" Type="http://schemas.openxmlformats.org/officeDocument/2006/relationships/tags" Target="../tags/tag543.xml"/><Relationship Id="rId22" Type="http://schemas.openxmlformats.org/officeDocument/2006/relationships/tags" Target="../tags/tag551.xml"/><Relationship Id="rId27" Type="http://schemas.openxmlformats.org/officeDocument/2006/relationships/tags" Target="../tags/tag556.xml"/><Relationship Id="rId30" Type="http://schemas.openxmlformats.org/officeDocument/2006/relationships/tags" Target="../tags/tag559.xml"/><Relationship Id="rId8" Type="http://schemas.openxmlformats.org/officeDocument/2006/relationships/tags" Target="../tags/tag537.xml"/></Relationships>
</file>

<file path=ppt/slides/_rels/slide9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9.bin"/><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26" Type="http://schemas.openxmlformats.org/officeDocument/2006/relationships/tags" Target="../tags/tag587.xml"/><Relationship Id="rId21" Type="http://schemas.openxmlformats.org/officeDocument/2006/relationships/tags" Target="../tags/tag582.xml"/><Relationship Id="rId42" Type="http://schemas.openxmlformats.org/officeDocument/2006/relationships/tags" Target="../tags/tag603.xml"/><Relationship Id="rId47" Type="http://schemas.openxmlformats.org/officeDocument/2006/relationships/tags" Target="../tags/tag608.xml"/><Relationship Id="rId63" Type="http://schemas.openxmlformats.org/officeDocument/2006/relationships/tags" Target="../tags/tag624.xml"/><Relationship Id="rId68" Type="http://schemas.openxmlformats.org/officeDocument/2006/relationships/tags" Target="../tags/tag629.xml"/><Relationship Id="rId16" Type="http://schemas.openxmlformats.org/officeDocument/2006/relationships/tags" Target="../tags/tag577.xml"/><Relationship Id="rId11" Type="http://schemas.openxmlformats.org/officeDocument/2006/relationships/tags" Target="../tags/tag572.xml"/><Relationship Id="rId24" Type="http://schemas.openxmlformats.org/officeDocument/2006/relationships/tags" Target="../tags/tag585.xml"/><Relationship Id="rId32" Type="http://schemas.openxmlformats.org/officeDocument/2006/relationships/tags" Target="../tags/tag593.xml"/><Relationship Id="rId37" Type="http://schemas.openxmlformats.org/officeDocument/2006/relationships/tags" Target="../tags/tag598.xml"/><Relationship Id="rId40" Type="http://schemas.openxmlformats.org/officeDocument/2006/relationships/tags" Target="../tags/tag601.xml"/><Relationship Id="rId45" Type="http://schemas.openxmlformats.org/officeDocument/2006/relationships/tags" Target="../tags/tag606.xml"/><Relationship Id="rId53" Type="http://schemas.openxmlformats.org/officeDocument/2006/relationships/tags" Target="../tags/tag614.xml"/><Relationship Id="rId58" Type="http://schemas.openxmlformats.org/officeDocument/2006/relationships/tags" Target="../tags/tag619.xml"/><Relationship Id="rId66" Type="http://schemas.openxmlformats.org/officeDocument/2006/relationships/tags" Target="../tags/tag627.xml"/><Relationship Id="rId74" Type="http://schemas.openxmlformats.org/officeDocument/2006/relationships/tags" Target="../tags/tag635.xml"/><Relationship Id="rId5" Type="http://schemas.openxmlformats.org/officeDocument/2006/relationships/tags" Target="../tags/tag566.xml"/><Relationship Id="rId61" Type="http://schemas.openxmlformats.org/officeDocument/2006/relationships/tags" Target="../tags/tag622.xml"/><Relationship Id="rId19" Type="http://schemas.openxmlformats.org/officeDocument/2006/relationships/tags" Target="../tags/tag580.xml"/><Relationship Id="rId14" Type="http://schemas.openxmlformats.org/officeDocument/2006/relationships/tags" Target="../tags/tag575.xml"/><Relationship Id="rId22" Type="http://schemas.openxmlformats.org/officeDocument/2006/relationships/tags" Target="../tags/tag583.xml"/><Relationship Id="rId27" Type="http://schemas.openxmlformats.org/officeDocument/2006/relationships/tags" Target="../tags/tag588.xml"/><Relationship Id="rId30" Type="http://schemas.openxmlformats.org/officeDocument/2006/relationships/tags" Target="../tags/tag591.xml"/><Relationship Id="rId35" Type="http://schemas.openxmlformats.org/officeDocument/2006/relationships/tags" Target="../tags/tag596.xml"/><Relationship Id="rId43" Type="http://schemas.openxmlformats.org/officeDocument/2006/relationships/tags" Target="../tags/tag604.xml"/><Relationship Id="rId48" Type="http://schemas.openxmlformats.org/officeDocument/2006/relationships/tags" Target="../tags/tag609.xml"/><Relationship Id="rId56" Type="http://schemas.openxmlformats.org/officeDocument/2006/relationships/tags" Target="../tags/tag617.xml"/><Relationship Id="rId64" Type="http://schemas.openxmlformats.org/officeDocument/2006/relationships/tags" Target="../tags/tag625.xml"/><Relationship Id="rId69" Type="http://schemas.openxmlformats.org/officeDocument/2006/relationships/tags" Target="../tags/tag630.xml"/><Relationship Id="rId77" Type="http://schemas.openxmlformats.org/officeDocument/2006/relationships/slideLayout" Target="../slideLayouts/slideLayout15.xml"/><Relationship Id="rId8" Type="http://schemas.openxmlformats.org/officeDocument/2006/relationships/tags" Target="../tags/tag569.xml"/><Relationship Id="rId51" Type="http://schemas.openxmlformats.org/officeDocument/2006/relationships/tags" Target="../tags/tag612.xml"/><Relationship Id="rId72" Type="http://schemas.openxmlformats.org/officeDocument/2006/relationships/tags" Target="../tags/tag633.xml"/><Relationship Id="rId3" Type="http://schemas.openxmlformats.org/officeDocument/2006/relationships/tags" Target="../tags/tag564.xml"/><Relationship Id="rId12" Type="http://schemas.openxmlformats.org/officeDocument/2006/relationships/tags" Target="../tags/tag573.xml"/><Relationship Id="rId17" Type="http://schemas.openxmlformats.org/officeDocument/2006/relationships/tags" Target="../tags/tag578.xml"/><Relationship Id="rId25" Type="http://schemas.openxmlformats.org/officeDocument/2006/relationships/tags" Target="../tags/tag586.xml"/><Relationship Id="rId33" Type="http://schemas.openxmlformats.org/officeDocument/2006/relationships/tags" Target="../tags/tag594.xml"/><Relationship Id="rId38" Type="http://schemas.openxmlformats.org/officeDocument/2006/relationships/tags" Target="../tags/tag599.xml"/><Relationship Id="rId46" Type="http://schemas.openxmlformats.org/officeDocument/2006/relationships/tags" Target="../tags/tag607.xml"/><Relationship Id="rId59" Type="http://schemas.openxmlformats.org/officeDocument/2006/relationships/tags" Target="../tags/tag620.xml"/><Relationship Id="rId67" Type="http://schemas.openxmlformats.org/officeDocument/2006/relationships/tags" Target="../tags/tag628.xml"/><Relationship Id="rId20" Type="http://schemas.openxmlformats.org/officeDocument/2006/relationships/tags" Target="../tags/tag581.xml"/><Relationship Id="rId41" Type="http://schemas.openxmlformats.org/officeDocument/2006/relationships/tags" Target="../tags/tag602.xml"/><Relationship Id="rId54" Type="http://schemas.openxmlformats.org/officeDocument/2006/relationships/tags" Target="../tags/tag615.xml"/><Relationship Id="rId62" Type="http://schemas.openxmlformats.org/officeDocument/2006/relationships/tags" Target="../tags/tag623.xml"/><Relationship Id="rId70" Type="http://schemas.openxmlformats.org/officeDocument/2006/relationships/tags" Target="../tags/tag631.xml"/><Relationship Id="rId75" Type="http://schemas.openxmlformats.org/officeDocument/2006/relationships/tags" Target="../tags/tag636.xml"/><Relationship Id="rId1" Type="http://schemas.openxmlformats.org/officeDocument/2006/relationships/tags" Target="../tags/tag562.xml"/><Relationship Id="rId6" Type="http://schemas.openxmlformats.org/officeDocument/2006/relationships/tags" Target="../tags/tag567.xml"/><Relationship Id="rId15" Type="http://schemas.openxmlformats.org/officeDocument/2006/relationships/tags" Target="../tags/tag576.xml"/><Relationship Id="rId23" Type="http://schemas.openxmlformats.org/officeDocument/2006/relationships/tags" Target="../tags/tag584.xml"/><Relationship Id="rId28" Type="http://schemas.openxmlformats.org/officeDocument/2006/relationships/tags" Target="../tags/tag589.xml"/><Relationship Id="rId36" Type="http://schemas.openxmlformats.org/officeDocument/2006/relationships/tags" Target="../tags/tag597.xml"/><Relationship Id="rId49" Type="http://schemas.openxmlformats.org/officeDocument/2006/relationships/tags" Target="../tags/tag610.xml"/><Relationship Id="rId57" Type="http://schemas.openxmlformats.org/officeDocument/2006/relationships/tags" Target="../tags/tag618.xml"/><Relationship Id="rId10" Type="http://schemas.openxmlformats.org/officeDocument/2006/relationships/tags" Target="../tags/tag571.xml"/><Relationship Id="rId31" Type="http://schemas.openxmlformats.org/officeDocument/2006/relationships/tags" Target="../tags/tag592.xml"/><Relationship Id="rId44" Type="http://schemas.openxmlformats.org/officeDocument/2006/relationships/tags" Target="../tags/tag605.xml"/><Relationship Id="rId52" Type="http://schemas.openxmlformats.org/officeDocument/2006/relationships/tags" Target="../tags/tag613.xml"/><Relationship Id="rId60" Type="http://schemas.openxmlformats.org/officeDocument/2006/relationships/tags" Target="../tags/tag621.xml"/><Relationship Id="rId65" Type="http://schemas.openxmlformats.org/officeDocument/2006/relationships/tags" Target="../tags/tag626.xml"/><Relationship Id="rId73" Type="http://schemas.openxmlformats.org/officeDocument/2006/relationships/tags" Target="../tags/tag634.xml"/><Relationship Id="rId4" Type="http://schemas.openxmlformats.org/officeDocument/2006/relationships/tags" Target="../tags/tag565.xml"/><Relationship Id="rId9" Type="http://schemas.openxmlformats.org/officeDocument/2006/relationships/tags" Target="../tags/tag570.xml"/><Relationship Id="rId13" Type="http://schemas.openxmlformats.org/officeDocument/2006/relationships/tags" Target="../tags/tag574.xml"/><Relationship Id="rId18" Type="http://schemas.openxmlformats.org/officeDocument/2006/relationships/tags" Target="../tags/tag579.xml"/><Relationship Id="rId39" Type="http://schemas.openxmlformats.org/officeDocument/2006/relationships/tags" Target="../tags/tag600.xml"/><Relationship Id="rId34" Type="http://schemas.openxmlformats.org/officeDocument/2006/relationships/tags" Target="../tags/tag595.xml"/><Relationship Id="rId50" Type="http://schemas.openxmlformats.org/officeDocument/2006/relationships/tags" Target="../tags/tag611.xml"/><Relationship Id="rId55" Type="http://schemas.openxmlformats.org/officeDocument/2006/relationships/tags" Target="../tags/tag616.xml"/><Relationship Id="rId76" Type="http://schemas.openxmlformats.org/officeDocument/2006/relationships/tags" Target="../tags/tag637.xml"/><Relationship Id="rId7" Type="http://schemas.openxmlformats.org/officeDocument/2006/relationships/tags" Target="../tags/tag568.xml"/><Relationship Id="rId71" Type="http://schemas.openxmlformats.org/officeDocument/2006/relationships/tags" Target="../tags/tag632.xml"/><Relationship Id="rId2" Type="http://schemas.openxmlformats.org/officeDocument/2006/relationships/tags" Target="../tags/tag563.xml"/><Relationship Id="rId29" Type="http://schemas.openxmlformats.org/officeDocument/2006/relationships/tags" Target="../tags/tag59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30.bin"/><Relationship Id="rId1" Type="http://schemas.openxmlformats.org/officeDocument/2006/relationships/slideLayout" Target="../slideLayouts/slideLayout15.xml"/><Relationship Id="rId5" Type="http://schemas.openxmlformats.org/officeDocument/2006/relationships/image" Target="../media/image32.wmf"/><Relationship Id="rId4" Type="http://schemas.openxmlformats.org/officeDocument/2006/relationships/oleObject" Target="../embeddings/oleObject31.bin"/></Relationships>
</file>

<file path=ppt/slides/_rels/slide107.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2.bin"/><Relationship Id="rId1" Type="http://schemas.openxmlformats.org/officeDocument/2006/relationships/slideLayout" Target="../slideLayouts/slideLayout15.xml"/><Relationship Id="rId5" Type="http://schemas.openxmlformats.org/officeDocument/2006/relationships/image" Target="../media/image32.wmf"/><Relationship Id="rId4" Type="http://schemas.openxmlformats.org/officeDocument/2006/relationships/oleObject" Target="../embeddings/oleObject33.bin"/></Relationships>
</file>

<file path=ppt/slides/_rels/slide108.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4.bin"/><Relationship Id="rId1" Type="http://schemas.openxmlformats.org/officeDocument/2006/relationships/slideLayout" Target="../slideLayouts/slideLayout15.xml"/><Relationship Id="rId5" Type="http://schemas.openxmlformats.org/officeDocument/2006/relationships/image" Target="../media/image32.wmf"/><Relationship Id="rId4" Type="http://schemas.openxmlformats.org/officeDocument/2006/relationships/oleObject" Target="../embeddings/oleObject35.bin"/></Relationships>
</file>

<file path=ppt/slides/_rels/slide109.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6.bin"/><Relationship Id="rId1" Type="http://schemas.openxmlformats.org/officeDocument/2006/relationships/slideLayout" Target="../slideLayouts/slideLayout15.xml"/><Relationship Id="rId5" Type="http://schemas.openxmlformats.org/officeDocument/2006/relationships/image" Target="../media/image32.wmf"/><Relationship Id="rId4" Type="http://schemas.openxmlformats.org/officeDocument/2006/relationships/oleObject" Target="../embeddings/oleObject37.bin"/></Relationships>
</file>

<file path=ppt/slides/_rels/slide110.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8.bin"/><Relationship Id="rId1" Type="http://schemas.openxmlformats.org/officeDocument/2006/relationships/slideLayout" Target="../slideLayouts/slideLayout15.xml"/><Relationship Id="rId5" Type="http://schemas.openxmlformats.org/officeDocument/2006/relationships/image" Target="../media/image32.wmf"/><Relationship Id="rId4" Type="http://schemas.openxmlformats.org/officeDocument/2006/relationships/oleObject" Target="../embeddings/oleObject39.bin"/></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40.wmf"/><Relationship Id="rId3" Type="http://schemas.openxmlformats.org/officeDocument/2006/relationships/image" Target="../media/image35.wmf"/><Relationship Id="rId7" Type="http://schemas.openxmlformats.org/officeDocument/2006/relationships/image" Target="../media/image37.wmf"/><Relationship Id="rId12" Type="http://schemas.openxmlformats.org/officeDocument/2006/relationships/oleObject" Target="../embeddings/oleObject45.bin"/><Relationship Id="rId2"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42.bin"/><Relationship Id="rId11" Type="http://schemas.openxmlformats.org/officeDocument/2006/relationships/image" Target="../media/image39.wmf"/><Relationship Id="rId5" Type="http://schemas.openxmlformats.org/officeDocument/2006/relationships/image" Target="../media/image36.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38.wmf"/></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6.xml.rels><?xml version="1.0" encoding="UTF-8" standalone="yes"?>
<Relationships xmlns="http://schemas.openxmlformats.org/package/2006/relationships"><Relationship Id="rId13" Type="http://schemas.openxmlformats.org/officeDocument/2006/relationships/tags" Target="../tags/tag650.xml"/><Relationship Id="rId18" Type="http://schemas.openxmlformats.org/officeDocument/2006/relationships/tags" Target="../tags/tag655.xml"/><Relationship Id="rId26" Type="http://schemas.openxmlformats.org/officeDocument/2006/relationships/tags" Target="../tags/tag663.xml"/><Relationship Id="rId39" Type="http://schemas.openxmlformats.org/officeDocument/2006/relationships/tags" Target="../tags/tag676.xml"/><Relationship Id="rId21" Type="http://schemas.openxmlformats.org/officeDocument/2006/relationships/tags" Target="../tags/tag658.xml"/><Relationship Id="rId34" Type="http://schemas.openxmlformats.org/officeDocument/2006/relationships/tags" Target="../tags/tag671.xml"/><Relationship Id="rId42" Type="http://schemas.openxmlformats.org/officeDocument/2006/relationships/tags" Target="../tags/tag679.xml"/><Relationship Id="rId47" Type="http://schemas.openxmlformats.org/officeDocument/2006/relationships/tags" Target="../tags/tag684.xml"/><Relationship Id="rId50" Type="http://schemas.openxmlformats.org/officeDocument/2006/relationships/tags" Target="../tags/tag687.xml"/><Relationship Id="rId7" Type="http://schemas.openxmlformats.org/officeDocument/2006/relationships/tags" Target="../tags/tag644.xml"/><Relationship Id="rId2" Type="http://schemas.openxmlformats.org/officeDocument/2006/relationships/tags" Target="../tags/tag639.xml"/><Relationship Id="rId16" Type="http://schemas.openxmlformats.org/officeDocument/2006/relationships/tags" Target="../tags/tag653.xml"/><Relationship Id="rId29" Type="http://schemas.openxmlformats.org/officeDocument/2006/relationships/tags" Target="../tags/tag666.xml"/><Relationship Id="rId11" Type="http://schemas.openxmlformats.org/officeDocument/2006/relationships/tags" Target="../tags/tag648.xml"/><Relationship Id="rId24" Type="http://schemas.openxmlformats.org/officeDocument/2006/relationships/tags" Target="../tags/tag661.xml"/><Relationship Id="rId32" Type="http://schemas.openxmlformats.org/officeDocument/2006/relationships/tags" Target="../tags/tag669.xml"/><Relationship Id="rId37" Type="http://schemas.openxmlformats.org/officeDocument/2006/relationships/tags" Target="../tags/tag674.xml"/><Relationship Id="rId40" Type="http://schemas.openxmlformats.org/officeDocument/2006/relationships/tags" Target="../tags/tag677.xml"/><Relationship Id="rId45" Type="http://schemas.openxmlformats.org/officeDocument/2006/relationships/tags" Target="../tags/tag682.xml"/><Relationship Id="rId53" Type="http://schemas.openxmlformats.org/officeDocument/2006/relationships/slideLayout" Target="../slideLayouts/slideLayout15.xml"/><Relationship Id="rId5" Type="http://schemas.openxmlformats.org/officeDocument/2006/relationships/tags" Target="../tags/tag642.xml"/><Relationship Id="rId10" Type="http://schemas.openxmlformats.org/officeDocument/2006/relationships/tags" Target="../tags/tag647.xml"/><Relationship Id="rId19" Type="http://schemas.openxmlformats.org/officeDocument/2006/relationships/tags" Target="../tags/tag656.xml"/><Relationship Id="rId31" Type="http://schemas.openxmlformats.org/officeDocument/2006/relationships/tags" Target="../tags/tag668.xml"/><Relationship Id="rId44" Type="http://schemas.openxmlformats.org/officeDocument/2006/relationships/tags" Target="../tags/tag681.xml"/><Relationship Id="rId52" Type="http://schemas.openxmlformats.org/officeDocument/2006/relationships/tags" Target="../tags/tag689.xml"/><Relationship Id="rId4" Type="http://schemas.openxmlformats.org/officeDocument/2006/relationships/tags" Target="../tags/tag641.xml"/><Relationship Id="rId9" Type="http://schemas.openxmlformats.org/officeDocument/2006/relationships/tags" Target="../tags/tag646.xml"/><Relationship Id="rId14" Type="http://schemas.openxmlformats.org/officeDocument/2006/relationships/tags" Target="../tags/tag651.xml"/><Relationship Id="rId22" Type="http://schemas.openxmlformats.org/officeDocument/2006/relationships/tags" Target="../tags/tag659.xml"/><Relationship Id="rId27" Type="http://schemas.openxmlformats.org/officeDocument/2006/relationships/tags" Target="../tags/tag664.xml"/><Relationship Id="rId30" Type="http://schemas.openxmlformats.org/officeDocument/2006/relationships/tags" Target="../tags/tag667.xml"/><Relationship Id="rId35" Type="http://schemas.openxmlformats.org/officeDocument/2006/relationships/tags" Target="../tags/tag672.xml"/><Relationship Id="rId43" Type="http://schemas.openxmlformats.org/officeDocument/2006/relationships/tags" Target="../tags/tag680.xml"/><Relationship Id="rId48" Type="http://schemas.openxmlformats.org/officeDocument/2006/relationships/tags" Target="../tags/tag685.xml"/><Relationship Id="rId8" Type="http://schemas.openxmlformats.org/officeDocument/2006/relationships/tags" Target="../tags/tag645.xml"/><Relationship Id="rId51" Type="http://schemas.openxmlformats.org/officeDocument/2006/relationships/tags" Target="../tags/tag688.xml"/><Relationship Id="rId3" Type="http://schemas.openxmlformats.org/officeDocument/2006/relationships/tags" Target="../tags/tag640.xml"/><Relationship Id="rId12" Type="http://schemas.openxmlformats.org/officeDocument/2006/relationships/tags" Target="../tags/tag649.xml"/><Relationship Id="rId17" Type="http://schemas.openxmlformats.org/officeDocument/2006/relationships/tags" Target="../tags/tag654.xml"/><Relationship Id="rId25" Type="http://schemas.openxmlformats.org/officeDocument/2006/relationships/tags" Target="../tags/tag662.xml"/><Relationship Id="rId33" Type="http://schemas.openxmlformats.org/officeDocument/2006/relationships/tags" Target="../tags/tag670.xml"/><Relationship Id="rId38" Type="http://schemas.openxmlformats.org/officeDocument/2006/relationships/tags" Target="../tags/tag675.xml"/><Relationship Id="rId46" Type="http://schemas.openxmlformats.org/officeDocument/2006/relationships/tags" Target="../tags/tag683.xml"/><Relationship Id="rId20" Type="http://schemas.openxmlformats.org/officeDocument/2006/relationships/tags" Target="../tags/tag657.xml"/><Relationship Id="rId41" Type="http://schemas.openxmlformats.org/officeDocument/2006/relationships/tags" Target="../tags/tag678.xml"/><Relationship Id="rId1" Type="http://schemas.openxmlformats.org/officeDocument/2006/relationships/tags" Target="../tags/tag638.xml"/><Relationship Id="rId6" Type="http://schemas.openxmlformats.org/officeDocument/2006/relationships/tags" Target="../tags/tag643.xml"/><Relationship Id="rId15" Type="http://schemas.openxmlformats.org/officeDocument/2006/relationships/tags" Target="../tags/tag652.xml"/><Relationship Id="rId23" Type="http://schemas.openxmlformats.org/officeDocument/2006/relationships/tags" Target="../tags/tag660.xml"/><Relationship Id="rId28" Type="http://schemas.openxmlformats.org/officeDocument/2006/relationships/tags" Target="../tags/tag665.xml"/><Relationship Id="rId36" Type="http://schemas.openxmlformats.org/officeDocument/2006/relationships/tags" Target="../tags/tag673.xml"/><Relationship Id="rId49" Type="http://schemas.openxmlformats.org/officeDocument/2006/relationships/tags" Target="../tags/tag686.xml"/></Relationships>
</file>

<file path=ppt/slides/_rels/slide12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46.bin"/><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1.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hyperlink" Target="http://en.wikipedia.org/wiki/Call_Level_Interface" TargetMode="External"/><Relationship Id="rId7" Type="http://schemas.openxmlformats.org/officeDocument/2006/relationships/hyperlink" Target="http://en.wikipedia.org/wiki/International_Electrotechnical_Commission"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en.wikipedia.org/wiki/International_Organization_for_Standardization" TargetMode="External"/><Relationship Id="rId5" Type="http://schemas.openxmlformats.org/officeDocument/2006/relationships/hyperlink" Target="http://en.wikipedia.org/wiki/X/Open" TargetMode="External"/><Relationship Id="rId4" Type="http://schemas.openxmlformats.org/officeDocument/2006/relationships/hyperlink" Target="http://en.wikipedia.org/wiki/SQL_Access_Group" TargetMode="Externa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2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hyperlink" Target="http://www.python.org/peps/pep-0249.html" TargetMode="Externa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hyperlink" Target="https://dev.mysql.com/downloads/connector/odbc/" TargetMode="External"/><Relationship Id="rId2" Type="http://schemas.openxmlformats.org/officeDocument/2006/relationships/hyperlink" Target="https://code.google.com/p/pyodbc/" TargetMode="Externa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hyperlink" Target="http://www.sqlite.org/" TargetMode="External"/><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3" Type="http://schemas.openxmlformats.org/officeDocument/2006/relationships/hyperlink" Target="https://www.sqlite.org/2018/sqlite-tools-win32-x86-3230100.zip" TargetMode="External"/><Relationship Id="rId2" Type="http://schemas.openxmlformats.org/officeDocument/2006/relationships/hyperlink" Target="http://www.sqlite.org/" TargetMode="External"/><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47.bin"/><Relationship Id="rId1" Type="http://schemas.openxmlformats.org/officeDocument/2006/relationships/slideLayout" Target="../slideLayouts/slideLayout1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48.bin"/><Relationship Id="rId1" Type="http://schemas.openxmlformats.org/officeDocument/2006/relationships/slideLayout" Target="../slideLayouts/slideLayout16.xml"/></Relationships>
</file>

<file path=ppt/slides/_rels/slide335.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49.bin"/><Relationship Id="rId1" Type="http://schemas.openxmlformats.org/officeDocument/2006/relationships/slideLayout" Target="../slideLayouts/slideLayout16.xml"/></Relationships>
</file>

<file path=ppt/slides/_rels/slide336.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50.bin"/><Relationship Id="rId1" Type="http://schemas.openxmlformats.org/officeDocument/2006/relationships/slideLayout" Target="../slideLayouts/slideLayout1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86018" name="AutoShape 2"/>
          <p:cNvSpPr>
            <a:spLocks noGrp="1" noChangeArrowheads="1"/>
          </p:cNvSpPr>
          <p:nvPr>
            <p:ph type="title"/>
          </p:nvPr>
        </p:nvSpPr>
        <p:spPr/>
        <p:txBody>
          <a:bodyPr/>
          <a:lstStyle/>
          <a:p>
            <a:r>
              <a:rPr lang="en-US"/>
              <a:t>Structured Query Language - SQL</a:t>
            </a:r>
          </a:p>
        </p:txBody>
      </p:sp>
      <p:sp>
        <p:nvSpPr>
          <p:cNvPr id="86019" name="Rectangle 3"/>
          <p:cNvSpPr>
            <a:spLocks noGrp="1" noChangeArrowheads="1"/>
          </p:cNvSpPr>
          <p:nvPr>
            <p:ph type="body" idx="1"/>
          </p:nvPr>
        </p:nvSpPr>
        <p:spPr/>
        <p:txBody>
          <a:bodyPr/>
          <a:lstStyle/>
          <a:p>
            <a:r>
              <a:rPr lang="sl-SI" sz="2000"/>
              <a:t>Rezultat projektov v IBM (1974-77)</a:t>
            </a:r>
          </a:p>
          <a:p>
            <a:r>
              <a:rPr lang="sl-SI" sz="2000"/>
              <a:t>Vsak proizvajalec ga po svoje </a:t>
            </a:r>
            <a:r>
              <a:rPr lang="sl-SI" sz="2000" err="1"/>
              <a:t>razšir</a:t>
            </a:r>
            <a:r>
              <a:rPr lang="en-US" sz="2000" err="1"/>
              <a:t>ja</a:t>
            </a:r>
            <a:endParaRPr lang="sl-SI" sz="2000"/>
          </a:p>
          <a:p>
            <a:r>
              <a:rPr lang="sl-SI" sz="2000"/>
              <a:t>Standardi:</a:t>
            </a:r>
          </a:p>
          <a:p>
            <a:pPr lvl="1"/>
            <a:r>
              <a:rPr lang="sl-SI" sz="1800"/>
              <a:t>SQL</a:t>
            </a:r>
            <a:r>
              <a:rPr lang="en-US" sz="1800"/>
              <a:t>-87</a:t>
            </a:r>
            <a:r>
              <a:rPr lang="sl-SI" sz="1800"/>
              <a:t> (198</a:t>
            </a:r>
            <a:r>
              <a:rPr lang="en-US" sz="1800"/>
              <a:t>6, 198</a:t>
            </a:r>
            <a:r>
              <a:rPr lang="sl-SI" sz="1800"/>
              <a:t>7)</a:t>
            </a:r>
            <a:r>
              <a:rPr lang="en-US" sz="1800"/>
              <a:t>: ANSI SQL</a:t>
            </a:r>
          </a:p>
          <a:p>
            <a:pPr lvl="1"/>
            <a:r>
              <a:rPr lang="sl-SI" sz="1800"/>
              <a:t>SQL</a:t>
            </a:r>
            <a:r>
              <a:rPr lang="en-US" sz="1800"/>
              <a:t>-89</a:t>
            </a:r>
            <a:r>
              <a:rPr lang="sl-SI" sz="1800"/>
              <a:t> (198</a:t>
            </a:r>
            <a:r>
              <a:rPr lang="en-US" sz="1800"/>
              <a:t>9</a:t>
            </a:r>
            <a:r>
              <a:rPr lang="sl-SI" sz="1800"/>
              <a:t>)</a:t>
            </a:r>
            <a:r>
              <a:rPr lang="en-US" sz="1800"/>
              <a:t>: ANSI SQL, FIPS </a:t>
            </a:r>
            <a:r>
              <a:rPr lang="en-US" sz="1800" err="1"/>
              <a:t>popravki</a:t>
            </a:r>
            <a:endParaRPr lang="sl-SI" sz="1800"/>
          </a:p>
          <a:p>
            <a:pPr lvl="1"/>
            <a:r>
              <a:rPr lang="en-US" sz="1800">
                <a:solidFill>
                  <a:srgbClr val="FF0066"/>
                </a:solidFill>
              </a:rPr>
              <a:t>SQL</a:t>
            </a:r>
            <a:r>
              <a:rPr lang="sl-SI" sz="1800">
                <a:solidFill>
                  <a:srgbClr val="FF0066"/>
                </a:solidFill>
              </a:rPr>
              <a:t>-</a:t>
            </a:r>
            <a:r>
              <a:rPr lang="en-US" sz="1800">
                <a:solidFill>
                  <a:srgbClr val="FF0066"/>
                </a:solidFill>
              </a:rPr>
              <a:t>92 </a:t>
            </a:r>
            <a:r>
              <a:rPr lang="sl-SI" sz="1800">
                <a:solidFill>
                  <a:srgbClr val="FF0066"/>
                </a:solidFill>
              </a:rPr>
              <a:t>(1992)</a:t>
            </a:r>
            <a:r>
              <a:rPr lang="en-US" sz="1800">
                <a:solidFill>
                  <a:srgbClr val="FF0066"/>
                </a:solidFill>
              </a:rPr>
              <a:t>: SQL2, </a:t>
            </a:r>
            <a:r>
              <a:rPr lang="sl-SI" sz="1800">
                <a:solidFill>
                  <a:srgbClr val="FF0066"/>
                </a:solidFill>
              </a:rPr>
              <a:t>ANSI/ISO SQL</a:t>
            </a:r>
            <a:endParaRPr lang="en-US" sz="1800">
              <a:solidFill>
                <a:srgbClr val="FF0066"/>
              </a:solidFill>
            </a:endParaRPr>
          </a:p>
          <a:p>
            <a:pPr lvl="1"/>
            <a:r>
              <a:rPr lang="en-US" sz="1800"/>
              <a:t>SQL:1999 (1999): SQL3, </a:t>
            </a:r>
            <a:r>
              <a:rPr lang="en-US" sz="1800" err="1"/>
              <a:t>objekti</a:t>
            </a:r>
            <a:r>
              <a:rPr lang="en-US" sz="1800"/>
              <a:t>, </a:t>
            </a:r>
            <a:r>
              <a:rPr lang="en-US" sz="1800" err="1"/>
              <a:t>rekurzija</a:t>
            </a:r>
            <a:r>
              <a:rPr lang="en-US" sz="1800"/>
              <a:t>, </a:t>
            </a:r>
            <a:r>
              <a:rPr lang="en-US" sz="1800" err="1"/>
              <a:t>dogodki</a:t>
            </a:r>
            <a:r>
              <a:rPr lang="en-US" sz="1800"/>
              <a:t>, </a:t>
            </a:r>
            <a:r>
              <a:rPr lang="en-US" sz="1800" err="1"/>
              <a:t>regularni</a:t>
            </a:r>
            <a:r>
              <a:rPr lang="en-US" sz="1800"/>
              <a:t> </a:t>
            </a:r>
            <a:r>
              <a:rPr lang="en-US" sz="1800" err="1"/>
              <a:t>izrazi</a:t>
            </a:r>
            <a:endParaRPr lang="sl-SI" sz="1800"/>
          </a:p>
          <a:p>
            <a:pPr lvl="1"/>
            <a:r>
              <a:rPr lang="sl-SI" sz="1800"/>
              <a:t>SQL</a:t>
            </a:r>
            <a:r>
              <a:rPr lang="en-US" sz="1800"/>
              <a:t>:</a:t>
            </a:r>
            <a:r>
              <a:rPr lang="sl-SI" sz="1800"/>
              <a:t>2003 (2003): podpora XML, avtomatsko generiranje polj</a:t>
            </a:r>
            <a:r>
              <a:rPr lang="en-US" sz="1800"/>
              <a:t>, </a:t>
            </a:r>
            <a:r>
              <a:rPr lang="en-US" sz="1800" err="1"/>
              <a:t>delo</a:t>
            </a:r>
            <a:r>
              <a:rPr lang="en-US" sz="1800"/>
              <a:t> s </a:t>
            </a:r>
            <a:r>
              <a:rPr lang="en-US" sz="1800" err="1"/>
              <a:t>sekvencami</a:t>
            </a:r>
            <a:endParaRPr lang="en-US" sz="1800"/>
          </a:p>
          <a:p>
            <a:pPr lvl="1"/>
            <a:r>
              <a:rPr lang="en-US" sz="1800"/>
              <a:t>SQL:2006, SQL:2008: </a:t>
            </a:r>
            <a:r>
              <a:rPr lang="en-US" sz="1800" err="1"/>
              <a:t>dodatna</a:t>
            </a:r>
            <a:r>
              <a:rPr lang="en-US" sz="1800"/>
              <a:t> </a:t>
            </a:r>
            <a:r>
              <a:rPr lang="en-US" sz="1800" err="1"/>
              <a:t>podpora</a:t>
            </a:r>
            <a:r>
              <a:rPr lang="en-US" sz="1800"/>
              <a:t> </a:t>
            </a:r>
            <a:r>
              <a:rPr lang="en-US" sz="1800" err="1"/>
              <a:t>delu</a:t>
            </a:r>
            <a:r>
              <a:rPr lang="en-US" sz="1800"/>
              <a:t> z XML, </a:t>
            </a:r>
            <a:r>
              <a:rPr lang="en-US" sz="1800" err="1"/>
              <a:t>integracija</a:t>
            </a:r>
            <a:r>
              <a:rPr lang="en-US" sz="1800"/>
              <a:t> </a:t>
            </a:r>
            <a:r>
              <a:rPr lang="en-US" sz="1800" err="1"/>
              <a:t>XQuery</a:t>
            </a:r>
            <a:r>
              <a:rPr lang="en-US" sz="1800"/>
              <a:t>, </a:t>
            </a:r>
            <a:r>
              <a:rPr lang="en-US" sz="1800" err="1"/>
              <a:t>drugi</a:t>
            </a:r>
            <a:r>
              <a:rPr lang="en-US" sz="1800"/>
              <a:t> </a:t>
            </a:r>
            <a:r>
              <a:rPr lang="en-US" sz="1800" err="1"/>
              <a:t>manj</a:t>
            </a:r>
            <a:r>
              <a:rPr lang="sl-SI" sz="1800" err="1"/>
              <a:t>ši</a:t>
            </a:r>
            <a:r>
              <a:rPr lang="sl-SI" sz="1800"/>
              <a:t> popravki</a:t>
            </a:r>
            <a:endParaRPr lang="en-US" sz="1800"/>
          </a:p>
          <a:p>
            <a:r>
              <a:rPr lang="en-US" sz="2000"/>
              <a:t>V </a:t>
            </a:r>
            <a:r>
              <a:rPr lang="en-US" sz="2000" err="1"/>
              <a:t>praksi</a:t>
            </a:r>
            <a:r>
              <a:rPr lang="en-US" sz="2000"/>
              <a:t>: </a:t>
            </a:r>
            <a:r>
              <a:rPr lang="en-US" sz="2000" err="1">
                <a:solidFill>
                  <a:srgbClr val="C00000"/>
                </a:solidFill>
              </a:rPr>
              <a:t>ni</a:t>
            </a:r>
            <a:r>
              <a:rPr lang="en-US" sz="2000">
                <a:solidFill>
                  <a:srgbClr val="C00000"/>
                </a:solidFill>
              </a:rPr>
              <a:t> 100% </a:t>
            </a:r>
            <a:r>
              <a:rPr lang="en-US" sz="2000" err="1">
                <a:solidFill>
                  <a:srgbClr val="C00000"/>
                </a:solidFill>
              </a:rPr>
              <a:t>podpore</a:t>
            </a:r>
            <a:r>
              <a:rPr lang="en-US" sz="2000">
                <a:solidFill>
                  <a:srgbClr val="C00000"/>
                </a:solidFill>
              </a:rPr>
              <a:t> </a:t>
            </a:r>
            <a:r>
              <a:rPr lang="en-US" sz="2000" err="1">
                <a:solidFill>
                  <a:srgbClr val="C00000"/>
                </a:solidFill>
              </a:rPr>
              <a:t>standardom</a:t>
            </a:r>
            <a:endParaRPr lang="en-US" sz="2000">
              <a:solidFill>
                <a:srgbClr val="C00000"/>
              </a:solidFill>
            </a:endParaRPr>
          </a:p>
        </p:txBody>
      </p:sp>
    </p:spTree>
    <p:extLst>
      <p:ext uri="{BB962C8B-B14F-4D97-AF65-F5344CB8AC3E}">
        <p14:creationId xmlns:p14="http://schemas.microsoft.com/office/powerpoint/2010/main" val="3033440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13346" name="AutoShape 2"/>
          <p:cNvSpPr>
            <a:spLocks noGrp="1" noChangeArrowheads="1"/>
          </p:cNvSpPr>
          <p:nvPr>
            <p:ph type="title"/>
          </p:nvPr>
        </p:nvSpPr>
        <p:spPr/>
        <p:txBody>
          <a:bodyPr/>
          <a:lstStyle/>
          <a:p>
            <a:r>
              <a:rPr lang="en-US"/>
              <a:t>Structured Query Language - SQL</a:t>
            </a:r>
          </a:p>
        </p:txBody>
      </p:sp>
      <p:sp>
        <p:nvSpPr>
          <p:cNvPr id="313347" name="Rectangle 3"/>
          <p:cNvSpPr>
            <a:spLocks noGrp="1" noChangeArrowheads="1"/>
          </p:cNvSpPr>
          <p:nvPr>
            <p:ph type="body" idx="1"/>
          </p:nvPr>
        </p:nvSpPr>
        <p:spPr/>
        <p:txBody>
          <a:bodyPr/>
          <a:lstStyle/>
          <a:p>
            <a:r>
              <a:rPr lang="en-US"/>
              <a:t>SQL </a:t>
            </a:r>
          </a:p>
          <a:p>
            <a:pPr lvl="1"/>
            <a:r>
              <a:rPr lang="sl-SI"/>
              <a:t>Beginning SQL. Paul Wilton and John W. Colby. Wrox, 2005.</a:t>
            </a:r>
            <a:endParaRPr lang="en-US"/>
          </a:p>
          <a:p>
            <a:r>
              <a:rPr lang="en-US"/>
              <a:t>SQL in </a:t>
            </a:r>
            <a:r>
              <a:rPr lang="en-US" err="1"/>
              <a:t>relacijska</a:t>
            </a:r>
            <a:r>
              <a:rPr lang="en-US"/>
              <a:t> algebra, </a:t>
            </a:r>
            <a:r>
              <a:rPr lang="en-US" err="1"/>
              <a:t>teorija</a:t>
            </a:r>
            <a:r>
              <a:rPr lang="en-US"/>
              <a:t> o PB</a:t>
            </a:r>
          </a:p>
          <a:p>
            <a:pPr lvl="1"/>
            <a:r>
              <a:rPr lang="en-US"/>
              <a:t>R. </a:t>
            </a:r>
            <a:r>
              <a:rPr lang="en-US" err="1"/>
              <a:t>Ramakrishnan</a:t>
            </a:r>
            <a:r>
              <a:rPr lang="en-US"/>
              <a:t>,  J. </a:t>
            </a:r>
            <a:r>
              <a:rPr lang="en-US" err="1"/>
              <a:t>Gehrke</a:t>
            </a:r>
            <a:r>
              <a:rPr lang="en-US"/>
              <a:t>: Database Management Systems, 3. </a:t>
            </a:r>
            <a:r>
              <a:rPr lang="en-US" err="1"/>
              <a:t>izdaja</a:t>
            </a:r>
            <a:r>
              <a:rPr lang="en-US"/>
              <a:t>, McGraw-Hill, 2002</a:t>
            </a:r>
          </a:p>
          <a:p>
            <a:endParaRPr lang="en-US"/>
          </a:p>
        </p:txBody>
      </p:sp>
    </p:spTree>
    <p:extLst>
      <p:ext uri="{BB962C8B-B14F-4D97-AF65-F5344CB8AC3E}">
        <p14:creationId xmlns:p14="http://schemas.microsoft.com/office/powerpoint/2010/main" val="420164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87042" name="AutoShape 2"/>
          <p:cNvSpPr>
            <a:spLocks noGrp="1" noChangeArrowheads="1"/>
          </p:cNvSpPr>
          <p:nvPr>
            <p:ph type="title"/>
          </p:nvPr>
        </p:nvSpPr>
        <p:spPr/>
        <p:txBody>
          <a:bodyPr/>
          <a:lstStyle/>
          <a:p>
            <a:r>
              <a:rPr lang="en-US"/>
              <a:t>SQL 92</a:t>
            </a:r>
          </a:p>
        </p:txBody>
      </p:sp>
      <p:sp>
        <p:nvSpPr>
          <p:cNvPr id="87043" name="Rectangle 3"/>
          <p:cNvSpPr>
            <a:spLocks noGrp="1" noChangeArrowheads="1"/>
          </p:cNvSpPr>
          <p:nvPr>
            <p:ph type="body" idx="1"/>
          </p:nvPr>
        </p:nvSpPr>
        <p:spPr/>
        <p:txBody>
          <a:bodyPr/>
          <a:lstStyle/>
          <a:p>
            <a:r>
              <a:rPr lang="en-US">
                <a:solidFill>
                  <a:srgbClr val="FF0066"/>
                </a:solidFill>
              </a:rPr>
              <a:t>Data definition language (DDL)</a:t>
            </a:r>
          </a:p>
          <a:p>
            <a:r>
              <a:rPr lang="en-US">
                <a:solidFill>
                  <a:srgbClr val="FF0066"/>
                </a:solidFill>
              </a:rPr>
              <a:t>Data manipulation language (DML)</a:t>
            </a:r>
          </a:p>
          <a:p>
            <a:r>
              <a:rPr lang="en-US"/>
              <a:t>Varnost</a:t>
            </a:r>
          </a:p>
          <a:p>
            <a:r>
              <a:rPr lang="en-US"/>
              <a:t>Transakcije</a:t>
            </a:r>
          </a:p>
          <a:p>
            <a:r>
              <a:rPr lang="en-US"/>
              <a:t>Client / server podpora</a:t>
            </a:r>
          </a:p>
          <a:p>
            <a:r>
              <a:rPr lang="en-US"/>
              <a:t>Embedded/dynamic SQL</a:t>
            </a:r>
          </a:p>
        </p:txBody>
      </p:sp>
    </p:spTree>
    <p:extLst>
      <p:ext uri="{BB962C8B-B14F-4D97-AF65-F5344CB8AC3E}">
        <p14:creationId xmlns:p14="http://schemas.microsoft.com/office/powerpoint/2010/main" val="3173478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88066" name="AutoShape 2"/>
          <p:cNvSpPr>
            <a:spLocks noGrp="1" noChangeArrowheads="1"/>
          </p:cNvSpPr>
          <p:nvPr>
            <p:ph type="title"/>
          </p:nvPr>
        </p:nvSpPr>
        <p:spPr/>
        <p:txBody>
          <a:bodyPr/>
          <a:lstStyle/>
          <a:p>
            <a:r>
              <a:rPr lang="en-US"/>
              <a:t>DML</a:t>
            </a:r>
          </a:p>
        </p:txBody>
      </p:sp>
      <p:sp>
        <p:nvSpPr>
          <p:cNvPr id="88067" name="Rectangle 3"/>
          <p:cNvSpPr>
            <a:spLocks noGrp="1" noChangeArrowheads="1"/>
          </p:cNvSpPr>
          <p:nvPr>
            <p:ph type="body" idx="1"/>
          </p:nvPr>
        </p:nvSpPr>
        <p:spPr/>
        <p:txBody>
          <a:bodyPr/>
          <a:lstStyle/>
          <a:p>
            <a:r>
              <a:rPr lang="sl-SI"/>
              <a:t>Delo nad </a:t>
            </a:r>
            <a:r>
              <a:rPr lang="sl-SI">
                <a:solidFill>
                  <a:srgbClr val="FF0066"/>
                </a:solidFill>
              </a:rPr>
              <a:t>obstoječimi</a:t>
            </a:r>
            <a:r>
              <a:rPr lang="sl-SI"/>
              <a:t> tabelami!</a:t>
            </a:r>
          </a:p>
          <a:p>
            <a:r>
              <a:rPr lang="en-US" err="1"/>
              <a:t>Povpra</a:t>
            </a:r>
            <a:r>
              <a:rPr lang="sl-SI"/>
              <a:t>ševanja</a:t>
            </a:r>
          </a:p>
          <a:p>
            <a:r>
              <a:rPr lang="sl-SI"/>
              <a:t>Dodajanje vrstic</a:t>
            </a:r>
          </a:p>
          <a:p>
            <a:r>
              <a:rPr lang="sl-SI"/>
              <a:t>Brisanje vrstic</a:t>
            </a:r>
          </a:p>
          <a:p>
            <a:r>
              <a:rPr lang="sl-SI"/>
              <a:t>Spreminjanje vrstic</a:t>
            </a:r>
            <a:endParaRPr lang="en-US"/>
          </a:p>
        </p:txBody>
      </p:sp>
    </p:spTree>
    <p:extLst>
      <p:ext uri="{BB962C8B-B14F-4D97-AF65-F5344CB8AC3E}">
        <p14:creationId xmlns:p14="http://schemas.microsoft.com/office/powerpoint/2010/main" val="3518478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err="1"/>
              <a:t>MariaDB</a:t>
            </a:r>
            <a:r>
              <a:rPr lang="sl-SI"/>
              <a:t> 10.2 </a:t>
            </a:r>
            <a:r>
              <a:rPr lang="en-US"/>
              <a:t>/ </a:t>
            </a:r>
            <a:r>
              <a:rPr lang="sl-SI" err="1"/>
              <a:t>Workbench</a:t>
            </a:r>
            <a:r>
              <a:rPr lang="sl-SI"/>
              <a:t> 6.3</a:t>
            </a:r>
          </a:p>
        </p:txBody>
      </p:sp>
      <p:sp>
        <p:nvSpPr>
          <p:cNvPr id="3" name="Content Placeholder 2"/>
          <p:cNvSpPr>
            <a:spLocks noGrp="1"/>
          </p:cNvSpPr>
          <p:nvPr>
            <p:ph idx="1"/>
          </p:nvPr>
        </p:nvSpPr>
        <p:spPr/>
        <p:txBody>
          <a:bodyPr/>
          <a:lstStyle/>
          <a:p>
            <a:r>
              <a:rPr lang="sl-SI"/>
              <a:t>MariaDB</a:t>
            </a:r>
            <a:r>
              <a:rPr lang="en-US"/>
              <a:t>(</a:t>
            </a:r>
            <a:r>
              <a:rPr lang="en-US" err="1"/>
              <a:t>lastna</a:t>
            </a:r>
            <a:r>
              <a:rPr lang="en-US"/>
              <a:t> in</a:t>
            </a:r>
            <a:r>
              <a:rPr lang="sl-SI"/>
              <a:t>š</a:t>
            </a:r>
            <a:r>
              <a:rPr lang="en-US" err="1"/>
              <a:t>talacija</a:t>
            </a:r>
            <a:r>
              <a:rPr lang="en-US"/>
              <a:t>)</a:t>
            </a:r>
            <a:r>
              <a:rPr lang="sl-SI"/>
              <a:t> – </a:t>
            </a:r>
            <a:r>
              <a:rPr lang="sl-SI">
                <a:solidFill>
                  <a:srgbClr val="C00000"/>
                </a:solidFill>
              </a:rPr>
              <a:t>najbolj priporočljivo za vse študente</a:t>
            </a:r>
            <a:endParaRPr lang="en-US">
              <a:solidFill>
                <a:srgbClr val="C00000"/>
              </a:solidFill>
            </a:endParaRPr>
          </a:p>
          <a:p>
            <a:pPr lvl="1"/>
            <a:r>
              <a:rPr lang="en-US"/>
              <a:t>St</a:t>
            </a:r>
            <a:r>
              <a:rPr lang="sl-SI"/>
              <a:t>režnik </a:t>
            </a:r>
            <a:r>
              <a:rPr lang="sl-SI" err="1"/>
              <a:t>MariaDB</a:t>
            </a:r>
            <a:r>
              <a:rPr lang="sl-SI"/>
              <a:t> 1</a:t>
            </a:r>
            <a:r>
              <a:rPr lang="en-GB"/>
              <a:t>2</a:t>
            </a:r>
            <a:r>
              <a:rPr lang="sl-SI"/>
              <a:t>.</a:t>
            </a:r>
            <a:r>
              <a:rPr lang="en-GB"/>
              <a:t>2</a:t>
            </a:r>
            <a:endParaRPr lang="sl-SI"/>
          </a:p>
          <a:p>
            <a:pPr lvl="1"/>
            <a:r>
              <a:rPr lang="sl-SI"/>
              <a:t>Odjemalec: MySQL Workbench </a:t>
            </a:r>
            <a:r>
              <a:rPr lang="en-US"/>
              <a:t>8</a:t>
            </a:r>
            <a:r>
              <a:rPr lang="sl-SI"/>
              <a:t>.</a:t>
            </a:r>
            <a:r>
              <a:rPr lang="en-US"/>
              <a:t>0</a:t>
            </a:r>
            <a:endParaRPr lang="sl-SI"/>
          </a:p>
          <a:p>
            <a:pPr lvl="1"/>
            <a:r>
              <a:rPr lang="sl-SI"/>
              <a:t>Povezave na učilnici</a:t>
            </a:r>
            <a:r>
              <a:rPr lang="en-US"/>
              <a:t> (</a:t>
            </a:r>
            <a:r>
              <a:rPr lang="en-US" err="1"/>
              <a:t>snov</a:t>
            </a:r>
            <a:r>
              <a:rPr lang="en-US"/>
              <a:t> </a:t>
            </a:r>
            <a:r>
              <a:rPr lang="en-US" err="1"/>
              <a:t>prejšnjega</a:t>
            </a:r>
            <a:r>
              <a:rPr lang="en-US"/>
              <a:t> </a:t>
            </a:r>
            <a:r>
              <a:rPr lang="en-US" err="1"/>
              <a:t>tedna</a:t>
            </a:r>
            <a:r>
              <a:rPr lang="en-US"/>
              <a:t>)</a:t>
            </a:r>
            <a:endParaRPr lang="sl-SI"/>
          </a:p>
          <a:p>
            <a:r>
              <a:rPr lang="sl-SI"/>
              <a:t>MariaDB in PostgreSQL spletni dostop</a:t>
            </a:r>
          </a:p>
          <a:p>
            <a:pPr lvl="1"/>
            <a:r>
              <a:rPr lang="sl-SI">
                <a:hlinkClick r:id="rId2"/>
              </a:rPr>
              <a:t>http:</a:t>
            </a:r>
            <a:r>
              <a:rPr lang="en-US">
                <a:hlinkClick r:id="rId2"/>
              </a:rPr>
              <a:t>//</a:t>
            </a:r>
            <a:r>
              <a:rPr lang="sl-SI">
                <a:hlinkClick r:id="rId2"/>
              </a:rPr>
              <a:t>pb.fri.uni-lj.si</a:t>
            </a:r>
            <a:r>
              <a:rPr lang="sl-SI"/>
              <a:t> (</a:t>
            </a:r>
            <a:r>
              <a:rPr lang="en-GB"/>
              <a:t>Workbench</a:t>
            </a:r>
            <a:r>
              <a:rPr lang="sl-SI"/>
              <a:t>)</a:t>
            </a:r>
            <a:endParaRPr lang="en-US"/>
          </a:p>
          <a:p>
            <a:pPr lvl="1"/>
            <a:r>
              <a:rPr lang="sl-SI"/>
              <a:t>Uporabniško ime: </a:t>
            </a:r>
            <a:r>
              <a:rPr lang="sl-SI">
                <a:solidFill>
                  <a:srgbClr val="C00000"/>
                </a:solidFill>
              </a:rPr>
              <a:t>pb</a:t>
            </a:r>
            <a:r>
              <a:rPr lang="sl-SI"/>
              <a:t>, Geslo: </a:t>
            </a:r>
            <a:r>
              <a:rPr lang="sl-SI">
                <a:solidFill>
                  <a:srgbClr val="C00000"/>
                </a:solidFill>
              </a:rPr>
              <a:t>pbvaje</a:t>
            </a:r>
            <a:r>
              <a:rPr lang="sl-SI"/>
              <a:t>, Baza: </a:t>
            </a:r>
            <a:r>
              <a:rPr lang="sl-SI">
                <a:solidFill>
                  <a:srgbClr val="C00000"/>
                </a:solidFill>
              </a:rPr>
              <a:t>vaje</a:t>
            </a:r>
            <a:r>
              <a:rPr lang="sl-SI"/>
              <a:t> </a:t>
            </a:r>
          </a:p>
        </p:txBody>
      </p:sp>
      <p:sp>
        <p:nvSpPr>
          <p:cNvPr id="4" name="Footer Placeholder 3"/>
          <p:cNvSpPr>
            <a:spLocks noGrp="1"/>
          </p:cNvSpPr>
          <p:nvPr>
            <p:ph type="ftr" sz="quarter" idx="11"/>
          </p:nvPr>
        </p:nvSpPr>
        <p:spPr/>
        <p:txBody>
          <a:bodyPr/>
          <a:lstStyle/>
          <a:p>
            <a:r>
              <a:rPr lang="en-US"/>
              <a:t>© Matjaž </a:t>
            </a:r>
            <a:r>
              <a:rPr lang="en-US" err="1"/>
              <a:t>Kukar</a:t>
            </a:r>
            <a:r>
              <a:rPr lang="en-US"/>
              <a:t>, Matej Pičulin, Luka Šajn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Tabele</a:t>
            </a:r>
            <a:r>
              <a:rPr lang="en-US"/>
              <a:t> </a:t>
            </a:r>
            <a:r>
              <a:rPr lang="en-US" err="1"/>
              <a:t>za</a:t>
            </a:r>
            <a:r>
              <a:rPr lang="en-US"/>
              <a:t> </a:t>
            </a:r>
            <a:r>
              <a:rPr lang="en-US" err="1"/>
              <a:t>vaje</a:t>
            </a:r>
            <a:endParaRPr lang="sl-SI"/>
          </a:p>
        </p:txBody>
      </p:sp>
      <p:sp>
        <p:nvSpPr>
          <p:cNvPr id="3" name="Content Placeholder 2"/>
          <p:cNvSpPr>
            <a:spLocks noGrp="1"/>
          </p:cNvSpPr>
          <p:nvPr>
            <p:ph idx="1"/>
          </p:nvPr>
        </p:nvSpPr>
        <p:spPr/>
        <p:txBody>
          <a:bodyPr/>
          <a:lstStyle/>
          <a:p>
            <a:r>
              <a:rPr lang="sl-SI"/>
              <a:t>MariaDB na pb.fri.uni-lj.si </a:t>
            </a:r>
            <a:r>
              <a:rPr lang="en-US" err="1"/>
              <a:t>jih</a:t>
            </a:r>
            <a:r>
              <a:rPr lang="en-US"/>
              <a:t> </a:t>
            </a:r>
            <a:r>
              <a:rPr lang="sl-SI"/>
              <a:t>že ima</a:t>
            </a:r>
            <a:endParaRPr lang="en-US"/>
          </a:p>
          <a:p>
            <a:pPr lvl="1"/>
            <a:r>
              <a:rPr lang="en-US" err="1"/>
              <a:t>Shema</a:t>
            </a:r>
            <a:r>
              <a:rPr lang="sl-SI"/>
              <a:t>:</a:t>
            </a:r>
            <a:r>
              <a:rPr lang="en-US"/>
              <a:t> </a:t>
            </a:r>
            <a:r>
              <a:rPr lang="en-US" err="1"/>
              <a:t>vaje</a:t>
            </a:r>
            <a:r>
              <a:rPr lang="en-US"/>
              <a:t> </a:t>
            </a:r>
            <a:r>
              <a:rPr lang="sl-SI"/>
              <a:t>(jadralci)</a:t>
            </a:r>
          </a:p>
          <a:p>
            <a:pPr lvl="1"/>
            <a:r>
              <a:rPr lang="sl-SI"/>
              <a:t>Shema: </a:t>
            </a:r>
            <a:r>
              <a:rPr lang="en-GB"/>
              <a:t>Employees</a:t>
            </a:r>
            <a:r>
              <a:rPr lang="sl-SI"/>
              <a:t> (domače naloge)</a:t>
            </a:r>
          </a:p>
          <a:p>
            <a:r>
              <a:rPr lang="sl-SI"/>
              <a:t>MariaDB (samo na lastnih računalnikih!):</a:t>
            </a:r>
          </a:p>
          <a:p>
            <a:pPr lvl="1"/>
            <a:r>
              <a:rPr lang="en-US"/>
              <a:t>Z </a:t>
            </a:r>
            <a:r>
              <a:rPr lang="en-US" err="1"/>
              <a:t>učilnice</a:t>
            </a:r>
            <a:r>
              <a:rPr lang="en-US"/>
              <a:t> p</a:t>
            </a:r>
            <a:r>
              <a:rPr lang="sl-SI"/>
              <a:t>renesite datoteko jadralci.sql in </a:t>
            </a:r>
            <a:r>
              <a:rPr lang="en-GB"/>
              <a:t>po </a:t>
            </a:r>
            <a:r>
              <a:rPr lang="en-GB" err="1"/>
              <a:t>navodilih</a:t>
            </a:r>
            <a:r>
              <a:rPr lang="en-GB"/>
              <a:t> Employees</a:t>
            </a:r>
            <a:endParaRPr lang="sl-SI"/>
          </a:p>
          <a:p>
            <a:pPr lvl="1"/>
            <a:r>
              <a:rPr lang="sl-SI"/>
              <a:t>Odprite jih v MySQL Workbenchu </a:t>
            </a:r>
            <a:br>
              <a:rPr lang="en-US"/>
            </a:br>
            <a:r>
              <a:rPr lang="sl-SI"/>
              <a:t>(File</a:t>
            </a:r>
            <a:r>
              <a:rPr lang="en-US"/>
              <a:t>-&gt;Open SQL Script…)</a:t>
            </a:r>
          </a:p>
          <a:p>
            <a:pPr lvl="1"/>
            <a:r>
              <a:rPr lang="en-US" err="1"/>
              <a:t>Glej</a:t>
            </a:r>
            <a:r>
              <a:rPr lang="en-US"/>
              <a:t> </a:t>
            </a:r>
            <a:r>
              <a:rPr lang="en-US" err="1"/>
              <a:t>snov</a:t>
            </a:r>
            <a:r>
              <a:rPr lang="en-US"/>
              <a:t> </a:t>
            </a:r>
            <a:r>
              <a:rPr lang="en-US" err="1"/>
              <a:t>prejšnjega</a:t>
            </a:r>
            <a:r>
              <a:rPr lang="en-US"/>
              <a:t> </a:t>
            </a:r>
            <a:r>
              <a:rPr lang="en-US" err="1"/>
              <a:t>tedna</a:t>
            </a:r>
            <a:r>
              <a:rPr lang="en-US"/>
              <a:t>.</a:t>
            </a:r>
          </a:p>
        </p:txBody>
      </p:sp>
      <p:sp>
        <p:nvSpPr>
          <p:cNvPr id="4" name="Footer Placeholder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Text Box 6"/>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2503289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Primeri osnov poizvedovalnega jezika SQL</a:t>
            </a:r>
          </a:p>
        </p:txBody>
      </p:sp>
      <p:sp>
        <p:nvSpPr>
          <p:cNvPr id="3" name="Content Placeholder 2"/>
          <p:cNvSpPr>
            <a:spLocks noGrp="1"/>
          </p:cNvSpPr>
          <p:nvPr>
            <p:ph idx="1"/>
          </p:nvPr>
        </p:nvSpPr>
        <p:spPr/>
        <p:txBody>
          <a:bodyPr/>
          <a:lstStyle/>
          <a:p>
            <a:pPr lvl="1">
              <a:buFontTx/>
              <a:buNone/>
            </a:pPr>
            <a:r>
              <a:rPr lang="en-US" sz="1600" b="1">
                <a:latin typeface="Courier New"/>
              </a:rPr>
              <a:t>SELECT</a:t>
            </a:r>
            <a:r>
              <a:rPr lang="sl-SI" sz="1600" b="1">
                <a:latin typeface="Courier New"/>
              </a:rPr>
              <a:t> *</a:t>
            </a:r>
            <a:r>
              <a:rPr lang="en-US" sz="1600" dirty="0">
                <a:latin typeface="Courier New"/>
              </a:rPr>
              <a:t> </a:t>
            </a:r>
          </a:p>
          <a:p>
            <a:pPr lvl="1">
              <a:buFontTx/>
              <a:buNone/>
            </a:pPr>
            <a:r>
              <a:rPr lang="en-US" sz="1600" b="1">
                <a:latin typeface="Courier New"/>
              </a:rPr>
              <a:t>FROM</a:t>
            </a:r>
            <a:r>
              <a:rPr lang="en-US" sz="1600" dirty="0">
                <a:latin typeface="Courier New"/>
              </a:rPr>
              <a:t> </a:t>
            </a:r>
            <a:r>
              <a:rPr lang="sl-SI" sz="1600">
                <a:latin typeface="Courier New"/>
              </a:rPr>
              <a:t>coln</a:t>
            </a:r>
          </a:p>
          <a:p>
            <a:pPr lvl="1">
              <a:buFontTx/>
              <a:buNone/>
            </a:pPr>
            <a:r>
              <a:rPr lang="en-US" sz="1600" b="1" dirty="0">
                <a:latin typeface="Courier New"/>
              </a:rPr>
              <a:t>WHERE</a:t>
            </a:r>
            <a:r>
              <a:rPr lang="en-US" sz="1600" dirty="0">
                <a:latin typeface="Courier New"/>
              </a:rPr>
              <a:t> </a:t>
            </a:r>
            <a:r>
              <a:rPr lang="sl-SI" sz="1600">
                <a:latin typeface="Courier New"/>
              </a:rPr>
              <a:t>barva = 'rumena';</a:t>
            </a:r>
            <a:endParaRPr lang="en-US" sz="1600" dirty="0">
              <a:latin typeface="Courier New"/>
            </a:endParaRPr>
          </a:p>
          <a:p>
            <a:pPr lvl="1">
              <a:buFontTx/>
              <a:buNone/>
            </a:pPr>
            <a:endParaRPr lang="en-US" sz="1600">
              <a:latin typeface="Courier New" pitchFamily="49" charset="0"/>
            </a:endParaRPr>
          </a:p>
          <a:p>
            <a:pPr lvl="1">
              <a:buNone/>
            </a:pPr>
            <a:r>
              <a:rPr lang="sl-SI" sz="1600" b="1">
                <a:latin typeface="Courier New"/>
              </a:rPr>
              <a:t>SELECT</a:t>
            </a:r>
            <a:r>
              <a:rPr lang="sl-SI" sz="1600" dirty="0">
                <a:latin typeface="Courier New"/>
              </a:rPr>
              <a:t> </a:t>
            </a:r>
            <a:r>
              <a:rPr lang="en-US" sz="1600">
                <a:latin typeface="Courier New"/>
              </a:rPr>
              <a:t>rating, </a:t>
            </a:r>
            <a:r>
              <a:rPr lang="sl-SI" sz="1600" b="1">
                <a:latin typeface="Courier New"/>
              </a:rPr>
              <a:t>AVG</a:t>
            </a:r>
            <a:r>
              <a:rPr lang="sl-SI" sz="1600">
                <a:latin typeface="Courier New"/>
              </a:rPr>
              <a:t>(starost)</a:t>
            </a:r>
            <a:r>
              <a:rPr lang="en-US" sz="1600" dirty="0">
                <a:latin typeface="Courier New"/>
              </a:rPr>
              <a:t> </a:t>
            </a:r>
            <a:r>
              <a:rPr lang="en-US" sz="1600" b="1">
                <a:latin typeface="Courier New"/>
              </a:rPr>
              <a:t>AS</a:t>
            </a:r>
            <a:r>
              <a:rPr lang="en-US" sz="1600" dirty="0">
                <a:latin typeface="Courier New"/>
              </a:rPr>
              <a:t> </a:t>
            </a:r>
            <a:r>
              <a:rPr lang="sl-SI" sz="1600">
                <a:latin typeface="Courier New"/>
              </a:rPr>
              <a:t>PovprecnaStarostSkupine</a:t>
            </a:r>
            <a:endParaRPr lang="en-US" sz="1600">
              <a:latin typeface="Courier New"/>
            </a:endParaRPr>
          </a:p>
          <a:p>
            <a:pPr lvl="1">
              <a:buNone/>
            </a:pPr>
            <a:r>
              <a:rPr lang="en-US" sz="1600" b="1" dirty="0">
                <a:latin typeface="Courier New"/>
              </a:rPr>
              <a:t>FROM</a:t>
            </a:r>
            <a:r>
              <a:rPr lang="en-US" sz="1600" dirty="0">
                <a:latin typeface="Courier New"/>
              </a:rPr>
              <a:t> </a:t>
            </a:r>
            <a:r>
              <a:rPr lang="en-US" sz="1600" dirty="0" err="1">
                <a:latin typeface="Courier New"/>
              </a:rPr>
              <a:t>jadralec</a:t>
            </a:r>
            <a:endParaRPr lang="sl-SI" sz="1600" dirty="0">
              <a:latin typeface="Courier New"/>
            </a:endParaRPr>
          </a:p>
          <a:p>
            <a:pPr lvl="1">
              <a:buNone/>
            </a:pPr>
            <a:r>
              <a:rPr lang="sl-SI" sz="1600" b="1">
                <a:latin typeface="Courier New"/>
              </a:rPr>
              <a:t>WHERE</a:t>
            </a:r>
            <a:r>
              <a:rPr lang="sl-SI" sz="1600">
                <a:latin typeface="Courier New"/>
              </a:rPr>
              <a:t> starost </a:t>
            </a:r>
            <a:r>
              <a:rPr lang="en-US" sz="1600">
                <a:latin typeface="Courier New"/>
              </a:rPr>
              <a:t>&gt;= 18</a:t>
            </a:r>
            <a:r>
              <a:rPr lang="sl-SI" sz="1600" dirty="0">
                <a:latin typeface="Courier New"/>
              </a:rPr>
              <a:t> </a:t>
            </a:r>
            <a:r>
              <a:rPr lang="sl-SI" sz="1600" b="1">
                <a:latin typeface="Courier New"/>
              </a:rPr>
              <a:t>AND </a:t>
            </a:r>
            <a:endParaRPr lang="en-US" sz="1600" b="1">
              <a:latin typeface="Courier New"/>
            </a:endParaRPr>
          </a:p>
          <a:p>
            <a:pPr lvl="1">
              <a:buNone/>
            </a:pPr>
            <a:r>
              <a:rPr lang="en-US" sz="1600" b="1" dirty="0">
                <a:latin typeface="Courier New"/>
              </a:rPr>
              <a:t>	</a:t>
            </a:r>
            <a:r>
              <a:rPr lang="sl-SI" sz="1600" b="1">
                <a:latin typeface="Courier New"/>
              </a:rPr>
              <a:t>EXISTS</a:t>
            </a:r>
            <a:r>
              <a:rPr lang="sl-SI" sz="1600">
                <a:latin typeface="Courier New"/>
              </a:rPr>
              <a:t>(</a:t>
            </a:r>
            <a:r>
              <a:rPr lang="en-US" sz="1600" dirty="0">
                <a:latin typeface="Courier New"/>
              </a:rPr>
              <a:t>	</a:t>
            </a:r>
            <a:r>
              <a:rPr lang="sl-SI" sz="1600" b="1">
                <a:latin typeface="Courier New"/>
              </a:rPr>
              <a:t>SELECT</a:t>
            </a:r>
            <a:r>
              <a:rPr lang="sl-SI" sz="1600">
                <a:latin typeface="Courier New"/>
              </a:rPr>
              <a:t> r.cid </a:t>
            </a:r>
            <a:endParaRPr lang="en-US" sz="1600">
              <a:latin typeface="Courier New"/>
            </a:endParaRPr>
          </a:p>
          <a:p>
            <a:pPr lvl="1">
              <a:buNone/>
            </a:pPr>
            <a:r>
              <a:rPr lang="en-US" sz="1600" b="1" dirty="0">
                <a:latin typeface="Courier New"/>
              </a:rPr>
              <a:t>			</a:t>
            </a:r>
            <a:r>
              <a:rPr lang="sl-SI" sz="1600" b="1">
                <a:latin typeface="Courier New"/>
              </a:rPr>
              <a:t>FROM</a:t>
            </a:r>
            <a:r>
              <a:rPr lang="sl-SI" sz="1600">
                <a:latin typeface="Courier New"/>
              </a:rPr>
              <a:t> rezervacija r </a:t>
            </a:r>
            <a:endParaRPr lang="en-US" sz="1600">
              <a:latin typeface="Courier New"/>
            </a:endParaRPr>
          </a:p>
          <a:p>
            <a:pPr lvl="1">
              <a:buNone/>
            </a:pPr>
            <a:r>
              <a:rPr lang="en-US" sz="1600" b="1" dirty="0">
                <a:latin typeface="Courier New"/>
              </a:rPr>
              <a:t>			</a:t>
            </a:r>
            <a:r>
              <a:rPr lang="sl-SI" sz="1600" b="1">
                <a:latin typeface="Courier New"/>
              </a:rPr>
              <a:t>WHERE</a:t>
            </a:r>
            <a:r>
              <a:rPr lang="sl-SI" sz="1600">
                <a:latin typeface="Courier New"/>
              </a:rPr>
              <a:t> r.jid = jadralec.jid)</a:t>
            </a:r>
          </a:p>
          <a:p>
            <a:pPr lvl="1">
              <a:buNone/>
            </a:pPr>
            <a:r>
              <a:rPr lang="en-US" sz="1600" b="1">
                <a:latin typeface="Courier New"/>
              </a:rPr>
              <a:t>GROUP</a:t>
            </a:r>
            <a:r>
              <a:rPr lang="en-US" sz="1600" dirty="0">
                <a:latin typeface="Courier New"/>
              </a:rPr>
              <a:t> </a:t>
            </a:r>
            <a:r>
              <a:rPr lang="en-US" sz="1600" b="1">
                <a:latin typeface="Courier New"/>
              </a:rPr>
              <a:t>BY</a:t>
            </a:r>
            <a:r>
              <a:rPr lang="en-US" sz="1600">
                <a:latin typeface="Courier New"/>
              </a:rPr>
              <a:t> rating</a:t>
            </a:r>
          </a:p>
          <a:p>
            <a:pPr lvl="1">
              <a:buNone/>
            </a:pPr>
            <a:r>
              <a:rPr lang="en-US" sz="1600" b="1">
                <a:latin typeface="Courier New" pitchFamily="49" charset="0"/>
              </a:rPr>
              <a:t>HAVING COUNT</a:t>
            </a:r>
            <a:r>
              <a:rPr lang="en-US" sz="1600">
                <a:latin typeface="Courier New" pitchFamily="49" charset="0"/>
              </a:rPr>
              <a:t>(*) &gt; 1;</a:t>
            </a:r>
          </a:p>
          <a:p>
            <a:pPr lvl="1">
              <a:buFontTx/>
              <a:buNone/>
            </a:pPr>
            <a:endParaRPr lang="en-US" sz="1600">
              <a:latin typeface="Courier New" pitchFamily="49" charset="0"/>
            </a:endParaRPr>
          </a:p>
        </p:txBody>
      </p:sp>
      <p:sp>
        <p:nvSpPr>
          <p:cNvPr id="4" name="Footer Placeholder 3"/>
          <p:cNvSpPr>
            <a:spLocks noGrp="1"/>
          </p:cNvSpPr>
          <p:nvPr>
            <p:ph type="ftr" sz="quarter" idx="11"/>
          </p:nvPr>
        </p:nvSpPr>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355858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6804" name="AutoShape 4"/>
          <p:cNvSpPr>
            <a:spLocks noGrp="1" noChangeArrowheads="1"/>
          </p:cNvSpPr>
          <p:nvPr>
            <p:ph type="title"/>
          </p:nvPr>
        </p:nvSpPr>
        <p:spPr/>
        <p:txBody>
          <a:bodyPr/>
          <a:lstStyle/>
          <a:p>
            <a:r>
              <a:rPr lang="en-US" err="1"/>
              <a:t>Primeri</a:t>
            </a:r>
            <a:r>
              <a:rPr lang="en-US"/>
              <a:t> </a:t>
            </a:r>
            <a:r>
              <a:rPr lang="en-US" err="1"/>
              <a:t>tabel</a:t>
            </a:r>
            <a:endParaRPr lang="en-US"/>
          </a:p>
        </p:txBody>
      </p:sp>
      <p:sp>
        <p:nvSpPr>
          <p:cNvPr id="76805" name="Rectangle 5"/>
          <p:cNvSpPr>
            <a:spLocks noGrp="1" noChangeArrowheads="1"/>
          </p:cNvSpPr>
          <p:nvPr>
            <p:ph type="body" sz="half" idx="1"/>
          </p:nvPr>
        </p:nvSpPr>
        <p:spPr>
          <a:xfrm>
            <a:off x="838200" y="2286000"/>
            <a:ext cx="5029200" cy="4495800"/>
          </a:xfrm>
        </p:spPr>
        <p:txBody>
          <a:bodyPr/>
          <a:lstStyle/>
          <a:p>
            <a:pPr>
              <a:lnSpc>
                <a:spcPct val="80000"/>
              </a:lnSpc>
              <a:buFont typeface="Wingdings" pitchFamily="2" charset="2"/>
              <a:buNone/>
            </a:pPr>
            <a:r>
              <a:rPr lang="en-US" sz="1200" dirty="0" err="1">
                <a:latin typeface="Courier New" pitchFamily="49" charset="0"/>
              </a:rPr>
              <a:t>jadralec</a:t>
            </a: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a:t>
            </a:r>
          </a:p>
          <a:p>
            <a:pPr>
              <a:lnSpc>
                <a:spcPct val="80000"/>
              </a:lnSpc>
              <a:buNone/>
            </a:pPr>
            <a:r>
              <a:rPr lang="en-US" sz="1200" dirty="0">
                <a:latin typeface="Courier New"/>
              </a:rPr>
              <a:t>| </a:t>
            </a:r>
            <a:r>
              <a:rPr lang="en-US" sz="1200" u="sng" dirty="0" err="1">
                <a:latin typeface="Courier New"/>
              </a:rPr>
              <a:t>jid</a:t>
            </a:r>
            <a:r>
              <a:rPr lang="en-US" sz="1200" dirty="0">
                <a:latin typeface="Courier New"/>
              </a:rPr>
              <a:t> | </a:t>
            </a:r>
            <a:r>
              <a:rPr lang="en-US" sz="1200" dirty="0" err="1">
                <a:latin typeface="Courier New"/>
              </a:rPr>
              <a:t>ime</a:t>
            </a:r>
            <a:r>
              <a:rPr lang="en-US" sz="1200" dirty="0">
                <a:latin typeface="Courier New"/>
              </a:rPr>
              <a:t>     | rating | starost |</a:t>
            </a:r>
          </a:p>
          <a:p>
            <a:pPr>
              <a:lnSpc>
                <a:spcPct val="80000"/>
              </a:lnSpc>
              <a:buFont typeface="Wingdings" pitchFamily="2" charset="2"/>
              <a:buNone/>
            </a:pPr>
            <a:r>
              <a:rPr lang="en-US" sz="1200" dirty="0">
                <a:latin typeface="Courier New" pitchFamily="49" charset="0"/>
              </a:rPr>
              <a:t>+-----+---------+--------+---------+</a:t>
            </a:r>
          </a:p>
          <a:p>
            <a:pPr>
              <a:lnSpc>
                <a:spcPct val="80000"/>
              </a:lnSpc>
              <a:buNone/>
            </a:pPr>
            <a:r>
              <a:rPr lang="en-US" sz="1200" dirty="0">
                <a:latin typeface="Courier New"/>
              </a:rPr>
              <a:t>|  22 | Darko   | 7      | 45      |</a:t>
            </a:r>
          </a:p>
          <a:p>
            <a:pPr>
              <a:lnSpc>
                <a:spcPct val="80000"/>
              </a:lnSpc>
              <a:buNone/>
            </a:pPr>
            <a:r>
              <a:rPr lang="en-US" sz="1200" dirty="0">
                <a:latin typeface="Courier New"/>
              </a:rPr>
              <a:t>|  29 | Borut   | 1      | 33      |</a:t>
            </a:r>
          </a:p>
          <a:p>
            <a:pPr>
              <a:lnSpc>
                <a:spcPct val="80000"/>
              </a:lnSpc>
              <a:buNone/>
            </a:pPr>
            <a:r>
              <a:rPr lang="en-US" sz="1200" dirty="0">
                <a:latin typeface="Courier New"/>
              </a:rPr>
              <a:t>|  31 | Lojze   | 8      | 55.5    |</a:t>
            </a:r>
          </a:p>
          <a:p>
            <a:pPr>
              <a:lnSpc>
                <a:spcPct val="80000"/>
              </a:lnSpc>
              <a:buNone/>
            </a:pPr>
            <a:r>
              <a:rPr lang="en-US" sz="1200" dirty="0">
                <a:latin typeface="Courier New"/>
              </a:rPr>
              <a:t>|  32 | Andrej  | 8      | 25.5    |</a:t>
            </a:r>
          </a:p>
          <a:p>
            <a:pPr>
              <a:lnSpc>
                <a:spcPct val="80000"/>
              </a:lnSpc>
              <a:buNone/>
            </a:pPr>
            <a:r>
              <a:rPr lang="en-US" sz="1200" dirty="0">
                <a:latin typeface="Courier New"/>
              </a:rPr>
              <a:t>|  58 | Rajko   | 10     | 35      |</a:t>
            </a:r>
          </a:p>
          <a:p>
            <a:pPr>
              <a:lnSpc>
                <a:spcPct val="80000"/>
              </a:lnSpc>
              <a:buNone/>
            </a:pPr>
            <a:r>
              <a:rPr lang="en-US" sz="1200" dirty="0">
                <a:latin typeface="Courier New"/>
              </a:rPr>
              <a:t>|  64 | Henrik  | 7      | 35      |</a:t>
            </a:r>
          </a:p>
          <a:p>
            <a:pPr>
              <a:lnSpc>
                <a:spcPct val="80000"/>
              </a:lnSpc>
              <a:buNone/>
            </a:pPr>
            <a:r>
              <a:rPr lang="en-US" sz="1200" dirty="0">
                <a:latin typeface="Courier New"/>
              </a:rPr>
              <a:t>|  71 | Zdravko | 10     | 16      |</a:t>
            </a:r>
          </a:p>
          <a:p>
            <a:pPr>
              <a:lnSpc>
                <a:spcPct val="80000"/>
              </a:lnSpc>
              <a:buNone/>
            </a:pPr>
            <a:r>
              <a:rPr lang="en-US" sz="1200" dirty="0">
                <a:latin typeface="Courier New"/>
              </a:rPr>
              <a:t>|  74 | Henrik  | 9      | 35      |</a:t>
            </a:r>
          </a:p>
          <a:p>
            <a:pPr>
              <a:lnSpc>
                <a:spcPct val="80000"/>
              </a:lnSpc>
              <a:buNone/>
            </a:pPr>
            <a:r>
              <a:rPr lang="en-US" sz="1200" dirty="0">
                <a:latin typeface="Courier New"/>
              </a:rPr>
              <a:t>|  85 | Anze    | 3      | 25.5    |</a:t>
            </a:r>
          </a:p>
          <a:p>
            <a:pPr>
              <a:lnSpc>
                <a:spcPct val="80000"/>
              </a:lnSpc>
              <a:buNone/>
            </a:pPr>
            <a:r>
              <a:rPr lang="en-US" sz="1200" dirty="0">
                <a:latin typeface="Courier New"/>
              </a:rPr>
              <a:t>|  95 | Bine    | 3      | 63.5    |</a:t>
            </a:r>
          </a:p>
          <a:p>
            <a:pPr>
              <a:lnSpc>
                <a:spcPct val="80000"/>
              </a:lnSpc>
              <a:buFont typeface="Wingdings" pitchFamily="2" charset="2"/>
              <a:buNone/>
            </a:pPr>
            <a:r>
              <a:rPr lang="en-US" sz="1200" dirty="0">
                <a:latin typeface="Courier New" pitchFamily="49" charset="0"/>
              </a:rPr>
              <a:t>+-----+---------+--------+---------+</a:t>
            </a:r>
          </a:p>
          <a:p>
            <a:pPr>
              <a:lnSpc>
                <a:spcPct val="110000"/>
              </a:lnSpc>
              <a:buFont typeface="Wingdings" pitchFamily="2" charset="2"/>
              <a:buNone/>
            </a:pPr>
            <a:r>
              <a:rPr lang="en-US" sz="1200" dirty="0" err="1">
                <a:latin typeface="Courier New"/>
              </a:rPr>
              <a:t>coln</a:t>
            </a:r>
            <a:r>
              <a:rPr lang="en-US" sz="1200" dirty="0">
                <a:latin typeface="Courier New"/>
              </a:rPr>
              <a:t>:</a:t>
            </a:r>
          </a:p>
          <a:p>
            <a:pPr>
              <a:lnSpc>
                <a:spcPct val="80000"/>
              </a:lnSpc>
              <a:buFont typeface="Wingdings" pitchFamily="2" charset="2"/>
              <a:buNone/>
            </a:pPr>
            <a:r>
              <a:rPr lang="en-US" sz="1200" dirty="0">
                <a:latin typeface="Courier New" pitchFamily="49" charset="0"/>
              </a:rPr>
              <a:t>+-----+-------------+---------+--------+</a:t>
            </a:r>
          </a:p>
          <a:p>
            <a:pPr>
              <a:lnSpc>
                <a:spcPct val="80000"/>
              </a:lnSpc>
              <a:buNone/>
            </a:pPr>
            <a:r>
              <a:rPr lang="en-US" sz="1200" dirty="0">
                <a:latin typeface="Courier New"/>
              </a:rPr>
              <a:t>| </a:t>
            </a:r>
            <a:r>
              <a:rPr lang="en-US" sz="1200" u="sng" dirty="0" err="1">
                <a:latin typeface="Courier New"/>
              </a:rPr>
              <a:t>cid</a:t>
            </a:r>
            <a:r>
              <a:rPr lang="en-US" sz="1200" dirty="0">
                <a:latin typeface="Courier New"/>
              </a:rPr>
              <a:t> | </a:t>
            </a:r>
            <a:r>
              <a:rPr lang="en-US" sz="1200" dirty="0" err="1">
                <a:latin typeface="Courier New"/>
              </a:rPr>
              <a:t>ime</a:t>
            </a:r>
            <a:r>
              <a:rPr lang="en-US" sz="1200" dirty="0">
                <a:latin typeface="Courier New"/>
              </a:rPr>
              <a:t>         | </a:t>
            </a:r>
            <a:r>
              <a:rPr lang="en-US" sz="1200" dirty="0" err="1">
                <a:latin typeface="Courier New"/>
              </a:rPr>
              <a:t>dolzina</a:t>
            </a:r>
            <a:r>
              <a:rPr lang="en-US" sz="1200" dirty="0">
                <a:latin typeface="Courier New"/>
              </a:rPr>
              <a:t> | </a:t>
            </a:r>
            <a:r>
              <a:rPr lang="en-US" sz="1200" dirty="0" err="1">
                <a:latin typeface="Courier New"/>
              </a:rPr>
              <a:t>barva</a:t>
            </a:r>
            <a:r>
              <a:rPr lang="en-US" sz="1200" dirty="0">
                <a:latin typeface="Courier New"/>
              </a:rPr>
              <a:t>  |</a:t>
            </a:r>
          </a:p>
          <a:p>
            <a:pPr>
              <a:lnSpc>
                <a:spcPct val="80000"/>
              </a:lnSpc>
              <a:buFont typeface="Wingdings" pitchFamily="2" charset="2"/>
              <a:buNone/>
            </a:pPr>
            <a:r>
              <a:rPr lang="en-US" sz="1200" dirty="0">
                <a:latin typeface="Courier New" pitchFamily="49" charset="0"/>
              </a:rPr>
              <a:t>+-----+-------------+---------+--------+</a:t>
            </a:r>
          </a:p>
          <a:p>
            <a:pPr>
              <a:lnSpc>
                <a:spcPct val="80000"/>
              </a:lnSpc>
              <a:buNone/>
            </a:pPr>
            <a:r>
              <a:rPr lang="en-US" sz="1200" dirty="0">
                <a:latin typeface="Courier New"/>
              </a:rPr>
              <a:t>| 101 | Elan        | 34      | </a:t>
            </a:r>
            <a:r>
              <a:rPr lang="en-US" sz="1200" dirty="0" err="1">
                <a:latin typeface="Courier New"/>
              </a:rPr>
              <a:t>modra</a:t>
            </a:r>
            <a:r>
              <a:rPr lang="en-US" sz="1200" dirty="0">
                <a:latin typeface="Courier New"/>
              </a:rPr>
              <a:t>  |</a:t>
            </a:r>
          </a:p>
          <a:p>
            <a:pPr>
              <a:lnSpc>
                <a:spcPct val="80000"/>
              </a:lnSpc>
              <a:buNone/>
            </a:pPr>
            <a:r>
              <a:rPr lang="en-US" sz="1200" dirty="0">
                <a:latin typeface="Courier New"/>
              </a:rPr>
              <a:t>| 102 | Elan        | 34      | </a:t>
            </a:r>
            <a:r>
              <a:rPr lang="en-US" sz="1200" dirty="0" err="1">
                <a:latin typeface="Courier New"/>
              </a:rPr>
              <a:t>rdeca</a:t>
            </a:r>
            <a:r>
              <a:rPr lang="en-US" sz="1200" dirty="0">
                <a:latin typeface="Courier New"/>
              </a:rPr>
              <a:t>  |</a:t>
            </a:r>
          </a:p>
          <a:p>
            <a:pPr>
              <a:lnSpc>
                <a:spcPct val="80000"/>
              </a:lnSpc>
              <a:buNone/>
            </a:pPr>
            <a:r>
              <a:rPr lang="en-US" sz="1200" dirty="0">
                <a:latin typeface="Courier New"/>
              </a:rPr>
              <a:t>| 103 | Sun Odyssey | 37      | </a:t>
            </a:r>
            <a:r>
              <a:rPr lang="en-US" sz="1200" dirty="0" err="1">
                <a:latin typeface="Courier New"/>
              </a:rPr>
              <a:t>zelena</a:t>
            </a:r>
            <a:r>
              <a:rPr lang="en-US" sz="1200" dirty="0">
                <a:latin typeface="Courier New"/>
              </a:rPr>
              <a:t> |</a:t>
            </a:r>
          </a:p>
          <a:p>
            <a:pPr>
              <a:lnSpc>
                <a:spcPct val="80000"/>
              </a:lnSpc>
              <a:buNone/>
            </a:pPr>
            <a:r>
              <a:rPr lang="en-US" sz="1200" dirty="0">
                <a:latin typeface="Courier New"/>
              </a:rPr>
              <a:t>| 104 | Bavaria     | 50      | </a:t>
            </a:r>
            <a:r>
              <a:rPr lang="en-US" sz="1200" dirty="0" err="1">
                <a:latin typeface="Courier New"/>
              </a:rPr>
              <a:t>rdeca</a:t>
            </a:r>
            <a:r>
              <a:rPr lang="en-US" sz="1200" dirty="0">
                <a:latin typeface="Courier New"/>
              </a:rPr>
              <a:t>  |</a:t>
            </a:r>
          </a:p>
          <a:p>
            <a:pPr>
              <a:lnSpc>
                <a:spcPct val="80000"/>
              </a:lnSpc>
              <a:buFont typeface="Wingdings" pitchFamily="2" charset="2"/>
              <a:buNone/>
            </a:pPr>
            <a:r>
              <a:rPr lang="en-US" sz="1200" dirty="0">
                <a:latin typeface="Courier New" pitchFamily="49" charset="0"/>
              </a:rPr>
              <a:t>+-----+-------------+---------+--------+</a:t>
            </a:r>
          </a:p>
        </p:txBody>
      </p:sp>
      <p:sp>
        <p:nvSpPr>
          <p:cNvPr id="76806" name="Rectangle 6"/>
          <p:cNvSpPr>
            <a:spLocks noGrp="1" noChangeArrowheads="1"/>
          </p:cNvSpPr>
          <p:nvPr>
            <p:ph type="body" sz="half" idx="2"/>
          </p:nvPr>
        </p:nvSpPr>
        <p:spPr>
          <a:xfrm>
            <a:off x="5943600" y="2286000"/>
            <a:ext cx="2587625" cy="3724275"/>
          </a:xfrm>
        </p:spPr>
        <p:txBody>
          <a:bodyPr/>
          <a:lstStyle/>
          <a:p>
            <a:pPr>
              <a:lnSpc>
                <a:spcPct val="80000"/>
              </a:lnSpc>
              <a:buFont typeface="Wingdings" pitchFamily="2" charset="2"/>
              <a:buNone/>
            </a:pPr>
            <a:r>
              <a:rPr lang="en-US" sz="1200" dirty="0" err="1">
                <a:latin typeface="Courier New" pitchFamily="49" charset="0"/>
              </a:rPr>
              <a:t>rezervacija</a:t>
            </a: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a:t>
            </a:r>
          </a:p>
          <a:p>
            <a:pPr>
              <a:lnSpc>
                <a:spcPct val="80000"/>
              </a:lnSpc>
              <a:buNone/>
            </a:pPr>
            <a:r>
              <a:rPr lang="en-US" sz="1200" dirty="0">
                <a:latin typeface="Courier New"/>
              </a:rPr>
              <a:t>| </a:t>
            </a:r>
            <a:r>
              <a:rPr lang="en-US" sz="1200" u="sng" dirty="0" err="1">
                <a:latin typeface="Courier New"/>
              </a:rPr>
              <a:t>jid</a:t>
            </a:r>
            <a:r>
              <a:rPr lang="en-US" sz="1200" dirty="0">
                <a:latin typeface="Courier New"/>
              </a:rPr>
              <a:t> | </a:t>
            </a:r>
            <a:r>
              <a:rPr lang="en-US" sz="1200" u="sng" dirty="0" err="1">
                <a:latin typeface="Courier New"/>
              </a:rPr>
              <a:t>cid</a:t>
            </a:r>
            <a:r>
              <a:rPr lang="en-US" sz="1200" dirty="0">
                <a:latin typeface="Courier New"/>
              </a:rPr>
              <a:t> | </a:t>
            </a:r>
            <a:r>
              <a:rPr lang="en-US" sz="1200" u="sng" dirty="0">
                <a:latin typeface="Courier New"/>
              </a:rPr>
              <a:t>dan</a:t>
            </a:r>
            <a:r>
              <a:rPr lang="en-US" sz="1200" dirty="0">
                <a:latin typeface="Courier New"/>
              </a:rPr>
              <a:t>        |</a:t>
            </a:r>
          </a:p>
          <a:p>
            <a:pPr>
              <a:lnSpc>
                <a:spcPct val="80000"/>
              </a:lnSpc>
              <a:buFont typeface="Wingdings" pitchFamily="2" charset="2"/>
              <a:buNone/>
            </a:pP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  22 | 101 | 2006-10-10 |</a:t>
            </a:r>
          </a:p>
          <a:p>
            <a:pPr>
              <a:lnSpc>
                <a:spcPct val="80000"/>
              </a:lnSpc>
              <a:buFont typeface="Wingdings" pitchFamily="2" charset="2"/>
              <a:buNone/>
            </a:pPr>
            <a:r>
              <a:rPr lang="en-US" sz="1200" dirty="0">
                <a:latin typeface="Courier New" pitchFamily="49" charset="0"/>
              </a:rPr>
              <a:t>|  22 | 102 | 2006-10-10 |</a:t>
            </a:r>
          </a:p>
          <a:p>
            <a:pPr>
              <a:lnSpc>
                <a:spcPct val="80000"/>
              </a:lnSpc>
              <a:buFont typeface="Wingdings" pitchFamily="2" charset="2"/>
              <a:buNone/>
            </a:pPr>
            <a:r>
              <a:rPr lang="en-US" sz="1200" dirty="0">
                <a:latin typeface="Courier New" pitchFamily="49" charset="0"/>
              </a:rPr>
              <a:t>|  22 | 103 | 2006-10-08 |</a:t>
            </a:r>
          </a:p>
          <a:p>
            <a:pPr>
              <a:lnSpc>
                <a:spcPct val="80000"/>
              </a:lnSpc>
              <a:buFont typeface="Wingdings" pitchFamily="2" charset="2"/>
              <a:buNone/>
            </a:pPr>
            <a:r>
              <a:rPr lang="en-US" sz="1200" dirty="0">
                <a:latin typeface="Courier New" pitchFamily="49" charset="0"/>
              </a:rPr>
              <a:t>|  22 | 104 | 2006-10-07 |</a:t>
            </a:r>
          </a:p>
          <a:p>
            <a:pPr>
              <a:lnSpc>
                <a:spcPct val="80000"/>
              </a:lnSpc>
              <a:buFont typeface="Wingdings" pitchFamily="2" charset="2"/>
              <a:buNone/>
            </a:pPr>
            <a:r>
              <a:rPr lang="en-US" sz="1200" dirty="0">
                <a:latin typeface="Courier New" pitchFamily="49" charset="0"/>
              </a:rPr>
              <a:t>|  31 | 102 | 2006-11-10 |</a:t>
            </a:r>
          </a:p>
          <a:p>
            <a:pPr>
              <a:lnSpc>
                <a:spcPct val="80000"/>
              </a:lnSpc>
              <a:buFont typeface="Wingdings" pitchFamily="2" charset="2"/>
              <a:buNone/>
            </a:pPr>
            <a:r>
              <a:rPr lang="en-US" sz="1200" dirty="0">
                <a:latin typeface="Courier New" pitchFamily="49" charset="0"/>
              </a:rPr>
              <a:t>|  31 | 103 | 2006-11-06 |</a:t>
            </a:r>
          </a:p>
          <a:p>
            <a:pPr>
              <a:lnSpc>
                <a:spcPct val="80000"/>
              </a:lnSpc>
              <a:buFont typeface="Wingdings" pitchFamily="2" charset="2"/>
              <a:buNone/>
            </a:pPr>
            <a:r>
              <a:rPr lang="en-US" sz="1200" dirty="0">
                <a:latin typeface="Courier New" pitchFamily="49" charset="0"/>
              </a:rPr>
              <a:t>|  31 | 104 | 2006-11-12 |</a:t>
            </a:r>
          </a:p>
          <a:p>
            <a:pPr>
              <a:lnSpc>
                <a:spcPct val="80000"/>
              </a:lnSpc>
              <a:buFont typeface="Wingdings" pitchFamily="2" charset="2"/>
              <a:buNone/>
            </a:pPr>
            <a:r>
              <a:rPr lang="en-US" sz="1200" dirty="0">
                <a:latin typeface="Courier New" pitchFamily="49" charset="0"/>
              </a:rPr>
              <a:t>|  64 | 101 | 2006-09-05 |</a:t>
            </a:r>
          </a:p>
          <a:p>
            <a:pPr>
              <a:lnSpc>
                <a:spcPct val="80000"/>
              </a:lnSpc>
              <a:buFont typeface="Wingdings" pitchFamily="2" charset="2"/>
              <a:buNone/>
            </a:pPr>
            <a:r>
              <a:rPr lang="en-US" sz="1200" dirty="0">
                <a:latin typeface="Courier New" pitchFamily="49" charset="0"/>
              </a:rPr>
              <a:t>|  64 | 102 | 2006-09-08 |</a:t>
            </a:r>
          </a:p>
          <a:p>
            <a:pPr>
              <a:lnSpc>
                <a:spcPct val="80000"/>
              </a:lnSpc>
              <a:buFont typeface="Wingdings" pitchFamily="2" charset="2"/>
              <a:buNone/>
            </a:pPr>
            <a:r>
              <a:rPr lang="en-US" sz="1200" dirty="0">
                <a:latin typeface="Courier New" pitchFamily="49" charset="0"/>
              </a:rPr>
              <a:t>|  74 | 103 | 2006-09-08 |</a:t>
            </a:r>
          </a:p>
          <a:p>
            <a:pPr>
              <a:lnSpc>
                <a:spcPct val="80000"/>
              </a:lnSpc>
              <a:buFont typeface="Wingdings" pitchFamily="2" charset="2"/>
              <a:buNone/>
            </a:pPr>
            <a:r>
              <a:rPr lang="en-US" sz="1200" dirty="0">
                <a:latin typeface="Courier New" pitchFamily="49" charset="0"/>
              </a:rPr>
              <a:t>+-----+-----+------------+</a:t>
            </a:r>
          </a:p>
        </p:txBody>
      </p:sp>
      <p:sp>
        <p:nvSpPr>
          <p:cNvPr id="7" name="Text Box 6"/>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34247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4754" name="AutoShape 2"/>
          <p:cNvSpPr>
            <a:spLocks noGrp="1" noChangeArrowheads="1"/>
          </p:cNvSpPr>
          <p:nvPr>
            <p:ph type="title"/>
          </p:nvPr>
        </p:nvSpPr>
        <p:spPr/>
        <p:txBody>
          <a:bodyPr/>
          <a:lstStyle/>
          <a:p>
            <a:r>
              <a:rPr lang="en-US" err="1"/>
              <a:t>Primeri</a:t>
            </a:r>
            <a:r>
              <a:rPr lang="en-US"/>
              <a:t> </a:t>
            </a:r>
            <a:r>
              <a:rPr lang="en-US" err="1"/>
              <a:t>tabel</a:t>
            </a:r>
            <a:endParaRPr lang="en-US"/>
          </a:p>
        </p:txBody>
      </p:sp>
      <p:sp>
        <p:nvSpPr>
          <p:cNvPr id="74755" name="Rectangle 3"/>
          <p:cNvSpPr>
            <a:spLocks noGrp="1" noChangeArrowheads="1"/>
          </p:cNvSpPr>
          <p:nvPr>
            <p:ph type="body" idx="1"/>
          </p:nvPr>
        </p:nvSpPr>
        <p:spPr/>
        <p:txBody>
          <a:bodyPr/>
          <a:lstStyle/>
          <a:p>
            <a:pPr marL="0" indent="0">
              <a:buNone/>
            </a:pPr>
            <a:r>
              <a:rPr lang="en-US" dirty="0" err="1"/>
              <a:t>Tabele</a:t>
            </a:r>
            <a:r>
              <a:rPr lang="en-US" dirty="0"/>
              <a:t> </a:t>
            </a:r>
            <a:r>
              <a:rPr lang="en-US" dirty="0" err="1"/>
              <a:t>lahko</a:t>
            </a:r>
            <a:r>
              <a:rPr lang="en-US" dirty="0"/>
              <a:t> </a:t>
            </a:r>
            <a:r>
              <a:rPr lang="en-US" dirty="0" err="1"/>
              <a:t>opišemo</a:t>
            </a:r>
            <a:r>
              <a:rPr lang="en-US" dirty="0"/>
              <a:t> </a:t>
            </a:r>
            <a:r>
              <a:rPr lang="en-US" dirty="0" err="1"/>
              <a:t>tudi</a:t>
            </a:r>
            <a:r>
              <a:rPr lang="en-US" dirty="0"/>
              <a:t> z </a:t>
            </a:r>
            <a:r>
              <a:rPr lang="en-US" dirty="0" err="1"/>
              <a:t>relacijsko</a:t>
            </a:r>
            <a:r>
              <a:rPr lang="en-US" dirty="0"/>
              <a:t> </a:t>
            </a:r>
            <a:r>
              <a:rPr lang="en-US" dirty="0" err="1"/>
              <a:t>shemo</a:t>
            </a:r>
            <a:r>
              <a:rPr lang="en-US" dirty="0"/>
              <a:t>:</a:t>
            </a:r>
            <a:endParaRPr lang="en-US" dirty="0">
              <a:latin typeface="Courier New" pitchFamily="49" charset="0"/>
            </a:endParaRPr>
          </a:p>
          <a:p>
            <a:pPr lvl="1">
              <a:buFontTx/>
              <a:buNone/>
            </a:pPr>
            <a:r>
              <a:rPr lang="sl-SI" dirty="0">
                <a:latin typeface="Courier New" pitchFamily="49" charset="0"/>
              </a:rPr>
              <a:t>jadralec(</a:t>
            </a:r>
            <a:r>
              <a:rPr lang="sl-SI" u="sng" dirty="0" err="1">
                <a:latin typeface="Courier New" pitchFamily="49" charset="0"/>
              </a:rPr>
              <a:t>jid</a:t>
            </a:r>
            <a:r>
              <a:rPr lang="sl-SI" dirty="0">
                <a:latin typeface="Courier New" pitchFamily="49" charset="0"/>
              </a:rPr>
              <a:t>, ime, rating, starost)</a:t>
            </a:r>
          </a:p>
          <a:p>
            <a:pPr lvl="1">
              <a:buFontTx/>
              <a:buNone/>
            </a:pPr>
            <a:r>
              <a:rPr lang="sl-SI" dirty="0" err="1">
                <a:latin typeface="Courier New" pitchFamily="49" charset="0"/>
              </a:rPr>
              <a:t>coln</a:t>
            </a:r>
            <a:r>
              <a:rPr lang="sl-SI" dirty="0">
                <a:latin typeface="Courier New" pitchFamily="49" charset="0"/>
              </a:rPr>
              <a:t>(</a:t>
            </a:r>
            <a:r>
              <a:rPr lang="sl-SI" u="sng" dirty="0" err="1">
                <a:latin typeface="Courier New" pitchFamily="49" charset="0"/>
              </a:rPr>
              <a:t>cid</a:t>
            </a:r>
            <a:r>
              <a:rPr lang="sl-SI" dirty="0">
                <a:latin typeface="Courier New" pitchFamily="49" charset="0"/>
              </a:rPr>
              <a:t>, ime, </a:t>
            </a:r>
            <a:r>
              <a:rPr lang="sl-SI" dirty="0" err="1">
                <a:latin typeface="Courier New" pitchFamily="49" charset="0"/>
              </a:rPr>
              <a:t>dolzina</a:t>
            </a:r>
            <a:r>
              <a:rPr lang="sl-SI" dirty="0">
                <a:latin typeface="Courier New" pitchFamily="49" charset="0"/>
              </a:rPr>
              <a:t>, barva) </a:t>
            </a:r>
          </a:p>
          <a:p>
            <a:pPr lvl="1">
              <a:buFontTx/>
              <a:buNone/>
            </a:pPr>
            <a:r>
              <a:rPr lang="sl-SI" dirty="0">
                <a:latin typeface="Courier New" pitchFamily="49" charset="0"/>
              </a:rPr>
              <a:t>rezervacija(</a:t>
            </a:r>
            <a:r>
              <a:rPr lang="en-US" u="sng" dirty="0">
                <a:latin typeface="Courier New" pitchFamily="49" charset="0"/>
              </a:rPr>
              <a:t>#</a:t>
            </a:r>
            <a:r>
              <a:rPr lang="sl-SI" u="sng" dirty="0" err="1">
                <a:latin typeface="Courier New" pitchFamily="49" charset="0"/>
              </a:rPr>
              <a:t>jid</a:t>
            </a:r>
            <a:r>
              <a:rPr lang="sl-SI" u="sng" dirty="0">
                <a:latin typeface="Courier New" pitchFamily="49" charset="0"/>
              </a:rPr>
              <a:t>, </a:t>
            </a:r>
            <a:r>
              <a:rPr lang="en-US" u="sng" dirty="0">
                <a:latin typeface="Courier New" pitchFamily="49" charset="0"/>
              </a:rPr>
              <a:t>#</a:t>
            </a:r>
            <a:r>
              <a:rPr lang="sl-SI" u="sng" dirty="0" err="1">
                <a:latin typeface="Courier New" pitchFamily="49" charset="0"/>
              </a:rPr>
              <a:t>cid</a:t>
            </a:r>
            <a:r>
              <a:rPr lang="sl-SI" u="sng" dirty="0">
                <a:latin typeface="Courier New" pitchFamily="49" charset="0"/>
              </a:rPr>
              <a:t>, dan</a:t>
            </a:r>
            <a:r>
              <a:rPr lang="sl-SI" dirty="0">
                <a:latin typeface="Courier New" pitchFamily="49" charset="0"/>
              </a:rPr>
              <a:t>)</a:t>
            </a:r>
            <a:endParaRPr lang="en-US" dirty="0">
              <a:latin typeface="Courier New" pitchFamily="49" charset="0"/>
            </a:endParaRPr>
          </a:p>
          <a:p>
            <a:r>
              <a:rPr lang="en-US" dirty="0"/>
              <a:t>Pomen in </a:t>
            </a:r>
            <a:r>
              <a:rPr lang="en-US" dirty="0" err="1"/>
              <a:t>povezava</a:t>
            </a:r>
            <a:r>
              <a:rPr lang="en-US" dirty="0"/>
              <a:t> </a:t>
            </a:r>
            <a:r>
              <a:rPr lang="en-US" dirty="0" err="1"/>
              <a:t>relacij</a:t>
            </a:r>
            <a:r>
              <a:rPr lang="en-US" dirty="0"/>
              <a:t>:</a:t>
            </a:r>
          </a:p>
        </p:txBody>
      </p:sp>
      <p:grpSp>
        <p:nvGrpSpPr>
          <p:cNvPr id="74766" name="Group 14"/>
          <p:cNvGrpSpPr>
            <a:grpSpLocks/>
          </p:cNvGrpSpPr>
          <p:nvPr/>
        </p:nvGrpSpPr>
        <p:grpSpPr bwMode="auto">
          <a:xfrm>
            <a:off x="1466523" y="5029200"/>
            <a:ext cx="5791200" cy="914400"/>
            <a:chOff x="1008" y="3312"/>
            <a:chExt cx="3648" cy="576"/>
          </a:xfrm>
        </p:grpSpPr>
        <p:sp>
          <p:nvSpPr>
            <p:cNvPr id="74756" name="Rectangle 4"/>
            <p:cNvSpPr>
              <a:spLocks noChangeArrowheads="1"/>
            </p:cNvSpPr>
            <p:nvPr/>
          </p:nvSpPr>
          <p:spPr bwMode="auto">
            <a:xfrm>
              <a:off x="1008" y="3312"/>
              <a:ext cx="576" cy="576"/>
            </a:xfrm>
            <a:prstGeom prst="rect">
              <a:avLst/>
            </a:prstGeom>
            <a:solidFill>
              <a:schemeClr val="accent1"/>
            </a:solidFill>
            <a:ln w="9525">
              <a:solidFill>
                <a:schemeClr val="tx1"/>
              </a:solidFill>
              <a:miter lim="800000"/>
              <a:headEnd/>
              <a:tailEnd/>
            </a:ln>
            <a:effectLst/>
          </p:spPr>
          <p:txBody>
            <a:bodyPr wrap="none" anchor="ctr"/>
            <a:lstStyle/>
            <a:p>
              <a:r>
                <a:rPr lang="en-US" dirty="0" err="1"/>
                <a:t>jadralec</a:t>
              </a:r>
              <a:endParaRPr lang="en-US" dirty="0"/>
            </a:p>
          </p:txBody>
        </p:sp>
        <p:sp>
          <p:nvSpPr>
            <p:cNvPr id="74757" name="Rectangle 5"/>
            <p:cNvSpPr>
              <a:spLocks noChangeArrowheads="1"/>
            </p:cNvSpPr>
            <p:nvPr/>
          </p:nvSpPr>
          <p:spPr bwMode="auto">
            <a:xfrm>
              <a:off x="2544" y="3312"/>
              <a:ext cx="576" cy="576"/>
            </a:xfrm>
            <a:prstGeom prst="rect">
              <a:avLst/>
            </a:prstGeom>
            <a:solidFill>
              <a:schemeClr val="accent1"/>
            </a:solidFill>
            <a:ln w="9525">
              <a:solidFill>
                <a:schemeClr val="tx1"/>
              </a:solidFill>
              <a:miter lim="800000"/>
              <a:headEnd/>
              <a:tailEnd/>
            </a:ln>
            <a:effectLst/>
          </p:spPr>
          <p:txBody>
            <a:bodyPr wrap="none" anchor="ctr"/>
            <a:lstStyle/>
            <a:p>
              <a:r>
                <a:rPr lang="en-US" dirty="0"/>
                <a:t> </a:t>
              </a:r>
              <a:r>
                <a:rPr lang="en-US" dirty="0" err="1"/>
                <a:t>Rezerva</a:t>
              </a:r>
              <a:r>
                <a:rPr lang="en-US" dirty="0"/>
                <a:t> </a:t>
              </a:r>
            </a:p>
            <a:p>
              <a:r>
                <a:rPr lang="en-US" dirty="0" err="1"/>
                <a:t>cija</a:t>
              </a:r>
              <a:endParaRPr lang="en-US" dirty="0"/>
            </a:p>
          </p:txBody>
        </p:sp>
        <p:sp>
          <p:nvSpPr>
            <p:cNvPr id="74758" name="Rectangle 6"/>
            <p:cNvSpPr>
              <a:spLocks noChangeArrowheads="1"/>
            </p:cNvSpPr>
            <p:nvPr/>
          </p:nvSpPr>
          <p:spPr bwMode="auto">
            <a:xfrm>
              <a:off x="4080" y="3312"/>
              <a:ext cx="576" cy="576"/>
            </a:xfrm>
            <a:prstGeom prst="rect">
              <a:avLst/>
            </a:prstGeom>
            <a:solidFill>
              <a:schemeClr val="accent1"/>
            </a:solidFill>
            <a:ln w="9525">
              <a:solidFill>
                <a:schemeClr val="tx1"/>
              </a:solidFill>
              <a:miter lim="800000"/>
              <a:headEnd/>
              <a:tailEnd/>
            </a:ln>
            <a:effectLst/>
          </p:spPr>
          <p:txBody>
            <a:bodyPr wrap="none" anchor="ctr"/>
            <a:lstStyle/>
            <a:p>
              <a:r>
                <a:rPr lang="en-US" dirty="0" err="1"/>
                <a:t>coln</a:t>
              </a:r>
              <a:endParaRPr lang="en-US" dirty="0"/>
            </a:p>
          </p:txBody>
        </p:sp>
        <p:sp>
          <p:nvSpPr>
            <p:cNvPr id="74759" name="Line 7"/>
            <p:cNvSpPr>
              <a:spLocks noChangeShapeType="1"/>
            </p:cNvSpPr>
            <p:nvPr/>
          </p:nvSpPr>
          <p:spPr bwMode="auto">
            <a:xfrm flipH="1">
              <a:off x="1584" y="3600"/>
              <a:ext cx="960" cy="0"/>
            </a:xfrm>
            <a:prstGeom prst="line">
              <a:avLst/>
            </a:prstGeom>
            <a:noFill/>
            <a:ln w="9525">
              <a:solidFill>
                <a:schemeClr val="tx1"/>
              </a:solidFill>
              <a:round/>
              <a:headEnd/>
              <a:tailEnd/>
            </a:ln>
            <a:effectLst/>
          </p:spPr>
          <p:txBody>
            <a:bodyPr/>
            <a:lstStyle/>
            <a:p>
              <a:endParaRPr lang="en-US"/>
            </a:p>
          </p:txBody>
        </p:sp>
        <p:sp>
          <p:nvSpPr>
            <p:cNvPr id="74760" name="Line 8"/>
            <p:cNvSpPr>
              <a:spLocks noChangeShapeType="1"/>
            </p:cNvSpPr>
            <p:nvPr/>
          </p:nvSpPr>
          <p:spPr bwMode="auto">
            <a:xfrm flipH="1">
              <a:off x="3120" y="3600"/>
              <a:ext cx="960" cy="0"/>
            </a:xfrm>
            <a:prstGeom prst="line">
              <a:avLst/>
            </a:prstGeom>
            <a:noFill/>
            <a:ln w="9525">
              <a:solidFill>
                <a:schemeClr val="tx1"/>
              </a:solidFill>
              <a:round/>
              <a:headEnd/>
              <a:tailEnd/>
            </a:ln>
            <a:effectLst/>
          </p:spPr>
          <p:txBody>
            <a:bodyPr/>
            <a:lstStyle/>
            <a:p>
              <a:endParaRPr lang="en-US"/>
            </a:p>
          </p:txBody>
        </p:sp>
        <p:sp>
          <p:nvSpPr>
            <p:cNvPr id="74764" name="Text Box 12"/>
            <p:cNvSpPr txBox="1">
              <a:spLocks noChangeArrowheads="1"/>
            </p:cNvSpPr>
            <p:nvPr/>
          </p:nvSpPr>
          <p:spPr bwMode="auto">
            <a:xfrm>
              <a:off x="1814" y="3335"/>
              <a:ext cx="260" cy="231"/>
            </a:xfrm>
            <a:prstGeom prst="rect">
              <a:avLst/>
            </a:prstGeom>
            <a:noFill/>
            <a:ln w="9525">
              <a:noFill/>
              <a:miter lim="800000"/>
              <a:headEnd/>
              <a:tailEnd/>
            </a:ln>
            <a:effectLst/>
          </p:spPr>
          <p:txBody>
            <a:bodyPr wrap="none">
              <a:spAutoFit/>
            </a:bodyPr>
            <a:lstStyle/>
            <a:p>
              <a:pPr algn="l"/>
              <a:r>
                <a:rPr lang="en-US"/>
                <a:t>jid</a:t>
              </a:r>
            </a:p>
          </p:txBody>
        </p:sp>
        <p:sp>
          <p:nvSpPr>
            <p:cNvPr id="74765" name="Text Box 13"/>
            <p:cNvSpPr txBox="1">
              <a:spLocks noChangeArrowheads="1"/>
            </p:cNvSpPr>
            <p:nvPr/>
          </p:nvSpPr>
          <p:spPr bwMode="auto">
            <a:xfrm>
              <a:off x="3350" y="3335"/>
              <a:ext cx="300" cy="231"/>
            </a:xfrm>
            <a:prstGeom prst="rect">
              <a:avLst/>
            </a:prstGeom>
            <a:noFill/>
            <a:ln w="9525">
              <a:noFill/>
              <a:miter lim="800000"/>
              <a:headEnd/>
              <a:tailEnd/>
            </a:ln>
            <a:effectLst/>
          </p:spPr>
          <p:txBody>
            <a:bodyPr wrap="none">
              <a:spAutoFit/>
            </a:bodyPr>
            <a:lstStyle/>
            <a:p>
              <a:pPr algn="l"/>
              <a:r>
                <a:rPr lang="en-US"/>
                <a:t>cid</a:t>
              </a:r>
            </a:p>
          </p:txBody>
        </p:sp>
      </p:grpSp>
      <p:sp>
        <p:nvSpPr>
          <p:cNvPr id="14" name="Text Box 6"/>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589309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4754" name="AutoShape 2"/>
          <p:cNvSpPr>
            <a:spLocks noGrp="1" noChangeArrowheads="1"/>
          </p:cNvSpPr>
          <p:nvPr>
            <p:ph type="title"/>
          </p:nvPr>
        </p:nvSpPr>
        <p:spPr/>
        <p:txBody>
          <a:bodyPr/>
          <a:lstStyle/>
          <a:p>
            <a:r>
              <a:rPr lang="en-US" err="1"/>
              <a:t>Primeri</a:t>
            </a:r>
            <a:r>
              <a:rPr lang="en-US"/>
              <a:t> </a:t>
            </a:r>
            <a:r>
              <a:rPr lang="en-US" err="1"/>
              <a:t>tabel</a:t>
            </a:r>
            <a:endParaRPr lang="en-US"/>
          </a:p>
        </p:txBody>
      </p:sp>
      <p:sp>
        <p:nvSpPr>
          <p:cNvPr id="74755" name="Rectangle 3"/>
          <p:cNvSpPr>
            <a:spLocks noGrp="1" noChangeArrowheads="1"/>
          </p:cNvSpPr>
          <p:nvPr>
            <p:ph type="body" idx="1"/>
          </p:nvPr>
        </p:nvSpPr>
        <p:spPr>
          <a:xfrm>
            <a:off x="838200" y="2362201"/>
            <a:ext cx="7693025" cy="2971800"/>
          </a:xfrm>
        </p:spPr>
        <p:txBody>
          <a:bodyPr/>
          <a:lstStyle/>
          <a:p>
            <a:pPr marL="0" indent="0">
              <a:buNone/>
            </a:pPr>
            <a:r>
              <a:rPr lang="en-US" dirty="0"/>
              <a:t>V </a:t>
            </a:r>
            <a:r>
              <a:rPr lang="en-US" dirty="0" err="1"/>
              <a:t>relacijsko</a:t>
            </a:r>
            <a:r>
              <a:rPr lang="en-US" dirty="0"/>
              <a:t> </a:t>
            </a:r>
            <a:r>
              <a:rPr lang="en-US" dirty="0" err="1"/>
              <a:t>shemo</a:t>
            </a:r>
            <a:r>
              <a:rPr lang="en-US" dirty="0"/>
              <a:t> </a:t>
            </a:r>
            <a:r>
              <a:rPr lang="en-US" dirty="0" err="1"/>
              <a:t>lahko</a:t>
            </a:r>
            <a:r>
              <a:rPr lang="en-US" dirty="0"/>
              <a:t> </a:t>
            </a:r>
            <a:r>
              <a:rPr lang="en-US" dirty="0" err="1"/>
              <a:t>dodamo</a:t>
            </a:r>
            <a:r>
              <a:rPr lang="en-US" dirty="0"/>
              <a:t> </a:t>
            </a:r>
            <a:r>
              <a:rPr lang="en-US" dirty="0" err="1"/>
              <a:t>tudi</a:t>
            </a:r>
            <a:r>
              <a:rPr lang="en-US" dirty="0"/>
              <a:t> </a:t>
            </a:r>
            <a:r>
              <a:rPr lang="en-US" dirty="0" err="1"/>
              <a:t>domene</a:t>
            </a:r>
            <a:r>
              <a:rPr lang="en-US" dirty="0"/>
              <a:t>:</a:t>
            </a:r>
            <a:endParaRPr lang="en-US" dirty="0">
              <a:latin typeface="Courier New" pitchFamily="49" charset="0"/>
            </a:endParaRPr>
          </a:p>
          <a:p>
            <a:pPr lvl="1">
              <a:buFontTx/>
              <a:buNone/>
            </a:pPr>
            <a:r>
              <a:rPr lang="sl-SI" dirty="0">
                <a:latin typeface="Courier New" pitchFamily="49" charset="0"/>
              </a:rPr>
              <a:t>jadralec(</a:t>
            </a:r>
            <a:r>
              <a:rPr lang="sl-SI" u="sng" dirty="0" err="1">
                <a:latin typeface="Courier New" pitchFamily="49" charset="0"/>
              </a:rPr>
              <a:t>jid</a:t>
            </a:r>
            <a:r>
              <a:rPr lang="en-US" u="sng" dirty="0">
                <a:latin typeface="Courier New" pitchFamily="49" charset="0"/>
              </a:rPr>
              <a:t>:int</a:t>
            </a:r>
            <a:r>
              <a:rPr lang="sl-SI" dirty="0">
                <a:latin typeface="Courier New" pitchFamily="49" charset="0"/>
              </a:rPr>
              <a:t>, ime</a:t>
            </a:r>
            <a:r>
              <a:rPr lang="en-US" dirty="0">
                <a:latin typeface="Courier New" pitchFamily="49" charset="0"/>
              </a:rPr>
              <a:t>:varchar(20)</a:t>
            </a:r>
            <a:r>
              <a:rPr lang="sl-SI" dirty="0">
                <a:latin typeface="Courier New" pitchFamily="49" charset="0"/>
              </a:rPr>
              <a:t>, rating</a:t>
            </a:r>
            <a:r>
              <a:rPr lang="en-US" dirty="0">
                <a:latin typeface="Courier New" pitchFamily="49" charset="0"/>
              </a:rPr>
              <a:t>:int</a:t>
            </a:r>
            <a:r>
              <a:rPr lang="sl-SI" dirty="0">
                <a:latin typeface="Courier New" pitchFamily="49" charset="0"/>
              </a:rPr>
              <a:t>, starost</a:t>
            </a:r>
            <a:r>
              <a:rPr lang="en-US" dirty="0">
                <a:latin typeface="Courier New" pitchFamily="49" charset="0"/>
              </a:rPr>
              <a:t>:real</a:t>
            </a:r>
            <a:r>
              <a:rPr lang="sl-SI" dirty="0">
                <a:latin typeface="Courier New" pitchFamily="49" charset="0"/>
              </a:rPr>
              <a:t>)</a:t>
            </a:r>
          </a:p>
          <a:p>
            <a:pPr lvl="1">
              <a:buFontTx/>
              <a:buNone/>
            </a:pPr>
            <a:r>
              <a:rPr lang="sl-SI" dirty="0" err="1">
                <a:latin typeface="Courier New" pitchFamily="49" charset="0"/>
              </a:rPr>
              <a:t>coln</a:t>
            </a:r>
            <a:r>
              <a:rPr lang="sl-SI" dirty="0">
                <a:latin typeface="Courier New" pitchFamily="49" charset="0"/>
              </a:rPr>
              <a:t>(</a:t>
            </a:r>
            <a:r>
              <a:rPr lang="sl-SI" u="sng" dirty="0" err="1">
                <a:latin typeface="Courier New" pitchFamily="49" charset="0"/>
              </a:rPr>
              <a:t>cid</a:t>
            </a:r>
            <a:r>
              <a:rPr lang="en-US" u="sng" dirty="0">
                <a:latin typeface="Courier New" pitchFamily="49" charset="0"/>
              </a:rPr>
              <a:t>:int</a:t>
            </a:r>
            <a:r>
              <a:rPr lang="sl-SI" dirty="0">
                <a:latin typeface="Courier New" pitchFamily="49" charset="0"/>
              </a:rPr>
              <a:t>, ime</a:t>
            </a:r>
            <a:r>
              <a:rPr lang="en-US" dirty="0">
                <a:latin typeface="Courier New" pitchFamily="49" charset="0"/>
              </a:rPr>
              <a:t>:varchar(20)</a:t>
            </a:r>
            <a:r>
              <a:rPr lang="sl-SI" dirty="0">
                <a:latin typeface="Courier New" pitchFamily="49" charset="0"/>
              </a:rPr>
              <a:t>, </a:t>
            </a:r>
            <a:r>
              <a:rPr lang="sl-SI" dirty="0" err="1">
                <a:latin typeface="Courier New" pitchFamily="49" charset="0"/>
              </a:rPr>
              <a:t>dolzina</a:t>
            </a:r>
            <a:r>
              <a:rPr lang="en-US" dirty="0">
                <a:latin typeface="Courier New" pitchFamily="49" charset="0"/>
              </a:rPr>
              <a:t>:real</a:t>
            </a:r>
            <a:r>
              <a:rPr lang="sl-SI" dirty="0">
                <a:latin typeface="Courier New" pitchFamily="49" charset="0"/>
              </a:rPr>
              <a:t>, barva</a:t>
            </a:r>
            <a:r>
              <a:rPr lang="en-US" dirty="0">
                <a:latin typeface="Courier New" pitchFamily="49" charset="0"/>
              </a:rPr>
              <a:t>:varchar(20)</a:t>
            </a:r>
            <a:r>
              <a:rPr lang="sl-SI" dirty="0">
                <a:latin typeface="Courier New" pitchFamily="49" charset="0"/>
              </a:rPr>
              <a:t>) </a:t>
            </a:r>
          </a:p>
          <a:p>
            <a:pPr lvl="1">
              <a:buFontTx/>
              <a:buNone/>
            </a:pPr>
            <a:r>
              <a:rPr lang="sl-SI" dirty="0">
                <a:latin typeface="Courier New" pitchFamily="49" charset="0"/>
              </a:rPr>
              <a:t>rezervacija(</a:t>
            </a:r>
            <a:r>
              <a:rPr lang="en-US" u="sng" dirty="0">
                <a:latin typeface="Courier New" pitchFamily="49" charset="0"/>
              </a:rPr>
              <a:t>#</a:t>
            </a:r>
            <a:r>
              <a:rPr lang="sl-SI" u="sng" dirty="0" err="1">
                <a:latin typeface="Courier New" pitchFamily="49" charset="0"/>
              </a:rPr>
              <a:t>jid</a:t>
            </a:r>
            <a:r>
              <a:rPr lang="en-US" u="sng" dirty="0">
                <a:latin typeface="Courier New" pitchFamily="49" charset="0"/>
              </a:rPr>
              <a:t>:int</a:t>
            </a:r>
            <a:r>
              <a:rPr lang="sl-SI" u="sng" dirty="0">
                <a:latin typeface="Courier New" pitchFamily="49" charset="0"/>
              </a:rPr>
              <a:t>, </a:t>
            </a:r>
            <a:r>
              <a:rPr lang="en-US" u="sng" dirty="0">
                <a:latin typeface="Courier New" pitchFamily="49" charset="0"/>
              </a:rPr>
              <a:t>#</a:t>
            </a:r>
            <a:r>
              <a:rPr lang="sl-SI" u="sng" dirty="0" err="1">
                <a:latin typeface="Courier New" pitchFamily="49" charset="0"/>
              </a:rPr>
              <a:t>cid</a:t>
            </a:r>
            <a:r>
              <a:rPr lang="en-US" u="sng" dirty="0">
                <a:latin typeface="Courier New" pitchFamily="49" charset="0"/>
              </a:rPr>
              <a:t>:int</a:t>
            </a:r>
            <a:r>
              <a:rPr lang="sl-SI" u="sng" dirty="0">
                <a:latin typeface="Courier New" pitchFamily="49" charset="0"/>
              </a:rPr>
              <a:t>, dan</a:t>
            </a:r>
            <a:r>
              <a:rPr lang="en-US" u="sng" dirty="0">
                <a:latin typeface="Courier New" pitchFamily="49" charset="0"/>
              </a:rPr>
              <a:t>:date</a:t>
            </a:r>
            <a:r>
              <a:rPr lang="sl-SI" dirty="0">
                <a:latin typeface="Courier New" pitchFamily="49" charset="0"/>
              </a:rPr>
              <a:t>)</a:t>
            </a:r>
            <a:endParaRPr lang="en-US" dirty="0">
              <a:latin typeface="Courier New" pitchFamily="49" charset="0"/>
            </a:endParaRPr>
          </a:p>
          <a:p>
            <a:pPr lvl="1">
              <a:buFontTx/>
              <a:buNone/>
            </a:pPr>
            <a:r>
              <a:rPr lang="en-US" dirty="0">
                <a:latin typeface="+mj-lt"/>
              </a:rPr>
              <a:t>Na </a:t>
            </a:r>
            <a:r>
              <a:rPr lang="en-US" dirty="0" err="1">
                <a:latin typeface="+mj-lt"/>
              </a:rPr>
              <a:t>vajah</a:t>
            </a:r>
            <a:r>
              <a:rPr lang="en-US" dirty="0">
                <a:latin typeface="+mj-lt"/>
              </a:rPr>
              <a:t> </a:t>
            </a:r>
            <a:r>
              <a:rPr lang="en-US" dirty="0" err="1">
                <a:latin typeface="+mj-lt"/>
              </a:rPr>
              <a:t>si</a:t>
            </a:r>
            <a:r>
              <a:rPr lang="en-US" dirty="0">
                <a:latin typeface="+mj-lt"/>
              </a:rPr>
              <a:t> </a:t>
            </a:r>
            <a:r>
              <a:rPr lang="en-US" dirty="0" err="1">
                <a:latin typeface="+mj-lt"/>
              </a:rPr>
              <a:t>bomo</a:t>
            </a:r>
            <a:r>
              <a:rPr lang="en-US" dirty="0">
                <a:latin typeface="+mj-lt"/>
              </a:rPr>
              <a:t> </a:t>
            </a:r>
            <a:r>
              <a:rPr lang="en-US" dirty="0" err="1">
                <a:latin typeface="+mj-lt"/>
              </a:rPr>
              <a:t>pomagali</a:t>
            </a:r>
            <a:r>
              <a:rPr lang="en-US" dirty="0">
                <a:latin typeface="+mj-lt"/>
              </a:rPr>
              <a:t> z </a:t>
            </a:r>
            <a:r>
              <a:rPr lang="en-US" dirty="0" err="1">
                <a:latin typeface="+mj-lt"/>
              </a:rPr>
              <a:t>obliko</a:t>
            </a:r>
            <a:r>
              <a:rPr lang="en-US" dirty="0">
                <a:latin typeface="+mj-lt"/>
              </a:rPr>
              <a:t> </a:t>
            </a:r>
            <a:r>
              <a:rPr lang="en-US" dirty="0" err="1">
                <a:latin typeface="+mj-lt"/>
              </a:rPr>
              <a:t>zapisa</a:t>
            </a:r>
            <a:r>
              <a:rPr lang="en-US" dirty="0">
                <a:latin typeface="+mj-lt"/>
              </a:rPr>
              <a:t>, ki je v </a:t>
            </a:r>
            <a:r>
              <a:rPr lang="en-US" dirty="0" err="1">
                <a:latin typeface="+mj-lt"/>
              </a:rPr>
              <a:t>zgornjem</a:t>
            </a:r>
            <a:r>
              <a:rPr lang="en-US" dirty="0">
                <a:latin typeface="+mj-lt"/>
              </a:rPr>
              <a:t> </a:t>
            </a:r>
            <a:r>
              <a:rPr lang="en-US" dirty="0" err="1">
                <a:latin typeface="+mj-lt"/>
              </a:rPr>
              <a:t>desnem</a:t>
            </a:r>
            <a:r>
              <a:rPr lang="en-US" dirty="0">
                <a:latin typeface="+mj-lt"/>
              </a:rPr>
              <a:t> </a:t>
            </a:r>
            <a:r>
              <a:rPr lang="en-US" dirty="0" err="1">
                <a:latin typeface="+mj-lt"/>
              </a:rPr>
              <a:t>kotu</a:t>
            </a:r>
            <a:r>
              <a:rPr lang="en-US" dirty="0">
                <a:latin typeface="+mj-lt"/>
              </a:rPr>
              <a:t>.</a:t>
            </a:r>
          </a:p>
        </p:txBody>
      </p:sp>
      <p:sp>
        <p:nvSpPr>
          <p:cNvPr id="14" name="Text Box 6"/>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107592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89090" name="AutoShape 2"/>
          <p:cNvSpPr>
            <a:spLocks noGrp="1" noChangeArrowheads="1"/>
          </p:cNvSpPr>
          <p:nvPr>
            <p:ph type="title"/>
          </p:nvPr>
        </p:nvSpPr>
        <p:spPr/>
        <p:txBody>
          <a:bodyPr/>
          <a:lstStyle/>
          <a:p>
            <a:r>
              <a:rPr lang="sl-SI"/>
              <a:t>Osnovni SELECT stavek</a:t>
            </a:r>
            <a:endParaRPr lang="en-US"/>
          </a:p>
        </p:txBody>
      </p:sp>
      <p:sp>
        <p:nvSpPr>
          <p:cNvPr id="89091" name="Rectangle 3"/>
          <p:cNvSpPr>
            <a:spLocks noGrp="1" noChangeArrowheads="1"/>
          </p:cNvSpPr>
          <p:nvPr>
            <p:ph type="body" sz="half" idx="1"/>
          </p:nvPr>
        </p:nvSpPr>
        <p:spPr>
          <a:xfrm>
            <a:off x="838200" y="2362200"/>
            <a:ext cx="7620000" cy="3724275"/>
          </a:xfrm>
        </p:spPr>
        <p:txBody>
          <a:bodyPr/>
          <a:lstStyle/>
          <a:p>
            <a:pPr>
              <a:lnSpc>
                <a:spcPct val="90000"/>
              </a:lnSpc>
              <a:buFont typeface="Wingdings" pitchFamily="2" charset="2"/>
              <a:buNone/>
            </a:pPr>
            <a:endParaRPr lang="en-US" sz="1800" dirty="0">
              <a:latin typeface="Courier New" pitchFamily="49" charset="0"/>
            </a:endParaRPr>
          </a:p>
          <a:p>
            <a:pPr>
              <a:lnSpc>
                <a:spcPct val="90000"/>
              </a:lnSpc>
              <a:buFont typeface="Wingdings" pitchFamily="2" charset="2"/>
              <a:buNone/>
            </a:pPr>
            <a:r>
              <a:rPr lang="sl-SI" sz="1800" b="1" dirty="0">
                <a:latin typeface="Courier New" pitchFamily="49" charset="0"/>
              </a:rPr>
              <a:t>SELECT</a:t>
            </a:r>
            <a:r>
              <a:rPr lang="sl-SI" sz="1800" dirty="0">
                <a:latin typeface="Courier New" pitchFamily="49" charset="0"/>
              </a:rPr>
              <a:t> A</a:t>
            </a:r>
            <a:r>
              <a:rPr lang="sl-SI" sz="1800" baseline="-25000" dirty="0">
                <a:latin typeface="Courier New" pitchFamily="49" charset="0"/>
              </a:rPr>
              <a:t>1</a:t>
            </a:r>
            <a:r>
              <a:rPr lang="sl-SI" sz="1800" dirty="0">
                <a:latin typeface="Courier New" pitchFamily="49" charset="0"/>
              </a:rPr>
              <a:t>, A</a:t>
            </a:r>
            <a:r>
              <a:rPr lang="sl-SI" sz="1800" baseline="-25000" dirty="0">
                <a:latin typeface="Courier New" pitchFamily="49" charset="0"/>
              </a:rPr>
              <a:t>2</a:t>
            </a:r>
            <a:r>
              <a:rPr lang="sl-SI" sz="1800" dirty="0">
                <a:latin typeface="Courier New" pitchFamily="49" charset="0"/>
              </a:rPr>
              <a:t>, ..., </a:t>
            </a:r>
            <a:r>
              <a:rPr lang="sl-SI" sz="1800" dirty="0" err="1">
                <a:latin typeface="Courier New" pitchFamily="49" charset="0"/>
              </a:rPr>
              <a:t>A</a:t>
            </a:r>
            <a:r>
              <a:rPr lang="sl-SI" sz="1800" baseline="-25000" dirty="0" err="1">
                <a:latin typeface="Courier New" pitchFamily="49" charset="0"/>
              </a:rPr>
              <a:t>k</a:t>
            </a:r>
            <a:endParaRPr lang="en-US" sz="1800" baseline="-25000" dirty="0">
              <a:latin typeface="Courier New" pitchFamily="49" charset="0"/>
            </a:endParaRPr>
          </a:p>
          <a:p>
            <a:pPr>
              <a:lnSpc>
                <a:spcPct val="90000"/>
              </a:lnSpc>
              <a:buFont typeface="Wingdings" pitchFamily="2" charset="2"/>
              <a:buNone/>
            </a:pPr>
            <a:endParaRPr lang="sl-SI" sz="1800" dirty="0">
              <a:latin typeface="Courier New" pitchFamily="49" charset="0"/>
            </a:endParaRPr>
          </a:p>
          <a:p>
            <a:pPr>
              <a:lnSpc>
                <a:spcPct val="90000"/>
              </a:lnSpc>
              <a:buFont typeface="Wingdings" pitchFamily="2" charset="2"/>
              <a:buNone/>
            </a:pPr>
            <a:r>
              <a:rPr lang="sl-SI" sz="1800" b="1" dirty="0">
                <a:latin typeface="Courier New" pitchFamily="49" charset="0"/>
              </a:rPr>
              <a:t>FROM</a:t>
            </a:r>
            <a:r>
              <a:rPr lang="sl-SI" sz="1800" dirty="0">
                <a:latin typeface="Courier New" pitchFamily="49" charset="0"/>
              </a:rPr>
              <a:t> T</a:t>
            </a:r>
            <a:r>
              <a:rPr lang="sl-SI" sz="1800" baseline="-25000" dirty="0">
                <a:latin typeface="Courier New" pitchFamily="49" charset="0"/>
              </a:rPr>
              <a:t>1</a:t>
            </a:r>
            <a:r>
              <a:rPr lang="sl-SI" sz="1800" dirty="0">
                <a:latin typeface="Courier New" pitchFamily="49" charset="0"/>
              </a:rPr>
              <a:t>, T</a:t>
            </a:r>
            <a:r>
              <a:rPr lang="sl-SI" sz="1800" baseline="-25000" dirty="0">
                <a:latin typeface="Courier New" pitchFamily="49" charset="0"/>
              </a:rPr>
              <a:t>2</a:t>
            </a:r>
            <a:r>
              <a:rPr lang="sl-SI" sz="1800" dirty="0">
                <a:latin typeface="Courier New" pitchFamily="49" charset="0"/>
              </a:rPr>
              <a:t>, ..., </a:t>
            </a:r>
            <a:r>
              <a:rPr lang="sl-SI" sz="1800" dirty="0" err="1">
                <a:latin typeface="Courier New" pitchFamily="49" charset="0"/>
              </a:rPr>
              <a:t>T</a:t>
            </a:r>
            <a:r>
              <a:rPr lang="sl-SI" sz="1800" baseline="-25000" dirty="0" err="1">
                <a:latin typeface="Courier New" pitchFamily="49" charset="0"/>
              </a:rPr>
              <a:t>n</a:t>
            </a:r>
            <a:endParaRPr lang="en-US" sz="1800" baseline="-25000" dirty="0">
              <a:latin typeface="Courier New" pitchFamily="49" charset="0"/>
            </a:endParaRPr>
          </a:p>
          <a:p>
            <a:pPr>
              <a:lnSpc>
                <a:spcPct val="90000"/>
              </a:lnSpc>
              <a:buFont typeface="Wingdings" pitchFamily="2" charset="2"/>
              <a:buNone/>
            </a:pPr>
            <a:endParaRPr lang="sl-SI" sz="1800" dirty="0">
              <a:latin typeface="Courier New" pitchFamily="49" charset="0"/>
            </a:endParaRPr>
          </a:p>
          <a:p>
            <a:pPr>
              <a:lnSpc>
                <a:spcPct val="90000"/>
              </a:lnSpc>
              <a:buFont typeface="Wingdings" pitchFamily="2" charset="2"/>
              <a:buNone/>
            </a:pPr>
            <a:r>
              <a:rPr lang="sl-SI" sz="1800" b="1" dirty="0">
                <a:latin typeface="Courier New" pitchFamily="49" charset="0"/>
              </a:rPr>
              <a:t>WHERE</a:t>
            </a:r>
            <a:r>
              <a:rPr lang="sl-SI" sz="1800" dirty="0">
                <a:latin typeface="Courier New" pitchFamily="49" charset="0"/>
              </a:rPr>
              <a:t> P</a:t>
            </a:r>
            <a:r>
              <a:rPr lang="en-US" sz="1800" dirty="0">
                <a:latin typeface="Courier New" pitchFamily="49" charset="0"/>
              </a:rPr>
              <a:t>;</a:t>
            </a:r>
          </a:p>
          <a:p>
            <a:pPr>
              <a:lnSpc>
                <a:spcPct val="90000"/>
              </a:lnSpc>
              <a:buFont typeface="Wingdings" pitchFamily="2" charset="2"/>
              <a:buNone/>
            </a:pPr>
            <a:endParaRPr lang="en-US" sz="1800" dirty="0">
              <a:latin typeface="Courier New" pitchFamily="49" charset="0"/>
            </a:endParaRPr>
          </a:p>
          <a:p>
            <a:pPr>
              <a:lnSpc>
                <a:spcPct val="90000"/>
              </a:lnSpc>
              <a:buFont typeface="Wingdings" pitchFamily="2" charset="2"/>
              <a:buNone/>
            </a:pPr>
            <a:endParaRPr lang="en-US" sz="1800" dirty="0">
              <a:latin typeface="Courier New" pitchFamily="49" charset="0"/>
            </a:endParaRPr>
          </a:p>
          <a:p>
            <a:pPr>
              <a:lnSpc>
                <a:spcPct val="90000"/>
              </a:lnSpc>
            </a:pPr>
            <a:r>
              <a:rPr lang="sl-SI" sz="1800" dirty="0"/>
              <a:t>Rezultat </a:t>
            </a:r>
            <a:r>
              <a:rPr lang="sl-SI" sz="1800" dirty="0">
                <a:latin typeface="Courier New" pitchFamily="49" charset="0"/>
              </a:rPr>
              <a:t>SELECT</a:t>
            </a:r>
            <a:r>
              <a:rPr lang="sl-SI" sz="1800" dirty="0"/>
              <a:t> stavka </a:t>
            </a:r>
            <a:r>
              <a:rPr lang="en-US" sz="1800" dirty="0"/>
              <a:t>je</a:t>
            </a:r>
            <a:r>
              <a:rPr lang="sl-SI" sz="1800" dirty="0"/>
              <a:t> začasna tabela!</a:t>
            </a:r>
          </a:p>
          <a:p>
            <a:pPr>
              <a:lnSpc>
                <a:spcPct val="90000"/>
              </a:lnSpc>
            </a:pPr>
            <a:r>
              <a:rPr lang="sl-SI" sz="1800" dirty="0">
                <a:latin typeface="Courier New" pitchFamily="49" charset="0"/>
              </a:rPr>
              <a:t>SELECT </a:t>
            </a:r>
            <a:r>
              <a:rPr lang="en-US" sz="1800" dirty="0">
                <a:latin typeface="Courier New" pitchFamily="49" charset="0"/>
              </a:rPr>
              <a:t>DISTINCT </a:t>
            </a:r>
            <a:r>
              <a:rPr lang="en-US" sz="1800" dirty="0" err="1"/>
              <a:t>ali</a:t>
            </a:r>
            <a:r>
              <a:rPr lang="en-US" sz="1800" dirty="0">
                <a:latin typeface="Courier New" pitchFamily="49" charset="0"/>
              </a:rPr>
              <a:t> ALL: </a:t>
            </a:r>
            <a:endParaRPr lang="sl-SI" sz="1800" dirty="0">
              <a:latin typeface="Courier New" pitchFamily="49" charset="0"/>
            </a:endParaRPr>
          </a:p>
          <a:p>
            <a:pPr lvl="1">
              <a:lnSpc>
                <a:spcPct val="90000"/>
              </a:lnSpc>
            </a:pPr>
            <a:r>
              <a:rPr lang="en-US" sz="1400" dirty="0">
                <a:latin typeface="Courier New" pitchFamily="49" charset="0"/>
              </a:rPr>
              <a:t>DISTINCT </a:t>
            </a:r>
            <a:r>
              <a:rPr lang="en-US" sz="1400" dirty="0" err="1"/>
              <a:t>izlo</a:t>
            </a:r>
            <a:r>
              <a:rPr lang="sl-SI" sz="1400" dirty="0"/>
              <a:t>či duplikate</a:t>
            </a:r>
            <a:r>
              <a:rPr lang="en-US" sz="1400" dirty="0"/>
              <a:t> </a:t>
            </a:r>
            <a:r>
              <a:rPr lang="en-US" sz="1400" dirty="0" err="1"/>
              <a:t>iz</a:t>
            </a:r>
            <a:r>
              <a:rPr lang="en-US" sz="1400" dirty="0"/>
              <a:t> </a:t>
            </a:r>
            <a:r>
              <a:rPr lang="en-US" sz="1400" dirty="0" err="1"/>
              <a:t>rezultata</a:t>
            </a:r>
            <a:r>
              <a:rPr lang="en-US" sz="1400" dirty="0"/>
              <a:t>; </a:t>
            </a:r>
            <a:endParaRPr lang="sl-SI" sz="1400" dirty="0"/>
          </a:p>
          <a:p>
            <a:pPr lvl="1">
              <a:lnSpc>
                <a:spcPct val="90000"/>
              </a:lnSpc>
            </a:pPr>
            <a:r>
              <a:rPr lang="en-US" sz="1400" dirty="0" err="1"/>
              <a:t>privzeta</a:t>
            </a:r>
            <a:r>
              <a:rPr lang="en-US" sz="1400" dirty="0"/>
              <a:t> </a:t>
            </a:r>
            <a:r>
              <a:rPr lang="en-US" sz="1400" dirty="0" err="1"/>
              <a:t>vrednost</a:t>
            </a:r>
            <a:r>
              <a:rPr lang="en-US" sz="1400" dirty="0">
                <a:latin typeface="Courier New" pitchFamily="49" charset="0"/>
              </a:rPr>
              <a:t> ALL </a:t>
            </a:r>
            <a:r>
              <a:rPr lang="en-US" sz="1400" dirty="0" err="1"/>
              <a:t>jih</a:t>
            </a:r>
            <a:r>
              <a:rPr lang="en-US" sz="1400" dirty="0"/>
              <a:t> </a:t>
            </a:r>
            <a:r>
              <a:rPr lang="en-US" sz="1400" dirty="0" err="1"/>
              <a:t>ohrani</a:t>
            </a:r>
            <a:r>
              <a:rPr lang="en-US" sz="1400" dirty="0"/>
              <a:t>!</a:t>
            </a:r>
          </a:p>
        </p:txBody>
      </p:sp>
    </p:spTree>
    <p:extLst>
      <p:ext uri="{BB962C8B-B14F-4D97-AF65-F5344CB8AC3E}">
        <p14:creationId xmlns:p14="http://schemas.microsoft.com/office/powerpoint/2010/main" val="4122855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93186" name="AutoShape 2"/>
          <p:cNvSpPr>
            <a:spLocks noGrp="1" noChangeArrowheads="1"/>
          </p:cNvSpPr>
          <p:nvPr>
            <p:ph type="title"/>
          </p:nvPr>
        </p:nvSpPr>
        <p:spPr/>
        <p:txBody>
          <a:bodyPr/>
          <a:lstStyle/>
          <a:p>
            <a:r>
              <a:rPr lang="en-US"/>
              <a:t>Projekcija</a:t>
            </a:r>
          </a:p>
        </p:txBody>
      </p:sp>
      <p:sp>
        <p:nvSpPr>
          <p:cNvPr id="93187" name="Rectangle 3"/>
          <p:cNvSpPr>
            <a:spLocks noGrp="1" noChangeArrowheads="1"/>
          </p:cNvSpPr>
          <p:nvPr>
            <p:ph type="body" sz="half" idx="1"/>
          </p:nvPr>
        </p:nvSpPr>
        <p:spPr>
          <a:xfrm>
            <a:off x="838200" y="2362200"/>
            <a:ext cx="4114800" cy="3724275"/>
          </a:xfrm>
        </p:spPr>
        <p:txBody>
          <a:bodyPr/>
          <a:lstStyle/>
          <a:p>
            <a:r>
              <a:rPr lang="en-US" sz="2400"/>
              <a:t>Poi</a:t>
            </a:r>
            <a:r>
              <a:rPr lang="sl-SI" sz="2400" err="1"/>
              <a:t>šči</a:t>
            </a:r>
            <a:r>
              <a:rPr lang="sl-SI" sz="2400"/>
              <a:t> (izpiši) šifre in imena vseh jadralcev.</a:t>
            </a:r>
            <a:endParaRPr lang="en-US" sz="2400"/>
          </a:p>
          <a:p>
            <a:pPr lvl="1">
              <a:buFontTx/>
              <a:buNone/>
            </a:pPr>
            <a:r>
              <a:rPr lang="en-US" sz="2000" b="1">
                <a:latin typeface="Courier New" pitchFamily="49" charset="0"/>
              </a:rPr>
              <a:t>SELECT</a:t>
            </a:r>
            <a:r>
              <a:rPr lang="en-US" sz="2000">
                <a:latin typeface="Courier New" pitchFamily="49" charset="0"/>
              </a:rPr>
              <a:t> </a:t>
            </a:r>
            <a:r>
              <a:rPr lang="en-US" sz="2000" err="1">
                <a:latin typeface="Courier New" pitchFamily="49" charset="0"/>
              </a:rPr>
              <a:t>jid</a:t>
            </a:r>
            <a:r>
              <a:rPr lang="en-US" sz="2000">
                <a:latin typeface="Courier New" pitchFamily="49" charset="0"/>
              </a:rPr>
              <a:t>, </a:t>
            </a:r>
            <a:r>
              <a:rPr lang="en-US" sz="2000" err="1">
                <a:latin typeface="Courier New" pitchFamily="49" charset="0"/>
              </a:rPr>
              <a:t>ime</a:t>
            </a:r>
            <a:endParaRPr lang="en-US" sz="2000">
              <a:latin typeface="Courier New" pitchFamily="49" charset="0"/>
            </a:endParaRPr>
          </a:p>
          <a:p>
            <a:pPr lvl="1">
              <a:buFontTx/>
              <a:buNone/>
            </a:pPr>
            <a:r>
              <a:rPr lang="en-US" sz="2000" b="1">
                <a:latin typeface="Courier New" pitchFamily="49" charset="0"/>
              </a:rPr>
              <a:t>FROM</a:t>
            </a:r>
            <a:r>
              <a:rPr lang="en-US" sz="2000">
                <a:latin typeface="Courier New" pitchFamily="49" charset="0"/>
              </a:rPr>
              <a:t> </a:t>
            </a:r>
            <a:r>
              <a:rPr lang="en-US" sz="2000" err="1">
                <a:latin typeface="Courier New" pitchFamily="49" charset="0"/>
              </a:rPr>
              <a:t>jadralec</a:t>
            </a:r>
            <a:r>
              <a:rPr lang="en-US" sz="2000">
                <a:latin typeface="Courier New" pitchFamily="49" charset="0"/>
              </a:rPr>
              <a:t>;</a:t>
            </a:r>
          </a:p>
          <a:p>
            <a:pPr lvl="1">
              <a:buFontTx/>
              <a:buNone/>
            </a:pPr>
            <a:endParaRPr lang="sl-SI" sz="2000">
              <a:latin typeface="Courier New" pitchFamily="49" charset="0"/>
            </a:endParaRPr>
          </a:p>
          <a:p>
            <a:r>
              <a:rPr lang="sl-SI" sz="2400"/>
              <a:t>Poišči barve vseh čolnov.</a:t>
            </a:r>
            <a:endParaRPr lang="en-US" sz="2400"/>
          </a:p>
          <a:p>
            <a:pPr lvl="1">
              <a:buFontTx/>
              <a:buNone/>
            </a:pPr>
            <a:r>
              <a:rPr lang="en-US" sz="2000" b="1">
                <a:latin typeface="Courier New" pitchFamily="49" charset="0"/>
              </a:rPr>
              <a:t>SELECT</a:t>
            </a:r>
            <a:r>
              <a:rPr lang="en-US" sz="2000">
                <a:latin typeface="Courier New" pitchFamily="49" charset="0"/>
              </a:rPr>
              <a:t> </a:t>
            </a:r>
            <a:r>
              <a:rPr lang="en-US" sz="2000" b="1">
                <a:latin typeface="Courier New" pitchFamily="49" charset="0"/>
              </a:rPr>
              <a:t>DISTINCT</a:t>
            </a:r>
            <a:r>
              <a:rPr lang="en-US" sz="2000">
                <a:latin typeface="Courier New" pitchFamily="49" charset="0"/>
              </a:rPr>
              <a:t> </a:t>
            </a:r>
            <a:r>
              <a:rPr lang="en-US" sz="2000" err="1">
                <a:latin typeface="Courier New" pitchFamily="49" charset="0"/>
              </a:rPr>
              <a:t>barva</a:t>
            </a:r>
            <a:endParaRPr lang="en-US" sz="2000">
              <a:latin typeface="Courier New" pitchFamily="49" charset="0"/>
            </a:endParaRPr>
          </a:p>
          <a:p>
            <a:pPr lvl="1">
              <a:buFontTx/>
              <a:buNone/>
            </a:pPr>
            <a:r>
              <a:rPr lang="en-US" sz="2000" b="1">
                <a:latin typeface="Courier New" pitchFamily="49" charset="0"/>
              </a:rPr>
              <a:t>FROM</a:t>
            </a:r>
            <a:r>
              <a:rPr lang="en-US" sz="2000">
                <a:latin typeface="Courier New" pitchFamily="49" charset="0"/>
              </a:rPr>
              <a:t> </a:t>
            </a:r>
            <a:r>
              <a:rPr lang="en-US" sz="2000" err="1">
                <a:latin typeface="Courier New" pitchFamily="49" charset="0"/>
              </a:rPr>
              <a:t>coln</a:t>
            </a:r>
            <a:r>
              <a:rPr lang="en-US" sz="2000">
                <a:latin typeface="Courier New" pitchFamily="49" charset="0"/>
              </a:rPr>
              <a:t>;</a:t>
            </a:r>
          </a:p>
          <a:p>
            <a:endParaRPr lang="sl-SI" sz="2400"/>
          </a:p>
        </p:txBody>
      </p:sp>
      <p:sp>
        <p:nvSpPr>
          <p:cNvPr id="93190" name="Text Box 6"/>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41470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318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318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31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94210" name="AutoShape 2"/>
          <p:cNvSpPr>
            <a:spLocks noGrp="1" noChangeArrowheads="1"/>
          </p:cNvSpPr>
          <p:nvPr>
            <p:ph type="title"/>
          </p:nvPr>
        </p:nvSpPr>
        <p:spPr/>
        <p:txBody>
          <a:bodyPr/>
          <a:lstStyle/>
          <a:p>
            <a:r>
              <a:rPr lang="en-US"/>
              <a:t>Selekcija</a:t>
            </a:r>
          </a:p>
        </p:txBody>
      </p:sp>
      <p:sp>
        <p:nvSpPr>
          <p:cNvPr id="94211" name="Rectangle 3"/>
          <p:cNvSpPr>
            <a:spLocks noGrp="1" noChangeArrowheads="1"/>
          </p:cNvSpPr>
          <p:nvPr>
            <p:ph type="body" sz="half" idx="1"/>
          </p:nvPr>
        </p:nvSpPr>
        <p:spPr>
          <a:xfrm>
            <a:off x="838200" y="2362200"/>
            <a:ext cx="7772400" cy="3724275"/>
          </a:xfrm>
        </p:spPr>
        <p:txBody>
          <a:bodyPr/>
          <a:lstStyle/>
          <a:p>
            <a:pPr>
              <a:lnSpc>
                <a:spcPct val="90000"/>
              </a:lnSpc>
            </a:pPr>
            <a:r>
              <a:rPr lang="en-US" sz="2000"/>
              <a:t>Poi</a:t>
            </a:r>
            <a:r>
              <a:rPr lang="sl-SI" sz="2000" err="1"/>
              <a:t>šči</a:t>
            </a:r>
            <a:r>
              <a:rPr lang="sl-SI" sz="2000"/>
              <a:t> (izpiši) šifre in imena vseh jadralcev</a:t>
            </a:r>
            <a:r>
              <a:rPr lang="en-US" sz="2000"/>
              <a:t>, </a:t>
            </a:r>
            <a:r>
              <a:rPr lang="en-US" sz="2000" err="1"/>
              <a:t>starej</a:t>
            </a:r>
            <a:r>
              <a:rPr lang="sl-SI" sz="2000"/>
              <a:t>š</a:t>
            </a:r>
            <a:r>
              <a:rPr lang="en-US" sz="2000" err="1"/>
              <a:t>ih</a:t>
            </a:r>
            <a:r>
              <a:rPr lang="en-US" sz="2000"/>
              <a:t> </a:t>
            </a:r>
            <a:r>
              <a:rPr lang="en-US" sz="2000" err="1"/>
              <a:t>od</a:t>
            </a:r>
            <a:r>
              <a:rPr lang="en-US" sz="2000"/>
              <a:t> 50 let</a:t>
            </a:r>
            <a:r>
              <a:rPr lang="sl-SI" sz="2000"/>
              <a:t>.</a:t>
            </a:r>
            <a:endParaRPr lang="en-US" sz="2000"/>
          </a:p>
          <a:p>
            <a:pPr lvl="1">
              <a:lnSpc>
                <a:spcPct val="90000"/>
              </a:lnSpc>
              <a:buFontTx/>
              <a:buNone/>
            </a:pPr>
            <a:r>
              <a:rPr lang="en-US" sz="1800" b="1">
                <a:latin typeface="Courier New" pitchFamily="49" charset="0"/>
              </a:rPr>
              <a:t>SELECT</a:t>
            </a:r>
            <a:r>
              <a:rPr lang="en-US" sz="1800">
                <a:latin typeface="Courier New" pitchFamily="49" charset="0"/>
              </a:rPr>
              <a:t> </a:t>
            </a:r>
            <a:r>
              <a:rPr lang="en-US" sz="1800" err="1">
                <a:latin typeface="Courier New" pitchFamily="49" charset="0"/>
              </a:rPr>
              <a:t>jid</a:t>
            </a:r>
            <a:r>
              <a:rPr lang="en-US" sz="1800">
                <a:latin typeface="Courier New" pitchFamily="49" charset="0"/>
              </a:rPr>
              <a:t>, </a:t>
            </a:r>
            <a:r>
              <a:rPr lang="en-US" sz="1800" err="1">
                <a:latin typeface="Courier New" pitchFamily="49" charset="0"/>
              </a:rPr>
              <a:t>ime</a:t>
            </a:r>
            <a:endParaRPr lang="en-US" sz="1800">
              <a:latin typeface="Courier New" pitchFamily="49" charset="0"/>
            </a:endParaRPr>
          </a:p>
          <a:p>
            <a:pPr lvl="1">
              <a:lnSpc>
                <a:spcPct val="90000"/>
              </a:lnSpc>
              <a:buFontTx/>
              <a:buNone/>
            </a:pPr>
            <a:r>
              <a:rPr lang="en-US" sz="1800" b="1">
                <a:latin typeface="Courier New" pitchFamily="49" charset="0"/>
              </a:rPr>
              <a:t>FROM</a:t>
            </a:r>
            <a:r>
              <a:rPr lang="en-US" sz="1800">
                <a:latin typeface="Courier New" pitchFamily="49" charset="0"/>
              </a:rPr>
              <a:t> </a:t>
            </a:r>
            <a:r>
              <a:rPr lang="en-US" sz="1800" err="1">
                <a:latin typeface="Courier New" pitchFamily="49" charset="0"/>
              </a:rPr>
              <a:t>jadralec</a:t>
            </a:r>
            <a:endParaRPr lang="en-US" sz="1800">
              <a:latin typeface="Courier New" pitchFamily="49" charset="0"/>
            </a:endParaRPr>
          </a:p>
          <a:p>
            <a:pPr lvl="1">
              <a:lnSpc>
                <a:spcPct val="90000"/>
              </a:lnSpc>
              <a:buFontTx/>
              <a:buNone/>
            </a:pPr>
            <a:r>
              <a:rPr lang="en-US" sz="1800" b="1">
                <a:latin typeface="Courier New" pitchFamily="49" charset="0"/>
              </a:rPr>
              <a:t>WHERE</a:t>
            </a:r>
            <a:r>
              <a:rPr lang="en-US" sz="1800">
                <a:latin typeface="Courier New" pitchFamily="49" charset="0"/>
              </a:rPr>
              <a:t> </a:t>
            </a:r>
            <a:r>
              <a:rPr lang="en-US" sz="1800" err="1">
                <a:latin typeface="Courier New" pitchFamily="49" charset="0"/>
              </a:rPr>
              <a:t>starost</a:t>
            </a:r>
            <a:r>
              <a:rPr lang="en-US" sz="1800">
                <a:latin typeface="Courier New" pitchFamily="49" charset="0"/>
              </a:rPr>
              <a:t> &gt; 50;</a:t>
            </a:r>
          </a:p>
          <a:p>
            <a:pPr>
              <a:lnSpc>
                <a:spcPct val="90000"/>
              </a:lnSpc>
            </a:pPr>
            <a:endParaRPr lang="sl-SI" sz="2000"/>
          </a:p>
          <a:p>
            <a:pPr>
              <a:lnSpc>
                <a:spcPct val="90000"/>
              </a:lnSpc>
            </a:pPr>
            <a:r>
              <a:rPr lang="sl-SI" sz="2000"/>
              <a:t>Poišči barve vseh čolnov </a:t>
            </a:r>
            <a:r>
              <a:rPr lang="en-US" sz="2000" err="1"/>
              <a:t>dolžine</a:t>
            </a:r>
            <a:r>
              <a:rPr lang="en-US" sz="2000"/>
              <a:t> med 35 in 40 </a:t>
            </a:r>
            <a:r>
              <a:rPr lang="en-US" sz="2000" err="1"/>
              <a:t>čevljev</a:t>
            </a:r>
            <a:r>
              <a:rPr lang="sl-SI" sz="2000"/>
              <a:t>.</a:t>
            </a:r>
            <a:endParaRPr lang="en-US" sz="2000"/>
          </a:p>
          <a:p>
            <a:pPr lvl="1">
              <a:lnSpc>
                <a:spcPct val="90000"/>
              </a:lnSpc>
              <a:buFontTx/>
              <a:buNone/>
            </a:pPr>
            <a:r>
              <a:rPr lang="en-US" sz="1800" b="1">
                <a:latin typeface="Courier New" pitchFamily="49" charset="0"/>
              </a:rPr>
              <a:t>SELECT</a:t>
            </a:r>
            <a:r>
              <a:rPr lang="en-US" sz="1800">
                <a:latin typeface="Courier New" pitchFamily="49" charset="0"/>
              </a:rPr>
              <a:t> </a:t>
            </a:r>
            <a:r>
              <a:rPr lang="en-US" sz="1800" b="1">
                <a:latin typeface="Courier New" pitchFamily="49" charset="0"/>
              </a:rPr>
              <a:t>DISTINCT</a:t>
            </a:r>
            <a:r>
              <a:rPr lang="en-US" sz="1800">
                <a:latin typeface="Courier New" pitchFamily="49" charset="0"/>
              </a:rPr>
              <a:t> </a:t>
            </a:r>
            <a:r>
              <a:rPr lang="en-US" sz="1800" err="1">
                <a:latin typeface="Courier New" pitchFamily="49" charset="0"/>
              </a:rPr>
              <a:t>barva</a:t>
            </a:r>
            <a:endParaRPr lang="en-US" sz="1800">
              <a:latin typeface="Courier New" pitchFamily="49" charset="0"/>
            </a:endParaRPr>
          </a:p>
          <a:p>
            <a:pPr lvl="1">
              <a:lnSpc>
                <a:spcPct val="90000"/>
              </a:lnSpc>
              <a:buFontTx/>
              <a:buNone/>
            </a:pPr>
            <a:r>
              <a:rPr lang="en-US" sz="1800" b="1">
                <a:latin typeface="Courier New" pitchFamily="49" charset="0"/>
              </a:rPr>
              <a:t>FROM</a:t>
            </a:r>
            <a:r>
              <a:rPr lang="en-US" sz="1800">
                <a:latin typeface="Courier New" pitchFamily="49" charset="0"/>
              </a:rPr>
              <a:t> </a:t>
            </a:r>
            <a:r>
              <a:rPr lang="en-US" sz="1800" err="1">
                <a:latin typeface="Courier New" pitchFamily="49" charset="0"/>
              </a:rPr>
              <a:t>coln</a:t>
            </a:r>
            <a:endParaRPr lang="en-US" sz="1800">
              <a:latin typeface="Courier New" pitchFamily="49" charset="0"/>
            </a:endParaRPr>
          </a:p>
          <a:p>
            <a:pPr lvl="1">
              <a:lnSpc>
                <a:spcPct val="90000"/>
              </a:lnSpc>
              <a:buFontTx/>
              <a:buNone/>
            </a:pPr>
            <a:r>
              <a:rPr lang="en-US" sz="1800" b="1">
                <a:latin typeface="Courier New" pitchFamily="49" charset="0"/>
              </a:rPr>
              <a:t>WHERE</a:t>
            </a:r>
            <a:r>
              <a:rPr lang="en-US" sz="1800">
                <a:latin typeface="Courier New" pitchFamily="49" charset="0"/>
              </a:rPr>
              <a:t> </a:t>
            </a:r>
            <a:r>
              <a:rPr lang="en-US" sz="1800" err="1">
                <a:latin typeface="Courier New" pitchFamily="49" charset="0"/>
              </a:rPr>
              <a:t>dolzina</a:t>
            </a:r>
            <a:r>
              <a:rPr lang="en-US" sz="1800">
                <a:latin typeface="Courier New" pitchFamily="49" charset="0"/>
              </a:rPr>
              <a:t> &gt;= 35</a:t>
            </a:r>
          </a:p>
          <a:p>
            <a:pPr lvl="1">
              <a:lnSpc>
                <a:spcPct val="90000"/>
              </a:lnSpc>
              <a:buFontTx/>
              <a:buNone/>
            </a:pPr>
            <a:r>
              <a:rPr lang="en-US" sz="1800">
                <a:latin typeface="Courier New" pitchFamily="49" charset="0"/>
              </a:rPr>
              <a:t>	</a:t>
            </a:r>
            <a:r>
              <a:rPr lang="en-US" sz="1800" b="1">
                <a:latin typeface="Courier New" pitchFamily="49" charset="0"/>
              </a:rPr>
              <a:t>AND</a:t>
            </a:r>
            <a:r>
              <a:rPr lang="en-US" sz="1800">
                <a:latin typeface="Courier New" pitchFamily="49" charset="0"/>
              </a:rPr>
              <a:t> </a:t>
            </a:r>
            <a:r>
              <a:rPr lang="en-US" sz="1800" err="1">
                <a:latin typeface="Courier New" pitchFamily="49" charset="0"/>
              </a:rPr>
              <a:t>dolzina</a:t>
            </a:r>
            <a:r>
              <a:rPr lang="en-US" sz="1800">
                <a:latin typeface="Courier New" pitchFamily="49" charset="0"/>
              </a:rPr>
              <a:t> &lt;= 40; </a:t>
            </a:r>
          </a:p>
          <a:p>
            <a:pPr lvl="1">
              <a:lnSpc>
                <a:spcPct val="90000"/>
              </a:lnSpc>
              <a:buFontTx/>
              <a:buNone/>
            </a:pPr>
            <a:endParaRPr lang="en-US" sz="1800">
              <a:latin typeface="Courier New" pitchFamily="49" charset="0"/>
            </a:endParaRPr>
          </a:p>
          <a:p>
            <a:pPr>
              <a:lnSpc>
                <a:spcPct val="90000"/>
              </a:lnSpc>
            </a:pPr>
            <a:endParaRPr lang="sl-SI" sz="2000"/>
          </a:p>
          <a:p>
            <a:pPr>
              <a:lnSpc>
                <a:spcPct val="90000"/>
              </a:lnSpc>
            </a:pPr>
            <a:endParaRPr lang="en-US" sz="2000"/>
          </a:p>
          <a:p>
            <a:pPr>
              <a:lnSpc>
                <a:spcPct val="90000"/>
              </a:lnSpc>
            </a:pPr>
            <a:endParaRPr lang="sl-SI" sz="2000"/>
          </a:p>
        </p:txBody>
      </p:sp>
      <p:sp>
        <p:nvSpPr>
          <p:cNvPr id="94214" name="Text Box 6"/>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237464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2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2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421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21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21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421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211">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42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95234" name="AutoShape 2"/>
          <p:cNvSpPr>
            <a:spLocks noGrp="1" noChangeArrowheads="1"/>
          </p:cNvSpPr>
          <p:nvPr>
            <p:ph type="title"/>
          </p:nvPr>
        </p:nvSpPr>
        <p:spPr/>
        <p:txBody>
          <a:bodyPr/>
          <a:lstStyle/>
          <a:p>
            <a:r>
              <a:rPr lang="en-US"/>
              <a:t>S</a:t>
            </a:r>
            <a:r>
              <a:rPr lang="sl-SI"/>
              <a:t>tik</a:t>
            </a:r>
            <a:r>
              <a:rPr lang="en-US"/>
              <a:t> (1)</a:t>
            </a:r>
          </a:p>
        </p:txBody>
      </p:sp>
      <p:sp>
        <p:nvSpPr>
          <p:cNvPr id="95243" name="Rectangle 11"/>
          <p:cNvSpPr>
            <a:spLocks noGrp="1" noChangeArrowheads="1"/>
          </p:cNvSpPr>
          <p:nvPr>
            <p:ph sz="quarter" idx="2"/>
          </p:nvPr>
        </p:nvSpPr>
        <p:spPr>
          <a:xfrm>
            <a:off x="762000" y="3818964"/>
            <a:ext cx="4800600" cy="1591235"/>
          </a:xfrm>
        </p:spPr>
        <p:txBody>
          <a:bodyPr/>
          <a:lstStyle/>
          <a:p>
            <a:pPr>
              <a:buFont typeface="Wingdings" pitchFamily="2" charset="2"/>
              <a:buNone/>
            </a:pPr>
            <a:r>
              <a:rPr lang="en-US" sz="1600" b="1">
                <a:latin typeface="Courier New"/>
              </a:rPr>
              <a:t>SELECT</a:t>
            </a:r>
            <a:r>
              <a:rPr lang="en-US" sz="1600">
                <a:latin typeface="Courier New"/>
              </a:rPr>
              <a:t> </a:t>
            </a:r>
            <a:r>
              <a:rPr lang="en-US" sz="1600" err="1">
                <a:latin typeface="Courier New"/>
              </a:rPr>
              <a:t>jadralec.ime</a:t>
            </a:r>
            <a:r>
              <a:rPr lang="en-US" sz="1600">
                <a:latin typeface="Courier New"/>
              </a:rPr>
              <a:t>, </a:t>
            </a:r>
            <a:r>
              <a:rPr lang="en-US" sz="1600" err="1">
                <a:latin typeface="Courier New"/>
              </a:rPr>
              <a:t>coln.ime</a:t>
            </a: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a:t>
            </a:r>
            <a:r>
              <a:rPr lang="en-US" sz="1600" err="1">
                <a:latin typeface="Courier New" pitchFamily="49" charset="0"/>
              </a:rPr>
              <a:t>rezervacija</a:t>
            </a:r>
            <a:r>
              <a:rPr lang="en-US" sz="1600">
                <a:latin typeface="Courier New" pitchFamily="49" charset="0"/>
              </a:rPr>
              <a:t>, </a:t>
            </a:r>
            <a:r>
              <a:rPr lang="en-US" sz="1600" err="1">
                <a:latin typeface="Courier New" pitchFamily="49" charset="0"/>
              </a:rPr>
              <a:t>coln</a:t>
            </a:r>
            <a:endParaRPr lang="en-US" sz="1600">
              <a:latin typeface="Courier New" pitchFamily="49" charset="0"/>
            </a:endParaRPr>
          </a:p>
          <a:p>
            <a:pPr>
              <a:buFont typeface="Wingdings" pitchFamily="2" charset="2"/>
              <a:buNone/>
            </a:pPr>
            <a:r>
              <a:rPr lang="en-US" sz="1600" b="1">
                <a:latin typeface="Courier New"/>
              </a:rPr>
              <a:t>WHERE</a:t>
            </a:r>
            <a:r>
              <a:rPr lang="en-US" sz="1600">
                <a:latin typeface="Courier New"/>
              </a:rPr>
              <a:t> </a:t>
            </a:r>
            <a:r>
              <a:rPr lang="en-US" sz="1600" err="1">
                <a:latin typeface="Courier New"/>
              </a:rPr>
              <a:t>jadralec.ime</a:t>
            </a:r>
            <a:r>
              <a:rPr lang="en-US" sz="1600">
                <a:latin typeface="Courier New"/>
              </a:rPr>
              <a:t> = 'Lojze'</a:t>
            </a:r>
          </a:p>
          <a:p>
            <a:pPr>
              <a:buFont typeface="Wingdings" pitchFamily="2" charset="2"/>
              <a:buNone/>
            </a:pPr>
            <a:r>
              <a:rPr lang="en-US" sz="1600" b="1">
                <a:latin typeface="Courier New" pitchFamily="49" charset="0"/>
              </a:rPr>
              <a:t>	AND</a:t>
            </a:r>
            <a:r>
              <a:rPr lang="en-US" sz="1600">
                <a:latin typeface="Courier New" pitchFamily="49" charset="0"/>
              </a:rPr>
              <a:t> </a:t>
            </a:r>
            <a:r>
              <a:rPr lang="en-US" sz="1600" err="1">
                <a:latin typeface="Courier New" pitchFamily="49" charset="0"/>
              </a:rPr>
              <a:t>jadralec.jid</a:t>
            </a:r>
            <a:r>
              <a:rPr lang="en-US" sz="1600">
                <a:latin typeface="Courier New" pitchFamily="49" charset="0"/>
              </a:rPr>
              <a:t>=</a:t>
            </a:r>
            <a:r>
              <a:rPr lang="en-US" sz="1600" err="1">
                <a:latin typeface="Courier New" pitchFamily="49" charset="0"/>
              </a:rPr>
              <a:t>rezervacija.jid</a:t>
            </a:r>
            <a:endParaRPr lang="en-US" sz="1600">
              <a:latin typeface="Courier New" pitchFamily="49" charset="0"/>
            </a:endParaRPr>
          </a:p>
          <a:p>
            <a:pPr>
              <a:buFont typeface="Wingdings" pitchFamily="2" charset="2"/>
              <a:buNone/>
            </a:pPr>
            <a:r>
              <a:rPr lang="en-US" sz="1600">
                <a:latin typeface="Courier New"/>
              </a:rPr>
              <a:t>   </a:t>
            </a:r>
            <a:r>
              <a:rPr lang="en-US" sz="1600" b="1">
                <a:latin typeface="Courier New"/>
              </a:rPr>
              <a:t>AND</a:t>
            </a:r>
            <a:r>
              <a:rPr lang="en-US" sz="1600">
                <a:latin typeface="Courier New"/>
              </a:rPr>
              <a:t> </a:t>
            </a:r>
            <a:r>
              <a:rPr lang="en-US" sz="1600" err="1">
                <a:latin typeface="Courier New"/>
              </a:rPr>
              <a:t>rezervacija.cid</a:t>
            </a:r>
            <a:r>
              <a:rPr lang="en-US" sz="1600">
                <a:latin typeface="Courier New"/>
              </a:rPr>
              <a:t>=</a:t>
            </a:r>
            <a:r>
              <a:rPr lang="en-US" sz="1600" err="1">
                <a:latin typeface="Courier New"/>
              </a:rPr>
              <a:t>coln.cid</a:t>
            </a:r>
            <a:r>
              <a:rPr lang="en-US" sz="1600">
                <a:latin typeface="Courier New"/>
              </a:rPr>
              <a:t>;</a:t>
            </a:r>
            <a:endParaRPr lang="en-US" sz="2000">
              <a:latin typeface="Courier New"/>
            </a:endParaRPr>
          </a:p>
        </p:txBody>
      </p:sp>
      <p:sp>
        <p:nvSpPr>
          <p:cNvPr id="95235" name="Rectangle 3"/>
          <p:cNvSpPr>
            <a:spLocks noGrp="1" noChangeArrowheads="1"/>
          </p:cNvSpPr>
          <p:nvPr>
            <p:ph type="body" sz="half" idx="3"/>
          </p:nvPr>
        </p:nvSpPr>
        <p:spPr>
          <a:xfrm>
            <a:off x="762000" y="2362200"/>
            <a:ext cx="3886200" cy="990600"/>
          </a:xfrm>
        </p:spPr>
        <p:txBody>
          <a:bodyPr/>
          <a:lstStyle/>
          <a:p>
            <a:r>
              <a:rPr lang="sl-SI" sz="2400"/>
              <a:t>Poišči vse </a:t>
            </a:r>
            <a:r>
              <a:rPr lang="en-US" sz="2400" err="1"/>
              <a:t>čolne</a:t>
            </a:r>
            <a:r>
              <a:rPr lang="en-US" sz="2400"/>
              <a:t>, </a:t>
            </a:r>
            <a:r>
              <a:rPr lang="en-US" sz="2400" err="1"/>
              <a:t>ki</a:t>
            </a:r>
            <a:r>
              <a:rPr lang="en-US" sz="2400"/>
              <a:t> </a:t>
            </a:r>
            <a:r>
              <a:rPr lang="en-US" sz="2400" err="1"/>
              <a:t>jih</a:t>
            </a:r>
            <a:r>
              <a:rPr lang="en-US" sz="2400"/>
              <a:t> je </a:t>
            </a:r>
            <a:r>
              <a:rPr lang="en-US" sz="2400" err="1"/>
              <a:t>rezerviral</a:t>
            </a:r>
            <a:r>
              <a:rPr lang="en-US" sz="2400"/>
              <a:t> </a:t>
            </a:r>
            <a:r>
              <a:rPr lang="en-US" sz="2400" err="1"/>
              <a:t>Lojze</a:t>
            </a:r>
            <a:r>
              <a:rPr lang="en-US" sz="2400"/>
              <a:t>.</a:t>
            </a:r>
            <a:endParaRPr lang="sl-SI" sz="2400"/>
          </a:p>
        </p:txBody>
      </p:sp>
      <p:sp>
        <p:nvSpPr>
          <p:cNvPr id="95244" name="Text Box 12"/>
          <p:cNvSpPr txBox="1">
            <a:spLocks noChangeArrowheads="1"/>
          </p:cNvSpPr>
          <p:nvPr/>
        </p:nvSpPr>
        <p:spPr bwMode="auto">
          <a:xfrm>
            <a:off x="5715000" y="3124200"/>
            <a:ext cx="3147015" cy="1815882"/>
          </a:xfrm>
          <a:prstGeom prst="rect">
            <a:avLst/>
          </a:prstGeom>
          <a:noFill/>
          <a:ln w="9525">
            <a:noFill/>
            <a:miter lim="800000"/>
            <a:headEnd/>
            <a:tailEnd/>
          </a:ln>
          <a:effectLst/>
        </p:spPr>
        <p:txBody>
          <a:bodyPr wrap="none">
            <a:spAutoFit/>
          </a:bodyPr>
          <a:lstStyle/>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ime</a:t>
            </a:r>
            <a:r>
              <a:rPr lang="en-US" sz="1600">
                <a:latin typeface="Courier New" pitchFamily="49" charset="0"/>
              </a:rPr>
              <a:t>    | </a:t>
            </a:r>
            <a:r>
              <a:rPr lang="en-US" sz="1600" err="1">
                <a:latin typeface="Courier New" pitchFamily="49" charset="0"/>
              </a:rPr>
              <a:t>ime</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Lojze</a:t>
            </a:r>
            <a:r>
              <a:rPr lang="en-US" sz="1600">
                <a:latin typeface="Courier New" pitchFamily="49" charset="0"/>
              </a:rPr>
              <a:t>  | Elan        |</a:t>
            </a:r>
          </a:p>
          <a:p>
            <a:pPr algn="l"/>
            <a:r>
              <a:rPr lang="en-US" sz="1600">
                <a:latin typeface="Courier New" pitchFamily="49" charset="0"/>
              </a:rPr>
              <a:t>| </a:t>
            </a:r>
            <a:r>
              <a:rPr lang="en-US" sz="1600" err="1">
                <a:latin typeface="Courier New" pitchFamily="49" charset="0"/>
              </a:rPr>
              <a:t>Lojze</a:t>
            </a:r>
            <a:r>
              <a:rPr lang="en-US" sz="1600">
                <a:latin typeface="Courier New" pitchFamily="49" charset="0"/>
              </a:rPr>
              <a:t>  | Sun Odyssey |</a:t>
            </a:r>
          </a:p>
          <a:p>
            <a:pPr algn="l"/>
            <a:r>
              <a:rPr lang="en-US" sz="1600">
                <a:latin typeface="Courier New" pitchFamily="49" charset="0"/>
              </a:rPr>
              <a:t>| </a:t>
            </a:r>
            <a:r>
              <a:rPr lang="en-US" sz="1600" err="1">
                <a:latin typeface="Courier New" pitchFamily="49" charset="0"/>
              </a:rPr>
              <a:t>Lojze</a:t>
            </a:r>
            <a:r>
              <a:rPr lang="en-US" sz="1600">
                <a:latin typeface="Courier New" pitchFamily="49" charset="0"/>
              </a:rPr>
              <a:t>  | Bavaria     |</a:t>
            </a:r>
          </a:p>
          <a:p>
            <a:pPr algn="l"/>
            <a:r>
              <a:rPr lang="en-US" sz="1600">
                <a:latin typeface="Courier New" pitchFamily="49" charset="0"/>
              </a:rPr>
              <a:t>+--------+-------------+</a:t>
            </a:r>
          </a:p>
        </p:txBody>
      </p:sp>
      <p:sp>
        <p:nvSpPr>
          <p:cNvPr id="95245" name="Text Box 13"/>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3" name="TextBox 2"/>
          <p:cNvSpPr txBox="1"/>
          <p:nvPr/>
        </p:nvSpPr>
        <p:spPr>
          <a:xfrm>
            <a:off x="1295400" y="5715000"/>
            <a:ext cx="6629400" cy="646331"/>
          </a:xfrm>
          <a:prstGeom prst="rect">
            <a:avLst/>
          </a:prstGeom>
          <a:noFill/>
        </p:spPr>
        <p:txBody>
          <a:bodyPr wrap="square" lIns="91440" tIns="45720" rIns="91440" bIns="45720" rtlCol="0" anchor="t">
            <a:spAutoFit/>
          </a:bodyPr>
          <a:lstStyle/>
          <a:p>
            <a:pPr algn="l"/>
            <a:r>
              <a:rPr lang="en-US" err="1">
                <a:latin typeface="Arial"/>
                <a:cs typeface="Arial"/>
              </a:rPr>
              <a:t>Pogoj</a:t>
            </a:r>
            <a:r>
              <a:rPr lang="en-US">
                <a:latin typeface="Arial"/>
                <a:cs typeface="Arial"/>
              </a:rPr>
              <a:t> </a:t>
            </a:r>
            <a:r>
              <a:rPr lang="en-US" err="1">
                <a:latin typeface="Courier New"/>
                <a:cs typeface="Courier New"/>
              </a:rPr>
              <a:t>jadralec.ime</a:t>
            </a:r>
            <a:r>
              <a:rPr lang="en-US">
                <a:latin typeface="Courier New"/>
                <a:cs typeface="Courier New"/>
              </a:rPr>
              <a:t> = 'Lojze'</a:t>
            </a:r>
            <a:r>
              <a:rPr lang="en-US">
                <a:latin typeface="Arial"/>
                <a:cs typeface="Arial"/>
              </a:rPr>
              <a:t> je primer </a:t>
            </a:r>
            <a:r>
              <a:rPr lang="en-US" err="1">
                <a:solidFill>
                  <a:srgbClr val="C00000"/>
                </a:solidFill>
                <a:latin typeface="Arial"/>
                <a:cs typeface="Arial"/>
              </a:rPr>
              <a:t>slabe</a:t>
            </a:r>
            <a:r>
              <a:rPr lang="en-US">
                <a:latin typeface="Arial"/>
                <a:cs typeface="Arial"/>
              </a:rPr>
              <a:t> </a:t>
            </a:r>
            <a:r>
              <a:rPr lang="en-US" err="1">
                <a:latin typeface="Arial"/>
                <a:cs typeface="Arial"/>
              </a:rPr>
              <a:t>prakse</a:t>
            </a:r>
            <a:r>
              <a:rPr lang="en-US">
                <a:latin typeface="Arial"/>
                <a:cs typeface="Arial"/>
              </a:rPr>
              <a:t>! </a:t>
            </a:r>
            <a:r>
              <a:rPr lang="en-US" err="1">
                <a:latin typeface="Arial"/>
                <a:cs typeface="Arial"/>
              </a:rPr>
              <a:t>Težava</a:t>
            </a:r>
            <a:r>
              <a:rPr lang="en-US">
                <a:latin typeface="Arial"/>
                <a:cs typeface="Arial"/>
              </a:rPr>
              <a:t>, </a:t>
            </a:r>
            <a:r>
              <a:rPr lang="en-US" err="1">
                <a:latin typeface="Arial"/>
                <a:cs typeface="Arial"/>
              </a:rPr>
              <a:t>ko</a:t>
            </a:r>
            <a:r>
              <a:rPr lang="en-US">
                <a:latin typeface="Arial"/>
                <a:cs typeface="Arial"/>
              </a:rPr>
              <a:t> </a:t>
            </a:r>
            <a:r>
              <a:rPr lang="en-US" err="1">
                <a:latin typeface="Arial"/>
                <a:cs typeface="Arial"/>
              </a:rPr>
              <a:t>imamo</a:t>
            </a:r>
            <a:r>
              <a:rPr lang="en-US">
                <a:latin typeface="Arial"/>
                <a:cs typeface="Arial"/>
              </a:rPr>
              <a:t> </a:t>
            </a:r>
            <a:r>
              <a:rPr lang="en-US" err="1">
                <a:latin typeface="Arial"/>
                <a:cs typeface="Arial"/>
              </a:rPr>
              <a:t>več</a:t>
            </a:r>
            <a:r>
              <a:rPr lang="en-US">
                <a:latin typeface="Arial"/>
                <a:cs typeface="Arial"/>
              </a:rPr>
              <a:t> </a:t>
            </a:r>
            <a:r>
              <a:rPr lang="en-US" err="1">
                <a:latin typeface="Arial"/>
                <a:cs typeface="Arial"/>
              </a:rPr>
              <a:t>jadralcev</a:t>
            </a:r>
            <a:r>
              <a:rPr lang="en-US">
                <a:latin typeface="Arial"/>
                <a:cs typeface="Arial"/>
              </a:rPr>
              <a:t> z </a:t>
            </a:r>
            <a:r>
              <a:rPr lang="en-US" err="1">
                <a:latin typeface="Arial"/>
                <a:cs typeface="Arial"/>
              </a:rPr>
              <a:t>imenom</a:t>
            </a:r>
            <a:r>
              <a:rPr lang="en-US">
                <a:latin typeface="Arial"/>
                <a:cs typeface="Arial"/>
              </a:rPr>
              <a:t> </a:t>
            </a:r>
            <a:r>
              <a:rPr lang="en-US" err="1">
                <a:latin typeface="Arial"/>
                <a:cs typeface="Arial"/>
              </a:rPr>
              <a:t>Lojze</a:t>
            </a:r>
            <a:r>
              <a:rPr lang="en-US">
                <a:latin typeface="Arial"/>
                <a:cs typeface="Arial"/>
              </a:rPr>
              <a:t>.</a:t>
            </a:r>
          </a:p>
        </p:txBody>
      </p:sp>
    </p:spTree>
    <p:extLst>
      <p:ext uri="{BB962C8B-B14F-4D97-AF65-F5344CB8AC3E}">
        <p14:creationId xmlns:p14="http://schemas.microsoft.com/office/powerpoint/2010/main" val="108673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52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43" grpId="0"/>
      <p:bldP spid="95244"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95234" name="AutoShape 2"/>
          <p:cNvSpPr>
            <a:spLocks noGrp="1" noChangeArrowheads="1"/>
          </p:cNvSpPr>
          <p:nvPr>
            <p:ph type="title"/>
          </p:nvPr>
        </p:nvSpPr>
        <p:spPr/>
        <p:txBody>
          <a:bodyPr/>
          <a:lstStyle/>
          <a:p>
            <a:r>
              <a:rPr lang="en-US"/>
              <a:t>S</a:t>
            </a:r>
            <a:r>
              <a:rPr lang="sl-SI"/>
              <a:t>tik</a:t>
            </a:r>
            <a:r>
              <a:rPr lang="en-US"/>
              <a:t> (2)</a:t>
            </a:r>
          </a:p>
        </p:txBody>
      </p:sp>
      <p:sp>
        <p:nvSpPr>
          <p:cNvPr id="95243" name="Rectangle 11"/>
          <p:cNvSpPr>
            <a:spLocks noGrp="1" noChangeArrowheads="1"/>
          </p:cNvSpPr>
          <p:nvPr>
            <p:ph sz="quarter" idx="2"/>
          </p:nvPr>
        </p:nvSpPr>
        <p:spPr>
          <a:xfrm>
            <a:off x="762000" y="4114800"/>
            <a:ext cx="48006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jadralec.ime, coln.ime</a:t>
            </a: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a:t>
            </a:r>
            <a:r>
              <a:rPr lang="en-US" sz="1600" err="1">
                <a:latin typeface="Courier New" pitchFamily="49" charset="0"/>
              </a:rPr>
              <a:t>rezervacija</a:t>
            </a:r>
            <a:r>
              <a:rPr lang="en-US" sz="1600">
                <a:latin typeface="Courier New" pitchFamily="49" charset="0"/>
              </a:rPr>
              <a:t>, </a:t>
            </a:r>
            <a:r>
              <a:rPr lang="en-US" sz="1600" err="1">
                <a:latin typeface="Courier New" pitchFamily="49" charset="0"/>
              </a:rPr>
              <a:t>coln</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jadralec.jid=rezervacija.jid</a:t>
            </a:r>
          </a:p>
          <a:p>
            <a:pPr>
              <a:buFont typeface="Wingdings" pitchFamily="2" charset="2"/>
              <a:buNone/>
            </a:pPr>
            <a:r>
              <a:rPr lang="en-US" sz="1600">
                <a:latin typeface="Courier New" pitchFamily="49" charset="0"/>
              </a:rPr>
              <a:t>      </a:t>
            </a:r>
            <a:r>
              <a:rPr lang="en-US" sz="1600" b="1">
                <a:latin typeface="Courier New" pitchFamily="49" charset="0"/>
              </a:rPr>
              <a:t>AND</a:t>
            </a:r>
            <a:r>
              <a:rPr lang="en-US" sz="1600">
                <a:latin typeface="Courier New" pitchFamily="49" charset="0"/>
              </a:rPr>
              <a:t> rezervacija.cid=coln.cid;</a:t>
            </a:r>
            <a:endParaRPr lang="en-US" sz="2000"/>
          </a:p>
        </p:txBody>
      </p:sp>
      <p:sp>
        <p:nvSpPr>
          <p:cNvPr id="95235" name="Rectangle 3"/>
          <p:cNvSpPr>
            <a:spLocks noGrp="1" noChangeArrowheads="1"/>
          </p:cNvSpPr>
          <p:nvPr>
            <p:ph type="body" sz="half" idx="3"/>
          </p:nvPr>
        </p:nvSpPr>
        <p:spPr>
          <a:xfrm>
            <a:off x="762000" y="2362200"/>
            <a:ext cx="4648200" cy="1785938"/>
          </a:xfrm>
        </p:spPr>
        <p:txBody>
          <a:bodyPr/>
          <a:lstStyle/>
          <a:p>
            <a:r>
              <a:rPr lang="sl-SI" sz="2400"/>
              <a:t>Poišči vse pare ime</a:t>
            </a:r>
            <a:r>
              <a:rPr lang="en-US" sz="2400"/>
              <a:t>n</a:t>
            </a:r>
            <a:br>
              <a:rPr lang="en-US" sz="2400"/>
            </a:br>
            <a:r>
              <a:rPr lang="sl-SI" sz="2400"/>
              <a:t>jadralcev in čolnov, kjer </a:t>
            </a:r>
            <a:br>
              <a:rPr lang="en-US" sz="2400"/>
            </a:br>
            <a:r>
              <a:rPr lang="sl-SI" sz="2400"/>
              <a:t>je jadralec rezerviral </a:t>
            </a:r>
            <a:br>
              <a:rPr lang="en-US" sz="2400"/>
            </a:br>
            <a:r>
              <a:rPr lang="sl-SI" sz="2400"/>
              <a:t>ustrezen čoln.</a:t>
            </a:r>
          </a:p>
        </p:txBody>
      </p:sp>
      <p:sp>
        <p:nvSpPr>
          <p:cNvPr id="95244" name="Text Box 12"/>
          <p:cNvSpPr txBox="1">
            <a:spLocks noChangeArrowheads="1"/>
          </p:cNvSpPr>
          <p:nvPr/>
        </p:nvSpPr>
        <p:spPr bwMode="auto">
          <a:xfrm>
            <a:off x="5715000" y="3124200"/>
            <a:ext cx="3117850" cy="3514725"/>
          </a:xfrm>
          <a:prstGeom prst="rect">
            <a:avLst/>
          </a:prstGeom>
          <a:noFill/>
          <a:ln w="9525">
            <a:noFill/>
            <a:miter lim="800000"/>
            <a:headEnd/>
            <a:tailEnd/>
          </a:ln>
          <a:effectLst/>
        </p:spPr>
        <p:txBody>
          <a:bodyPr wrap="none">
            <a:spAutoFit/>
          </a:bodyPr>
          <a:lstStyle/>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ime</a:t>
            </a:r>
            <a:r>
              <a:rPr lang="en-US" sz="1600">
                <a:latin typeface="Courier New" pitchFamily="49" charset="0"/>
              </a:rPr>
              <a:t>    | </a:t>
            </a:r>
            <a:r>
              <a:rPr lang="en-US" sz="1600" err="1">
                <a:latin typeface="Courier New" pitchFamily="49" charset="0"/>
              </a:rPr>
              <a:t>ime</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Darko</a:t>
            </a:r>
            <a:r>
              <a:rPr lang="en-US" sz="1600">
                <a:latin typeface="Courier New" pitchFamily="49" charset="0"/>
              </a:rPr>
              <a:t>  | </a:t>
            </a:r>
            <a:r>
              <a:rPr lang="en-US" sz="1600" err="1">
                <a:latin typeface="Courier New" pitchFamily="49" charset="0"/>
              </a:rPr>
              <a:t>Elan</a:t>
            </a:r>
            <a:r>
              <a:rPr lang="en-US" sz="1600">
                <a:latin typeface="Courier New" pitchFamily="49" charset="0"/>
              </a:rPr>
              <a:t>        |</a:t>
            </a:r>
          </a:p>
          <a:p>
            <a:pPr algn="l"/>
            <a:r>
              <a:rPr lang="en-US" sz="1600">
                <a:latin typeface="Courier New" pitchFamily="49" charset="0"/>
              </a:rPr>
              <a:t>| </a:t>
            </a:r>
            <a:r>
              <a:rPr lang="en-US" sz="1600" err="1">
                <a:latin typeface="Courier New" pitchFamily="49" charset="0"/>
              </a:rPr>
              <a:t>Darko</a:t>
            </a:r>
            <a:r>
              <a:rPr lang="en-US" sz="1600">
                <a:latin typeface="Courier New" pitchFamily="49" charset="0"/>
              </a:rPr>
              <a:t>  | </a:t>
            </a:r>
            <a:r>
              <a:rPr lang="en-US" sz="1600" err="1">
                <a:latin typeface="Courier New" pitchFamily="49" charset="0"/>
              </a:rPr>
              <a:t>Elan</a:t>
            </a:r>
            <a:r>
              <a:rPr lang="en-US" sz="1600">
                <a:latin typeface="Courier New" pitchFamily="49" charset="0"/>
              </a:rPr>
              <a:t>        |</a:t>
            </a:r>
          </a:p>
          <a:p>
            <a:pPr algn="l"/>
            <a:r>
              <a:rPr lang="en-US" sz="1600">
                <a:latin typeface="Courier New" pitchFamily="49" charset="0"/>
              </a:rPr>
              <a:t>| </a:t>
            </a:r>
            <a:r>
              <a:rPr lang="en-US" sz="1600" err="1">
                <a:latin typeface="Courier New" pitchFamily="49" charset="0"/>
              </a:rPr>
              <a:t>Darko</a:t>
            </a:r>
            <a:r>
              <a:rPr lang="en-US" sz="1600">
                <a:latin typeface="Courier New" pitchFamily="49" charset="0"/>
              </a:rPr>
              <a:t>  | Sun Odyssey |</a:t>
            </a:r>
          </a:p>
          <a:p>
            <a:pPr algn="l"/>
            <a:r>
              <a:rPr lang="en-US" sz="1600">
                <a:latin typeface="Courier New" pitchFamily="49" charset="0"/>
              </a:rPr>
              <a:t>| </a:t>
            </a:r>
            <a:r>
              <a:rPr lang="en-US" sz="1600" err="1">
                <a:latin typeface="Courier New" pitchFamily="49" charset="0"/>
              </a:rPr>
              <a:t>Darko</a:t>
            </a:r>
            <a:r>
              <a:rPr lang="en-US" sz="1600">
                <a:latin typeface="Courier New" pitchFamily="49" charset="0"/>
              </a:rPr>
              <a:t>  | Bavaria     |</a:t>
            </a:r>
          </a:p>
          <a:p>
            <a:pPr algn="l"/>
            <a:r>
              <a:rPr lang="en-US" sz="1600">
                <a:latin typeface="Courier New" pitchFamily="49" charset="0"/>
              </a:rPr>
              <a:t>| </a:t>
            </a:r>
            <a:r>
              <a:rPr lang="en-US" sz="1600" err="1">
                <a:latin typeface="Courier New" pitchFamily="49" charset="0"/>
              </a:rPr>
              <a:t>Lojze</a:t>
            </a:r>
            <a:r>
              <a:rPr lang="en-US" sz="1600">
                <a:latin typeface="Courier New" pitchFamily="49" charset="0"/>
              </a:rPr>
              <a:t>  | </a:t>
            </a:r>
            <a:r>
              <a:rPr lang="en-US" sz="1600" err="1">
                <a:latin typeface="Courier New" pitchFamily="49" charset="0"/>
              </a:rPr>
              <a:t>Elan</a:t>
            </a:r>
            <a:r>
              <a:rPr lang="en-US" sz="1600">
                <a:latin typeface="Courier New" pitchFamily="49" charset="0"/>
              </a:rPr>
              <a:t>        |</a:t>
            </a:r>
          </a:p>
          <a:p>
            <a:pPr algn="l"/>
            <a:r>
              <a:rPr lang="en-US" sz="1600">
                <a:latin typeface="Courier New" pitchFamily="49" charset="0"/>
              </a:rPr>
              <a:t>| </a:t>
            </a:r>
            <a:r>
              <a:rPr lang="en-US" sz="1600" err="1">
                <a:latin typeface="Courier New" pitchFamily="49" charset="0"/>
              </a:rPr>
              <a:t>Lojze</a:t>
            </a:r>
            <a:r>
              <a:rPr lang="en-US" sz="1600">
                <a:latin typeface="Courier New" pitchFamily="49" charset="0"/>
              </a:rPr>
              <a:t>  | Sun Odyssey |</a:t>
            </a:r>
          </a:p>
          <a:p>
            <a:pPr algn="l"/>
            <a:r>
              <a:rPr lang="en-US" sz="1600">
                <a:latin typeface="Courier New" pitchFamily="49" charset="0"/>
              </a:rPr>
              <a:t>| </a:t>
            </a:r>
            <a:r>
              <a:rPr lang="en-US" sz="1600" err="1">
                <a:latin typeface="Courier New" pitchFamily="49" charset="0"/>
              </a:rPr>
              <a:t>Lojze</a:t>
            </a:r>
            <a:r>
              <a:rPr lang="en-US" sz="1600">
                <a:latin typeface="Courier New" pitchFamily="49" charset="0"/>
              </a:rPr>
              <a:t>  | Bavaria     |</a:t>
            </a:r>
          </a:p>
          <a:p>
            <a:pPr algn="l"/>
            <a:r>
              <a:rPr lang="en-US" sz="1600">
                <a:latin typeface="Courier New" pitchFamily="49" charset="0"/>
              </a:rPr>
              <a:t>| </a:t>
            </a:r>
            <a:r>
              <a:rPr lang="en-US" sz="1600" err="1">
                <a:latin typeface="Courier New" pitchFamily="49" charset="0"/>
              </a:rPr>
              <a:t>Henrik</a:t>
            </a:r>
            <a:r>
              <a:rPr lang="en-US" sz="1600">
                <a:latin typeface="Courier New" pitchFamily="49" charset="0"/>
              </a:rPr>
              <a:t> | </a:t>
            </a:r>
            <a:r>
              <a:rPr lang="en-US" sz="1600" err="1">
                <a:latin typeface="Courier New" pitchFamily="49" charset="0"/>
              </a:rPr>
              <a:t>Elan</a:t>
            </a:r>
            <a:r>
              <a:rPr lang="en-US" sz="1600">
                <a:latin typeface="Courier New" pitchFamily="49" charset="0"/>
              </a:rPr>
              <a:t>        |</a:t>
            </a:r>
          </a:p>
          <a:p>
            <a:pPr algn="l"/>
            <a:r>
              <a:rPr lang="en-US" sz="1600">
                <a:latin typeface="Courier New" pitchFamily="49" charset="0"/>
              </a:rPr>
              <a:t>| </a:t>
            </a:r>
            <a:r>
              <a:rPr lang="en-US" sz="1600" err="1">
                <a:latin typeface="Courier New" pitchFamily="49" charset="0"/>
              </a:rPr>
              <a:t>Henrik</a:t>
            </a:r>
            <a:r>
              <a:rPr lang="en-US" sz="1600">
                <a:latin typeface="Courier New" pitchFamily="49" charset="0"/>
              </a:rPr>
              <a:t> | </a:t>
            </a:r>
            <a:r>
              <a:rPr lang="en-US" sz="1600" err="1">
                <a:latin typeface="Courier New" pitchFamily="49" charset="0"/>
              </a:rPr>
              <a:t>Elan</a:t>
            </a:r>
            <a:r>
              <a:rPr lang="en-US" sz="1600">
                <a:latin typeface="Courier New" pitchFamily="49" charset="0"/>
              </a:rPr>
              <a:t>        |</a:t>
            </a:r>
          </a:p>
          <a:p>
            <a:pPr algn="l"/>
            <a:r>
              <a:rPr lang="en-US" sz="1600">
                <a:latin typeface="Courier New" pitchFamily="49" charset="0"/>
              </a:rPr>
              <a:t>| </a:t>
            </a:r>
            <a:r>
              <a:rPr lang="en-US" sz="1600" err="1">
                <a:latin typeface="Courier New" pitchFamily="49" charset="0"/>
              </a:rPr>
              <a:t>Henrik</a:t>
            </a:r>
            <a:r>
              <a:rPr lang="en-US" sz="1600">
                <a:latin typeface="Courier New" pitchFamily="49" charset="0"/>
              </a:rPr>
              <a:t> | Sun Odyssey |</a:t>
            </a:r>
          </a:p>
          <a:p>
            <a:pPr algn="l"/>
            <a:r>
              <a:rPr lang="en-US" sz="1600">
                <a:latin typeface="Courier New" pitchFamily="49" charset="0"/>
              </a:rPr>
              <a:t>+--------+-------------+</a:t>
            </a:r>
          </a:p>
        </p:txBody>
      </p:sp>
      <p:sp>
        <p:nvSpPr>
          <p:cNvPr id="95245" name="Text Box 13"/>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156608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5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43" grpId="0"/>
      <p:bldP spid="9524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98306" name="AutoShape 2"/>
          <p:cNvSpPr>
            <a:spLocks noGrp="1" noChangeArrowheads="1"/>
          </p:cNvSpPr>
          <p:nvPr>
            <p:ph type="title"/>
          </p:nvPr>
        </p:nvSpPr>
        <p:spPr/>
        <p:txBody>
          <a:bodyPr/>
          <a:lstStyle/>
          <a:p>
            <a:r>
              <a:rPr lang="en-US"/>
              <a:t>S</a:t>
            </a:r>
            <a:r>
              <a:rPr lang="sl-SI"/>
              <a:t>tik</a:t>
            </a:r>
            <a:r>
              <a:rPr lang="en-US"/>
              <a:t> (3)</a:t>
            </a:r>
          </a:p>
        </p:txBody>
      </p:sp>
      <p:sp>
        <p:nvSpPr>
          <p:cNvPr id="98308" name="Rectangle 4"/>
          <p:cNvSpPr>
            <a:spLocks noGrp="1" noChangeArrowheads="1"/>
          </p:cNvSpPr>
          <p:nvPr>
            <p:ph sz="quarter" idx="2"/>
          </p:nvPr>
        </p:nvSpPr>
        <p:spPr>
          <a:xfrm>
            <a:off x="762000" y="3733800"/>
            <a:ext cx="5791200" cy="3124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jadralec.ime, coln.ime</a:t>
            </a: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a:t>
            </a:r>
            <a:r>
              <a:rPr lang="en-US" sz="1600" err="1">
                <a:latin typeface="Courier New" pitchFamily="49" charset="0"/>
              </a:rPr>
              <a:t>rezervacija</a:t>
            </a:r>
            <a:r>
              <a:rPr lang="en-US" sz="1600">
                <a:latin typeface="Courier New" pitchFamily="49" charset="0"/>
              </a:rPr>
              <a:t>, </a:t>
            </a:r>
            <a:r>
              <a:rPr lang="en-US" sz="1600" err="1">
                <a:latin typeface="Courier New" pitchFamily="49" charset="0"/>
              </a:rPr>
              <a:t>coln</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jadralec.jid=rezervacija.jid </a:t>
            </a:r>
            <a:r>
              <a:rPr lang="en-US" sz="1600" b="1">
                <a:latin typeface="Courier New" pitchFamily="49" charset="0"/>
              </a:rPr>
              <a:t>AND</a:t>
            </a:r>
          </a:p>
          <a:p>
            <a:pPr>
              <a:buFont typeface="Wingdings" pitchFamily="2" charset="2"/>
              <a:buNone/>
            </a:pPr>
            <a:r>
              <a:rPr lang="en-US" sz="1600">
                <a:latin typeface="Courier New" pitchFamily="49" charset="0"/>
              </a:rPr>
              <a:t>      rezervacija.cid=coln.cid </a:t>
            </a:r>
            <a:r>
              <a:rPr lang="en-US" sz="1600" b="1">
                <a:latin typeface="Courier New" pitchFamily="49" charset="0"/>
              </a:rPr>
              <a:t>AND</a:t>
            </a:r>
          </a:p>
          <a:p>
            <a:pPr>
              <a:buFont typeface="Wingdings" pitchFamily="2" charset="2"/>
              <a:buNone/>
            </a:pPr>
            <a:r>
              <a:rPr lang="en-US" sz="1600">
                <a:latin typeface="Courier New" pitchFamily="49" charset="0"/>
              </a:rPr>
              <a:t>      </a:t>
            </a:r>
            <a:r>
              <a:rPr lang="en-US" sz="1600" err="1">
                <a:latin typeface="Courier New" pitchFamily="49" charset="0"/>
              </a:rPr>
              <a:t>starost</a:t>
            </a:r>
            <a:r>
              <a:rPr lang="en-US" sz="1600">
                <a:latin typeface="Courier New" pitchFamily="49" charset="0"/>
              </a:rPr>
              <a:t> &gt; 50;</a:t>
            </a:r>
          </a:p>
          <a:p>
            <a:endParaRPr lang="sl-SI" sz="1600"/>
          </a:p>
          <a:p>
            <a:endParaRPr lang="en-US" sz="1800"/>
          </a:p>
        </p:txBody>
      </p:sp>
      <p:sp>
        <p:nvSpPr>
          <p:cNvPr id="98309" name="Rectangle 5"/>
          <p:cNvSpPr>
            <a:spLocks noGrp="1" noChangeArrowheads="1"/>
          </p:cNvSpPr>
          <p:nvPr>
            <p:ph type="body" sz="half" idx="3"/>
          </p:nvPr>
        </p:nvSpPr>
        <p:spPr>
          <a:xfrm>
            <a:off x="762000" y="2362200"/>
            <a:ext cx="5257800" cy="1785938"/>
          </a:xfrm>
        </p:spPr>
        <p:txBody>
          <a:bodyPr/>
          <a:lstStyle/>
          <a:p>
            <a:r>
              <a:rPr lang="sl-SI" sz="2000"/>
              <a:t>Poišči vse pare imen jadralcev in čolnov, kjer je jadralec starejši od 50 let rezerviral ustrezen čoln.</a:t>
            </a:r>
            <a:endParaRPr lang="en-US" sz="2000"/>
          </a:p>
        </p:txBody>
      </p:sp>
      <p:sp>
        <p:nvSpPr>
          <p:cNvPr id="98312" name="Text Box 8"/>
          <p:cNvSpPr txBox="1">
            <a:spLocks noChangeArrowheads="1"/>
          </p:cNvSpPr>
          <p:nvPr/>
        </p:nvSpPr>
        <p:spPr bwMode="auto">
          <a:xfrm>
            <a:off x="5677694" y="3699669"/>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ime</a:t>
            </a:r>
            <a:r>
              <a:rPr lang="en-US" sz="1600">
                <a:latin typeface="Courier New" pitchFamily="49" charset="0"/>
              </a:rPr>
              <a:t>   | </a:t>
            </a:r>
            <a:r>
              <a:rPr lang="en-US" sz="1600" err="1">
                <a:latin typeface="Courier New" pitchFamily="49" charset="0"/>
              </a:rPr>
              <a:t>ime</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Lojze</a:t>
            </a:r>
            <a:r>
              <a:rPr lang="en-US" sz="1600">
                <a:latin typeface="Courier New" pitchFamily="49" charset="0"/>
              </a:rPr>
              <a:t> | Elan        |</a:t>
            </a:r>
          </a:p>
          <a:p>
            <a:pPr algn="l"/>
            <a:r>
              <a:rPr lang="en-US" sz="1600">
                <a:latin typeface="Courier New" pitchFamily="49" charset="0"/>
              </a:rPr>
              <a:t>| </a:t>
            </a:r>
            <a:r>
              <a:rPr lang="en-US" sz="1600" err="1">
                <a:latin typeface="Courier New" pitchFamily="49" charset="0"/>
              </a:rPr>
              <a:t>Lojze</a:t>
            </a:r>
            <a:r>
              <a:rPr lang="en-US" sz="1600">
                <a:latin typeface="Courier New" pitchFamily="49" charset="0"/>
              </a:rPr>
              <a:t> | Sun Odyssey |</a:t>
            </a:r>
          </a:p>
          <a:p>
            <a:pPr algn="l"/>
            <a:r>
              <a:rPr lang="en-US" sz="1600">
                <a:latin typeface="Courier New" pitchFamily="49" charset="0"/>
              </a:rPr>
              <a:t>| </a:t>
            </a:r>
            <a:r>
              <a:rPr lang="en-US" sz="1600" err="1">
                <a:latin typeface="Courier New" pitchFamily="49" charset="0"/>
              </a:rPr>
              <a:t>Lojze</a:t>
            </a:r>
            <a:r>
              <a:rPr lang="en-US" sz="1600">
                <a:latin typeface="Courier New" pitchFamily="49" charset="0"/>
              </a:rPr>
              <a:t> | Bavaria     |</a:t>
            </a:r>
          </a:p>
          <a:p>
            <a:pPr algn="l"/>
            <a:r>
              <a:rPr lang="en-US" sz="1600">
                <a:latin typeface="Courier New" pitchFamily="49" charset="0"/>
              </a:rPr>
              <a:t>+-------+-------------+</a:t>
            </a:r>
          </a:p>
        </p:txBody>
      </p:sp>
      <p:sp>
        <p:nvSpPr>
          <p:cNvPr id="98313" name="Text Box 9"/>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4286012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3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83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p:bldP spid="98312"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1378" name="AutoShape 2"/>
          <p:cNvSpPr>
            <a:spLocks noGrp="1" noChangeArrowheads="1"/>
          </p:cNvSpPr>
          <p:nvPr>
            <p:ph type="title"/>
          </p:nvPr>
        </p:nvSpPr>
        <p:spPr/>
        <p:txBody>
          <a:bodyPr/>
          <a:lstStyle/>
          <a:p>
            <a:r>
              <a:rPr lang="en-US"/>
              <a:t>SQL </a:t>
            </a:r>
            <a:r>
              <a:rPr lang="en-SI"/>
              <a:t>–</a:t>
            </a:r>
            <a:r>
              <a:rPr lang="en-US"/>
              <a:t> </a:t>
            </a:r>
            <a:r>
              <a:rPr lang="en-US" err="1"/>
              <a:t>Preimenovanja</a:t>
            </a:r>
            <a:r>
              <a:rPr lang="en-US"/>
              <a:t> in </a:t>
            </a:r>
            <a:r>
              <a:rPr lang="en-US" err="1"/>
              <a:t>aliasi</a:t>
            </a:r>
            <a:endParaRPr lang="en-US"/>
          </a:p>
        </p:txBody>
      </p:sp>
      <p:sp>
        <p:nvSpPr>
          <p:cNvPr id="101379" name="Rectangle 3"/>
          <p:cNvSpPr>
            <a:spLocks noGrp="1" noChangeArrowheads="1"/>
          </p:cNvSpPr>
          <p:nvPr>
            <p:ph sz="quarter" idx="2"/>
          </p:nvPr>
        </p:nvSpPr>
        <p:spPr>
          <a:xfrm>
            <a:off x="762000" y="4114800"/>
            <a:ext cx="5791200" cy="2743200"/>
          </a:xfrm>
        </p:spPr>
        <p:txBody>
          <a:bodyPr/>
          <a:lstStyle/>
          <a:p>
            <a:pPr>
              <a:buFont typeface="Wingdings" pitchFamily="2" charset="2"/>
              <a:buNone/>
            </a:pPr>
            <a:r>
              <a:rPr lang="en-US" sz="1600" b="1" dirty="0">
                <a:latin typeface="Courier New" pitchFamily="49" charset="0"/>
              </a:rPr>
              <a:t>SELECT</a:t>
            </a:r>
            <a:r>
              <a:rPr lang="en-US" sz="1600" dirty="0">
                <a:latin typeface="Courier New" pitchFamily="49" charset="0"/>
              </a:rPr>
              <a:t> </a:t>
            </a:r>
            <a:r>
              <a:rPr lang="en-US" sz="1600" dirty="0" err="1">
                <a:latin typeface="Courier New" pitchFamily="49" charset="0"/>
              </a:rPr>
              <a:t>j.ime</a:t>
            </a:r>
            <a:r>
              <a:rPr lang="sl-SI" sz="1600" dirty="0">
                <a:latin typeface="Courier New" pitchFamily="49" charset="0"/>
              </a:rPr>
              <a:t> </a:t>
            </a:r>
            <a:r>
              <a:rPr lang="sl-SI" sz="1600" b="1" dirty="0">
                <a:latin typeface="Courier New" pitchFamily="49" charset="0"/>
              </a:rPr>
              <a:t>AS</a:t>
            </a:r>
            <a:r>
              <a:rPr lang="sl-SI" sz="1600" dirty="0">
                <a:latin typeface="Courier New" pitchFamily="49" charset="0"/>
              </a:rPr>
              <a:t> </a:t>
            </a:r>
            <a:r>
              <a:rPr lang="en-US" sz="1600" dirty="0">
                <a:latin typeface="Courier New" pitchFamily="49" charset="0"/>
              </a:rPr>
              <a:t>"</a:t>
            </a:r>
            <a:r>
              <a:rPr lang="en-US" sz="1600" dirty="0" err="1">
                <a:latin typeface="Courier New" pitchFamily="49" charset="0"/>
              </a:rPr>
              <a:t>jadralec</a:t>
            </a:r>
            <a:r>
              <a:rPr lang="en-US" sz="1600" dirty="0">
                <a:latin typeface="Courier New" pitchFamily="49" charset="0"/>
              </a:rPr>
              <a:t>", </a:t>
            </a:r>
            <a:r>
              <a:rPr lang="en-US" sz="1600" dirty="0" err="1">
                <a:latin typeface="Courier New" pitchFamily="49" charset="0"/>
              </a:rPr>
              <a:t>c.ime</a:t>
            </a:r>
            <a:r>
              <a:rPr lang="en-US" sz="1600" dirty="0">
                <a:latin typeface="Courier New" pitchFamily="49" charset="0"/>
              </a:rPr>
              <a:t> </a:t>
            </a:r>
            <a:r>
              <a:rPr lang="en-US" sz="1600" b="1" dirty="0">
                <a:latin typeface="Courier New" pitchFamily="49" charset="0"/>
              </a:rPr>
              <a:t>AS</a:t>
            </a:r>
            <a:r>
              <a:rPr lang="en-US" sz="1600" dirty="0">
                <a:latin typeface="Courier New" pitchFamily="49" charset="0"/>
              </a:rPr>
              <a:t> "</a:t>
            </a:r>
            <a:r>
              <a:rPr lang="en-US" sz="1600" dirty="0" err="1">
                <a:latin typeface="Courier New" pitchFamily="49" charset="0"/>
              </a:rPr>
              <a:t>coln</a:t>
            </a:r>
            <a:r>
              <a:rPr lang="en-US" sz="1600" dirty="0">
                <a:latin typeface="Courier New" pitchFamily="49" charset="0"/>
              </a:rPr>
              <a:t>"</a:t>
            </a:r>
          </a:p>
          <a:p>
            <a:pPr>
              <a:buFont typeface="Wingdings" pitchFamily="2" charset="2"/>
              <a:buNone/>
            </a:pPr>
            <a:r>
              <a:rPr lang="en-US" sz="1600" b="1" dirty="0">
                <a:latin typeface="Courier New" pitchFamily="49" charset="0"/>
              </a:rPr>
              <a:t>FROM</a:t>
            </a:r>
            <a:r>
              <a:rPr lang="en-US" sz="1600" dirty="0">
                <a:latin typeface="Courier New" pitchFamily="49" charset="0"/>
              </a:rPr>
              <a:t> </a:t>
            </a:r>
            <a:r>
              <a:rPr lang="en-US" sz="1600" dirty="0" err="1">
                <a:latin typeface="Courier New" pitchFamily="49" charset="0"/>
              </a:rPr>
              <a:t>jadralec</a:t>
            </a:r>
            <a:r>
              <a:rPr lang="en-US" sz="1600" dirty="0">
                <a:latin typeface="Courier New" pitchFamily="49" charset="0"/>
              </a:rPr>
              <a:t> j, </a:t>
            </a:r>
            <a:r>
              <a:rPr lang="en-US" sz="1600" dirty="0" err="1">
                <a:latin typeface="Courier New" pitchFamily="49" charset="0"/>
              </a:rPr>
              <a:t>rezervacija</a:t>
            </a:r>
            <a:r>
              <a:rPr lang="en-US" sz="1600" dirty="0">
                <a:latin typeface="Courier New" pitchFamily="49" charset="0"/>
              </a:rPr>
              <a:t> r, </a:t>
            </a:r>
            <a:r>
              <a:rPr lang="en-US" sz="1600" dirty="0" err="1">
                <a:latin typeface="Courier New" pitchFamily="49" charset="0"/>
              </a:rPr>
              <a:t>coln</a:t>
            </a:r>
            <a:r>
              <a:rPr lang="en-US" sz="1600" dirty="0">
                <a:latin typeface="Courier New" pitchFamily="49" charset="0"/>
              </a:rPr>
              <a:t> c</a:t>
            </a:r>
          </a:p>
          <a:p>
            <a:pPr>
              <a:buFont typeface="Wingdings" pitchFamily="2" charset="2"/>
              <a:buNone/>
            </a:pPr>
            <a:r>
              <a:rPr lang="en-US" sz="1600" b="1" dirty="0">
                <a:latin typeface="Courier New" pitchFamily="49" charset="0"/>
              </a:rPr>
              <a:t>WHERE</a:t>
            </a:r>
            <a:r>
              <a:rPr lang="en-US" sz="1600" dirty="0">
                <a:latin typeface="Courier New" pitchFamily="49" charset="0"/>
              </a:rPr>
              <a:t> </a:t>
            </a:r>
            <a:r>
              <a:rPr lang="en-US" sz="1600" dirty="0" err="1">
                <a:latin typeface="Courier New" pitchFamily="49" charset="0"/>
              </a:rPr>
              <a:t>j.jid</a:t>
            </a:r>
            <a:r>
              <a:rPr lang="en-US" sz="1600" dirty="0">
                <a:latin typeface="Courier New" pitchFamily="49" charset="0"/>
              </a:rPr>
              <a:t>=</a:t>
            </a:r>
            <a:r>
              <a:rPr lang="en-US" sz="1600" dirty="0" err="1">
                <a:latin typeface="Courier New" pitchFamily="49" charset="0"/>
              </a:rPr>
              <a:t>r.jid</a:t>
            </a:r>
            <a:r>
              <a:rPr lang="en-US" sz="1600" dirty="0">
                <a:latin typeface="Courier New" pitchFamily="49" charset="0"/>
              </a:rPr>
              <a:t> </a:t>
            </a:r>
          </a:p>
          <a:p>
            <a:pPr>
              <a:buFont typeface="Wingdings" pitchFamily="2" charset="2"/>
              <a:buNone/>
            </a:pPr>
            <a:r>
              <a:rPr lang="en-US" sz="1600" b="1" dirty="0">
                <a:latin typeface="Courier New" pitchFamily="49" charset="0"/>
              </a:rPr>
              <a:t>		AND</a:t>
            </a:r>
            <a:r>
              <a:rPr lang="en-US" sz="1600" dirty="0">
                <a:latin typeface="Courier New" pitchFamily="49" charset="0"/>
              </a:rPr>
              <a:t> </a:t>
            </a:r>
            <a:r>
              <a:rPr lang="en-US" sz="1600" dirty="0" err="1">
                <a:latin typeface="Courier New" pitchFamily="49" charset="0"/>
              </a:rPr>
              <a:t>r.cid</a:t>
            </a:r>
            <a:r>
              <a:rPr lang="en-US" sz="1600" dirty="0">
                <a:latin typeface="Courier New" pitchFamily="49" charset="0"/>
              </a:rPr>
              <a:t>=</a:t>
            </a:r>
            <a:r>
              <a:rPr lang="en-US" sz="1600" dirty="0" err="1">
                <a:latin typeface="Courier New" pitchFamily="49" charset="0"/>
              </a:rPr>
              <a:t>c.cid</a:t>
            </a:r>
            <a:r>
              <a:rPr lang="en-US" sz="1600" dirty="0">
                <a:latin typeface="Courier New" pitchFamily="49" charset="0"/>
              </a:rPr>
              <a:t> </a:t>
            </a:r>
            <a:endParaRPr lang="sl-SI" sz="1600" dirty="0">
              <a:latin typeface="Courier New" pitchFamily="49" charset="0"/>
            </a:endParaRPr>
          </a:p>
          <a:p>
            <a:pPr>
              <a:buFont typeface="Wingdings" pitchFamily="2" charset="2"/>
              <a:buNone/>
            </a:pPr>
            <a:r>
              <a:rPr lang="sl-SI" sz="1600" dirty="0">
                <a:latin typeface="Courier New" pitchFamily="49" charset="0"/>
              </a:rPr>
              <a:t>      </a:t>
            </a:r>
            <a:r>
              <a:rPr lang="en-US" sz="1600" dirty="0">
                <a:latin typeface="Courier New" pitchFamily="49" charset="0"/>
              </a:rPr>
              <a:t>	</a:t>
            </a:r>
            <a:r>
              <a:rPr lang="en-US" sz="1600" b="1" dirty="0">
                <a:latin typeface="Courier New" pitchFamily="49" charset="0"/>
              </a:rPr>
              <a:t>AND</a:t>
            </a:r>
            <a:r>
              <a:rPr lang="sl-SI" sz="1600" dirty="0">
                <a:latin typeface="Courier New" pitchFamily="49" charset="0"/>
              </a:rPr>
              <a:t> j</a:t>
            </a:r>
            <a:r>
              <a:rPr lang="en-US" sz="1600" dirty="0">
                <a:latin typeface="Courier New" pitchFamily="49" charset="0"/>
              </a:rPr>
              <a:t>.starost &gt; 50;</a:t>
            </a:r>
          </a:p>
          <a:p>
            <a:endParaRPr lang="sl-SI" sz="1600" dirty="0"/>
          </a:p>
          <a:p>
            <a:endParaRPr lang="en-US" sz="1800" dirty="0"/>
          </a:p>
        </p:txBody>
      </p:sp>
      <p:sp>
        <p:nvSpPr>
          <p:cNvPr id="101380" name="Rectangle 4"/>
          <p:cNvSpPr>
            <a:spLocks noGrp="1" noChangeArrowheads="1"/>
          </p:cNvSpPr>
          <p:nvPr>
            <p:ph type="body" sz="half" idx="3"/>
          </p:nvPr>
        </p:nvSpPr>
        <p:spPr>
          <a:xfrm>
            <a:off x="762000" y="2362200"/>
            <a:ext cx="3429000" cy="1785938"/>
          </a:xfrm>
        </p:spPr>
        <p:txBody>
          <a:bodyPr/>
          <a:lstStyle/>
          <a:p>
            <a:r>
              <a:rPr lang="sl-SI" sz="2000"/>
              <a:t>Poišči vse pare imen jadralcev in čolnov, kjer je jadralec starejši od 50 let rezerviral ustrezen čoln.</a:t>
            </a:r>
            <a:endParaRPr lang="en-US" sz="2000"/>
          </a:p>
        </p:txBody>
      </p:sp>
      <p:sp>
        <p:nvSpPr>
          <p:cNvPr id="101382" name="Text Box 6"/>
          <p:cNvSpPr txBox="1">
            <a:spLocks noChangeArrowheads="1"/>
          </p:cNvSpPr>
          <p:nvPr/>
        </p:nvSpPr>
        <p:spPr bwMode="auto">
          <a:xfrm>
            <a:off x="5562600" y="4876800"/>
            <a:ext cx="3429000" cy="1803400"/>
          </a:xfrm>
          <a:prstGeom prst="rect">
            <a:avLst/>
          </a:prstGeom>
          <a:noFill/>
          <a:ln w="9525">
            <a:noFill/>
            <a:miter lim="800000"/>
            <a:headEnd/>
            <a:tailEnd/>
          </a:ln>
          <a:effectLst/>
        </p:spPr>
        <p:txBody>
          <a:bodyPr>
            <a:spAutoFit/>
          </a:bodyPr>
          <a:lstStyle/>
          <a:p>
            <a:pPr algn="l"/>
            <a:r>
              <a:rPr lang="en-US" sz="1600" dirty="0">
                <a:latin typeface="Courier New" pitchFamily="49" charset="0"/>
              </a:rPr>
              <a:t>+----------+-------------+</a:t>
            </a:r>
          </a:p>
          <a:p>
            <a:pPr algn="l"/>
            <a:r>
              <a:rPr lang="en-US" sz="1600" dirty="0">
                <a:latin typeface="Courier New" pitchFamily="49" charset="0"/>
              </a:rPr>
              <a:t>| </a:t>
            </a:r>
            <a:r>
              <a:rPr lang="en-US" sz="1600" dirty="0" err="1">
                <a:latin typeface="Courier New" pitchFamily="49" charset="0"/>
              </a:rPr>
              <a:t>jadralec</a:t>
            </a:r>
            <a:r>
              <a:rPr lang="en-US" sz="1600" dirty="0">
                <a:latin typeface="Courier New" pitchFamily="49" charset="0"/>
              </a:rPr>
              <a:t> | </a:t>
            </a:r>
            <a:r>
              <a:rPr lang="en-US" sz="1600" dirty="0" err="1">
                <a:latin typeface="Courier New" pitchFamily="49" charset="0"/>
              </a:rPr>
              <a:t>coln</a:t>
            </a:r>
            <a:r>
              <a:rPr lang="en-US" sz="1600" dirty="0">
                <a:latin typeface="Courier New" pitchFamily="49" charset="0"/>
              </a:rPr>
              <a:t>        |</a:t>
            </a:r>
          </a:p>
          <a:p>
            <a:pPr algn="l"/>
            <a:r>
              <a:rPr lang="en-US" sz="1600" dirty="0">
                <a:latin typeface="Courier New" pitchFamily="49" charset="0"/>
              </a:rPr>
              <a:t>+----------+-------------+</a:t>
            </a:r>
          </a:p>
          <a:p>
            <a:pPr algn="l"/>
            <a:r>
              <a:rPr lang="en-US" sz="1600" dirty="0">
                <a:latin typeface="Courier New" pitchFamily="49" charset="0"/>
              </a:rPr>
              <a:t>| Lojze    | Elan        |</a:t>
            </a:r>
          </a:p>
          <a:p>
            <a:pPr algn="l"/>
            <a:r>
              <a:rPr lang="en-US" sz="1600" dirty="0">
                <a:latin typeface="Courier New" pitchFamily="49" charset="0"/>
              </a:rPr>
              <a:t>| Lojze    | Sun Odyssey |</a:t>
            </a:r>
          </a:p>
          <a:p>
            <a:pPr algn="l"/>
            <a:r>
              <a:rPr lang="en-US" sz="1600" dirty="0">
                <a:latin typeface="Courier New" pitchFamily="49" charset="0"/>
              </a:rPr>
              <a:t>| Lojze    | Bavaria     |</a:t>
            </a:r>
          </a:p>
          <a:p>
            <a:pPr algn="l"/>
            <a:r>
              <a:rPr lang="en-US" sz="1600" dirty="0">
                <a:latin typeface="Courier New" pitchFamily="49" charset="0"/>
              </a:rPr>
              <a:t>+----------+-------------+</a:t>
            </a:r>
          </a:p>
        </p:txBody>
      </p:sp>
      <p:sp>
        <p:nvSpPr>
          <p:cNvPr id="101383" name="Text Box 7"/>
          <p:cNvSpPr txBox="1">
            <a:spLocks noChangeArrowheads="1"/>
          </p:cNvSpPr>
          <p:nvPr/>
        </p:nvSpPr>
        <p:spPr bwMode="auto">
          <a:xfrm>
            <a:off x="4648200" y="2322513"/>
            <a:ext cx="4346575" cy="2246769"/>
          </a:xfrm>
          <a:prstGeom prst="rect">
            <a:avLst/>
          </a:prstGeom>
          <a:noFill/>
          <a:ln w="9525">
            <a:noFill/>
            <a:miter lim="800000"/>
            <a:headEnd/>
            <a:tailEnd/>
          </a:ln>
          <a:effectLst/>
        </p:spPr>
        <p:txBody>
          <a:bodyPr>
            <a:spAutoFit/>
          </a:bodyPr>
          <a:lstStyle/>
          <a:p>
            <a:pPr algn="l"/>
            <a:r>
              <a:rPr lang="en-US" sz="2000" err="1"/>
              <a:t>Nekatere</a:t>
            </a:r>
            <a:r>
              <a:rPr lang="en-US" sz="2000"/>
              <a:t> </a:t>
            </a:r>
            <a:r>
              <a:rPr lang="en-US" sz="2000" err="1"/>
              <a:t>nerodnosti</a:t>
            </a:r>
            <a:r>
              <a:rPr lang="en-US" sz="2000"/>
              <a:t> </a:t>
            </a:r>
            <a:r>
              <a:rPr lang="en-US" sz="2000" err="1"/>
              <a:t>prej</a:t>
            </a:r>
            <a:r>
              <a:rPr lang="sl-SI" sz="2000" err="1"/>
              <a:t>šnje</a:t>
            </a:r>
            <a:r>
              <a:rPr lang="sl-SI" sz="2000"/>
              <a:t> rešitve:</a:t>
            </a:r>
          </a:p>
          <a:p>
            <a:pPr algn="l">
              <a:buFontTx/>
              <a:buChar char="•"/>
            </a:pPr>
            <a:r>
              <a:rPr lang="sl-SI" sz="2000"/>
              <a:t> Imena stolpcev so nejasna</a:t>
            </a:r>
            <a:r>
              <a:rPr lang="en-US" sz="2000"/>
              <a:t> </a:t>
            </a:r>
            <a:r>
              <a:rPr lang="sl-SI" sz="2000"/>
              <a:t>- </a:t>
            </a:r>
            <a:r>
              <a:rPr lang="en-US" sz="2000" err="1"/>
              <a:t>potrebno</a:t>
            </a:r>
            <a:r>
              <a:rPr lang="en-US" sz="2000"/>
              <a:t> </a:t>
            </a:r>
            <a:r>
              <a:rPr lang="sl-SI" sz="2000"/>
              <a:t>je </a:t>
            </a:r>
            <a:r>
              <a:rPr lang="en-US" sz="2000" err="1"/>
              <a:t>preimenovanje</a:t>
            </a:r>
            <a:endParaRPr lang="sl-SI" sz="2000"/>
          </a:p>
          <a:p>
            <a:pPr algn="l">
              <a:buFontTx/>
              <a:buChar char="•"/>
            </a:pPr>
            <a:r>
              <a:rPr lang="sl-SI" sz="2000"/>
              <a:t> Nepotrebno pisanje dolgih imen tabel</a:t>
            </a:r>
            <a:r>
              <a:rPr lang="en-US" sz="2000"/>
              <a:t> </a:t>
            </a:r>
            <a:r>
              <a:rPr lang="sl-SI" sz="2000"/>
              <a:t>- </a:t>
            </a:r>
            <a:r>
              <a:rPr lang="en-US" sz="2000" err="1"/>
              <a:t>uporaba</a:t>
            </a:r>
            <a:r>
              <a:rPr lang="en-US" sz="2000"/>
              <a:t> </a:t>
            </a:r>
            <a:r>
              <a:rPr lang="sl-SI" sz="2000" err="1"/>
              <a:t>aliasov</a:t>
            </a:r>
            <a:endParaRPr lang="sl-SI" sz="2000"/>
          </a:p>
          <a:p>
            <a:pPr algn="l">
              <a:buFontTx/>
              <a:buChar char="•"/>
            </a:pPr>
            <a:endParaRPr lang="sl-SI" sz="2000"/>
          </a:p>
          <a:p>
            <a:pPr algn="l">
              <a:buFontTx/>
              <a:buChar char="•"/>
            </a:pPr>
            <a:endParaRPr lang="en-US" sz="2000" b="1"/>
          </a:p>
        </p:txBody>
      </p:sp>
      <p:sp>
        <p:nvSpPr>
          <p:cNvPr id="101384" name="Text Box 8"/>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817949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79">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1379">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137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137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13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uiExpand="1" build="p"/>
      <p:bldP spid="101382" grpId="0"/>
      <p:bldP spid="10138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13666" name="AutoShape 2"/>
          <p:cNvSpPr>
            <a:spLocks noGrp="1" noChangeArrowheads="1"/>
          </p:cNvSpPr>
          <p:nvPr>
            <p:ph type="title"/>
          </p:nvPr>
        </p:nvSpPr>
        <p:spPr/>
        <p:txBody>
          <a:bodyPr/>
          <a:lstStyle/>
          <a:p>
            <a:r>
              <a:rPr lang="en-US"/>
              <a:t>Komentarji v SQL</a:t>
            </a:r>
          </a:p>
        </p:txBody>
      </p:sp>
      <p:sp>
        <p:nvSpPr>
          <p:cNvPr id="113667" name="Rectangle 3"/>
          <p:cNvSpPr>
            <a:spLocks noGrp="1" noChangeArrowheads="1"/>
          </p:cNvSpPr>
          <p:nvPr>
            <p:ph type="body" idx="1"/>
          </p:nvPr>
        </p:nvSpPr>
        <p:spPr/>
        <p:txBody>
          <a:bodyPr/>
          <a:lstStyle/>
          <a:p>
            <a:r>
              <a:rPr lang="en-US" err="1"/>
              <a:t>Dve</a:t>
            </a:r>
            <a:r>
              <a:rPr lang="en-US"/>
              <a:t> </a:t>
            </a:r>
            <a:r>
              <a:rPr lang="en-US" err="1"/>
              <a:t>vrsti</a:t>
            </a:r>
            <a:r>
              <a:rPr lang="en-US"/>
              <a:t> </a:t>
            </a:r>
            <a:r>
              <a:rPr lang="en-US" err="1"/>
              <a:t>komentarjev</a:t>
            </a:r>
            <a:r>
              <a:rPr lang="en-US"/>
              <a:t>:</a:t>
            </a:r>
          </a:p>
          <a:p>
            <a:pPr lvl="1"/>
            <a:r>
              <a:rPr lang="en-US" err="1"/>
              <a:t>Ve</a:t>
            </a:r>
            <a:r>
              <a:rPr lang="sl-SI"/>
              <a:t>čvrstični</a:t>
            </a:r>
            <a:r>
              <a:rPr lang="en-US"/>
              <a:t>: </a:t>
            </a:r>
            <a:r>
              <a:rPr lang="en-US">
                <a:solidFill>
                  <a:schemeClr val="bg1">
                    <a:lumMod val="50000"/>
                  </a:schemeClr>
                </a:solidFill>
              </a:rPr>
              <a:t>/* */</a:t>
            </a:r>
          </a:p>
          <a:p>
            <a:pPr marL="457200" lvl="1" indent="0">
              <a:buNone/>
            </a:pPr>
            <a:r>
              <a:rPr lang="en-US" sz="1800">
                <a:solidFill>
                  <a:schemeClr val="bg1">
                    <a:lumMod val="50000"/>
                  </a:schemeClr>
                </a:solidFill>
              </a:rPr>
              <a:t>/*</a:t>
            </a:r>
            <a:r>
              <a:rPr lang="sl-SI" sz="1800">
                <a:solidFill>
                  <a:schemeClr val="bg1">
                    <a:lumMod val="50000"/>
                  </a:schemeClr>
                </a:solidFill>
              </a:rPr>
              <a:t> komentar </a:t>
            </a:r>
            <a:endParaRPr lang="en-US" sz="1800">
              <a:solidFill>
                <a:schemeClr val="bg1">
                  <a:lumMod val="50000"/>
                </a:schemeClr>
              </a:solidFill>
            </a:endParaRPr>
          </a:p>
          <a:p>
            <a:pPr marL="457200" lvl="1" indent="0">
              <a:buNone/>
            </a:pPr>
            <a:r>
              <a:rPr lang="en-US" sz="1800">
                <a:solidFill>
                  <a:schemeClr val="bg1">
                    <a:lumMod val="50000"/>
                  </a:schemeClr>
                </a:solidFill>
              </a:rPr>
              <a:t>s </a:t>
            </a:r>
            <a:r>
              <a:rPr lang="en-US" sz="1800" err="1">
                <a:solidFill>
                  <a:schemeClr val="bg1">
                    <a:lumMod val="50000"/>
                  </a:schemeClr>
                </a:solidFill>
              </a:rPr>
              <a:t>katerim</a:t>
            </a:r>
            <a:endParaRPr lang="en-US" sz="1800">
              <a:solidFill>
                <a:schemeClr val="bg1">
                  <a:lumMod val="50000"/>
                </a:schemeClr>
              </a:solidFill>
            </a:endParaRPr>
          </a:p>
          <a:p>
            <a:pPr marL="457200" lvl="1" indent="0">
              <a:buNone/>
            </a:pPr>
            <a:r>
              <a:rPr lang="en-US" sz="1800" err="1">
                <a:solidFill>
                  <a:schemeClr val="bg1">
                    <a:lumMod val="50000"/>
                  </a:schemeClr>
                </a:solidFill>
              </a:rPr>
              <a:t>lahko</a:t>
            </a:r>
            <a:r>
              <a:rPr lang="en-US" sz="1800">
                <a:solidFill>
                  <a:schemeClr val="bg1">
                    <a:lumMod val="50000"/>
                  </a:schemeClr>
                </a:solidFill>
              </a:rPr>
              <a:t> </a:t>
            </a:r>
            <a:r>
              <a:rPr lang="en-US" sz="1800" err="1">
                <a:solidFill>
                  <a:schemeClr val="bg1">
                    <a:lumMod val="50000"/>
                  </a:schemeClr>
                </a:solidFill>
              </a:rPr>
              <a:t>komentirate</a:t>
            </a:r>
            <a:r>
              <a:rPr lang="en-US" sz="1800">
                <a:solidFill>
                  <a:schemeClr val="bg1">
                    <a:lumMod val="50000"/>
                  </a:schemeClr>
                </a:solidFill>
              </a:rPr>
              <a:t> </a:t>
            </a:r>
          </a:p>
          <a:p>
            <a:pPr marL="457200" lvl="1" indent="0">
              <a:buNone/>
            </a:pPr>
            <a:r>
              <a:rPr lang="en-US" sz="1800" err="1">
                <a:solidFill>
                  <a:schemeClr val="bg1">
                    <a:lumMod val="50000"/>
                  </a:schemeClr>
                </a:solidFill>
              </a:rPr>
              <a:t>blok</a:t>
            </a:r>
            <a:r>
              <a:rPr lang="en-US" sz="1800">
                <a:solidFill>
                  <a:schemeClr val="bg1">
                    <a:lumMod val="50000"/>
                  </a:schemeClr>
                </a:solidFill>
              </a:rPr>
              <a:t> </a:t>
            </a:r>
            <a:r>
              <a:rPr lang="en-US" sz="1800" err="1">
                <a:solidFill>
                  <a:schemeClr val="bg1">
                    <a:lumMod val="50000"/>
                  </a:schemeClr>
                </a:solidFill>
              </a:rPr>
              <a:t>skripte</a:t>
            </a:r>
            <a:r>
              <a:rPr lang="en-US" sz="1800">
                <a:solidFill>
                  <a:schemeClr val="bg1">
                    <a:lumMod val="50000"/>
                  </a:schemeClr>
                </a:solidFill>
              </a:rPr>
              <a:t> */</a:t>
            </a:r>
          </a:p>
          <a:p>
            <a:pPr lvl="1"/>
            <a:r>
              <a:rPr lang="en-US" err="1"/>
              <a:t>enovrsti</a:t>
            </a:r>
            <a:r>
              <a:rPr lang="sl-SI"/>
              <a:t>čni: </a:t>
            </a:r>
            <a:r>
              <a:rPr lang="en-US">
                <a:solidFill>
                  <a:schemeClr val="bg1">
                    <a:lumMod val="50000"/>
                  </a:schemeClr>
                </a:solidFill>
              </a:rPr>
              <a:t>--</a:t>
            </a:r>
            <a:r>
              <a:rPr lang="en-US"/>
              <a:t> </a:t>
            </a:r>
            <a:r>
              <a:rPr lang="en-US" err="1"/>
              <a:t>ali</a:t>
            </a:r>
            <a:r>
              <a:rPr lang="en-US"/>
              <a:t> </a:t>
            </a:r>
            <a:r>
              <a:rPr lang="en-US">
                <a:solidFill>
                  <a:schemeClr val="bg1">
                    <a:lumMod val="50000"/>
                  </a:schemeClr>
                </a:solidFill>
              </a:rPr>
              <a:t>#</a:t>
            </a:r>
          </a:p>
          <a:p>
            <a:pPr lvl="2">
              <a:buFont typeface="Wingdings" pitchFamily="2" charset="2"/>
              <a:buNone/>
            </a:pPr>
            <a:r>
              <a:rPr lang="en-US">
                <a:solidFill>
                  <a:schemeClr val="bg1">
                    <a:lumMod val="50000"/>
                  </a:schemeClr>
                </a:solidFill>
              </a:rPr>
              <a:t>-- (</a:t>
            </a:r>
            <a:r>
              <a:rPr lang="en-US" err="1">
                <a:solidFill>
                  <a:schemeClr val="bg1">
                    <a:lumMod val="50000"/>
                  </a:schemeClr>
                </a:solidFill>
              </a:rPr>
              <a:t>dva</a:t>
            </a:r>
            <a:r>
              <a:rPr lang="en-US">
                <a:solidFill>
                  <a:schemeClr val="bg1">
                    <a:lumMod val="50000"/>
                  </a:schemeClr>
                </a:solidFill>
              </a:rPr>
              <a:t> </a:t>
            </a:r>
            <a:r>
              <a:rPr lang="en-US" err="1">
                <a:solidFill>
                  <a:schemeClr val="bg1">
                    <a:lumMod val="50000"/>
                  </a:schemeClr>
                </a:solidFill>
              </a:rPr>
              <a:t>minusa</a:t>
            </a:r>
            <a:r>
              <a:rPr lang="en-US">
                <a:solidFill>
                  <a:schemeClr val="bg1">
                    <a:lumMod val="50000"/>
                  </a:schemeClr>
                </a:solidFill>
              </a:rPr>
              <a:t> in </a:t>
            </a:r>
            <a:r>
              <a:rPr lang="en-US" err="1">
                <a:solidFill>
                  <a:schemeClr val="bg1">
                    <a:lumMod val="50000"/>
                  </a:schemeClr>
                </a:solidFill>
              </a:rPr>
              <a:t>presledek</a:t>
            </a:r>
            <a:r>
              <a:rPr lang="en-US">
                <a:solidFill>
                  <a:schemeClr val="bg1">
                    <a:lumMod val="50000"/>
                  </a:schemeClr>
                </a:solidFill>
              </a:rPr>
              <a:t>)</a:t>
            </a:r>
          </a:p>
          <a:p>
            <a:pPr lvl="2">
              <a:buFont typeface="Wingdings" pitchFamily="2" charset="2"/>
              <a:buNone/>
            </a:pPr>
            <a:r>
              <a:rPr lang="en-US">
                <a:solidFill>
                  <a:schemeClr val="bg1">
                    <a:lumMod val="50000"/>
                  </a:schemeClr>
                </a:solidFill>
              </a:rPr>
              <a:t># (</a:t>
            </a:r>
            <a:r>
              <a:rPr lang="en-US" err="1">
                <a:solidFill>
                  <a:schemeClr val="bg1">
                    <a:lumMod val="50000"/>
                  </a:schemeClr>
                </a:solidFill>
              </a:rPr>
              <a:t>lojtra</a:t>
            </a:r>
            <a:r>
              <a:rPr lang="en-US">
                <a:solidFill>
                  <a:schemeClr val="bg1">
                    <a:lumMod val="50000"/>
                  </a:schemeClr>
                </a:solidFill>
              </a:rPr>
              <a:t> – </a:t>
            </a:r>
            <a:r>
              <a:rPr lang="sl-SI">
                <a:solidFill>
                  <a:schemeClr val="bg1">
                    <a:lumMod val="50000"/>
                  </a:schemeClr>
                </a:solidFill>
              </a:rPr>
              <a:t>samo MariaDB in MySQL</a:t>
            </a:r>
            <a:r>
              <a:rPr lang="en-US">
                <a:solidFill>
                  <a:schemeClr val="bg1">
                    <a:lumMod val="50000"/>
                  </a:schemeClr>
                </a:solidFill>
              </a:rPr>
              <a:t>)</a:t>
            </a:r>
          </a:p>
          <a:p>
            <a:pPr lvl="2">
              <a:buFont typeface="Wingdings" pitchFamily="2" charset="2"/>
              <a:buNone/>
            </a:pPr>
            <a:endParaRPr lang="en-US"/>
          </a:p>
          <a:p>
            <a:endParaRPr lang="en-US"/>
          </a:p>
        </p:txBody>
      </p:sp>
    </p:spTree>
    <p:extLst>
      <p:ext uri="{BB962C8B-B14F-4D97-AF65-F5344CB8AC3E}">
        <p14:creationId xmlns:p14="http://schemas.microsoft.com/office/powerpoint/2010/main" val="480784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13666" name="AutoShape 2"/>
          <p:cNvSpPr>
            <a:spLocks noGrp="1" noChangeArrowheads="1"/>
          </p:cNvSpPr>
          <p:nvPr>
            <p:ph type="title"/>
          </p:nvPr>
        </p:nvSpPr>
        <p:spPr/>
        <p:txBody>
          <a:bodyPr/>
          <a:lstStyle/>
          <a:p>
            <a:r>
              <a:rPr lang="en-US" err="1"/>
              <a:t>Komentarji</a:t>
            </a:r>
            <a:r>
              <a:rPr lang="en-US"/>
              <a:t> v SQL - Primer</a:t>
            </a:r>
          </a:p>
        </p:txBody>
      </p:sp>
      <p:sp>
        <p:nvSpPr>
          <p:cNvPr id="113667" name="Rectangle 3"/>
          <p:cNvSpPr>
            <a:spLocks noGrp="1" noChangeArrowheads="1"/>
          </p:cNvSpPr>
          <p:nvPr>
            <p:ph type="body" idx="1"/>
          </p:nvPr>
        </p:nvSpPr>
        <p:spPr>
          <a:xfrm>
            <a:off x="838200" y="2362201"/>
            <a:ext cx="7693025" cy="2362200"/>
          </a:xfrm>
        </p:spPr>
        <p:txBody>
          <a:bodyPr/>
          <a:lstStyle/>
          <a:p>
            <a:pPr lvl="2">
              <a:buFont typeface="Wingdings" pitchFamily="2" charset="2"/>
              <a:buNone/>
            </a:pPr>
            <a:endParaRPr lang="en-US"/>
          </a:p>
          <a:p>
            <a:pPr>
              <a:buFont typeface="Wingdings" pitchFamily="2" charset="2"/>
              <a:buNone/>
            </a:pPr>
            <a:r>
              <a:rPr lang="en-US" sz="2400">
                <a:solidFill>
                  <a:schemeClr val="bg1">
                    <a:lumMod val="50000"/>
                  </a:schemeClr>
                </a:solidFill>
                <a:latin typeface="Courier New" panose="02070309020205020404" pitchFamily="49" charset="0"/>
                <a:cs typeface="Courier New" panose="02070309020205020404" pitchFamily="49" charset="0"/>
              </a:rPr>
              <a:t># </a:t>
            </a:r>
            <a:r>
              <a:rPr lang="en-US" sz="2400" err="1">
                <a:solidFill>
                  <a:schemeClr val="bg1">
                    <a:lumMod val="50000"/>
                  </a:schemeClr>
                </a:solidFill>
                <a:latin typeface="Courier New" panose="02070309020205020404" pitchFamily="49" charset="0"/>
                <a:cs typeface="Courier New" panose="02070309020205020404" pitchFamily="49" charset="0"/>
              </a:rPr>
              <a:t>Vaja</a:t>
            </a:r>
            <a:r>
              <a:rPr lang="en-US" sz="2400">
                <a:solidFill>
                  <a:schemeClr val="bg1">
                    <a:lumMod val="50000"/>
                  </a:schemeClr>
                </a:solidFill>
                <a:latin typeface="Courier New" panose="02070309020205020404" pitchFamily="49" charset="0"/>
                <a:cs typeface="Courier New" panose="02070309020205020404" pitchFamily="49" charset="0"/>
              </a:rPr>
              <a:t> 1</a:t>
            </a:r>
          </a:p>
          <a:p>
            <a:pPr>
              <a:buFont typeface="Wingdings" pitchFamily="2" charset="2"/>
              <a:buNone/>
            </a:pPr>
            <a:r>
              <a:rPr lang="en-US" sz="2400" b="1">
                <a:latin typeface="Courier New" pitchFamily="49" charset="0"/>
              </a:rPr>
              <a:t>SELECT</a:t>
            </a:r>
            <a:r>
              <a:rPr lang="en-US" sz="2400">
                <a:latin typeface="Courier New" pitchFamily="49" charset="0"/>
              </a:rPr>
              <a:t> *        </a:t>
            </a:r>
            <a:r>
              <a:rPr lang="en-US" sz="2400">
                <a:solidFill>
                  <a:schemeClr val="bg1">
                    <a:lumMod val="50000"/>
                  </a:schemeClr>
                </a:solidFill>
                <a:latin typeface="Courier New" pitchFamily="49" charset="0"/>
              </a:rPr>
              <a:t>-- </a:t>
            </a:r>
            <a:r>
              <a:rPr lang="en-US" sz="2400" err="1">
                <a:solidFill>
                  <a:schemeClr val="bg1">
                    <a:lumMod val="50000"/>
                  </a:schemeClr>
                </a:solidFill>
                <a:latin typeface="Courier New" pitchFamily="49" charset="0"/>
              </a:rPr>
              <a:t>Izberi</a:t>
            </a:r>
            <a:r>
              <a:rPr lang="en-US" sz="2400">
                <a:solidFill>
                  <a:schemeClr val="bg1">
                    <a:lumMod val="50000"/>
                  </a:schemeClr>
                </a:solidFill>
                <a:latin typeface="Courier New" pitchFamily="49" charset="0"/>
              </a:rPr>
              <a:t> </a:t>
            </a:r>
            <a:r>
              <a:rPr lang="en-US" sz="2400" err="1">
                <a:solidFill>
                  <a:schemeClr val="bg1">
                    <a:lumMod val="50000"/>
                  </a:schemeClr>
                </a:solidFill>
                <a:latin typeface="Courier New" pitchFamily="49" charset="0"/>
              </a:rPr>
              <a:t>vse</a:t>
            </a:r>
            <a:r>
              <a:rPr lang="en-US" sz="2400">
                <a:solidFill>
                  <a:schemeClr val="bg1">
                    <a:lumMod val="50000"/>
                  </a:schemeClr>
                </a:solidFill>
                <a:latin typeface="Courier New" pitchFamily="49" charset="0"/>
              </a:rPr>
              <a:t> </a:t>
            </a:r>
            <a:r>
              <a:rPr lang="en-US" sz="2400" err="1">
                <a:solidFill>
                  <a:schemeClr val="bg1">
                    <a:lumMod val="50000"/>
                  </a:schemeClr>
                </a:solidFill>
                <a:latin typeface="Courier New" pitchFamily="49" charset="0"/>
              </a:rPr>
              <a:t>stolpce</a:t>
            </a:r>
            <a:endParaRPr lang="en-US" sz="2400">
              <a:solidFill>
                <a:schemeClr val="bg1">
                  <a:lumMod val="50000"/>
                </a:schemeClr>
              </a:solidFill>
              <a:latin typeface="Courier New" pitchFamily="49" charset="0"/>
            </a:endParaRPr>
          </a:p>
          <a:p>
            <a:pPr>
              <a:buFont typeface="Wingdings" pitchFamily="2" charset="2"/>
              <a:buNone/>
            </a:pPr>
            <a:r>
              <a:rPr lang="en-US" sz="2400" b="1">
                <a:latin typeface="Courier New" pitchFamily="49" charset="0"/>
              </a:rPr>
              <a:t>FROM</a:t>
            </a:r>
            <a:r>
              <a:rPr lang="en-US" sz="2400">
                <a:latin typeface="Courier New" pitchFamily="49" charset="0"/>
              </a:rPr>
              <a:t> </a:t>
            </a:r>
            <a:r>
              <a:rPr lang="en-US" sz="2400" err="1">
                <a:latin typeface="Courier New" pitchFamily="49" charset="0"/>
              </a:rPr>
              <a:t>jadralec</a:t>
            </a:r>
            <a:r>
              <a:rPr lang="en-US" sz="2400">
                <a:latin typeface="Courier New" pitchFamily="49" charset="0"/>
              </a:rPr>
              <a:t>   </a:t>
            </a:r>
            <a:r>
              <a:rPr lang="en-US" sz="2400">
                <a:solidFill>
                  <a:schemeClr val="bg1">
                    <a:lumMod val="50000"/>
                  </a:schemeClr>
                </a:solidFill>
                <a:latin typeface="Courier New" pitchFamily="49" charset="0"/>
              </a:rPr>
              <a:t>/* </a:t>
            </a:r>
            <a:r>
              <a:rPr lang="en-US" sz="2400" err="1">
                <a:solidFill>
                  <a:schemeClr val="bg1">
                    <a:lumMod val="50000"/>
                  </a:schemeClr>
                </a:solidFill>
                <a:latin typeface="Courier New" pitchFamily="49" charset="0"/>
              </a:rPr>
              <a:t>iz</a:t>
            </a:r>
            <a:r>
              <a:rPr lang="en-US" sz="2400">
                <a:solidFill>
                  <a:schemeClr val="bg1">
                    <a:lumMod val="50000"/>
                  </a:schemeClr>
                </a:solidFill>
                <a:latin typeface="Courier New" pitchFamily="49" charset="0"/>
              </a:rPr>
              <a:t> </a:t>
            </a:r>
            <a:r>
              <a:rPr lang="en-US" sz="2400" err="1">
                <a:solidFill>
                  <a:schemeClr val="bg1">
                    <a:lumMod val="50000"/>
                  </a:schemeClr>
                </a:solidFill>
                <a:latin typeface="Courier New" pitchFamily="49" charset="0"/>
              </a:rPr>
              <a:t>tabele</a:t>
            </a:r>
            <a:r>
              <a:rPr lang="en-US" sz="2400">
                <a:solidFill>
                  <a:schemeClr val="bg1">
                    <a:lumMod val="50000"/>
                  </a:schemeClr>
                </a:solidFill>
                <a:latin typeface="Courier New" pitchFamily="49" charset="0"/>
              </a:rPr>
              <a:t> </a:t>
            </a:r>
            <a:r>
              <a:rPr lang="en-US" sz="2400" err="1">
                <a:solidFill>
                  <a:schemeClr val="bg1">
                    <a:lumMod val="50000"/>
                  </a:schemeClr>
                </a:solidFill>
                <a:latin typeface="Courier New" pitchFamily="49" charset="0"/>
              </a:rPr>
              <a:t>jadralcev</a:t>
            </a:r>
            <a:r>
              <a:rPr lang="en-US" sz="2400">
                <a:solidFill>
                  <a:schemeClr val="bg1">
                    <a:lumMod val="50000"/>
                  </a:schemeClr>
                </a:solidFill>
                <a:latin typeface="Courier New" pitchFamily="49" charset="0"/>
              </a:rPr>
              <a:t> */</a:t>
            </a:r>
          </a:p>
          <a:p>
            <a:pPr>
              <a:buFont typeface="Wingdings" pitchFamily="2" charset="2"/>
              <a:buNone/>
            </a:pPr>
            <a:r>
              <a:rPr lang="en-US" sz="2400" b="1">
                <a:latin typeface="Courier New" pitchFamily="49" charset="0"/>
              </a:rPr>
              <a:t>WHERE</a:t>
            </a:r>
            <a:r>
              <a:rPr lang="en-US" sz="2400">
                <a:latin typeface="Courier New" pitchFamily="49" charset="0"/>
              </a:rPr>
              <a:t> </a:t>
            </a:r>
            <a:r>
              <a:rPr lang="en-US" sz="2400" err="1">
                <a:latin typeface="Courier New" pitchFamily="49" charset="0"/>
              </a:rPr>
              <a:t>starost</a:t>
            </a:r>
            <a:r>
              <a:rPr lang="en-US" sz="2400">
                <a:latin typeface="Courier New" pitchFamily="49" charset="0"/>
              </a:rPr>
              <a:t> &lt;</a:t>
            </a:r>
            <a:r>
              <a:rPr lang="sl-SI" sz="2400">
                <a:latin typeface="Courier New" pitchFamily="49" charset="0"/>
              </a:rPr>
              <a:t> </a:t>
            </a:r>
            <a:r>
              <a:rPr lang="en-US" sz="2400">
                <a:latin typeface="Courier New" pitchFamily="49" charset="0"/>
              </a:rPr>
              <a:t>18; </a:t>
            </a:r>
            <a:r>
              <a:rPr lang="en-US" sz="2400">
                <a:solidFill>
                  <a:schemeClr val="bg1">
                    <a:lumMod val="50000"/>
                  </a:schemeClr>
                </a:solidFill>
                <a:latin typeface="Courier New" pitchFamily="49" charset="0"/>
              </a:rPr>
              <a:t># </a:t>
            </a:r>
            <a:r>
              <a:rPr lang="en-US" sz="2400" err="1">
                <a:solidFill>
                  <a:schemeClr val="bg1">
                    <a:lumMod val="50000"/>
                  </a:schemeClr>
                </a:solidFill>
                <a:latin typeface="Courier New" pitchFamily="49" charset="0"/>
              </a:rPr>
              <a:t>Mladoletni</a:t>
            </a:r>
            <a:r>
              <a:rPr lang="en-US" sz="2400">
                <a:solidFill>
                  <a:schemeClr val="bg1">
                    <a:lumMod val="50000"/>
                  </a:schemeClr>
                </a:solidFill>
                <a:latin typeface="Courier New" pitchFamily="49" charset="0"/>
              </a:rPr>
              <a:t> </a:t>
            </a:r>
            <a:r>
              <a:rPr lang="en-US" sz="2400" err="1">
                <a:solidFill>
                  <a:schemeClr val="bg1">
                    <a:lumMod val="50000"/>
                  </a:schemeClr>
                </a:solidFill>
                <a:latin typeface="Courier New" pitchFamily="49" charset="0"/>
              </a:rPr>
              <a:t>jadralci</a:t>
            </a:r>
            <a:endParaRPr lang="en-US" sz="2400">
              <a:solidFill>
                <a:schemeClr val="bg1">
                  <a:lumMod val="50000"/>
                </a:schemeClr>
              </a:solidFill>
              <a:latin typeface="Courier New" pitchFamily="49" charset="0"/>
            </a:endParaRPr>
          </a:p>
          <a:p>
            <a:endParaRPr lang="en-US"/>
          </a:p>
        </p:txBody>
      </p:sp>
    </p:spTree>
    <p:extLst>
      <p:ext uri="{BB962C8B-B14F-4D97-AF65-F5344CB8AC3E}">
        <p14:creationId xmlns:p14="http://schemas.microsoft.com/office/powerpoint/2010/main" val="673871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2402" name="AutoShape 2"/>
          <p:cNvSpPr>
            <a:spLocks noGrp="1" noChangeArrowheads="1"/>
          </p:cNvSpPr>
          <p:nvPr>
            <p:ph type="title"/>
          </p:nvPr>
        </p:nvSpPr>
        <p:spPr/>
        <p:txBody>
          <a:bodyPr/>
          <a:lstStyle/>
          <a:p>
            <a:r>
              <a:rPr lang="sl-SI"/>
              <a:t>SQL</a:t>
            </a:r>
            <a:endParaRPr lang="en-US"/>
          </a:p>
        </p:txBody>
      </p:sp>
      <p:sp>
        <p:nvSpPr>
          <p:cNvPr id="102403" name="Rectangle 3"/>
          <p:cNvSpPr>
            <a:spLocks noGrp="1" noChangeArrowheads="1"/>
          </p:cNvSpPr>
          <p:nvPr>
            <p:ph sz="quarter" idx="2"/>
          </p:nvPr>
        </p:nvSpPr>
        <p:spPr>
          <a:xfrm>
            <a:off x="762000" y="4114800"/>
            <a:ext cx="57912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en-US" sz="1600" err="1">
                <a:latin typeface="Courier New" pitchFamily="49" charset="0"/>
              </a:rPr>
              <a:t>jadralec</a:t>
            </a:r>
            <a:r>
              <a:rPr lang="en-US" sz="1600">
                <a:latin typeface="Courier New" pitchFamily="49" charset="0"/>
              </a:rPr>
              <a:t>.</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a:t>
            </a:r>
            <a:r>
              <a:rPr lang="en-US" sz="1600" err="1">
                <a:latin typeface="Courier New" pitchFamily="49" charset="0"/>
              </a:rPr>
              <a:t>rezervacija</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jadralec.jid=rezervacija.jid </a:t>
            </a:r>
            <a:r>
              <a:rPr lang="en-US" sz="1600" b="1">
                <a:latin typeface="Courier New" pitchFamily="49" charset="0"/>
              </a:rPr>
              <a:t>AND</a:t>
            </a:r>
          </a:p>
          <a:p>
            <a:pPr>
              <a:buFont typeface="Wingdings" pitchFamily="2" charset="2"/>
              <a:buNone/>
            </a:pPr>
            <a:r>
              <a:rPr lang="en-US" sz="1600">
                <a:latin typeface="Courier New" pitchFamily="49" charset="0"/>
              </a:rPr>
              <a:t>      </a:t>
            </a:r>
            <a:r>
              <a:rPr lang="en-US" sz="1600" err="1">
                <a:latin typeface="Courier New" pitchFamily="49" charset="0"/>
              </a:rPr>
              <a:t>rezervacija</a:t>
            </a:r>
            <a:r>
              <a:rPr lang="en-US" sz="1600">
                <a:latin typeface="Courier New" pitchFamily="49" charset="0"/>
              </a:rPr>
              <a:t>.</a:t>
            </a:r>
            <a:r>
              <a:rPr lang="sl-SI" sz="1600" err="1">
                <a:latin typeface="Courier New" pitchFamily="49" charset="0"/>
              </a:rPr>
              <a:t>cid</a:t>
            </a:r>
            <a:r>
              <a:rPr lang="sl-SI" sz="1600">
                <a:latin typeface="Courier New" pitchFamily="49" charset="0"/>
              </a:rPr>
              <a:t> </a:t>
            </a:r>
            <a:r>
              <a:rPr lang="en-US" sz="1600">
                <a:latin typeface="Courier New" pitchFamily="49" charset="0"/>
              </a:rPr>
              <a:t>= 103;</a:t>
            </a:r>
          </a:p>
          <a:p>
            <a:pPr>
              <a:buFont typeface="Wingdings" pitchFamily="2" charset="2"/>
              <a:buNone/>
            </a:pPr>
            <a:endParaRPr lang="en-US" sz="1600">
              <a:latin typeface="Courier New" pitchFamily="49" charset="0"/>
            </a:endParaRPr>
          </a:p>
          <a:p>
            <a:pPr>
              <a:buFont typeface="Wingdings" pitchFamily="2" charset="2"/>
              <a:buNone/>
            </a:pPr>
            <a:endParaRPr lang="sl-SI" sz="1600"/>
          </a:p>
          <a:p>
            <a:endParaRPr lang="en-US" sz="1800"/>
          </a:p>
        </p:txBody>
      </p:sp>
      <p:sp>
        <p:nvSpPr>
          <p:cNvPr id="102404" name="Rectangle 4"/>
          <p:cNvSpPr>
            <a:spLocks noGrp="1" noChangeArrowheads="1"/>
          </p:cNvSpPr>
          <p:nvPr>
            <p:ph type="body" sz="half" idx="3"/>
          </p:nvPr>
        </p:nvSpPr>
        <p:spPr>
          <a:xfrm>
            <a:off x="762000" y="2362200"/>
            <a:ext cx="3429000" cy="1785938"/>
          </a:xfrm>
        </p:spPr>
        <p:txBody>
          <a:bodyPr/>
          <a:lstStyle/>
          <a:p>
            <a:r>
              <a:rPr lang="sl-SI" sz="2400"/>
              <a:t>Poišči imena jadralcev, ki so rezervirali čoln s številko 103.</a:t>
            </a:r>
            <a:endParaRPr lang="en-US" sz="2400"/>
          </a:p>
        </p:txBody>
      </p:sp>
      <p:sp>
        <p:nvSpPr>
          <p:cNvPr id="102406" name="Text Box 6"/>
          <p:cNvSpPr txBox="1">
            <a:spLocks noChangeArrowheads="1"/>
          </p:cNvSpPr>
          <p:nvPr/>
        </p:nvSpPr>
        <p:spPr bwMode="auto">
          <a:xfrm>
            <a:off x="5791200" y="4191000"/>
            <a:ext cx="3124200" cy="1803400"/>
          </a:xfrm>
          <a:prstGeom prst="rect">
            <a:avLst/>
          </a:prstGeom>
          <a:noFill/>
          <a:ln w="9525">
            <a:noFill/>
            <a:miter lim="800000"/>
            <a:headEnd/>
            <a:tailEnd/>
          </a:ln>
          <a:effectLst/>
        </p:spPr>
        <p:txBody>
          <a:bodyPr lIns="91440" tIns="45720" rIns="91440" bIns="45720" anchor="t">
            <a:spAutoFit/>
          </a:bodyPr>
          <a:lstStyle/>
          <a:p>
            <a:pPr algn="l"/>
            <a:r>
              <a:rPr lang="en-US" sz="1600">
                <a:latin typeface="Courier New" pitchFamily="49" charset="0"/>
              </a:rPr>
              <a:t>+--------+</a:t>
            </a:r>
          </a:p>
          <a:p>
            <a:pPr algn="l"/>
            <a:r>
              <a:rPr lang="en-US" sz="1600">
                <a:latin typeface="Courier New"/>
                <a:cs typeface="Arial"/>
              </a:rPr>
              <a:t>| </a:t>
            </a:r>
            <a:r>
              <a:rPr lang="en-US" sz="1600" err="1">
                <a:latin typeface="Courier New"/>
                <a:cs typeface="Arial"/>
              </a:rPr>
              <a:t>ime</a:t>
            </a:r>
            <a:r>
              <a:rPr lang="en-US" sz="1600">
                <a:latin typeface="Courier New"/>
                <a:cs typeface="Arial"/>
              </a:rPr>
              <a:t>    |</a:t>
            </a:r>
          </a:p>
          <a:p>
            <a:pPr algn="l"/>
            <a:r>
              <a:rPr lang="en-US" sz="1600">
                <a:latin typeface="Courier New" pitchFamily="49" charset="0"/>
              </a:rPr>
              <a:t>+--------+</a:t>
            </a:r>
          </a:p>
          <a:p>
            <a:pPr algn="l"/>
            <a:r>
              <a:rPr lang="en-US" sz="1600">
                <a:latin typeface="Courier New"/>
                <a:cs typeface="Arial"/>
              </a:rPr>
              <a:t>| Darko  |</a:t>
            </a:r>
          </a:p>
          <a:p>
            <a:pPr algn="l"/>
            <a:r>
              <a:rPr lang="en-US" sz="1600">
                <a:latin typeface="Courier New"/>
                <a:cs typeface="Arial"/>
              </a:rPr>
              <a:t>| Lojze  |</a:t>
            </a:r>
          </a:p>
          <a:p>
            <a:pPr algn="l"/>
            <a:r>
              <a:rPr lang="en-US" sz="1600">
                <a:latin typeface="Courier New" pitchFamily="49" charset="0"/>
              </a:rPr>
              <a:t>| Henrik |</a:t>
            </a:r>
          </a:p>
          <a:p>
            <a:pPr algn="l"/>
            <a:r>
              <a:rPr lang="en-US" sz="1600">
                <a:latin typeface="Courier New" pitchFamily="49" charset="0"/>
              </a:rPr>
              <a:t>+--------+</a:t>
            </a:r>
          </a:p>
        </p:txBody>
      </p:sp>
      <p:sp>
        <p:nvSpPr>
          <p:cNvPr id="102407" name="Text Box 7"/>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198556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p:bldP spid="102406"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4450" name="AutoShape 2"/>
          <p:cNvSpPr>
            <a:spLocks noGrp="1" noChangeArrowheads="1"/>
          </p:cNvSpPr>
          <p:nvPr>
            <p:ph type="title"/>
          </p:nvPr>
        </p:nvSpPr>
        <p:spPr/>
        <p:txBody>
          <a:bodyPr/>
          <a:lstStyle/>
          <a:p>
            <a:r>
              <a:rPr lang="sl-SI"/>
              <a:t>SQL</a:t>
            </a:r>
            <a:endParaRPr lang="en-US"/>
          </a:p>
        </p:txBody>
      </p:sp>
      <p:sp>
        <p:nvSpPr>
          <p:cNvPr id="104451" name="Rectangle 3"/>
          <p:cNvSpPr>
            <a:spLocks noGrp="1" noChangeArrowheads="1"/>
          </p:cNvSpPr>
          <p:nvPr>
            <p:ph sz="quarter" idx="2"/>
          </p:nvPr>
        </p:nvSpPr>
        <p:spPr>
          <a:xfrm>
            <a:off x="762000" y="4114800"/>
            <a:ext cx="5791200" cy="2743200"/>
          </a:xfrm>
        </p:spPr>
        <p:txBody>
          <a:bodyPr/>
          <a:lstStyle/>
          <a:p>
            <a:pPr>
              <a:buFont typeface="Wingdings" pitchFamily="2" charset="2"/>
              <a:buNone/>
            </a:pP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 </a:t>
            </a:r>
            <a:r>
              <a:rPr lang="en-US" sz="1600" err="1">
                <a:latin typeface="Courier New" pitchFamily="49" charset="0"/>
              </a:rPr>
              <a:t>coln</a:t>
            </a:r>
            <a:r>
              <a:rPr lang="en-US" sz="1600">
                <a:latin typeface="Courier New" pitchFamily="49" charset="0"/>
              </a:rPr>
              <a:t> c</a:t>
            </a:r>
          </a:p>
          <a:p>
            <a:pPr>
              <a:buFont typeface="Wingdings" pitchFamily="2" charset="2"/>
              <a:buNone/>
            </a:pPr>
            <a:r>
              <a:rPr lang="en-US" sz="1600" b="1">
                <a:latin typeface="Courier New" pitchFamily="49" charset="0"/>
              </a:rPr>
              <a:t>WHERE</a:t>
            </a:r>
            <a:r>
              <a:rPr lang="en-US" sz="1600">
                <a:latin typeface="Courier New" pitchFamily="49" charset="0"/>
              </a:rPr>
              <a:t> </a:t>
            </a:r>
            <a:r>
              <a:rPr lang="en-US" sz="1600" err="1">
                <a:latin typeface="Courier New" pitchFamily="49" charset="0"/>
              </a:rPr>
              <a:t>j.jid</a:t>
            </a:r>
            <a:r>
              <a:rPr lang="en-US" sz="1600">
                <a:latin typeface="Courier New" pitchFamily="49" charset="0"/>
              </a:rPr>
              <a:t>=</a:t>
            </a:r>
            <a:r>
              <a:rPr lang="en-US" sz="1600" err="1">
                <a:latin typeface="Courier New" pitchFamily="49" charset="0"/>
              </a:rPr>
              <a:t>r.jid</a:t>
            </a:r>
            <a:r>
              <a:rPr lang="en-US" sz="1600">
                <a:latin typeface="Courier New" pitchFamily="49" charset="0"/>
              </a:rPr>
              <a:t> </a:t>
            </a:r>
            <a:r>
              <a:rPr lang="en-US" sz="1600" b="1">
                <a:latin typeface="Courier New" pitchFamily="49" charset="0"/>
              </a:rPr>
              <a:t>AND</a:t>
            </a:r>
            <a:r>
              <a:rPr lang="en-US" sz="1600">
                <a:latin typeface="Courier New" pitchFamily="49" charset="0"/>
              </a:rPr>
              <a:t> </a:t>
            </a:r>
            <a:r>
              <a:rPr lang="en-US" sz="1600" err="1">
                <a:latin typeface="Courier New" pitchFamily="49" charset="0"/>
              </a:rPr>
              <a:t>r.cid</a:t>
            </a:r>
            <a:r>
              <a:rPr lang="en-US" sz="1600">
                <a:latin typeface="Courier New" pitchFamily="49" charset="0"/>
              </a:rPr>
              <a:t> = </a:t>
            </a:r>
            <a:r>
              <a:rPr lang="en-US" sz="1600" err="1">
                <a:latin typeface="Courier New" pitchFamily="49" charset="0"/>
              </a:rPr>
              <a:t>c.cid</a:t>
            </a:r>
            <a:r>
              <a:rPr lang="en-US" sz="1600">
                <a:latin typeface="Courier New" pitchFamily="49" charset="0"/>
              </a:rPr>
              <a:t> </a:t>
            </a:r>
            <a:r>
              <a:rPr lang="en-US" sz="1600" b="1">
                <a:latin typeface="Courier New" pitchFamily="49" charset="0"/>
              </a:rPr>
              <a:t>AND</a:t>
            </a:r>
          </a:p>
          <a:p>
            <a:pPr>
              <a:buFont typeface="Wingdings" pitchFamily="2" charset="2"/>
              <a:buNone/>
            </a:pPr>
            <a:r>
              <a:rPr lang="en-US" sz="1600">
                <a:latin typeface="Courier New" pitchFamily="49" charset="0"/>
              </a:rPr>
              <a:t>      </a:t>
            </a:r>
            <a:r>
              <a:rPr lang="en-US" sz="1600" err="1">
                <a:latin typeface="Courier New" pitchFamily="49" charset="0"/>
              </a:rPr>
              <a:t>c.barva</a:t>
            </a:r>
            <a:r>
              <a:rPr lang="en-US" sz="1600">
                <a:latin typeface="Courier New" pitchFamily="49" charset="0"/>
              </a:rPr>
              <a:t>='</a:t>
            </a:r>
            <a:r>
              <a:rPr lang="en-US" sz="1600" err="1">
                <a:latin typeface="Courier New" pitchFamily="49" charset="0"/>
              </a:rPr>
              <a:t>rdeca</a:t>
            </a:r>
            <a:r>
              <a:rPr lang="en-US" sz="1600">
                <a:latin typeface="Courier New" pitchFamily="49" charset="0"/>
              </a:rPr>
              <a:t>';</a:t>
            </a:r>
          </a:p>
          <a:p>
            <a:pPr>
              <a:buFont typeface="Wingdings" pitchFamily="2" charset="2"/>
              <a:buNone/>
            </a:pPr>
            <a:endParaRPr lang="en-US" sz="1600">
              <a:latin typeface="Courier New" pitchFamily="49" charset="0"/>
            </a:endParaRPr>
          </a:p>
          <a:p>
            <a:pPr>
              <a:buFont typeface="Wingdings" pitchFamily="2" charset="2"/>
              <a:buNone/>
            </a:pPr>
            <a:endParaRPr lang="sl-SI" sz="1600"/>
          </a:p>
          <a:p>
            <a:r>
              <a:rPr lang="en-US" sz="1800" err="1"/>
              <a:t>Pisanje</a:t>
            </a:r>
            <a:r>
              <a:rPr lang="en-US" sz="1800"/>
              <a:t> </a:t>
            </a:r>
            <a:r>
              <a:rPr lang="en-US" sz="1800" err="1"/>
              <a:t>znakovnih</a:t>
            </a:r>
            <a:r>
              <a:rPr lang="en-US" sz="1800"/>
              <a:t> </a:t>
            </a:r>
            <a:r>
              <a:rPr lang="en-US" sz="1800" err="1"/>
              <a:t>nizov</a:t>
            </a:r>
            <a:r>
              <a:rPr lang="en-US" sz="1800"/>
              <a:t> v </a:t>
            </a:r>
            <a:r>
              <a:rPr lang="en-US" sz="1800" err="1"/>
              <a:t>narekovajih</a:t>
            </a:r>
            <a:r>
              <a:rPr lang="en-US" sz="1800"/>
              <a:t>.</a:t>
            </a:r>
          </a:p>
          <a:p>
            <a:r>
              <a:rPr lang="en-US" sz="1800" err="1"/>
              <a:t>Zakaj</a:t>
            </a:r>
            <a:r>
              <a:rPr lang="en-US" sz="1800"/>
              <a:t> je </a:t>
            </a:r>
            <a:r>
              <a:rPr lang="en-US" sz="1800" err="1"/>
              <a:t>potreben</a:t>
            </a:r>
            <a:r>
              <a:rPr lang="en-US" sz="1800"/>
              <a:t> DISTINCT?</a:t>
            </a:r>
          </a:p>
        </p:txBody>
      </p:sp>
      <p:sp>
        <p:nvSpPr>
          <p:cNvPr id="104452" name="Rectangle 4"/>
          <p:cNvSpPr>
            <a:spLocks noGrp="1" noChangeArrowheads="1"/>
          </p:cNvSpPr>
          <p:nvPr>
            <p:ph type="body" sz="half" idx="3"/>
          </p:nvPr>
        </p:nvSpPr>
        <p:spPr>
          <a:xfrm>
            <a:off x="762000" y="2362200"/>
            <a:ext cx="3429000" cy="1785938"/>
          </a:xfrm>
        </p:spPr>
        <p:txBody>
          <a:bodyPr/>
          <a:lstStyle/>
          <a:p>
            <a:r>
              <a:rPr lang="sl-SI" sz="2400"/>
              <a:t>Poišči imena jadralcev, ki so rezervirali </a:t>
            </a:r>
            <a:r>
              <a:rPr lang="en-US" sz="2400" err="1"/>
              <a:t>rde</a:t>
            </a:r>
            <a:r>
              <a:rPr lang="sl-SI" sz="2400"/>
              <a:t>č</a:t>
            </a:r>
            <a:r>
              <a:rPr lang="en-US" sz="2400"/>
              <a:t> </a:t>
            </a:r>
            <a:r>
              <a:rPr lang="sl-SI" sz="2400"/>
              <a:t>čoln</a:t>
            </a:r>
            <a:r>
              <a:rPr lang="en-US" sz="2400"/>
              <a:t>.</a:t>
            </a:r>
          </a:p>
        </p:txBody>
      </p:sp>
      <p:sp>
        <p:nvSpPr>
          <p:cNvPr id="104454" name="Text Box 6"/>
          <p:cNvSpPr txBox="1">
            <a:spLocks noChangeArrowheads="1"/>
          </p:cNvSpPr>
          <p:nvPr/>
        </p:nvSpPr>
        <p:spPr bwMode="auto">
          <a:xfrm>
            <a:off x="5791200" y="41910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sp>
        <p:nvSpPr>
          <p:cNvPr id="104455" name="Text Box 7"/>
          <p:cNvSpPr txBox="1">
            <a:spLocks noChangeArrowheads="1"/>
          </p:cNvSpPr>
          <p:nvPr/>
        </p:nvSpPr>
        <p:spPr bwMode="auto">
          <a:xfrm>
            <a:off x="3810000" y="304800"/>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426325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4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445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445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445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44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445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44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allAtOnce"/>
      <p:bldP spid="104454"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5476" name="Rectangle 4"/>
          <p:cNvSpPr>
            <a:spLocks noGrp="1" noChangeArrowheads="1"/>
          </p:cNvSpPr>
          <p:nvPr>
            <p:ph type="body" sz="half" idx="3"/>
          </p:nvPr>
        </p:nvSpPr>
        <p:spPr>
          <a:xfrm>
            <a:off x="762000" y="2362200"/>
            <a:ext cx="4114800" cy="1524000"/>
          </a:xfrm>
        </p:spPr>
        <p:txBody>
          <a:bodyPr/>
          <a:lstStyle/>
          <a:p>
            <a:r>
              <a:rPr lang="sl-SI" sz="2400"/>
              <a:t>Poišči imena jadralcev, ki so rezervirali </a:t>
            </a:r>
            <a:r>
              <a:rPr lang="sl-SI">
                <a:solidFill>
                  <a:srgbClr val="FF0000"/>
                </a:solidFill>
              </a:rPr>
              <a:t>vsaj en </a:t>
            </a:r>
            <a:r>
              <a:rPr lang="sl-SI" sz="2400"/>
              <a:t>čoln</a:t>
            </a:r>
            <a:r>
              <a:rPr lang="en-US" sz="2400"/>
              <a:t>.</a:t>
            </a:r>
          </a:p>
          <a:p>
            <a:endParaRPr lang="en-US" sz="2400"/>
          </a:p>
          <a:p>
            <a:endParaRPr lang="en-US" sz="2400"/>
          </a:p>
          <a:p>
            <a:endParaRPr lang="en-US" sz="2400"/>
          </a:p>
          <a:p>
            <a:endParaRPr lang="en-US" sz="2400"/>
          </a:p>
          <a:p>
            <a:endParaRPr lang="en-US" sz="2400"/>
          </a:p>
          <a:p>
            <a:pPr>
              <a:buFont typeface="Wingdings" pitchFamily="2" charset="2"/>
              <a:buNone/>
            </a:pPr>
            <a:endParaRPr lang="en-US" sz="2400"/>
          </a:p>
        </p:txBody>
      </p:sp>
      <p:sp>
        <p:nvSpPr>
          <p:cNvPr id="105474" name="AutoShape 2"/>
          <p:cNvSpPr>
            <a:spLocks noGrp="1" noChangeArrowheads="1"/>
          </p:cNvSpPr>
          <p:nvPr>
            <p:ph type="title"/>
          </p:nvPr>
        </p:nvSpPr>
        <p:spPr/>
        <p:txBody>
          <a:bodyPr/>
          <a:lstStyle/>
          <a:p>
            <a:r>
              <a:rPr lang="sl-SI"/>
              <a:t>SQL</a:t>
            </a:r>
            <a:r>
              <a:rPr lang="en-US"/>
              <a:t> (</a:t>
            </a:r>
            <a:r>
              <a:rPr lang="en-US" err="1"/>
              <a:t>eksisten</a:t>
            </a:r>
            <a:r>
              <a:rPr lang="sl-SI" err="1"/>
              <a:t>čna</a:t>
            </a:r>
            <a:r>
              <a:rPr lang="sl-SI"/>
              <a:t> kvantifikacija)</a:t>
            </a:r>
            <a:endParaRPr lang="en-US"/>
          </a:p>
        </p:txBody>
      </p:sp>
      <p:sp>
        <p:nvSpPr>
          <p:cNvPr id="105475" name="Rectangle 3"/>
          <p:cNvSpPr>
            <a:spLocks noGrp="1" noChangeArrowheads="1"/>
          </p:cNvSpPr>
          <p:nvPr>
            <p:ph sz="quarter" idx="2"/>
          </p:nvPr>
        </p:nvSpPr>
        <p:spPr>
          <a:xfrm>
            <a:off x="1066800" y="3886200"/>
            <a:ext cx="4343400" cy="2743200"/>
          </a:xfrm>
        </p:spPr>
        <p:txBody>
          <a:bodyPr/>
          <a:lstStyle/>
          <a:p>
            <a:pPr lvl="1">
              <a:buFontTx/>
              <a:buNone/>
            </a:pPr>
            <a:r>
              <a:rPr lang="en-US" sz="1600" b="1">
                <a:latin typeface="Courier New" pitchFamily="49" charset="0"/>
              </a:rPr>
              <a:t>SELECT</a:t>
            </a:r>
            <a:r>
              <a:rPr lang="en-US" sz="1600">
                <a:latin typeface="Courier New" pitchFamily="49" charset="0"/>
              </a:rPr>
              <a:t> </a:t>
            </a:r>
            <a:r>
              <a:rPr lang="en-US" sz="1600" b="1">
                <a:latin typeface="Courier New" pitchFamily="49" charset="0"/>
              </a:rPr>
              <a:t>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lvl="1">
              <a:buFontTx/>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p>
          <a:p>
            <a:pPr lvl="1">
              <a:buFontTx/>
              <a:buNone/>
            </a:pPr>
            <a:r>
              <a:rPr lang="en-US" sz="1600" b="1">
                <a:latin typeface="Courier New" pitchFamily="49" charset="0"/>
              </a:rPr>
              <a:t>WHERE</a:t>
            </a:r>
            <a:r>
              <a:rPr lang="en-US" sz="1600">
                <a:latin typeface="Courier New" pitchFamily="49" charset="0"/>
              </a:rPr>
              <a:t> j.jid=r.jid;</a:t>
            </a:r>
          </a:p>
          <a:p>
            <a:endParaRPr lang="en-US" sz="2400"/>
          </a:p>
          <a:p>
            <a:r>
              <a:rPr lang="en-US" sz="2400" err="1"/>
              <a:t>Univezalna</a:t>
            </a:r>
            <a:r>
              <a:rPr lang="en-US" sz="2400"/>
              <a:t> </a:t>
            </a:r>
            <a:r>
              <a:rPr lang="en-US" sz="2400" err="1"/>
              <a:t>kvantifikacija</a:t>
            </a:r>
            <a:r>
              <a:rPr lang="en-US" sz="2400"/>
              <a:t> (</a:t>
            </a:r>
            <a:r>
              <a:rPr lang="en-US" sz="2400" err="1"/>
              <a:t>rezervirali</a:t>
            </a:r>
            <a:r>
              <a:rPr lang="en-US" sz="2400"/>
              <a:t> </a:t>
            </a:r>
            <a:r>
              <a:rPr lang="sl-SI" sz="2400" i="1">
                <a:solidFill>
                  <a:srgbClr val="FF0000"/>
                </a:solidFill>
              </a:rPr>
              <a:t>vse</a:t>
            </a:r>
            <a:r>
              <a:rPr lang="sl-SI" sz="2400"/>
              <a:t> čolne) </a:t>
            </a:r>
            <a:r>
              <a:rPr lang="en-US" sz="2400"/>
              <a:t>je </a:t>
            </a:r>
            <a:r>
              <a:rPr lang="en-US" sz="2400" err="1"/>
              <a:t>bistveno</a:t>
            </a:r>
            <a:r>
              <a:rPr lang="en-US" sz="2400"/>
              <a:t> </a:t>
            </a:r>
            <a:r>
              <a:rPr lang="en-US" sz="2400" err="1"/>
              <a:t>bolj</a:t>
            </a:r>
            <a:r>
              <a:rPr lang="en-US" sz="2400"/>
              <a:t> </a:t>
            </a:r>
            <a:r>
              <a:rPr lang="en-US" sz="2400" err="1"/>
              <a:t>zapletena</a:t>
            </a:r>
            <a:r>
              <a:rPr lang="en-US" sz="2400"/>
              <a:t> </a:t>
            </a:r>
            <a:r>
              <a:rPr lang="en-US" sz="2400" err="1"/>
              <a:t>za</a:t>
            </a:r>
            <a:r>
              <a:rPr lang="en-US" sz="2400"/>
              <a:t> </a:t>
            </a:r>
            <a:r>
              <a:rPr lang="en-US" sz="2400" err="1"/>
              <a:t>implementacijo</a:t>
            </a:r>
            <a:r>
              <a:rPr lang="en-US" sz="2400"/>
              <a:t>!</a:t>
            </a:r>
          </a:p>
          <a:p>
            <a:pPr>
              <a:buFont typeface="Wingdings" pitchFamily="2" charset="2"/>
              <a:buNone/>
            </a:pPr>
            <a:endParaRPr lang="en-US" sz="1800">
              <a:latin typeface="Courier New" pitchFamily="49" charset="0"/>
            </a:endParaRPr>
          </a:p>
        </p:txBody>
      </p:sp>
      <p:sp>
        <p:nvSpPr>
          <p:cNvPr id="105478" name="Text Box 6"/>
          <p:cNvSpPr txBox="1">
            <a:spLocks noChangeArrowheads="1"/>
          </p:cNvSpPr>
          <p:nvPr/>
        </p:nvSpPr>
        <p:spPr bwMode="auto">
          <a:xfrm>
            <a:off x="6019800" y="41148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sp>
        <p:nvSpPr>
          <p:cNvPr id="105479" name="Text Box 7"/>
          <p:cNvSpPr txBox="1">
            <a:spLocks noChangeArrowheads="1"/>
          </p:cNvSpPr>
          <p:nvPr/>
        </p:nvSpPr>
        <p:spPr bwMode="auto">
          <a:xfrm>
            <a:off x="3200400" y="2286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217976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54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54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54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4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allAtOnce"/>
      <p:bldP spid="105478"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20834" name="Rectangle 2"/>
          <p:cNvSpPr>
            <a:spLocks noGrp="1" noChangeArrowheads="1"/>
          </p:cNvSpPr>
          <p:nvPr>
            <p:ph type="body" sz="half" idx="3"/>
          </p:nvPr>
        </p:nvSpPr>
        <p:spPr>
          <a:xfrm>
            <a:off x="762000" y="2362200"/>
            <a:ext cx="4114800" cy="1524000"/>
          </a:xfrm>
        </p:spPr>
        <p:txBody>
          <a:bodyPr/>
          <a:lstStyle/>
          <a:p>
            <a:r>
              <a:rPr lang="sl-SI" sz="2400"/>
              <a:t>Poišči imena in ratinge vseh parov jadralcev, ki imajo enak rating</a:t>
            </a:r>
            <a:r>
              <a:rPr lang="en-US" sz="2400"/>
              <a:t>.</a:t>
            </a:r>
            <a:r>
              <a:rPr lang="sl-SI" sz="2400"/>
              <a:t> </a:t>
            </a:r>
            <a:endParaRPr lang="en-US" sz="2400"/>
          </a:p>
          <a:p>
            <a:endParaRPr lang="en-US" sz="2400"/>
          </a:p>
          <a:p>
            <a:endParaRPr lang="en-US" sz="2400"/>
          </a:p>
          <a:p>
            <a:endParaRPr lang="en-US" sz="2400"/>
          </a:p>
          <a:p>
            <a:endParaRPr lang="en-US" sz="2400"/>
          </a:p>
          <a:p>
            <a:pPr>
              <a:buFont typeface="Wingdings" pitchFamily="2" charset="2"/>
              <a:buNone/>
            </a:pPr>
            <a:endParaRPr lang="en-US" sz="2400"/>
          </a:p>
        </p:txBody>
      </p:sp>
      <p:sp>
        <p:nvSpPr>
          <p:cNvPr id="120835" name="AutoShape 3"/>
          <p:cNvSpPr>
            <a:spLocks noGrp="1" noChangeArrowheads="1"/>
          </p:cNvSpPr>
          <p:nvPr>
            <p:ph type="title"/>
          </p:nvPr>
        </p:nvSpPr>
        <p:spPr/>
        <p:txBody>
          <a:bodyPr/>
          <a:lstStyle/>
          <a:p>
            <a:r>
              <a:rPr lang="sl-SI"/>
              <a:t>SQL</a:t>
            </a:r>
            <a:r>
              <a:rPr lang="en-US"/>
              <a:t> (</a:t>
            </a:r>
            <a:r>
              <a:rPr lang="sl-SI"/>
              <a:t>kartezični produkt)</a:t>
            </a:r>
            <a:endParaRPr lang="en-US"/>
          </a:p>
        </p:txBody>
      </p:sp>
      <p:sp>
        <p:nvSpPr>
          <p:cNvPr id="120836" name="Rectangle 4"/>
          <p:cNvSpPr>
            <a:spLocks noGrp="1" noChangeArrowheads="1"/>
          </p:cNvSpPr>
          <p:nvPr>
            <p:ph sz="quarter" idx="2"/>
          </p:nvPr>
        </p:nvSpPr>
        <p:spPr>
          <a:xfrm>
            <a:off x="1066800" y="5029200"/>
            <a:ext cx="4724400" cy="1600200"/>
          </a:xfrm>
        </p:spPr>
        <p:txBody>
          <a:bodyPr/>
          <a:lstStyle/>
          <a:p>
            <a:pPr lvl="1">
              <a:buFontTx/>
              <a:buNone/>
            </a:pPr>
            <a:r>
              <a:rPr lang="en-US" sz="1600" b="1">
                <a:latin typeface="Courier New" pitchFamily="49" charset="0"/>
              </a:rPr>
              <a:t>SELECT</a:t>
            </a:r>
            <a:r>
              <a:rPr lang="en-US" sz="1600">
                <a:latin typeface="Courier New" pitchFamily="49" charset="0"/>
              </a:rPr>
              <a:t> j1.ime, j2.ime</a:t>
            </a:r>
            <a:r>
              <a:rPr lang="sl-SI" sz="1600">
                <a:latin typeface="Courier New" pitchFamily="49" charset="0"/>
              </a:rPr>
              <a:t>,</a:t>
            </a:r>
            <a:r>
              <a:rPr lang="en-US" sz="1600">
                <a:latin typeface="Courier New" pitchFamily="49" charset="0"/>
              </a:rPr>
              <a:t> j1.rating</a:t>
            </a:r>
          </a:p>
          <a:p>
            <a:pPr lvl="1">
              <a:buFontTx/>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j1, </a:t>
            </a:r>
            <a:r>
              <a:rPr lang="en-US" sz="1600" err="1">
                <a:latin typeface="Courier New" pitchFamily="49" charset="0"/>
              </a:rPr>
              <a:t>jadralec</a:t>
            </a:r>
            <a:r>
              <a:rPr lang="en-US" sz="1600">
                <a:latin typeface="Courier New" pitchFamily="49" charset="0"/>
              </a:rPr>
              <a:t> j2</a:t>
            </a:r>
          </a:p>
          <a:p>
            <a:pPr lvl="1">
              <a:buFontTx/>
              <a:buNone/>
            </a:pPr>
            <a:r>
              <a:rPr lang="en-US" sz="1600" b="1">
                <a:latin typeface="Courier New" pitchFamily="49" charset="0"/>
              </a:rPr>
              <a:t>WHERE</a:t>
            </a:r>
            <a:r>
              <a:rPr lang="en-US" sz="1600">
                <a:latin typeface="Courier New" pitchFamily="49" charset="0"/>
              </a:rPr>
              <a:t> j1.rating = j2.rating</a:t>
            </a:r>
          </a:p>
          <a:p>
            <a:pPr lvl="1">
              <a:buFontTx/>
              <a:buNone/>
            </a:pPr>
            <a:r>
              <a:rPr lang="en-US" sz="1600" b="1">
                <a:latin typeface="Courier New" pitchFamily="49" charset="0"/>
              </a:rPr>
              <a:t>ORDER</a:t>
            </a:r>
            <a:r>
              <a:rPr lang="en-US" sz="1600">
                <a:latin typeface="Courier New" pitchFamily="49" charset="0"/>
              </a:rPr>
              <a:t> </a:t>
            </a:r>
            <a:r>
              <a:rPr lang="en-US" sz="1600" b="1">
                <a:latin typeface="Courier New" pitchFamily="49" charset="0"/>
              </a:rPr>
              <a:t>BY</a:t>
            </a:r>
            <a:r>
              <a:rPr lang="en-US" sz="1600">
                <a:latin typeface="Courier New" pitchFamily="49" charset="0"/>
              </a:rPr>
              <a:t> j1.rating </a:t>
            </a:r>
            <a:r>
              <a:rPr lang="en-US" sz="1600" b="1">
                <a:latin typeface="Courier New" pitchFamily="49" charset="0"/>
              </a:rPr>
              <a:t>ASC</a:t>
            </a:r>
            <a:r>
              <a:rPr lang="en-US" sz="1600">
                <a:latin typeface="Courier New" pitchFamily="49" charset="0"/>
              </a:rPr>
              <a:t>;</a:t>
            </a:r>
            <a:endParaRPr lang="en-US" sz="2000"/>
          </a:p>
        </p:txBody>
      </p:sp>
      <p:sp>
        <p:nvSpPr>
          <p:cNvPr id="120838" name="Text Box 6"/>
          <p:cNvSpPr txBox="1">
            <a:spLocks noChangeArrowheads="1"/>
          </p:cNvSpPr>
          <p:nvPr/>
        </p:nvSpPr>
        <p:spPr bwMode="auto">
          <a:xfrm>
            <a:off x="6019800" y="2362200"/>
            <a:ext cx="3124200" cy="4108450"/>
          </a:xfrm>
          <a:prstGeom prst="rect">
            <a:avLst/>
          </a:prstGeom>
          <a:noFill/>
          <a:ln w="9525">
            <a:noFill/>
            <a:miter lim="800000"/>
            <a:headEnd/>
            <a:tailEnd/>
          </a:ln>
          <a:effectLst/>
        </p:spPr>
        <p:txBody>
          <a:bodyPr>
            <a:spAutoFit/>
          </a:bodyPr>
          <a:lstStyle/>
          <a:p>
            <a:pPr algn="l"/>
            <a:r>
              <a:rPr lang="en-US" sz="1200">
                <a:latin typeface="Courier New" pitchFamily="49" charset="0"/>
              </a:rPr>
              <a:t>+---------+---------+--------+</a:t>
            </a:r>
          </a:p>
          <a:p>
            <a:pPr algn="l"/>
            <a:r>
              <a:rPr lang="en-US" sz="1200">
                <a:latin typeface="Courier New" pitchFamily="49" charset="0"/>
              </a:rPr>
              <a:t>| </a:t>
            </a:r>
            <a:r>
              <a:rPr lang="en-US" sz="1200" err="1">
                <a:latin typeface="Courier New" pitchFamily="49" charset="0"/>
              </a:rPr>
              <a:t>ime</a:t>
            </a:r>
            <a:r>
              <a:rPr lang="en-US" sz="1200">
                <a:latin typeface="Courier New" pitchFamily="49" charset="0"/>
              </a:rPr>
              <a:t>     | </a:t>
            </a:r>
            <a:r>
              <a:rPr lang="en-US" sz="1200" err="1">
                <a:latin typeface="Courier New" pitchFamily="49" charset="0"/>
              </a:rPr>
              <a:t>ime</a:t>
            </a:r>
            <a:r>
              <a:rPr lang="en-US" sz="1200">
                <a:latin typeface="Courier New" pitchFamily="49" charset="0"/>
              </a:rPr>
              <a:t>     | rating |</a:t>
            </a:r>
          </a:p>
          <a:p>
            <a:pPr algn="l"/>
            <a:r>
              <a:rPr lang="en-US" sz="1200">
                <a:latin typeface="Courier New" pitchFamily="49" charset="0"/>
              </a:rPr>
              <a:t>+---------+---------+--------+</a:t>
            </a:r>
          </a:p>
          <a:p>
            <a:pPr algn="l"/>
            <a:r>
              <a:rPr lang="en-US" sz="1200">
                <a:latin typeface="Courier New" pitchFamily="49" charset="0"/>
              </a:rPr>
              <a:t>| </a:t>
            </a:r>
            <a:r>
              <a:rPr lang="en-US" sz="1200" err="1">
                <a:latin typeface="Courier New" pitchFamily="49" charset="0"/>
              </a:rPr>
              <a:t>Borut</a:t>
            </a:r>
            <a:r>
              <a:rPr lang="en-US" sz="1200">
                <a:latin typeface="Courier New" pitchFamily="49" charset="0"/>
              </a:rPr>
              <a:t>   | </a:t>
            </a:r>
            <a:r>
              <a:rPr lang="en-US" sz="1200" err="1">
                <a:latin typeface="Courier New" pitchFamily="49" charset="0"/>
              </a:rPr>
              <a:t>Borut</a:t>
            </a:r>
            <a:r>
              <a:rPr lang="en-US" sz="1200">
                <a:latin typeface="Courier New" pitchFamily="49" charset="0"/>
              </a:rPr>
              <a:t>   |      1 |</a:t>
            </a:r>
          </a:p>
          <a:p>
            <a:pPr algn="l"/>
            <a:r>
              <a:rPr lang="en-US" sz="1200">
                <a:latin typeface="Courier New" pitchFamily="49" charset="0"/>
              </a:rPr>
              <a:t>| </a:t>
            </a:r>
            <a:r>
              <a:rPr lang="en-US" sz="1200" err="1">
                <a:latin typeface="Courier New" pitchFamily="49" charset="0"/>
              </a:rPr>
              <a:t>Anze</a:t>
            </a:r>
            <a:r>
              <a:rPr lang="en-US" sz="1200">
                <a:latin typeface="Courier New" pitchFamily="49" charset="0"/>
              </a:rPr>
              <a:t>    | </a:t>
            </a:r>
            <a:r>
              <a:rPr lang="en-US" sz="1200" err="1">
                <a:latin typeface="Courier New" pitchFamily="49" charset="0"/>
              </a:rPr>
              <a:t>Anze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Bine</a:t>
            </a:r>
            <a:r>
              <a:rPr lang="en-US" sz="1200">
                <a:latin typeface="Courier New" pitchFamily="49" charset="0"/>
              </a:rPr>
              <a:t>    | </a:t>
            </a:r>
            <a:r>
              <a:rPr lang="en-US" sz="1200" err="1">
                <a:latin typeface="Courier New" pitchFamily="49" charset="0"/>
              </a:rPr>
              <a:t>Anze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Anze</a:t>
            </a:r>
            <a:r>
              <a:rPr lang="en-US" sz="1200">
                <a:latin typeface="Courier New" pitchFamily="49" charset="0"/>
              </a:rPr>
              <a:t>    | </a:t>
            </a:r>
            <a:r>
              <a:rPr lang="en-US" sz="1200" err="1">
                <a:latin typeface="Courier New" pitchFamily="49" charset="0"/>
              </a:rPr>
              <a:t>Bine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Bine</a:t>
            </a:r>
            <a:r>
              <a:rPr lang="en-US" sz="1200">
                <a:latin typeface="Courier New" pitchFamily="49" charset="0"/>
              </a:rPr>
              <a:t>    | </a:t>
            </a:r>
            <a:r>
              <a:rPr lang="en-US" sz="1200" err="1">
                <a:latin typeface="Courier New" pitchFamily="49" charset="0"/>
              </a:rPr>
              <a:t>Bine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Darko</a:t>
            </a:r>
            <a:r>
              <a:rPr lang="en-US" sz="1200">
                <a:latin typeface="Courier New" pitchFamily="49" charset="0"/>
              </a:rPr>
              <a:t>   | </a:t>
            </a:r>
            <a:r>
              <a:rPr lang="en-US" sz="1200" err="1">
                <a:latin typeface="Courier New" pitchFamily="49" charset="0"/>
              </a:rPr>
              <a:t>Henrik</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Darko</a:t>
            </a:r>
            <a:r>
              <a:rPr lang="en-US" sz="1200">
                <a:latin typeface="Courier New" pitchFamily="49" charset="0"/>
              </a:rPr>
              <a:t>   | </a:t>
            </a:r>
            <a:r>
              <a:rPr lang="en-US" sz="1200" err="1">
                <a:latin typeface="Courier New" pitchFamily="49" charset="0"/>
              </a:rPr>
              <a:t>Darko</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Henrik</a:t>
            </a:r>
            <a:r>
              <a:rPr lang="en-US" sz="1200">
                <a:latin typeface="Courier New" pitchFamily="49" charset="0"/>
              </a:rPr>
              <a:t>  | </a:t>
            </a:r>
            <a:r>
              <a:rPr lang="en-US" sz="1200" err="1">
                <a:latin typeface="Courier New" pitchFamily="49" charset="0"/>
              </a:rPr>
              <a:t>Henrik</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Henrik</a:t>
            </a:r>
            <a:r>
              <a:rPr lang="en-US" sz="1200">
                <a:latin typeface="Courier New" pitchFamily="49" charset="0"/>
              </a:rPr>
              <a:t>  | </a:t>
            </a:r>
            <a:r>
              <a:rPr lang="en-US" sz="1200" err="1">
                <a:latin typeface="Courier New" pitchFamily="49" charset="0"/>
              </a:rPr>
              <a:t>Darko</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Lojze</a:t>
            </a:r>
            <a:r>
              <a:rPr lang="en-US" sz="1200">
                <a:latin typeface="Courier New" pitchFamily="49" charset="0"/>
              </a:rPr>
              <a:t>   | </a:t>
            </a:r>
            <a:r>
              <a:rPr lang="en-US" sz="1200" err="1">
                <a:latin typeface="Courier New" pitchFamily="49" charset="0"/>
              </a:rPr>
              <a:t>Lojze</a:t>
            </a:r>
            <a:r>
              <a:rPr lang="en-US" sz="1200">
                <a:latin typeface="Courier New" pitchFamily="49" charset="0"/>
              </a:rPr>
              <a:t>   |      8 |</a:t>
            </a:r>
          </a:p>
          <a:p>
            <a:pPr algn="l"/>
            <a:r>
              <a:rPr lang="en-US" sz="1200">
                <a:latin typeface="Courier New" pitchFamily="49" charset="0"/>
              </a:rPr>
              <a:t>| Andrej  | </a:t>
            </a:r>
            <a:r>
              <a:rPr lang="en-US" sz="1200" err="1">
                <a:latin typeface="Courier New" pitchFamily="49" charset="0"/>
              </a:rPr>
              <a:t>Lojze</a:t>
            </a:r>
            <a:r>
              <a:rPr lang="en-US" sz="1200">
                <a:latin typeface="Courier New" pitchFamily="49" charset="0"/>
              </a:rPr>
              <a:t>   |      8 |</a:t>
            </a:r>
          </a:p>
          <a:p>
            <a:pPr algn="l"/>
            <a:r>
              <a:rPr lang="en-US" sz="1200">
                <a:latin typeface="Courier New" pitchFamily="49" charset="0"/>
              </a:rPr>
              <a:t>| </a:t>
            </a:r>
            <a:r>
              <a:rPr lang="en-US" sz="1200" err="1">
                <a:latin typeface="Courier New" pitchFamily="49" charset="0"/>
              </a:rPr>
              <a:t>Lojze</a:t>
            </a:r>
            <a:r>
              <a:rPr lang="en-US" sz="1200">
                <a:latin typeface="Courier New" pitchFamily="49" charset="0"/>
              </a:rPr>
              <a:t>   | Andrej  |      8 |</a:t>
            </a:r>
          </a:p>
          <a:p>
            <a:pPr algn="l"/>
            <a:r>
              <a:rPr lang="en-US" sz="1200">
                <a:latin typeface="Courier New" pitchFamily="49" charset="0"/>
              </a:rPr>
              <a:t>| Andrej  | Andrej  |      8 |</a:t>
            </a:r>
          </a:p>
          <a:p>
            <a:pPr algn="l"/>
            <a:r>
              <a:rPr lang="en-US" sz="1200">
                <a:latin typeface="Courier New" pitchFamily="49" charset="0"/>
              </a:rPr>
              <a:t>| </a:t>
            </a:r>
            <a:r>
              <a:rPr lang="en-US" sz="1200" err="1">
                <a:latin typeface="Courier New" pitchFamily="49" charset="0"/>
              </a:rPr>
              <a:t>Henrik</a:t>
            </a:r>
            <a:r>
              <a:rPr lang="en-US" sz="1200">
                <a:latin typeface="Courier New" pitchFamily="49" charset="0"/>
              </a:rPr>
              <a:t>  | </a:t>
            </a:r>
            <a:r>
              <a:rPr lang="en-US" sz="1200" err="1">
                <a:latin typeface="Courier New" pitchFamily="49" charset="0"/>
              </a:rPr>
              <a:t>Henrik</a:t>
            </a:r>
            <a:r>
              <a:rPr lang="en-US" sz="1200">
                <a:latin typeface="Courier New" pitchFamily="49" charset="0"/>
              </a:rPr>
              <a:t>  |      9 |</a:t>
            </a:r>
          </a:p>
          <a:p>
            <a:pPr algn="l"/>
            <a:r>
              <a:rPr lang="en-US" sz="1200">
                <a:latin typeface="Courier New" pitchFamily="49" charset="0"/>
              </a:rPr>
              <a:t>| </a:t>
            </a:r>
            <a:r>
              <a:rPr lang="en-US" sz="1200" err="1">
                <a:latin typeface="Courier New" pitchFamily="49" charset="0"/>
              </a:rPr>
              <a:t>Rajko</a:t>
            </a:r>
            <a:r>
              <a:rPr lang="en-US" sz="1200">
                <a:latin typeface="Courier New" pitchFamily="49" charset="0"/>
              </a:rPr>
              <a:t>   | </a:t>
            </a:r>
            <a:r>
              <a:rPr lang="en-US" sz="1200" err="1">
                <a:latin typeface="Courier New" pitchFamily="49" charset="0"/>
              </a:rPr>
              <a:t>Zdravko</a:t>
            </a:r>
            <a:r>
              <a:rPr lang="en-US" sz="1200">
                <a:latin typeface="Courier New" pitchFamily="49" charset="0"/>
              </a:rPr>
              <a:t> |     10 |</a:t>
            </a:r>
          </a:p>
          <a:p>
            <a:pPr algn="l"/>
            <a:r>
              <a:rPr lang="en-US" sz="1200">
                <a:latin typeface="Courier New" pitchFamily="49" charset="0"/>
              </a:rPr>
              <a:t>| </a:t>
            </a:r>
            <a:r>
              <a:rPr lang="en-US" sz="1200" err="1">
                <a:latin typeface="Courier New" pitchFamily="49" charset="0"/>
              </a:rPr>
              <a:t>Zdravko</a:t>
            </a:r>
            <a:r>
              <a:rPr lang="en-US" sz="1200">
                <a:latin typeface="Courier New" pitchFamily="49" charset="0"/>
              </a:rPr>
              <a:t> | </a:t>
            </a:r>
            <a:r>
              <a:rPr lang="en-US" sz="1200" err="1">
                <a:latin typeface="Courier New" pitchFamily="49" charset="0"/>
              </a:rPr>
              <a:t>Zdravko</a:t>
            </a:r>
            <a:r>
              <a:rPr lang="en-US" sz="1200">
                <a:latin typeface="Courier New" pitchFamily="49" charset="0"/>
              </a:rPr>
              <a:t> |     10 |</a:t>
            </a:r>
          </a:p>
          <a:p>
            <a:pPr algn="l"/>
            <a:r>
              <a:rPr lang="en-US" sz="1200">
                <a:latin typeface="Courier New" pitchFamily="49" charset="0"/>
              </a:rPr>
              <a:t>| </a:t>
            </a:r>
            <a:r>
              <a:rPr lang="en-US" sz="1200" err="1">
                <a:latin typeface="Courier New" pitchFamily="49" charset="0"/>
              </a:rPr>
              <a:t>Rajko</a:t>
            </a:r>
            <a:r>
              <a:rPr lang="en-US" sz="1200">
                <a:latin typeface="Courier New" pitchFamily="49" charset="0"/>
              </a:rPr>
              <a:t>   | </a:t>
            </a:r>
            <a:r>
              <a:rPr lang="en-US" sz="1200" err="1">
                <a:latin typeface="Courier New" pitchFamily="49" charset="0"/>
              </a:rPr>
              <a:t>Rajko</a:t>
            </a:r>
            <a:r>
              <a:rPr lang="en-US" sz="1200">
                <a:latin typeface="Courier New" pitchFamily="49" charset="0"/>
              </a:rPr>
              <a:t>   |     10 |</a:t>
            </a:r>
          </a:p>
          <a:p>
            <a:pPr algn="l"/>
            <a:r>
              <a:rPr lang="en-US" sz="1200">
                <a:latin typeface="Courier New" pitchFamily="49" charset="0"/>
              </a:rPr>
              <a:t>| </a:t>
            </a:r>
            <a:r>
              <a:rPr lang="en-US" sz="1200" err="1">
                <a:latin typeface="Courier New" pitchFamily="49" charset="0"/>
              </a:rPr>
              <a:t>Zdravko</a:t>
            </a:r>
            <a:r>
              <a:rPr lang="en-US" sz="1200">
                <a:latin typeface="Courier New" pitchFamily="49" charset="0"/>
              </a:rPr>
              <a:t> | </a:t>
            </a:r>
            <a:r>
              <a:rPr lang="en-US" sz="1200" err="1">
                <a:latin typeface="Courier New" pitchFamily="49" charset="0"/>
              </a:rPr>
              <a:t>Rajko</a:t>
            </a:r>
            <a:r>
              <a:rPr lang="en-US" sz="1200">
                <a:latin typeface="Courier New" pitchFamily="49" charset="0"/>
              </a:rPr>
              <a:t>   |     10 |</a:t>
            </a:r>
          </a:p>
          <a:p>
            <a:pPr algn="l"/>
            <a:r>
              <a:rPr lang="en-US" sz="1200">
                <a:latin typeface="Courier New" pitchFamily="49" charset="0"/>
              </a:rPr>
              <a:t>+---------+---------+--------+</a:t>
            </a:r>
          </a:p>
        </p:txBody>
      </p:sp>
      <p:sp>
        <p:nvSpPr>
          <p:cNvPr id="120839" name="Text Box 7"/>
          <p:cNvSpPr txBox="1">
            <a:spLocks noChangeArrowheads="1"/>
          </p:cNvSpPr>
          <p:nvPr/>
        </p:nvSpPr>
        <p:spPr bwMode="auto">
          <a:xfrm>
            <a:off x="3200400" y="2286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191628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8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08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p:bldP spid="120838"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62" name="Text Box 6"/>
          <p:cNvSpPr txBox="1">
            <a:spLocks noChangeArrowheads="1"/>
          </p:cNvSpPr>
          <p:nvPr/>
        </p:nvSpPr>
        <p:spPr bwMode="auto">
          <a:xfrm>
            <a:off x="6019800" y="2362200"/>
            <a:ext cx="3124200" cy="4383088"/>
          </a:xfrm>
          <a:prstGeom prst="rect">
            <a:avLst/>
          </a:prstGeom>
          <a:noFill/>
          <a:ln w="9525">
            <a:noFill/>
            <a:miter lim="800000"/>
            <a:headEnd/>
            <a:tailEnd/>
          </a:ln>
          <a:effectLst/>
        </p:spPr>
        <p:txBody>
          <a:bodyPr>
            <a:spAutoFit/>
          </a:bodyPr>
          <a:lstStyle/>
          <a:p>
            <a:pPr algn="l"/>
            <a:r>
              <a:rPr lang="en-US" sz="1200">
                <a:latin typeface="Courier New" pitchFamily="49" charset="0"/>
              </a:rPr>
              <a:t>+---------+---------+--------+</a:t>
            </a:r>
          </a:p>
          <a:p>
            <a:pPr algn="l"/>
            <a:r>
              <a:rPr lang="en-US" sz="1200">
                <a:latin typeface="Courier New" pitchFamily="49" charset="0"/>
              </a:rPr>
              <a:t>| </a:t>
            </a:r>
            <a:r>
              <a:rPr lang="en-US" sz="1200" err="1">
                <a:latin typeface="Courier New" pitchFamily="49" charset="0"/>
              </a:rPr>
              <a:t>ime</a:t>
            </a:r>
            <a:r>
              <a:rPr lang="en-US" sz="1200">
                <a:latin typeface="Courier New" pitchFamily="49" charset="0"/>
              </a:rPr>
              <a:t>     | </a:t>
            </a:r>
            <a:r>
              <a:rPr lang="en-US" sz="1200" err="1">
                <a:latin typeface="Courier New" pitchFamily="49" charset="0"/>
              </a:rPr>
              <a:t>ime</a:t>
            </a:r>
            <a:r>
              <a:rPr lang="en-US" sz="1200">
                <a:latin typeface="Courier New" pitchFamily="49" charset="0"/>
              </a:rPr>
              <a:t>     | rating |</a:t>
            </a:r>
          </a:p>
          <a:p>
            <a:pPr algn="l"/>
            <a:r>
              <a:rPr lang="en-US" sz="1200">
                <a:latin typeface="Courier New" pitchFamily="49" charset="0"/>
              </a:rPr>
              <a:t>+---------+---------+--------+</a:t>
            </a:r>
          </a:p>
          <a:p>
            <a:pPr algn="l"/>
            <a:r>
              <a:rPr lang="en-US" sz="1200">
                <a:latin typeface="Courier New" pitchFamily="49" charset="0"/>
              </a:rPr>
              <a:t>| </a:t>
            </a:r>
            <a:r>
              <a:rPr lang="en-US" sz="1200" err="1">
                <a:latin typeface="Courier New" pitchFamily="49" charset="0"/>
              </a:rPr>
              <a:t>Borut</a:t>
            </a:r>
            <a:r>
              <a:rPr lang="en-US" sz="1200">
                <a:latin typeface="Courier New" pitchFamily="49" charset="0"/>
              </a:rPr>
              <a:t>   | </a:t>
            </a:r>
            <a:r>
              <a:rPr lang="en-US" sz="1200" err="1">
                <a:latin typeface="Courier New" pitchFamily="49" charset="0"/>
              </a:rPr>
              <a:t>Borut</a:t>
            </a:r>
            <a:r>
              <a:rPr lang="en-US" sz="1200">
                <a:latin typeface="Courier New" pitchFamily="49" charset="0"/>
              </a:rPr>
              <a:t>   |      1 |</a:t>
            </a:r>
          </a:p>
          <a:p>
            <a:pPr algn="l"/>
            <a:r>
              <a:rPr lang="en-US" sz="1200">
                <a:latin typeface="Courier New" pitchFamily="49" charset="0"/>
              </a:rPr>
              <a:t>| </a:t>
            </a:r>
            <a:r>
              <a:rPr lang="en-US" sz="1200" err="1">
                <a:latin typeface="Courier New" pitchFamily="49" charset="0"/>
              </a:rPr>
              <a:t>Anze</a:t>
            </a:r>
            <a:r>
              <a:rPr lang="en-US" sz="1200">
                <a:latin typeface="Courier New" pitchFamily="49" charset="0"/>
              </a:rPr>
              <a:t>    | </a:t>
            </a:r>
            <a:r>
              <a:rPr lang="en-US" sz="1200" err="1">
                <a:latin typeface="Courier New" pitchFamily="49" charset="0"/>
              </a:rPr>
              <a:t>Anze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Bine</a:t>
            </a:r>
            <a:r>
              <a:rPr lang="en-US" sz="1200">
                <a:latin typeface="Courier New" pitchFamily="49" charset="0"/>
              </a:rPr>
              <a:t>    | </a:t>
            </a:r>
            <a:r>
              <a:rPr lang="en-US" sz="1200" err="1">
                <a:latin typeface="Courier New" pitchFamily="49" charset="0"/>
              </a:rPr>
              <a:t>Anze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Anze</a:t>
            </a:r>
            <a:r>
              <a:rPr lang="en-US" sz="1200">
                <a:latin typeface="Courier New" pitchFamily="49" charset="0"/>
              </a:rPr>
              <a:t>    | </a:t>
            </a:r>
            <a:r>
              <a:rPr lang="en-US" sz="1200" err="1">
                <a:latin typeface="Courier New" pitchFamily="49" charset="0"/>
              </a:rPr>
              <a:t>Bine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Bine</a:t>
            </a:r>
            <a:r>
              <a:rPr lang="en-US" sz="1200">
                <a:latin typeface="Courier New" pitchFamily="49" charset="0"/>
              </a:rPr>
              <a:t>    | </a:t>
            </a:r>
            <a:r>
              <a:rPr lang="en-US" sz="1200" err="1">
                <a:latin typeface="Courier New" pitchFamily="49" charset="0"/>
              </a:rPr>
              <a:t>Bine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Darko</a:t>
            </a:r>
            <a:r>
              <a:rPr lang="en-US" sz="1200">
                <a:latin typeface="Courier New" pitchFamily="49" charset="0"/>
              </a:rPr>
              <a:t>   | </a:t>
            </a:r>
            <a:r>
              <a:rPr lang="en-US" sz="1200" err="1">
                <a:latin typeface="Courier New" pitchFamily="49" charset="0"/>
              </a:rPr>
              <a:t>Henrik</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Darko</a:t>
            </a:r>
            <a:r>
              <a:rPr lang="en-US" sz="1200">
                <a:latin typeface="Courier New" pitchFamily="49" charset="0"/>
              </a:rPr>
              <a:t>   | </a:t>
            </a:r>
            <a:r>
              <a:rPr lang="en-US" sz="1200" err="1">
                <a:latin typeface="Courier New" pitchFamily="49" charset="0"/>
              </a:rPr>
              <a:t>Darko</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Henrik</a:t>
            </a:r>
            <a:r>
              <a:rPr lang="en-US" sz="1200">
                <a:latin typeface="Courier New" pitchFamily="49" charset="0"/>
              </a:rPr>
              <a:t>  | </a:t>
            </a:r>
            <a:r>
              <a:rPr lang="en-US" sz="1200" err="1">
                <a:latin typeface="Courier New" pitchFamily="49" charset="0"/>
              </a:rPr>
              <a:t>Henrik</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Henrik</a:t>
            </a:r>
            <a:r>
              <a:rPr lang="en-US" sz="1200">
                <a:latin typeface="Courier New" pitchFamily="49" charset="0"/>
              </a:rPr>
              <a:t>  | </a:t>
            </a:r>
            <a:r>
              <a:rPr lang="en-US" sz="1200" err="1">
                <a:latin typeface="Courier New" pitchFamily="49" charset="0"/>
              </a:rPr>
              <a:t>Darko</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Lojze</a:t>
            </a:r>
            <a:r>
              <a:rPr lang="en-US" sz="1200">
                <a:latin typeface="Courier New" pitchFamily="49" charset="0"/>
              </a:rPr>
              <a:t>   | </a:t>
            </a:r>
            <a:r>
              <a:rPr lang="en-US" sz="1200" err="1">
                <a:latin typeface="Courier New" pitchFamily="49" charset="0"/>
              </a:rPr>
              <a:t>Lojze</a:t>
            </a:r>
            <a:r>
              <a:rPr lang="en-US" sz="1200">
                <a:latin typeface="Courier New" pitchFamily="49" charset="0"/>
              </a:rPr>
              <a:t>   |      8 |</a:t>
            </a:r>
          </a:p>
          <a:p>
            <a:pPr algn="l"/>
            <a:r>
              <a:rPr lang="en-US" sz="1200">
                <a:latin typeface="Courier New" pitchFamily="49" charset="0"/>
              </a:rPr>
              <a:t>| Andrej  | </a:t>
            </a:r>
            <a:r>
              <a:rPr lang="en-US" sz="1200" err="1">
                <a:latin typeface="Courier New" pitchFamily="49" charset="0"/>
              </a:rPr>
              <a:t>Lojze</a:t>
            </a:r>
            <a:r>
              <a:rPr lang="en-US" sz="1200">
                <a:latin typeface="Courier New" pitchFamily="49" charset="0"/>
              </a:rPr>
              <a:t>   |      8 |</a:t>
            </a:r>
          </a:p>
          <a:p>
            <a:pPr algn="l"/>
            <a:r>
              <a:rPr lang="en-US" sz="1200">
                <a:latin typeface="Courier New" pitchFamily="49" charset="0"/>
              </a:rPr>
              <a:t>| </a:t>
            </a:r>
            <a:r>
              <a:rPr lang="en-US" sz="1200" err="1">
                <a:latin typeface="Courier New" pitchFamily="49" charset="0"/>
              </a:rPr>
              <a:t>Lojze</a:t>
            </a:r>
            <a:r>
              <a:rPr lang="en-US" sz="1200">
                <a:latin typeface="Courier New" pitchFamily="49" charset="0"/>
              </a:rPr>
              <a:t>   | Andrej  |      8 |</a:t>
            </a:r>
          </a:p>
          <a:p>
            <a:pPr algn="l"/>
            <a:r>
              <a:rPr lang="en-US" sz="1200">
                <a:latin typeface="Courier New" pitchFamily="49" charset="0"/>
              </a:rPr>
              <a:t>| Andrej  | Andrej  |      8 |</a:t>
            </a:r>
          </a:p>
          <a:p>
            <a:pPr algn="l"/>
            <a:r>
              <a:rPr lang="en-US" sz="1200">
                <a:latin typeface="Courier New" pitchFamily="49" charset="0"/>
              </a:rPr>
              <a:t>| </a:t>
            </a:r>
            <a:r>
              <a:rPr lang="en-US" sz="1200" err="1">
                <a:latin typeface="Courier New" pitchFamily="49" charset="0"/>
              </a:rPr>
              <a:t>Henrik</a:t>
            </a:r>
            <a:r>
              <a:rPr lang="en-US" sz="1200">
                <a:latin typeface="Courier New" pitchFamily="49" charset="0"/>
              </a:rPr>
              <a:t>  | </a:t>
            </a:r>
            <a:r>
              <a:rPr lang="en-US" sz="1200" err="1">
                <a:latin typeface="Courier New" pitchFamily="49" charset="0"/>
              </a:rPr>
              <a:t>Henrik</a:t>
            </a:r>
            <a:r>
              <a:rPr lang="en-US" sz="1200">
                <a:latin typeface="Courier New" pitchFamily="49" charset="0"/>
              </a:rPr>
              <a:t>  |      9 |</a:t>
            </a:r>
          </a:p>
          <a:p>
            <a:pPr algn="l"/>
            <a:r>
              <a:rPr lang="en-US" sz="1200">
                <a:latin typeface="Courier New" pitchFamily="49" charset="0"/>
              </a:rPr>
              <a:t>| </a:t>
            </a:r>
            <a:r>
              <a:rPr lang="en-US" sz="1200" err="1">
                <a:latin typeface="Courier New" pitchFamily="49" charset="0"/>
              </a:rPr>
              <a:t>Rajko</a:t>
            </a:r>
            <a:r>
              <a:rPr lang="en-US" sz="1200">
                <a:latin typeface="Courier New" pitchFamily="49" charset="0"/>
              </a:rPr>
              <a:t>   | </a:t>
            </a:r>
            <a:r>
              <a:rPr lang="en-US" sz="1200" err="1">
                <a:latin typeface="Courier New" pitchFamily="49" charset="0"/>
              </a:rPr>
              <a:t>Zdravko</a:t>
            </a:r>
            <a:r>
              <a:rPr lang="en-US" sz="1200">
                <a:latin typeface="Courier New" pitchFamily="49" charset="0"/>
              </a:rPr>
              <a:t> |     10 |</a:t>
            </a:r>
          </a:p>
          <a:p>
            <a:pPr algn="l"/>
            <a:r>
              <a:rPr lang="en-US" sz="1200">
                <a:latin typeface="Courier New" pitchFamily="49" charset="0"/>
              </a:rPr>
              <a:t>| </a:t>
            </a:r>
            <a:r>
              <a:rPr lang="en-US" sz="1200" err="1">
                <a:latin typeface="Courier New" pitchFamily="49" charset="0"/>
              </a:rPr>
              <a:t>Zdravko</a:t>
            </a:r>
            <a:r>
              <a:rPr lang="en-US" sz="1200">
                <a:latin typeface="Courier New" pitchFamily="49" charset="0"/>
              </a:rPr>
              <a:t> | </a:t>
            </a:r>
            <a:r>
              <a:rPr lang="en-US" sz="1200" err="1">
                <a:latin typeface="Courier New" pitchFamily="49" charset="0"/>
              </a:rPr>
              <a:t>Zdravko</a:t>
            </a:r>
            <a:r>
              <a:rPr lang="en-US" sz="1200">
                <a:latin typeface="Courier New" pitchFamily="49" charset="0"/>
              </a:rPr>
              <a:t> |     10 |</a:t>
            </a:r>
          </a:p>
          <a:p>
            <a:pPr algn="l"/>
            <a:r>
              <a:rPr lang="en-US" sz="1200">
                <a:latin typeface="Courier New" pitchFamily="49" charset="0"/>
              </a:rPr>
              <a:t>| </a:t>
            </a:r>
            <a:r>
              <a:rPr lang="en-US" sz="1200" err="1">
                <a:latin typeface="Courier New" pitchFamily="49" charset="0"/>
              </a:rPr>
              <a:t>Rajko</a:t>
            </a:r>
            <a:r>
              <a:rPr lang="en-US" sz="1200">
                <a:latin typeface="Courier New" pitchFamily="49" charset="0"/>
              </a:rPr>
              <a:t>   | </a:t>
            </a:r>
            <a:r>
              <a:rPr lang="en-US" sz="1200" err="1">
                <a:latin typeface="Courier New" pitchFamily="49" charset="0"/>
              </a:rPr>
              <a:t>Rajko</a:t>
            </a:r>
            <a:r>
              <a:rPr lang="en-US" sz="1200">
                <a:latin typeface="Courier New" pitchFamily="49" charset="0"/>
              </a:rPr>
              <a:t>   |     10 |</a:t>
            </a:r>
          </a:p>
          <a:p>
            <a:pPr algn="l"/>
            <a:r>
              <a:rPr lang="en-US" sz="1200">
                <a:latin typeface="Courier New" pitchFamily="49" charset="0"/>
              </a:rPr>
              <a:t>| </a:t>
            </a:r>
            <a:r>
              <a:rPr lang="en-US" sz="1200" err="1">
                <a:latin typeface="Courier New" pitchFamily="49" charset="0"/>
              </a:rPr>
              <a:t>Zdravko</a:t>
            </a:r>
            <a:r>
              <a:rPr lang="en-US" sz="1200">
                <a:latin typeface="Courier New" pitchFamily="49" charset="0"/>
              </a:rPr>
              <a:t> | </a:t>
            </a:r>
            <a:r>
              <a:rPr lang="en-US" sz="1200" err="1">
                <a:latin typeface="Courier New" pitchFamily="49" charset="0"/>
              </a:rPr>
              <a:t>Rajko</a:t>
            </a:r>
            <a:r>
              <a:rPr lang="en-US" sz="1200">
                <a:latin typeface="Courier New" pitchFamily="49" charset="0"/>
              </a:rPr>
              <a:t>   |     10 |</a:t>
            </a:r>
          </a:p>
          <a:p>
            <a:pPr algn="l"/>
            <a:r>
              <a:rPr lang="en-US" sz="1200">
                <a:latin typeface="Courier New" pitchFamily="49" charset="0"/>
              </a:rPr>
              <a:t>+---------+---------+--------+</a:t>
            </a:r>
          </a:p>
          <a:p>
            <a:pPr algn="l"/>
            <a:r>
              <a:rPr lang="en-US" err="1"/>
              <a:t>Zakaj</a:t>
            </a:r>
            <a:r>
              <a:rPr lang="en-US"/>
              <a:t> </a:t>
            </a:r>
            <a:r>
              <a:rPr lang="en-US" err="1"/>
              <a:t>ni</a:t>
            </a:r>
            <a:r>
              <a:rPr lang="en-US"/>
              <a:t> </a:t>
            </a:r>
            <a:r>
              <a:rPr lang="en-US" err="1"/>
              <a:t>razlike</a:t>
            </a:r>
            <a:r>
              <a:rPr lang="en-US"/>
              <a:t> </a:t>
            </a:r>
            <a:r>
              <a:rPr lang="en-US" err="1"/>
              <a:t>od</a:t>
            </a:r>
            <a:r>
              <a:rPr lang="en-US"/>
              <a:t> </a:t>
            </a:r>
            <a:r>
              <a:rPr lang="en-US" err="1"/>
              <a:t>prej</a:t>
            </a:r>
            <a:r>
              <a:rPr lang="en-US"/>
              <a:t>?</a:t>
            </a:r>
          </a:p>
        </p:txBody>
      </p:sp>
      <p:sp>
        <p:nvSpPr>
          <p:cNvPr id="121858" name="Rectangle 2"/>
          <p:cNvSpPr>
            <a:spLocks noGrp="1" noChangeArrowheads="1"/>
          </p:cNvSpPr>
          <p:nvPr>
            <p:ph type="body" sz="half" idx="3"/>
          </p:nvPr>
        </p:nvSpPr>
        <p:spPr>
          <a:xfrm>
            <a:off x="762000" y="2362200"/>
            <a:ext cx="4114800" cy="1524000"/>
          </a:xfrm>
        </p:spPr>
        <p:txBody>
          <a:bodyPr/>
          <a:lstStyle/>
          <a:p>
            <a:r>
              <a:rPr lang="sl-SI" sz="2400"/>
              <a:t>Poišči imena in ratinge vseh parov jadralcev, ki imajo enak rating</a:t>
            </a:r>
            <a:r>
              <a:rPr lang="en-US" sz="2400"/>
              <a:t>.</a:t>
            </a:r>
            <a:r>
              <a:rPr lang="sl-SI" sz="2400"/>
              <a:t> </a:t>
            </a:r>
            <a:endParaRPr lang="en-US" sz="2400"/>
          </a:p>
          <a:p>
            <a:endParaRPr lang="en-US" sz="2400"/>
          </a:p>
          <a:p>
            <a:endParaRPr lang="en-US" sz="2400"/>
          </a:p>
          <a:p>
            <a:endParaRPr lang="en-US" sz="2400"/>
          </a:p>
          <a:p>
            <a:endParaRPr lang="en-US" sz="2400"/>
          </a:p>
          <a:p>
            <a:pPr>
              <a:buFont typeface="Wingdings" pitchFamily="2" charset="2"/>
              <a:buNone/>
            </a:pPr>
            <a:endParaRPr lang="en-US" sz="2400"/>
          </a:p>
        </p:txBody>
      </p:sp>
      <p:sp>
        <p:nvSpPr>
          <p:cNvPr id="121859" name="AutoShape 3"/>
          <p:cNvSpPr>
            <a:spLocks noGrp="1" noChangeArrowheads="1"/>
          </p:cNvSpPr>
          <p:nvPr>
            <p:ph type="title"/>
          </p:nvPr>
        </p:nvSpPr>
        <p:spPr/>
        <p:txBody>
          <a:bodyPr/>
          <a:lstStyle/>
          <a:p>
            <a:r>
              <a:rPr lang="sl-SI"/>
              <a:t>SQL</a:t>
            </a:r>
            <a:r>
              <a:rPr lang="en-US"/>
              <a:t> (</a:t>
            </a:r>
            <a:r>
              <a:rPr lang="sl-SI"/>
              <a:t>kartezični produkt)</a:t>
            </a:r>
            <a:endParaRPr lang="en-US"/>
          </a:p>
        </p:txBody>
      </p:sp>
      <p:sp>
        <p:nvSpPr>
          <p:cNvPr id="121860" name="Rectangle 4"/>
          <p:cNvSpPr>
            <a:spLocks noGrp="1" noChangeArrowheads="1"/>
          </p:cNvSpPr>
          <p:nvPr>
            <p:ph sz="quarter" idx="2"/>
          </p:nvPr>
        </p:nvSpPr>
        <p:spPr>
          <a:xfrm>
            <a:off x="685800" y="5029200"/>
            <a:ext cx="5334000" cy="1600200"/>
          </a:xfrm>
        </p:spPr>
        <p:txBody>
          <a:bodyPr/>
          <a:lstStyle/>
          <a:p>
            <a:pPr lvl="1">
              <a:buFontTx/>
              <a:buNone/>
            </a:pPr>
            <a:r>
              <a:rPr lang="en-US" sz="1600" b="1">
                <a:latin typeface="Courier New" pitchFamily="49" charset="0"/>
              </a:rPr>
              <a:t>SELECT</a:t>
            </a:r>
            <a:r>
              <a:rPr lang="en-US" sz="1600">
                <a:latin typeface="Courier New" pitchFamily="49" charset="0"/>
              </a:rPr>
              <a:t> </a:t>
            </a:r>
            <a:r>
              <a:rPr lang="en-US" sz="1600" b="1">
                <a:solidFill>
                  <a:srgbClr val="FF0066"/>
                </a:solidFill>
                <a:latin typeface="Courier New" pitchFamily="49" charset="0"/>
              </a:rPr>
              <a:t>DISTINCT</a:t>
            </a:r>
            <a:r>
              <a:rPr lang="en-US" sz="1600">
                <a:latin typeface="Courier New" pitchFamily="49" charset="0"/>
              </a:rPr>
              <a:t> j1.ime, j2.ime</a:t>
            </a:r>
            <a:r>
              <a:rPr lang="sl-SI" sz="1600">
                <a:latin typeface="Courier New" pitchFamily="49" charset="0"/>
              </a:rPr>
              <a:t>,</a:t>
            </a:r>
            <a:r>
              <a:rPr lang="en-US" sz="1600">
                <a:latin typeface="Courier New" pitchFamily="49" charset="0"/>
              </a:rPr>
              <a:t> </a:t>
            </a:r>
            <a:r>
              <a:rPr lang="sl-SI" sz="1600">
                <a:latin typeface="Courier New" pitchFamily="49" charset="0"/>
              </a:rPr>
              <a:t>	</a:t>
            </a:r>
            <a:r>
              <a:rPr lang="en-US" sz="1600">
                <a:latin typeface="Courier New" pitchFamily="49" charset="0"/>
              </a:rPr>
              <a:t>	     		j1.rating</a:t>
            </a:r>
          </a:p>
          <a:p>
            <a:pPr lvl="1">
              <a:buFontTx/>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j1, </a:t>
            </a:r>
            <a:r>
              <a:rPr lang="en-US" sz="1600" err="1">
                <a:latin typeface="Courier New" pitchFamily="49" charset="0"/>
              </a:rPr>
              <a:t>jadralec</a:t>
            </a:r>
            <a:r>
              <a:rPr lang="en-US" sz="1600">
                <a:latin typeface="Courier New" pitchFamily="49" charset="0"/>
              </a:rPr>
              <a:t> j2</a:t>
            </a:r>
          </a:p>
          <a:p>
            <a:pPr lvl="1">
              <a:buFontTx/>
              <a:buNone/>
            </a:pPr>
            <a:r>
              <a:rPr lang="en-US" sz="1600" b="1">
                <a:latin typeface="Courier New" pitchFamily="49" charset="0"/>
              </a:rPr>
              <a:t>WHERE</a:t>
            </a:r>
            <a:r>
              <a:rPr lang="en-US" sz="1600">
                <a:latin typeface="Courier New" pitchFamily="49" charset="0"/>
              </a:rPr>
              <a:t> j1.rating = j2.rating</a:t>
            </a:r>
          </a:p>
          <a:p>
            <a:pPr lvl="1">
              <a:buFontTx/>
              <a:buNone/>
            </a:pPr>
            <a:r>
              <a:rPr lang="en-US" sz="1600" b="1">
                <a:latin typeface="Courier New" pitchFamily="49" charset="0"/>
              </a:rPr>
              <a:t>ORDER BY </a:t>
            </a:r>
            <a:r>
              <a:rPr lang="en-US" sz="1600">
                <a:latin typeface="Courier New" pitchFamily="49" charset="0"/>
              </a:rPr>
              <a:t>j1.rating </a:t>
            </a:r>
            <a:r>
              <a:rPr lang="en-US" sz="1600" b="1">
                <a:latin typeface="Courier New" pitchFamily="49" charset="0"/>
              </a:rPr>
              <a:t>ASC</a:t>
            </a:r>
            <a:r>
              <a:rPr lang="en-US" sz="1600">
                <a:latin typeface="Courier New" pitchFamily="49" charset="0"/>
              </a:rPr>
              <a:t>;</a:t>
            </a:r>
            <a:endParaRPr lang="en-US" sz="2000"/>
          </a:p>
        </p:txBody>
      </p:sp>
      <p:sp>
        <p:nvSpPr>
          <p:cNvPr id="121863" name="Text Box 7"/>
          <p:cNvSpPr txBox="1">
            <a:spLocks noChangeArrowheads="1"/>
          </p:cNvSpPr>
          <p:nvPr/>
        </p:nvSpPr>
        <p:spPr bwMode="auto">
          <a:xfrm>
            <a:off x="3200400" y="2286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43703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6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186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186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186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18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2"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22882" name="Rectangle 2"/>
          <p:cNvSpPr>
            <a:spLocks noGrp="1" noChangeArrowheads="1"/>
          </p:cNvSpPr>
          <p:nvPr>
            <p:ph type="body" sz="half" idx="3"/>
          </p:nvPr>
        </p:nvSpPr>
        <p:spPr>
          <a:xfrm>
            <a:off x="762000" y="2362200"/>
            <a:ext cx="4114800" cy="1524000"/>
          </a:xfrm>
        </p:spPr>
        <p:txBody>
          <a:bodyPr/>
          <a:lstStyle/>
          <a:p>
            <a:r>
              <a:rPr lang="sl-SI" sz="2400"/>
              <a:t>Poišči imena in ratinge vseh parov jadralcev, ki imajo enak rating</a:t>
            </a:r>
            <a:r>
              <a:rPr lang="en-US" sz="2400"/>
              <a:t>.</a:t>
            </a:r>
            <a:r>
              <a:rPr lang="sl-SI" sz="2400"/>
              <a:t> </a:t>
            </a:r>
            <a:endParaRPr lang="en-US" sz="2400"/>
          </a:p>
          <a:p>
            <a:endParaRPr lang="en-US" sz="2400"/>
          </a:p>
          <a:p>
            <a:endParaRPr lang="en-US" sz="2400"/>
          </a:p>
          <a:p>
            <a:endParaRPr lang="en-US" sz="2400"/>
          </a:p>
          <a:p>
            <a:endParaRPr lang="en-US" sz="2400"/>
          </a:p>
          <a:p>
            <a:pPr>
              <a:buFont typeface="Wingdings" pitchFamily="2" charset="2"/>
              <a:buNone/>
            </a:pPr>
            <a:endParaRPr lang="en-US" sz="2400"/>
          </a:p>
        </p:txBody>
      </p:sp>
      <p:sp>
        <p:nvSpPr>
          <p:cNvPr id="122883" name="AutoShape 3"/>
          <p:cNvSpPr>
            <a:spLocks noGrp="1" noChangeArrowheads="1"/>
          </p:cNvSpPr>
          <p:nvPr>
            <p:ph type="title"/>
          </p:nvPr>
        </p:nvSpPr>
        <p:spPr/>
        <p:txBody>
          <a:bodyPr/>
          <a:lstStyle/>
          <a:p>
            <a:r>
              <a:rPr lang="sl-SI"/>
              <a:t>SQL</a:t>
            </a:r>
            <a:r>
              <a:rPr lang="en-US"/>
              <a:t> (</a:t>
            </a:r>
            <a:r>
              <a:rPr lang="sl-SI"/>
              <a:t>kartezični produkt)</a:t>
            </a:r>
            <a:endParaRPr lang="en-US"/>
          </a:p>
        </p:txBody>
      </p:sp>
      <p:sp>
        <p:nvSpPr>
          <p:cNvPr id="122884" name="Rectangle 4"/>
          <p:cNvSpPr>
            <a:spLocks noGrp="1" noChangeArrowheads="1"/>
          </p:cNvSpPr>
          <p:nvPr>
            <p:ph sz="quarter" idx="2"/>
          </p:nvPr>
        </p:nvSpPr>
        <p:spPr>
          <a:xfrm>
            <a:off x="1066800" y="5029200"/>
            <a:ext cx="5486400" cy="1600200"/>
          </a:xfrm>
        </p:spPr>
        <p:txBody>
          <a:bodyPr/>
          <a:lstStyle/>
          <a:p>
            <a:pPr lvl="1">
              <a:buFontTx/>
              <a:buNone/>
            </a:pPr>
            <a:r>
              <a:rPr lang="en-US" sz="1600" b="1">
                <a:latin typeface="Courier New" pitchFamily="49" charset="0"/>
              </a:rPr>
              <a:t>SELECT</a:t>
            </a:r>
            <a:r>
              <a:rPr lang="en-US" sz="1600">
                <a:latin typeface="Courier New" pitchFamily="49" charset="0"/>
              </a:rPr>
              <a:t> </a:t>
            </a:r>
            <a:r>
              <a:rPr lang="en-US" sz="1600" b="1">
                <a:latin typeface="Courier New" pitchFamily="49" charset="0"/>
              </a:rPr>
              <a:t>DISTINCT</a:t>
            </a:r>
            <a:r>
              <a:rPr lang="en-US" sz="1600">
                <a:latin typeface="Courier New" pitchFamily="49" charset="0"/>
              </a:rPr>
              <a:t> j1.ime, j2.ime</a:t>
            </a:r>
            <a:r>
              <a:rPr lang="sl-SI" sz="1600">
                <a:latin typeface="Courier New" pitchFamily="49" charset="0"/>
              </a:rPr>
              <a:t>,</a:t>
            </a:r>
            <a:r>
              <a:rPr lang="en-US" sz="1600">
                <a:latin typeface="Courier New" pitchFamily="49" charset="0"/>
              </a:rPr>
              <a:t> </a:t>
            </a:r>
            <a:r>
              <a:rPr lang="sl-SI" sz="1600">
                <a:latin typeface="Courier New" pitchFamily="49" charset="0"/>
              </a:rPr>
              <a:t>	</a:t>
            </a:r>
            <a:r>
              <a:rPr lang="en-US" sz="1600">
                <a:latin typeface="Courier New" pitchFamily="49" charset="0"/>
              </a:rPr>
              <a:t>	     j1.rating</a:t>
            </a:r>
          </a:p>
          <a:p>
            <a:pPr lvl="1">
              <a:buFontTx/>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j1, </a:t>
            </a:r>
            <a:r>
              <a:rPr lang="en-US" sz="1600" err="1">
                <a:latin typeface="Courier New" pitchFamily="49" charset="0"/>
              </a:rPr>
              <a:t>jadralec</a:t>
            </a:r>
            <a:r>
              <a:rPr lang="en-US" sz="1600">
                <a:latin typeface="Courier New" pitchFamily="49" charset="0"/>
              </a:rPr>
              <a:t> j2</a:t>
            </a:r>
          </a:p>
          <a:p>
            <a:pPr lvl="1">
              <a:buFontTx/>
              <a:buNone/>
            </a:pPr>
            <a:r>
              <a:rPr lang="en-US" sz="1600" b="1">
                <a:latin typeface="Courier New" pitchFamily="49" charset="0"/>
              </a:rPr>
              <a:t>WHERE</a:t>
            </a:r>
            <a:r>
              <a:rPr lang="en-US" sz="1600">
                <a:latin typeface="Courier New" pitchFamily="49" charset="0"/>
              </a:rPr>
              <a:t> j1.rating = j2.rating </a:t>
            </a:r>
            <a:r>
              <a:rPr lang="en-US" sz="1600" b="1">
                <a:latin typeface="Courier New" pitchFamily="49" charset="0"/>
              </a:rPr>
              <a:t>AND</a:t>
            </a:r>
          </a:p>
          <a:p>
            <a:pPr lvl="1">
              <a:buFontTx/>
              <a:buNone/>
            </a:pPr>
            <a:r>
              <a:rPr lang="en-US" sz="1600">
                <a:latin typeface="Courier New" pitchFamily="49" charset="0"/>
              </a:rPr>
              <a:t>      </a:t>
            </a:r>
            <a:r>
              <a:rPr lang="en-US" sz="1600" b="1">
                <a:solidFill>
                  <a:srgbClr val="FF0066"/>
                </a:solidFill>
                <a:latin typeface="Courier New" pitchFamily="49" charset="0"/>
              </a:rPr>
              <a:t>j1.ime &lt;&gt; j2.ime</a:t>
            </a:r>
            <a:r>
              <a:rPr lang="sl-SI" sz="1600" b="1">
                <a:solidFill>
                  <a:srgbClr val="FF0066"/>
                </a:solidFill>
                <a:latin typeface="Courier New" pitchFamily="49" charset="0"/>
              </a:rPr>
              <a:t>  -- bolje: </a:t>
            </a:r>
            <a:r>
              <a:rPr lang="sl-SI" sz="1600" b="1" err="1">
                <a:solidFill>
                  <a:srgbClr val="FF0066"/>
                </a:solidFill>
                <a:latin typeface="Courier New" pitchFamily="49" charset="0"/>
              </a:rPr>
              <a:t>jid</a:t>
            </a:r>
            <a:endParaRPr lang="en-US" sz="1600" b="1">
              <a:solidFill>
                <a:srgbClr val="FF0066"/>
              </a:solidFill>
              <a:latin typeface="Courier New" pitchFamily="49" charset="0"/>
            </a:endParaRPr>
          </a:p>
          <a:p>
            <a:pPr lvl="1">
              <a:buFontTx/>
              <a:buNone/>
            </a:pPr>
            <a:r>
              <a:rPr lang="en-US" sz="1600" b="1">
                <a:latin typeface="Courier New" pitchFamily="49" charset="0"/>
              </a:rPr>
              <a:t>ORDER BY </a:t>
            </a:r>
            <a:r>
              <a:rPr lang="en-US" sz="1600">
                <a:latin typeface="Courier New" pitchFamily="49" charset="0"/>
              </a:rPr>
              <a:t>j1.rating </a:t>
            </a:r>
            <a:r>
              <a:rPr lang="en-US" sz="1600" b="1">
                <a:latin typeface="Courier New" pitchFamily="49" charset="0"/>
              </a:rPr>
              <a:t>ASC</a:t>
            </a:r>
            <a:r>
              <a:rPr lang="en-US" sz="1600">
                <a:latin typeface="Courier New" pitchFamily="49" charset="0"/>
              </a:rPr>
              <a:t>;</a:t>
            </a:r>
            <a:endParaRPr lang="en-US" sz="2000"/>
          </a:p>
        </p:txBody>
      </p:sp>
      <p:sp>
        <p:nvSpPr>
          <p:cNvPr id="122886" name="Text Box 6"/>
          <p:cNvSpPr txBox="1">
            <a:spLocks noChangeArrowheads="1"/>
          </p:cNvSpPr>
          <p:nvPr/>
        </p:nvSpPr>
        <p:spPr bwMode="auto">
          <a:xfrm>
            <a:off x="6019800" y="2286000"/>
            <a:ext cx="3124200" cy="2740025"/>
          </a:xfrm>
          <a:prstGeom prst="rect">
            <a:avLst/>
          </a:prstGeom>
          <a:noFill/>
          <a:ln w="9525">
            <a:noFill/>
            <a:miter lim="800000"/>
            <a:headEnd/>
            <a:tailEnd/>
          </a:ln>
          <a:effectLst/>
        </p:spPr>
        <p:txBody>
          <a:bodyPr>
            <a:spAutoFit/>
          </a:bodyPr>
          <a:lstStyle/>
          <a:p>
            <a:pPr algn="l"/>
            <a:r>
              <a:rPr lang="en-US" sz="1200">
                <a:latin typeface="Courier New" pitchFamily="49" charset="0"/>
              </a:rPr>
              <a:t>+---------+---------+--------+</a:t>
            </a:r>
          </a:p>
          <a:p>
            <a:pPr algn="l"/>
            <a:r>
              <a:rPr lang="en-US" sz="1200">
                <a:latin typeface="Courier New" pitchFamily="49" charset="0"/>
              </a:rPr>
              <a:t>| </a:t>
            </a:r>
            <a:r>
              <a:rPr lang="en-US" sz="1200" err="1">
                <a:latin typeface="Courier New" pitchFamily="49" charset="0"/>
              </a:rPr>
              <a:t>ime</a:t>
            </a:r>
            <a:r>
              <a:rPr lang="en-US" sz="1200">
                <a:latin typeface="Courier New" pitchFamily="49" charset="0"/>
              </a:rPr>
              <a:t>     | </a:t>
            </a:r>
            <a:r>
              <a:rPr lang="en-US" sz="1200" err="1">
                <a:latin typeface="Courier New" pitchFamily="49" charset="0"/>
              </a:rPr>
              <a:t>ime</a:t>
            </a:r>
            <a:r>
              <a:rPr lang="en-US" sz="1200">
                <a:latin typeface="Courier New" pitchFamily="49" charset="0"/>
              </a:rPr>
              <a:t>     | rating |</a:t>
            </a:r>
          </a:p>
          <a:p>
            <a:pPr algn="l"/>
            <a:r>
              <a:rPr lang="en-US" sz="1200">
                <a:latin typeface="Courier New" pitchFamily="49" charset="0"/>
              </a:rPr>
              <a:t>+---------+---------+--------+</a:t>
            </a:r>
          </a:p>
          <a:p>
            <a:pPr algn="l"/>
            <a:r>
              <a:rPr lang="en-US" sz="1200">
                <a:latin typeface="Courier New" pitchFamily="49" charset="0"/>
              </a:rPr>
              <a:t>| </a:t>
            </a:r>
            <a:r>
              <a:rPr lang="en-US" sz="1200" err="1">
                <a:latin typeface="Courier New" pitchFamily="49" charset="0"/>
              </a:rPr>
              <a:t>Bine</a:t>
            </a:r>
            <a:r>
              <a:rPr lang="en-US" sz="1200">
                <a:latin typeface="Courier New" pitchFamily="49" charset="0"/>
              </a:rPr>
              <a:t>    | </a:t>
            </a:r>
            <a:r>
              <a:rPr lang="en-US" sz="1200" err="1">
                <a:latin typeface="Courier New" pitchFamily="49" charset="0"/>
              </a:rPr>
              <a:t>Anze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Anze</a:t>
            </a:r>
            <a:r>
              <a:rPr lang="en-US" sz="1200">
                <a:latin typeface="Courier New" pitchFamily="49" charset="0"/>
              </a:rPr>
              <a:t>    | </a:t>
            </a:r>
            <a:r>
              <a:rPr lang="en-US" sz="1200" err="1">
                <a:latin typeface="Courier New" pitchFamily="49" charset="0"/>
              </a:rPr>
              <a:t>Bine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Darko</a:t>
            </a:r>
            <a:r>
              <a:rPr lang="en-US" sz="1200">
                <a:latin typeface="Courier New" pitchFamily="49" charset="0"/>
              </a:rPr>
              <a:t>   | </a:t>
            </a:r>
            <a:r>
              <a:rPr lang="en-US" sz="1200" err="1">
                <a:latin typeface="Courier New" pitchFamily="49" charset="0"/>
              </a:rPr>
              <a:t>Henrik</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Henrik</a:t>
            </a:r>
            <a:r>
              <a:rPr lang="en-US" sz="1200">
                <a:latin typeface="Courier New" pitchFamily="49" charset="0"/>
              </a:rPr>
              <a:t>  | </a:t>
            </a:r>
            <a:r>
              <a:rPr lang="en-US" sz="1200" err="1">
                <a:latin typeface="Courier New" pitchFamily="49" charset="0"/>
              </a:rPr>
              <a:t>Darko</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Lojze</a:t>
            </a:r>
            <a:r>
              <a:rPr lang="en-US" sz="1200">
                <a:latin typeface="Courier New" pitchFamily="49" charset="0"/>
              </a:rPr>
              <a:t>   | Andrej  |      8 |</a:t>
            </a:r>
          </a:p>
          <a:p>
            <a:pPr algn="l"/>
            <a:r>
              <a:rPr lang="en-US" sz="1200">
                <a:latin typeface="Courier New" pitchFamily="49" charset="0"/>
              </a:rPr>
              <a:t>| Andrej  | </a:t>
            </a:r>
            <a:r>
              <a:rPr lang="en-US" sz="1200" err="1">
                <a:latin typeface="Courier New" pitchFamily="49" charset="0"/>
              </a:rPr>
              <a:t>Lojze</a:t>
            </a:r>
            <a:r>
              <a:rPr lang="en-US" sz="1200">
                <a:latin typeface="Courier New" pitchFamily="49" charset="0"/>
              </a:rPr>
              <a:t>   |      8 |</a:t>
            </a:r>
          </a:p>
          <a:p>
            <a:pPr algn="l"/>
            <a:r>
              <a:rPr lang="en-US" sz="1200">
                <a:latin typeface="Courier New" pitchFamily="49" charset="0"/>
              </a:rPr>
              <a:t>| </a:t>
            </a:r>
            <a:r>
              <a:rPr lang="en-US" sz="1200" err="1">
                <a:latin typeface="Courier New" pitchFamily="49" charset="0"/>
              </a:rPr>
              <a:t>Zdravko</a:t>
            </a:r>
            <a:r>
              <a:rPr lang="en-US" sz="1200">
                <a:latin typeface="Courier New" pitchFamily="49" charset="0"/>
              </a:rPr>
              <a:t> | </a:t>
            </a:r>
            <a:r>
              <a:rPr lang="en-US" sz="1200" err="1">
                <a:latin typeface="Courier New" pitchFamily="49" charset="0"/>
              </a:rPr>
              <a:t>Rajko</a:t>
            </a:r>
            <a:r>
              <a:rPr lang="en-US" sz="1200">
                <a:latin typeface="Courier New" pitchFamily="49" charset="0"/>
              </a:rPr>
              <a:t>   |     10 |</a:t>
            </a:r>
          </a:p>
          <a:p>
            <a:pPr algn="l"/>
            <a:r>
              <a:rPr lang="en-US" sz="1200">
                <a:latin typeface="Courier New" pitchFamily="49" charset="0"/>
              </a:rPr>
              <a:t>| </a:t>
            </a:r>
            <a:r>
              <a:rPr lang="en-US" sz="1200" err="1">
                <a:latin typeface="Courier New" pitchFamily="49" charset="0"/>
              </a:rPr>
              <a:t>Rajko</a:t>
            </a:r>
            <a:r>
              <a:rPr lang="en-US" sz="1200">
                <a:latin typeface="Courier New" pitchFamily="49" charset="0"/>
              </a:rPr>
              <a:t>   | </a:t>
            </a:r>
            <a:r>
              <a:rPr lang="en-US" sz="1200" err="1">
                <a:latin typeface="Courier New" pitchFamily="49" charset="0"/>
              </a:rPr>
              <a:t>Zdravko</a:t>
            </a:r>
            <a:r>
              <a:rPr lang="en-US" sz="1200">
                <a:latin typeface="Courier New" pitchFamily="49" charset="0"/>
              </a:rPr>
              <a:t> |     10 |</a:t>
            </a:r>
          </a:p>
          <a:p>
            <a:pPr algn="l"/>
            <a:r>
              <a:rPr lang="en-US" sz="1200">
                <a:latin typeface="Courier New" pitchFamily="49" charset="0"/>
              </a:rPr>
              <a:t>+---------+---------+--------+</a:t>
            </a:r>
          </a:p>
          <a:p>
            <a:pPr algn="l"/>
            <a:endParaRPr lang="en-US" sz="1200">
              <a:latin typeface="Courier New" pitchFamily="49" charset="0"/>
            </a:endParaRPr>
          </a:p>
          <a:p>
            <a:pPr algn="l"/>
            <a:r>
              <a:rPr lang="en-US" err="1"/>
              <a:t>Kaj</a:t>
            </a:r>
            <a:r>
              <a:rPr lang="en-US"/>
              <a:t> </a:t>
            </a:r>
            <a:r>
              <a:rPr lang="sl-SI"/>
              <a:t>še ni v redu</a:t>
            </a:r>
            <a:r>
              <a:rPr lang="en-US"/>
              <a:t>?</a:t>
            </a:r>
          </a:p>
        </p:txBody>
      </p:sp>
      <p:sp>
        <p:nvSpPr>
          <p:cNvPr id="122887" name="Text Box 7"/>
          <p:cNvSpPr txBox="1">
            <a:spLocks noChangeArrowheads="1"/>
          </p:cNvSpPr>
          <p:nvPr/>
        </p:nvSpPr>
        <p:spPr bwMode="auto">
          <a:xfrm>
            <a:off x="3200400" y="2286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19367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8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8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p:bldP spid="122886"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23906" name="Rectangle 2"/>
          <p:cNvSpPr>
            <a:spLocks noGrp="1" noChangeArrowheads="1"/>
          </p:cNvSpPr>
          <p:nvPr>
            <p:ph type="body" sz="half" idx="3"/>
          </p:nvPr>
        </p:nvSpPr>
        <p:spPr>
          <a:xfrm>
            <a:off x="762000" y="2362200"/>
            <a:ext cx="4114800" cy="1524000"/>
          </a:xfrm>
        </p:spPr>
        <p:txBody>
          <a:bodyPr/>
          <a:lstStyle/>
          <a:p>
            <a:r>
              <a:rPr lang="sl-SI" sz="2400"/>
              <a:t>Poišči imena in ratinge vseh parov jadralcev, ki imajo enak rating</a:t>
            </a:r>
            <a:r>
              <a:rPr lang="en-US" sz="2400"/>
              <a:t>.</a:t>
            </a:r>
            <a:r>
              <a:rPr lang="sl-SI" sz="2400"/>
              <a:t> </a:t>
            </a:r>
            <a:br>
              <a:rPr lang="sl-SI" sz="2400"/>
            </a:br>
            <a:r>
              <a:rPr lang="sl-SI" sz="2400">
                <a:sym typeface="Symbol" pitchFamily="18" charset="2"/>
              </a:rPr>
              <a:t>: </a:t>
            </a:r>
            <a:r>
              <a:rPr lang="sl-SI" sz="2400"/>
              <a:t>operator preimenovanja</a:t>
            </a:r>
            <a:endParaRPr lang="en-US" sz="2400"/>
          </a:p>
          <a:p>
            <a:endParaRPr lang="en-US" sz="2400"/>
          </a:p>
          <a:p>
            <a:endParaRPr lang="en-US" sz="2400"/>
          </a:p>
          <a:p>
            <a:endParaRPr lang="en-US" sz="2400"/>
          </a:p>
          <a:p>
            <a:endParaRPr lang="en-US" sz="2400"/>
          </a:p>
          <a:p>
            <a:endParaRPr lang="en-US" sz="2400"/>
          </a:p>
          <a:p>
            <a:pPr>
              <a:buFont typeface="Wingdings" pitchFamily="2" charset="2"/>
              <a:buNone/>
            </a:pPr>
            <a:endParaRPr lang="en-US" sz="2400"/>
          </a:p>
        </p:txBody>
      </p:sp>
      <p:sp>
        <p:nvSpPr>
          <p:cNvPr id="123907" name="AutoShape 3"/>
          <p:cNvSpPr>
            <a:spLocks noGrp="1" noChangeArrowheads="1"/>
          </p:cNvSpPr>
          <p:nvPr>
            <p:ph type="title"/>
          </p:nvPr>
        </p:nvSpPr>
        <p:spPr/>
        <p:txBody>
          <a:bodyPr/>
          <a:lstStyle/>
          <a:p>
            <a:r>
              <a:rPr lang="sl-SI"/>
              <a:t>SQL</a:t>
            </a:r>
            <a:r>
              <a:rPr lang="en-US"/>
              <a:t> (</a:t>
            </a:r>
            <a:r>
              <a:rPr lang="sl-SI"/>
              <a:t>kartezični produkt)</a:t>
            </a:r>
            <a:endParaRPr lang="en-US"/>
          </a:p>
        </p:txBody>
      </p:sp>
      <p:sp>
        <p:nvSpPr>
          <p:cNvPr id="123908" name="Rectangle 4"/>
          <p:cNvSpPr>
            <a:spLocks noGrp="1" noChangeArrowheads="1"/>
          </p:cNvSpPr>
          <p:nvPr>
            <p:ph sz="quarter" idx="2"/>
          </p:nvPr>
        </p:nvSpPr>
        <p:spPr>
          <a:xfrm>
            <a:off x="1066800" y="5029200"/>
            <a:ext cx="4724400" cy="1600200"/>
          </a:xfrm>
        </p:spPr>
        <p:txBody>
          <a:bodyPr/>
          <a:lstStyle/>
          <a:p>
            <a:pPr lvl="1">
              <a:buFontTx/>
              <a:buNone/>
            </a:pPr>
            <a:r>
              <a:rPr lang="en-US" sz="1600" b="1" dirty="0">
                <a:latin typeface="Courier New" pitchFamily="49" charset="0"/>
              </a:rPr>
              <a:t>SELECT DISTINCT </a:t>
            </a:r>
            <a:r>
              <a:rPr lang="en-US" sz="1600" dirty="0">
                <a:latin typeface="Courier New" pitchFamily="49" charset="0"/>
              </a:rPr>
              <a:t>j1.ime, j2.ime</a:t>
            </a:r>
            <a:r>
              <a:rPr lang="sl-SI" sz="1600" dirty="0">
                <a:latin typeface="Courier New" pitchFamily="49" charset="0"/>
              </a:rPr>
              <a:t>,</a:t>
            </a:r>
            <a:r>
              <a:rPr lang="en-US" sz="1600" dirty="0">
                <a:latin typeface="Courier New" pitchFamily="49" charset="0"/>
              </a:rPr>
              <a:t> </a:t>
            </a:r>
            <a:r>
              <a:rPr lang="sl-SI" sz="1600" dirty="0">
                <a:latin typeface="Courier New" pitchFamily="49" charset="0"/>
              </a:rPr>
              <a:t>		</a:t>
            </a:r>
            <a:r>
              <a:rPr lang="en-US" sz="1600" dirty="0">
                <a:latin typeface="Courier New" pitchFamily="49" charset="0"/>
              </a:rPr>
              <a:t>	j1.rating</a:t>
            </a:r>
          </a:p>
          <a:p>
            <a:pPr lvl="1">
              <a:buFontTx/>
              <a:buNone/>
            </a:pPr>
            <a:r>
              <a:rPr lang="en-US" sz="1600" b="1" dirty="0">
                <a:latin typeface="Courier New" pitchFamily="49" charset="0"/>
              </a:rPr>
              <a:t>FROM</a:t>
            </a:r>
            <a:r>
              <a:rPr lang="en-US" sz="1600" dirty="0">
                <a:latin typeface="Courier New" pitchFamily="49" charset="0"/>
              </a:rPr>
              <a:t> </a:t>
            </a:r>
            <a:r>
              <a:rPr lang="en-US" sz="1600" dirty="0" err="1">
                <a:latin typeface="Courier New" pitchFamily="49" charset="0"/>
              </a:rPr>
              <a:t>jadralec</a:t>
            </a:r>
            <a:r>
              <a:rPr lang="en-US" sz="1600" dirty="0">
                <a:latin typeface="Courier New" pitchFamily="49" charset="0"/>
              </a:rPr>
              <a:t> j1, </a:t>
            </a:r>
            <a:r>
              <a:rPr lang="en-US" sz="1600" dirty="0" err="1">
                <a:latin typeface="Courier New" pitchFamily="49" charset="0"/>
              </a:rPr>
              <a:t>jadralec</a:t>
            </a:r>
            <a:r>
              <a:rPr lang="en-US" sz="1600" dirty="0">
                <a:latin typeface="Courier New" pitchFamily="49" charset="0"/>
              </a:rPr>
              <a:t> j2</a:t>
            </a:r>
          </a:p>
          <a:p>
            <a:pPr lvl="1">
              <a:buFontTx/>
              <a:buNone/>
            </a:pPr>
            <a:r>
              <a:rPr lang="en-US" sz="1600" b="1" dirty="0">
                <a:latin typeface="Courier New" pitchFamily="49" charset="0"/>
              </a:rPr>
              <a:t>WHERE</a:t>
            </a:r>
            <a:r>
              <a:rPr lang="en-US" sz="1600" dirty="0">
                <a:latin typeface="Courier New" pitchFamily="49" charset="0"/>
              </a:rPr>
              <a:t> j1.rating = j2.rating </a:t>
            </a:r>
            <a:r>
              <a:rPr lang="en-US" sz="1600" b="1" dirty="0">
                <a:latin typeface="Courier New" pitchFamily="49" charset="0"/>
              </a:rPr>
              <a:t>AND</a:t>
            </a:r>
          </a:p>
          <a:p>
            <a:pPr lvl="1">
              <a:buFontTx/>
              <a:buNone/>
            </a:pPr>
            <a:r>
              <a:rPr lang="en-US" sz="1600" dirty="0">
                <a:latin typeface="Courier New" pitchFamily="49" charset="0"/>
              </a:rPr>
              <a:t>      j1.</a:t>
            </a:r>
            <a:r>
              <a:rPr lang="sl-SI" sz="1600" dirty="0" err="1">
                <a:latin typeface="Courier New" pitchFamily="49" charset="0"/>
              </a:rPr>
              <a:t>jid</a:t>
            </a:r>
            <a:r>
              <a:rPr lang="en-US" sz="1600" dirty="0">
                <a:latin typeface="Courier New" pitchFamily="49" charset="0"/>
              </a:rPr>
              <a:t> </a:t>
            </a:r>
            <a:r>
              <a:rPr lang="en-US" sz="1600" b="1" dirty="0">
                <a:solidFill>
                  <a:srgbClr val="FF0066"/>
                </a:solidFill>
                <a:latin typeface="Courier New" pitchFamily="49" charset="0"/>
              </a:rPr>
              <a:t>&lt;</a:t>
            </a:r>
            <a:r>
              <a:rPr lang="en-US" sz="1600" dirty="0">
                <a:latin typeface="Courier New" pitchFamily="49" charset="0"/>
              </a:rPr>
              <a:t> j2.</a:t>
            </a:r>
            <a:r>
              <a:rPr lang="sl-SI" sz="1600" dirty="0" err="1">
                <a:latin typeface="Courier New" pitchFamily="49" charset="0"/>
              </a:rPr>
              <a:t>jid</a:t>
            </a:r>
            <a:endParaRPr lang="en-US" sz="1600" dirty="0">
              <a:latin typeface="Courier New" pitchFamily="49" charset="0"/>
            </a:endParaRPr>
          </a:p>
          <a:p>
            <a:pPr lvl="1">
              <a:buFontTx/>
              <a:buNone/>
            </a:pPr>
            <a:r>
              <a:rPr lang="en-US" sz="1600" b="1" dirty="0">
                <a:latin typeface="Courier New" pitchFamily="49" charset="0"/>
              </a:rPr>
              <a:t>ORDER BY </a:t>
            </a:r>
            <a:r>
              <a:rPr lang="en-US" sz="1600" dirty="0">
                <a:latin typeface="Courier New" pitchFamily="49" charset="0"/>
              </a:rPr>
              <a:t>j1.rating </a:t>
            </a:r>
            <a:r>
              <a:rPr lang="en-US" sz="1600" b="1" dirty="0">
                <a:latin typeface="Courier New" pitchFamily="49" charset="0"/>
              </a:rPr>
              <a:t>ASC</a:t>
            </a:r>
            <a:r>
              <a:rPr lang="en-US" sz="1600" dirty="0">
                <a:latin typeface="Courier New" pitchFamily="49" charset="0"/>
              </a:rPr>
              <a:t>;</a:t>
            </a:r>
            <a:endParaRPr lang="en-US" sz="2000" dirty="0"/>
          </a:p>
        </p:txBody>
      </p:sp>
      <p:sp>
        <p:nvSpPr>
          <p:cNvPr id="123910" name="Text Box 6"/>
          <p:cNvSpPr txBox="1">
            <a:spLocks noChangeArrowheads="1"/>
          </p:cNvSpPr>
          <p:nvPr/>
        </p:nvSpPr>
        <p:spPr bwMode="auto">
          <a:xfrm>
            <a:off x="5562600" y="2362200"/>
            <a:ext cx="3124200" cy="1569660"/>
          </a:xfrm>
          <a:prstGeom prst="rect">
            <a:avLst/>
          </a:prstGeom>
          <a:noFill/>
          <a:ln w="9525">
            <a:noFill/>
            <a:miter lim="800000"/>
            <a:headEnd/>
            <a:tailEnd/>
          </a:ln>
          <a:effectLst/>
        </p:spPr>
        <p:txBody>
          <a:bodyPr>
            <a:spAutoFit/>
          </a:bodyPr>
          <a:lstStyle/>
          <a:p>
            <a:pPr algn="l"/>
            <a:r>
              <a:rPr lang="en-US" sz="1200">
                <a:latin typeface="Courier New" pitchFamily="49" charset="0"/>
              </a:rPr>
              <a:t>+--------+---------+--------+</a:t>
            </a:r>
          </a:p>
          <a:p>
            <a:pPr algn="l"/>
            <a:r>
              <a:rPr lang="en-US" sz="1200">
                <a:latin typeface="Courier New" pitchFamily="49" charset="0"/>
              </a:rPr>
              <a:t>| </a:t>
            </a:r>
            <a:r>
              <a:rPr lang="en-US" sz="1200" err="1">
                <a:latin typeface="Courier New" pitchFamily="49" charset="0"/>
              </a:rPr>
              <a:t>ime</a:t>
            </a:r>
            <a:r>
              <a:rPr lang="en-US" sz="1200">
                <a:latin typeface="Courier New" pitchFamily="49" charset="0"/>
              </a:rPr>
              <a:t>    | </a:t>
            </a:r>
            <a:r>
              <a:rPr lang="en-US" sz="1200" err="1">
                <a:latin typeface="Courier New" pitchFamily="49" charset="0"/>
              </a:rPr>
              <a:t>ime</a:t>
            </a:r>
            <a:r>
              <a:rPr lang="en-US" sz="1200">
                <a:latin typeface="Courier New" pitchFamily="49" charset="0"/>
              </a:rPr>
              <a:t>     | rating |</a:t>
            </a:r>
          </a:p>
          <a:p>
            <a:pPr algn="l"/>
            <a:r>
              <a:rPr lang="en-US" sz="1200">
                <a:latin typeface="Courier New" pitchFamily="49" charset="0"/>
              </a:rPr>
              <a:t>+--------+---------+--------+</a:t>
            </a:r>
          </a:p>
          <a:p>
            <a:pPr algn="l"/>
            <a:r>
              <a:rPr lang="en-US" sz="1200">
                <a:latin typeface="Courier New" pitchFamily="49" charset="0"/>
              </a:rPr>
              <a:t>| </a:t>
            </a:r>
            <a:r>
              <a:rPr lang="en-US" sz="1200" err="1">
                <a:latin typeface="Courier New" pitchFamily="49" charset="0"/>
              </a:rPr>
              <a:t>Anze</a:t>
            </a:r>
            <a:r>
              <a:rPr lang="en-US" sz="1200">
                <a:latin typeface="Courier New" pitchFamily="49" charset="0"/>
              </a:rPr>
              <a:t>   | </a:t>
            </a:r>
            <a:r>
              <a:rPr lang="en-US" sz="1200" err="1">
                <a:latin typeface="Courier New" pitchFamily="49" charset="0"/>
              </a:rPr>
              <a:t>Bine</a:t>
            </a:r>
            <a:r>
              <a:rPr lang="en-US" sz="1200">
                <a:latin typeface="Courier New" pitchFamily="49" charset="0"/>
              </a:rPr>
              <a:t>    |      3 |</a:t>
            </a:r>
          </a:p>
          <a:p>
            <a:pPr algn="l"/>
            <a:r>
              <a:rPr lang="en-US" sz="1200">
                <a:latin typeface="Courier New" pitchFamily="49" charset="0"/>
              </a:rPr>
              <a:t>| </a:t>
            </a:r>
            <a:r>
              <a:rPr lang="en-US" sz="1200" err="1">
                <a:latin typeface="Courier New" pitchFamily="49" charset="0"/>
              </a:rPr>
              <a:t>Darko</a:t>
            </a:r>
            <a:r>
              <a:rPr lang="en-US" sz="1200">
                <a:latin typeface="Courier New" pitchFamily="49" charset="0"/>
              </a:rPr>
              <a:t>  | </a:t>
            </a:r>
            <a:r>
              <a:rPr lang="en-US" sz="1200" err="1">
                <a:latin typeface="Courier New" pitchFamily="49" charset="0"/>
              </a:rPr>
              <a:t>Henrik</a:t>
            </a:r>
            <a:r>
              <a:rPr lang="en-US" sz="1200">
                <a:latin typeface="Courier New" pitchFamily="49" charset="0"/>
              </a:rPr>
              <a:t>  |      7 |</a:t>
            </a:r>
          </a:p>
          <a:p>
            <a:pPr algn="l"/>
            <a:r>
              <a:rPr lang="en-US" sz="1200">
                <a:latin typeface="Courier New" pitchFamily="49" charset="0"/>
              </a:rPr>
              <a:t>| </a:t>
            </a:r>
            <a:r>
              <a:rPr lang="en-US" sz="1200" err="1">
                <a:latin typeface="Courier New" pitchFamily="49" charset="0"/>
              </a:rPr>
              <a:t>Lojze</a:t>
            </a:r>
            <a:r>
              <a:rPr lang="en-US" sz="1200">
                <a:latin typeface="Courier New" pitchFamily="49" charset="0"/>
              </a:rPr>
              <a:t> </a:t>
            </a:r>
            <a:r>
              <a:rPr lang="sl-SI" sz="1200">
                <a:latin typeface="Courier New" pitchFamily="49" charset="0"/>
              </a:rPr>
              <a:t> </a:t>
            </a:r>
            <a:r>
              <a:rPr lang="en-US" sz="1200">
                <a:latin typeface="Courier New" pitchFamily="49" charset="0"/>
              </a:rPr>
              <a:t>| Andrej</a:t>
            </a:r>
            <a:r>
              <a:rPr lang="sl-SI" sz="1200">
                <a:latin typeface="Courier New" pitchFamily="49" charset="0"/>
              </a:rPr>
              <a:t> </a:t>
            </a:r>
            <a:r>
              <a:rPr lang="en-US" sz="1200">
                <a:latin typeface="Courier New" pitchFamily="49" charset="0"/>
              </a:rPr>
              <a:t> |      8 |</a:t>
            </a:r>
          </a:p>
          <a:p>
            <a:pPr algn="l"/>
            <a:r>
              <a:rPr lang="en-US" sz="1200">
                <a:latin typeface="Courier New" pitchFamily="49" charset="0"/>
              </a:rPr>
              <a:t>| </a:t>
            </a:r>
            <a:r>
              <a:rPr lang="en-US" sz="1200" err="1">
                <a:latin typeface="Courier New" pitchFamily="49" charset="0"/>
              </a:rPr>
              <a:t>Rajko</a:t>
            </a:r>
            <a:r>
              <a:rPr lang="en-US" sz="1200">
                <a:latin typeface="Courier New" pitchFamily="49" charset="0"/>
              </a:rPr>
              <a:t>  | </a:t>
            </a:r>
            <a:r>
              <a:rPr lang="en-US" sz="1200" err="1">
                <a:latin typeface="Courier New" pitchFamily="49" charset="0"/>
              </a:rPr>
              <a:t>Zdravko</a:t>
            </a:r>
            <a:r>
              <a:rPr lang="en-US" sz="1200">
                <a:latin typeface="Courier New" pitchFamily="49" charset="0"/>
              </a:rPr>
              <a:t> |     10 |</a:t>
            </a:r>
          </a:p>
          <a:p>
            <a:pPr algn="l"/>
            <a:r>
              <a:rPr lang="en-US" sz="1200">
                <a:latin typeface="Courier New" pitchFamily="49" charset="0"/>
              </a:rPr>
              <a:t>+--------+---------+--------+</a:t>
            </a:r>
          </a:p>
        </p:txBody>
      </p:sp>
      <p:sp>
        <p:nvSpPr>
          <p:cNvPr id="123911" name="Text Box 7"/>
          <p:cNvSpPr txBox="1">
            <a:spLocks noChangeArrowheads="1"/>
          </p:cNvSpPr>
          <p:nvPr/>
        </p:nvSpPr>
        <p:spPr bwMode="auto">
          <a:xfrm>
            <a:off x="3200400" y="2286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296696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p:bldP spid="1239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12642" name="AutoShape 2"/>
          <p:cNvSpPr>
            <a:spLocks noGrp="1" noChangeArrowheads="1"/>
          </p:cNvSpPr>
          <p:nvPr>
            <p:ph type="title"/>
          </p:nvPr>
        </p:nvSpPr>
        <p:spPr/>
        <p:txBody>
          <a:bodyPr/>
          <a:lstStyle/>
          <a:p>
            <a:r>
              <a:rPr lang="en-US" sz="3200"/>
              <a:t>SQL: o</a:t>
            </a:r>
            <a:r>
              <a:rPr lang="sl-SI" sz="3200"/>
              <a:t>snovni SELECT stavek</a:t>
            </a:r>
            <a:br>
              <a:rPr lang="en-US" sz="3200"/>
            </a:br>
            <a:r>
              <a:rPr lang="en-US" sz="3200"/>
              <a:t>(ponovitev)</a:t>
            </a:r>
          </a:p>
        </p:txBody>
      </p:sp>
      <p:sp>
        <p:nvSpPr>
          <p:cNvPr id="112643" name="Rectangle 3"/>
          <p:cNvSpPr>
            <a:spLocks noGrp="1" noChangeArrowheads="1"/>
          </p:cNvSpPr>
          <p:nvPr>
            <p:ph type="body" sz="half" idx="1"/>
          </p:nvPr>
        </p:nvSpPr>
        <p:spPr>
          <a:xfrm>
            <a:off x="838200" y="2362200"/>
            <a:ext cx="7620000" cy="4038600"/>
          </a:xfrm>
        </p:spPr>
        <p:txBody>
          <a:bodyPr/>
          <a:lstStyle/>
          <a:p>
            <a:pPr>
              <a:lnSpc>
                <a:spcPct val="90000"/>
              </a:lnSpc>
              <a:buFont typeface="Wingdings" pitchFamily="2" charset="2"/>
              <a:buNone/>
            </a:pPr>
            <a:endParaRPr lang="en-US" sz="1800">
              <a:latin typeface="Courier New" pitchFamily="49" charset="0"/>
            </a:endParaRPr>
          </a:p>
          <a:p>
            <a:pPr>
              <a:lnSpc>
                <a:spcPct val="90000"/>
              </a:lnSpc>
              <a:buFont typeface="Wingdings" pitchFamily="2" charset="2"/>
              <a:buNone/>
            </a:pPr>
            <a:r>
              <a:rPr lang="sl-SI" sz="1800" b="1">
                <a:latin typeface="Courier New" pitchFamily="49" charset="0"/>
              </a:rPr>
              <a:t>SELECT</a:t>
            </a:r>
            <a:r>
              <a:rPr lang="sl-SI" sz="1800">
                <a:latin typeface="Courier New" pitchFamily="49" charset="0"/>
              </a:rPr>
              <a:t> A</a:t>
            </a:r>
            <a:r>
              <a:rPr lang="sl-SI" sz="1800" baseline="-25000">
                <a:latin typeface="Courier New" pitchFamily="49" charset="0"/>
              </a:rPr>
              <a:t>1</a:t>
            </a:r>
            <a:r>
              <a:rPr lang="sl-SI" sz="1800">
                <a:latin typeface="Courier New" pitchFamily="49" charset="0"/>
              </a:rPr>
              <a:t>, A</a:t>
            </a:r>
            <a:r>
              <a:rPr lang="sl-SI" sz="1800" baseline="-25000">
                <a:latin typeface="Courier New" pitchFamily="49" charset="0"/>
              </a:rPr>
              <a:t>2</a:t>
            </a:r>
            <a:r>
              <a:rPr lang="sl-SI" sz="1800">
                <a:latin typeface="Courier New" pitchFamily="49" charset="0"/>
              </a:rPr>
              <a:t>, ..., </a:t>
            </a:r>
            <a:r>
              <a:rPr lang="sl-SI" sz="1800" err="1">
                <a:latin typeface="Courier New" pitchFamily="49" charset="0"/>
              </a:rPr>
              <a:t>A</a:t>
            </a:r>
            <a:r>
              <a:rPr lang="sl-SI" sz="1800" baseline="-25000" err="1">
                <a:latin typeface="Courier New" pitchFamily="49" charset="0"/>
              </a:rPr>
              <a:t>k</a:t>
            </a:r>
            <a:endParaRPr lang="en-US" sz="1800" baseline="-25000">
              <a:latin typeface="Courier New" pitchFamily="49" charset="0"/>
            </a:endParaRPr>
          </a:p>
          <a:p>
            <a:pPr>
              <a:lnSpc>
                <a:spcPct val="90000"/>
              </a:lnSpc>
              <a:buFont typeface="Wingdings" pitchFamily="2" charset="2"/>
              <a:buNone/>
            </a:pPr>
            <a:endParaRPr lang="sl-SI" sz="1800">
              <a:latin typeface="Courier New" pitchFamily="49" charset="0"/>
            </a:endParaRPr>
          </a:p>
          <a:p>
            <a:pPr>
              <a:lnSpc>
                <a:spcPct val="90000"/>
              </a:lnSpc>
              <a:buFont typeface="Wingdings" pitchFamily="2" charset="2"/>
              <a:buNone/>
            </a:pPr>
            <a:r>
              <a:rPr lang="sl-SI" sz="1800" b="1">
                <a:latin typeface="Courier New" pitchFamily="49" charset="0"/>
              </a:rPr>
              <a:t>FROM</a:t>
            </a:r>
            <a:r>
              <a:rPr lang="sl-SI" sz="1800">
                <a:latin typeface="Courier New" pitchFamily="49" charset="0"/>
              </a:rPr>
              <a:t> T</a:t>
            </a:r>
            <a:r>
              <a:rPr lang="sl-SI" sz="1800" baseline="-25000">
                <a:latin typeface="Courier New" pitchFamily="49" charset="0"/>
              </a:rPr>
              <a:t>1</a:t>
            </a:r>
            <a:r>
              <a:rPr lang="sl-SI" sz="1800">
                <a:latin typeface="Courier New" pitchFamily="49" charset="0"/>
              </a:rPr>
              <a:t>, T</a:t>
            </a:r>
            <a:r>
              <a:rPr lang="sl-SI" sz="1800" baseline="-25000">
                <a:latin typeface="Courier New" pitchFamily="49" charset="0"/>
              </a:rPr>
              <a:t>2</a:t>
            </a:r>
            <a:r>
              <a:rPr lang="sl-SI" sz="1800">
                <a:latin typeface="Courier New" pitchFamily="49" charset="0"/>
              </a:rPr>
              <a:t>, ..., </a:t>
            </a:r>
            <a:r>
              <a:rPr lang="sl-SI" sz="1800" err="1">
                <a:latin typeface="Courier New" pitchFamily="49" charset="0"/>
              </a:rPr>
              <a:t>T</a:t>
            </a:r>
            <a:r>
              <a:rPr lang="sl-SI" sz="1800" baseline="-25000" err="1">
                <a:latin typeface="Courier New" pitchFamily="49" charset="0"/>
              </a:rPr>
              <a:t>n</a:t>
            </a:r>
            <a:endParaRPr lang="en-US" sz="1800" baseline="-25000">
              <a:latin typeface="Courier New" pitchFamily="49" charset="0"/>
            </a:endParaRPr>
          </a:p>
          <a:p>
            <a:pPr>
              <a:lnSpc>
                <a:spcPct val="90000"/>
              </a:lnSpc>
              <a:buFont typeface="Wingdings" pitchFamily="2" charset="2"/>
              <a:buNone/>
            </a:pPr>
            <a:endParaRPr lang="sl-SI" sz="1800">
              <a:latin typeface="Courier New" pitchFamily="49" charset="0"/>
            </a:endParaRPr>
          </a:p>
          <a:p>
            <a:pPr>
              <a:lnSpc>
                <a:spcPct val="90000"/>
              </a:lnSpc>
              <a:buFont typeface="Wingdings" pitchFamily="2" charset="2"/>
              <a:buNone/>
            </a:pPr>
            <a:r>
              <a:rPr lang="sl-SI" sz="1800" b="1">
                <a:latin typeface="Courier New" pitchFamily="49" charset="0"/>
              </a:rPr>
              <a:t>WHERE</a:t>
            </a:r>
            <a:r>
              <a:rPr lang="sl-SI" sz="1800">
                <a:latin typeface="Courier New" pitchFamily="49" charset="0"/>
              </a:rPr>
              <a:t> P</a:t>
            </a:r>
            <a:r>
              <a:rPr lang="en-US" sz="1800">
                <a:latin typeface="Courier New" pitchFamily="49" charset="0"/>
              </a:rPr>
              <a:t>;</a:t>
            </a:r>
          </a:p>
          <a:p>
            <a:pPr>
              <a:lnSpc>
                <a:spcPct val="90000"/>
              </a:lnSpc>
              <a:buFont typeface="Wingdings" pitchFamily="2" charset="2"/>
              <a:buNone/>
            </a:pPr>
            <a:endParaRPr lang="en-US" sz="1800">
              <a:latin typeface="Courier New" pitchFamily="49" charset="0"/>
            </a:endParaRPr>
          </a:p>
          <a:p>
            <a:pPr>
              <a:lnSpc>
                <a:spcPct val="90000"/>
              </a:lnSpc>
              <a:buFont typeface="Wingdings" pitchFamily="2" charset="2"/>
              <a:buNone/>
            </a:pPr>
            <a:endParaRPr lang="en-US" sz="1800">
              <a:latin typeface="Courier New" pitchFamily="49" charset="0"/>
            </a:endParaRPr>
          </a:p>
          <a:p>
            <a:pPr>
              <a:lnSpc>
                <a:spcPct val="90000"/>
              </a:lnSpc>
              <a:buFont typeface="Wingdings" pitchFamily="2" charset="2"/>
              <a:buNone/>
            </a:pPr>
            <a:endParaRPr lang="en-US" sz="1800">
              <a:latin typeface="Courier New" pitchFamily="49" charset="0"/>
            </a:endParaRPr>
          </a:p>
          <a:p>
            <a:pPr>
              <a:lnSpc>
                <a:spcPct val="90000"/>
              </a:lnSpc>
            </a:pPr>
            <a:r>
              <a:rPr lang="sl-SI" sz="1800"/>
              <a:t>Rezultat </a:t>
            </a:r>
            <a:r>
              <a:rPr lang="sl-SI" sz="1800">
                <a:latin typeface="Courier New" pitchFamily="49" charset="0"/>
              </a:rPr>
              <a:t>SELECT</a:t>
            </a:r>
            <a:r>
              <a:rPr lang="sl-SI" sz="1800"/>
              <a:t> stavka </a:t>
            </a:r>
            <a:r>
              <a:rPr lang="en-US" sz="1800" err="1"/>
              <a:t>si</a:t>
            </a:r>
            <a:r>
              <a:rPr lang="en-US" sz="1800"/>
              <a:t> </a:t>
            </a:r>
            <a:r>
              <a:rPr lang="en-US" sz="1800" err="1"/>
              <a:t>lahko</a:t>
            </a:r>
            <a:r>
              <a:rPr lang="en-US" sz="1800"/>
              <a:t> </a:t>
            </a:r>
            <a:r>
              <a:rPr lang="en-US" sz="1800" err="1"/>
              <a:t>predstavljamo</a:t>
            </a:r>
            <a:r>
              <a:rPr lang="en-US" sz="1800"/>
              <a:t> </a:t>
            </a:r>
            <a:r>
              <a:rPr lang="sl-SI" sz="1800"/>
              <a:t>kot </a:t>
            </a:r>
            <a:r>
              <a:rPr lang="sl-SI" sz="1800" err="1"/>
              <a:t>začasn</a:t>
            </a:r>
            <a:r>
              <a:rPr lang="en-US" sz="1800"/>
              <a:t>o</a:t>
            </a:r>
            <a:r>
              <a:rPr lang="sl-SI" sz="1800"/>
              <a:t> tabel</a:t>
            </a:r>
            <a:r>
              <a:rPr lang="en-US" sz="1800"/>
              <a:t>o, </a:t>
            </a:r>
            <a:r>
              <a:rPr lang="en-US" sz="1800" err="1"/>
              <a:t>ki</a:t>
            </a:r>
            <a:r>
              <a:rPr lang="en-US" sz="1800"/>
              <a:t> </a:t>
            </a:r>
            <a:r>
              <a:rPr lang="en-US" sz="1800" err="1"/>
              <a:t>jo</a:t>
            </a:r>
            <a:r>
              <a:rPr lang="en-US" sz="1800"/>
              <a:t> </a:t>
            </a:r>
            <a:r>
              <a:rPr lang="en-US" sz="1800" err="1"/>
              <a:t>izpi</a:t>
            </a:r>
            <a:r>
              <a:rPr lang="sl-SI" sz="1800"/>
              <a:t>šemo, ali z njo počnemo kaj drugega</a:t>
            </a:r>
          </a:p>
          <a:p>
            <a:pPr>
              <a:lnSpc>
                <a:spcPct val="90000"/>
              </a:lnSpc>
            </a:pPr>
            <a:r>
              <a:rPr lang="sl-SI" sz="1800">
                <a:latin typeface="Courier New" pitchFamily="49" charset="0"/>
              </a:rPr>
              <a:t>SELECT </a:t>
            </a:r>
            <a:r>
              <a:rPr lang="en-US" sz="1800">
                <a:latin typeface="Courier New" pitchFamily="49" charset="0"/>
              </a:rPr>
              <a:t>DISTINCT: </a:t>
            </a:r>
            <a:r>
              <a:rPr lang="en-US" sz="1800" err="1"/>
              <a:t>izlo</a:t>
            </a:r>
            <a:r>
              <a:rPr lang="sl-SI" sz="1800" err="1"/>
              <a:t>či</a:t>
            </a:r>
            <a:r>
              <a:rPr lang="sl-SI" sz="1800"/>
              <a:t> duplikate</a:t>
            </a:r>
            <a:r>
              <a:rPr lang="en-US" sz="1800"/>
              <a:t> </a:t>
            </a:r>
            <a:r>
              <a:rPr lang="en-US" sz="1800" err="1"/>
              <a:t>iz</a:t>
            </a:r>
            <a:r>
              <a:rPr lang="en-US" sz="1800"/>
              <a:t> </a:t>
            </a:r>
            <a:r>
              <a:rPr lang="en-US" sz="1800" err="1"/>
              <a:t>rezultata</a:t>
            </a:r>
            <a:endParaRPr lang="en-US" sz="1800"/>
          </a:p>
          <a:p>
            <a:pPr marL="0" indent="0">
              <a:lnSpc>
                <a:spcPct val="90000"/>
              </a:lnSpc>
              <a:buNone/>
            </a:pPr>
            <a:endParaRPr lang="en-US" sz="1800"/>
          </a:p>
        </p:txBody>
      </p:sp>
    </p:spTree>
    <p:extLst>
      <p:ext uri="{BB962C8B-B14F-4D97-AF65-F5344CB8AC3E}">
        <p14:creationId xmlns:p14="http://schemas.microsoft.com/office/powerpoint/2010/main" val="255068741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17762" name="AutoShape 2"/>
          <p:cNvSpPr>
            <a:spLocks noGrp="1" noChangeArrowheads="1"/>
          </p:cNvSpPr>
          <p:nvPr>
            <p:ph type="title"/>
          </p:nvPr>
        </p:nvSpPr>
        <p:spPr/>
        <p:txBody>
          <a:bodyPr/>
          <a:lstStyle/>
          <a:p>
            <a:r>
              <a:rPr lang="sl-SI"/>
              <a:t>Operatorji </a:t>
            </a:r>
            <a:r>
              <a:rPr lang="en-US"/>
              <a:t>v SQL (WHERE </a:t>
            </a:r>
            <a:r>
              <a:rPr lang="en-US" err="1"/>
              <a:t>vrstica</a:t>
            </a:r>
            <a:r>
              <a:rPr lang="en-US"/>
              <a:t>)</a:t>
            </a:r>
          </a:p>
        </p:txBody>
      </p:sp>
      <p:sp>
        <p:nvSpPr>
          <p:cNvPr id="117763" name="Rectangle 3"/>
          <p:cNvSpPr>
            <a:spLocks noGrp="1" noChangeArrowheads="1"/>
          </p:cNvSpPr>
          <p:nvPr>
            <p:ph type="body" idx="1"/>
          </p:nvPr>
        </p:nvSpPr>
        <p:spPr/>
        <p:txBody>
          <a:bodyPr/>
          <a:lstStyle/>
          <a:p>
            <a:r>
              <a:rPr lang="en-US" sz="2400"/>
              <a:t>=</a:t>
            </a:r>
          </a:p>
          <a:p>
            <a:r>
              <a:rPr lang="en-US" sz="2400"/>
              <a:t>!=  </a:t>
            </a:r>
            <a:r>
              <a:rPr lang="en-US" sz="2400" err="1"/>
              <a:t>ali</a:t>
            </a:r>
            <a:r>
              <a:rPr lang="en-US" sz="2400"/>
              <a:t> &lt;&gt;</a:t>
            </a:r>
          </a:p>
          <a:p>
            <a:r>
              <a:rPr lang="en-US" sz="2400"/>
              <a:t>&lt;=, &gt;=</a:t>
            </a:r>
            <a:r>
              <a:rPr lang="sl-SI" sz="2400"/>
              <a:t>, </a:t>
            </a:r>
            <a:r>
              <a:rPr lang="en-US" sz="2400"/>
              <a:t>&lt;,  &gt;</a:t>
            </a:r>
          </a:p>
          <a:p>
            <a:r>
              <a:rPr lang="en-US" sz="2400"/>
              <a:t>BETWEEN x AND y:  x </a:t>
            </a:r>
            <a:r>
              <a:rPr lang="en-US" sz="2400">
                <a:sym typeface="Symbol" pitchFamily="18" charset="2"/>
              </a:rPr>
              <a:t> </a:t>
            </a:r>
            <a:r>
              <a:rPr lang="en-US" sz="2400" err="1">
                <a:sym typeface="Symbol" pitchFamily="18" charset="2"/>
              </a:rPr>
              <a:t>vrednost</a:t>
            </a:r>
            <a:r>
              <a:rPr lang="en-US" sz="2400">
                <a:sym typeface="Symbol" pitchFamily="18" charset="2"/>
              </a:rPr>
              <a:t>  y</a:t>
            </a:r>
            <a:endParaRPr lang="sl-SI" sz="2400">
              <a:sym typeface="Symbol" pitchFamily="18" charset="2"/>
            </a:endParaRPr>
          </a:p>
          <a:p>
            <a:r>
              <a:rPr lang="en-US" sz="2400"/>
              <a:t>AND, OR, NOT</a:t>
            </a:r>
            <a:endParaRPr lang="sl-SI" sz="2400"/>
          </a:p>
          <a:p>
            <a:r>
              <a:rPr lang="en-US" sz="2400"/>
              <a:t>LIKE: </a:t>
            </a:r>
            <a:r>
              <a:rPr lang="en-US" sz="2400" err="1"/>
              <a:t>pribli</a:t>
            </a:r>
            <a:r>
              <a:rPr lang="sl-SI" sz="2400" err="1"/>
              <a:t>žna</a:t>
            </a:r>
            <a:r>
              <a:rPr lang="sl-SI" sz="2400"/>
              <a:t> primerjava nizov znakov</a:t>
            </a:r>
            <a:endParaRPr lang="en-US" sz="2400"/>
          </a:p>
          <a:p>
            <a:r>
              <a:rPr lang="sl-SI" sz="2400">
                <a:sym typeface="Symbol" pitchFamily="18" charset="2"/>
              </a:rPr>
              <a:t>SIMILAR TO vzorec </a:t>
            </a:r>
            <a:r>
              <a:rPr lang="en-US" sz="2400">
                <a:sym typeface="Symbol" pitchFamily="18" charset="2"/>
              </a:rPr>
              <a:t>[</a:t>
            </a:r>
            <a:r>
              <a:rPr lang="sl-SI" sz="2400">
                <a:sym typeface="Symbol" pitchFamily="18" charset="2"/>
              </a:rPr>
              <a:t>ESCAPE znak</a:t>
            </a:r>
            <a:r>
              <a:rPr lang="en-US" sz="2400">
                <a:sym typeface="Symbol" pitchFamily="18" charset="2"/>
              </a:rPr>
              <a:t>]: </a:t>
            </a:r>
            <a:br>
              <a:rPr lang="en-US" sz="2400">
                <a:sym typeface="Symbol" pitchFamily="18" charset="2"/>
              </a:rPr>
            </a:br>
            <a:r>
              <a:rPr lang="en-US" sz="2400" err="1">
                <a:sym typeface="Symbol" pitchFamily="18" charset="2"/>
              </a:rPr>
              <a:t>regularni</a:t>
            </a:r>
            <a:r>
              <a:rPr lang="en-US" sz="2400">
                <a:sym typeface="Symbol" pitchFamily="18" charset="2"/>
              </a:rPr>
              <a:t> </a:t>
            </a:r>
            <a:r>
              <a:rPr lang="en-US" sz="2400" err="1">
                <a:sym typeface="Symbol" pitchFamily="18" charset="2"/>
              </a:rPr>
              <a:t>i</a:t>
            </a:r>
            <a:r>
              <a:rPr lang="sl-SI" sz="2400">
                <a:sym typeface="Symbol" pitchFamily="18" charset="2"/>
              </a:rPr>
              <a:t>z</a:t>
            </a:r>
            <a:r>
              <a:rPr lang="en-US" sz="2400" err="1">
                <a:sym typeface="Symbol" pitchFamily="18" charset="2"/>
              </a:rPr>
              <a:t>ra</a:t>
            </a:r>
            <a:r>
              <a:rPr lang="sl-SI" sz="2400">
                <a:sym typeface="Symbol" pitchFamily="18" charset="2"/>
              </a:rPr>
              <a:t>z</a:t>
            </a:r>
            <a:r>
              <a:rPr lang="en-US" sz="2400" err="1">
                <a:sym typeface="Symbol" pitchFamily="18" charset="2"/>
              </a:rPr>
              <a:t>i</a:t>
            </a:r>
            <a:r>
              <a:rPr lang="en-US" sz="2400">
                <a:sym typeface="Symbol" pitchFamily="18" charset="2"/>
              </a:rPr>
              <a:t> </a:t>
            </a:r>
            <a:r>
              <a:rPr lang="sl-SI" sz="2400">
                <a:sym typeface="Symbol" pitchFamily="18" charset="2"/>
              </a:rPr>
              <a:t>(SQL:1999)</a:t>
            </a:r>
            <a:endParaRPr lang="en-US" sz="2400"/>
          </a:p>
          <a:p>
            <a:r>
              <a:rPr lang="sl-SI" sz="2400"/>
              <a:t>IS </a:t>
            </a:r>
            <a:r>
              <a:rPr lang="en-US" sz="2400" err="1"/>
              <a:t>[</a:t>
            </a:r>
            <a:r>
              <a:rPr lang="sl-SI" sz="2400"/>
              <a:t>NOT</a:t>
            </a:r>
            <a:r>
              <a:rPr lang="en-US" sz="2400"/>
              <a:t>] NULL (</a:t>
            </a:r>
            <a:r>
              <a:rPr lang="en-US" sz="2400" err="1"/>
              <a:t>atribut</a:t>
            </a:r>
            <a:r>
              <a:rPr lang="en-US" sz="2400"/>
              <a:t> o</a:t>
            </a:r>
            <a:r>
              <a:rPr lang="sl-SI" sz="2400" err="1"/>
              <a:t>značen</a:t>
            </a:r>
            <a:r>
              <a:rPr lang="sl-SI" sz="2400"/>
              <a:t> kot </a:t>
            </a:r>
            <a:r>
              <a:rPr lang="en-US" sz="2400" err="1"/>
              <a:t>nedefiniran</a:t>
            </a:r>
            <a:r>
              <a:rPr lang="en-US" sz="2400"/>
              <a:t>)</a:t>
            </a:r>
          </a:p>
        </p:txBody>
      </p:sp>
    </p:spTree>
    <p:extLst>
      <p:ext uri="{BB962C8B-B14F-4D97-AF65-F5344CB8AC3E}">
        <p14:creationId xmlns:p14="http://schemas.microsoft.com/office/powerpoint/2010/main" val="1357895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6498" name="AutoShape 2"/>
          <p:cNvSpPr>
            <a:spLocks noGrp="1" noChangeArrowheads="1"/>
          </p:cNvSpPr>
          <p:nvPr>
            <p:ph type="title"/>
          </p:nvPr>
        </p:nvSpPr>
        <p:spPr/>
        <p:txBody>
          <a:bodyPr/>
          <a:lstStyle/>
          <a:p>
            <a:r>
              <a:rPr lang="sl-SI"/>
              <a:t>SQL: operator LIKE</a:t>
            </a:r>
            <a:endParaRPr lang="en-US"/>
          </a:p>
        </p:txBody>
      </p:sp>
      <p:sp>
        <p:nvSpPr>
          <p:cNvPr id="106499" name="Rectangle 3"/>
          <p:cNvSpPr>
            <a:spLocks noGrp="1" noChangeArrowheads="1"/>
          </p:cNvSpPr>
          <p:nvPr>
            <p:ph sz="quarter" idx="2"/>
          </p:nvPr>
        </p:nvSpPr>
        <p:spPr>
          <a:xfrm>
            <a:off x="1066800" y="3886200"/>
            <a:ext cx="57912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j.</a:t>
            </a:r>
            <a:r>
              <a:rPr lang="sl-SI" sz="1600">
                <a:latin typeface="Courier New" pitchFamily="49" charset="0"/>
              </a:rPr>
              <a:t>starost</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a:t>
            </a:r>
            <a:endParaRPr lang="sl-SI"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j.</a:t>
            </a:r>
            <a:r>
              <a:rPr lang="sl-SI" sz="1600">
                <a:latin typeface="Courier New" pitchFamily="49" charset="0"/>
              </a:rPr>
              <a:t>ime </a:t>
            </a:r>
            <a:r>
              <a:rPr lang="sl-SI" sz="1600" b="1">
                <a:latin typeface="Courier New" pitchFamily="49" charset="0"/>
              </a:rPr>
              <a:t>LIKE</a:t>
            </a:r>
            <a:r>
              <a:rPr lang="sl-SI" sz="1600">
                <a:latin typeface="Courier New" pitchFamily="49" charset="0"/>
              </a:rPr>
              <a:t> </a:t>
            </a:r>
            <a:r>
              <a:rPr lang="en-US" sz="1600">
                <a:latin typeface="Courier New" pitchFamily="49" charset="0"/>
              </a:rPr>
              <a:t>'B____%'; </a:t>
            </a:r>
            <a:r>
              <a:rPr lang="en-US" sz="1600">
                <a:solidFill>
                  <a:schemeClr val="bg1">
                    <a:lumMod val="50000"/>
                  </a:schemeClr>
                </a:solidFill>
                <a:latin typeface="Courier New" pitchFamily="49" charset="0"/>
              </a:rPr>
              <a:t>/* 4 </a:t>
            </a:r>
            <a:r>
              <a:rPr lang="en-US" sz="1600" err="1">
                <a:solidFill>
                  <a:schemeClr val="bg1">
                    <a:lumMod val="50000"/>
                  </a:schemeClr>
                </a:solidFill>
                <a:latin typeface="Courier New" pitchFamily="49" charset="0"/>
              </a:rPr>
              <a:t>podcrtaji</a:t>
            </a:r>
            <a:r>
              <a:rPr lang="en-US" sz="1600">
                <a:solidFill>
                  <a:schemeClr val="bg1">
                    <a:lumMod val="50000"/>
                  </a:schemeClr>
                </a:solidFill>
                <a:latin typeface="Courier New" pitchFamily="49" charset="0"/>
              </a:rPr>
              <a:t> */</a:t>
            </a:r>
          </a:p>
          <a:p>
            <a:pPr>
              <a:buFont typeface="Wingdings" pitchFamily="2" charset="2"/>
              <a:buNone/>
            </a:pPr>
            <a:endParaRPr lang="en-US" sz="1600">
              <a:latin typeface="Courier New" pitchFamily="49" charset="0"/>
            </a:endParaRPr>
          </a:p>
          <a:p>
            <a:r>
              <a:rPr lang="sl-SI" sz="1600"/>
              <a:t>Znak ‘</a:t>
            </a:r>
            <a:r>
              <a:rPr lang="en-US" sz="1600"/>
              <a:t>_</a:t>
            </a:r>
            <a:r>
              <a:rPr lang="sl-SI" sz="1600"/>
              <a:t>’</a:t>
            </a:r>
            <a:r>
              <a:rPr lang="en-US" sz="1600"/>
              <a:t> </a:t>
            </a:r>
            <a:r>
              <a:rPr lang="en-US" sz="1600" err="1"/>
              <a:t>ustreza</a:t>
            </a:r>
            <a:r>
              <a:rPr lang="en-US" sz="1600"/>
              <a:t> </a:t>
            </a:r>
            <a:r>
              <a:rPr lang="en-US" sz="1600" err="1"/>
              <a:t>natanko</a:t>
            </a:r>
            <a:r>
              <a:rPr lang="en-US" sz="1600"/>
              <a:t> </a:t>
            </a:r>
            <a:r>
              <a:rPr lang="en-US" sz="1600" err="1"/>
              <a:t>eni</a:t>
            </a:r>
            <a:r>
              <a:rPr lang="en-US" sz="1600"/>
              <a:t> </a:t>
            </a:r>
            <a:r>
              <a:rPr lang="en-US" sz="1600" err="1"/>
              <a:t>poljubni</a:t>
            </a:r>
            <a:r>
              <a:rPr lang="en-US" sz="1600"/>
              <a:t> </a:t>
            </a:r>
            <a:r>
              <a:rPr lang="sl-SI" sz="1600"/>
              <a:t>črki</a:t>
            </a:r>
          </a:p>
          <a:p>
            <a:r>
              <a:rPr lang="sl-SI" sz="1600"/>
              <a:t>Znak ‘%’ </a:t>
            </a:r>
            <a:r>
              <a:rPr lang="en-US" sz="1600" err="1"/>
              <a:t>ustreza</a:t>
            </a:r>
            <a:r>
              <a:rPr lang="en-US" sz="1600"/>
              <a:t> </a:t>
            </a:r>
            <a:r>
              <a:rPr lang="sl-SI" sz="1600"/>
              <a:t>nič ali več</a:t>
            </a:r>
            <a:r>
              <a:rPr lang="en-US" sz="1600"/>
              <a:t> </a:t>
            </a:r>
            <a:r>
              <a:rPr lang="en-US" sz="1600" err="1"/>
              <a:t>poljubni</a:t>
            </a:r>
            <a:r>
              <a:rPr lang="sl-SI" sz="1600"/>
              <a:t>m</a:t>
            </a:r>
            <a:r>
              <a:rPr lang="en-US" sz="1600"/>
              <a:t> </a:t>
            </a:r>
            <a:r>
              <a:rPr lang="sl-SI" sz="1600"/>
              <a:t>črkam</a:t>
            </a:r>
            <a:endParaRPr lang="en-US" sz="1600"/>
          </a:p>
          <a:p>
            <a:pPr>
              <a:buNone/>
            </a:pPr>
            <a:endParaRPr lang="en-US" sz="1600">
              <a:latin typeface="Courier New" pitchFamily="49" charset="0"/>
            </a:endParaRPr>
          </a:p>
        </p:txBody>
      </p:sp>
      <p:sp>
        <p:nvSpPr>
          <p:cNvPr id="106500" name="Rectangle 4"/>
          <p:cNvSpPr>
            <a:spLocks noGrp="1" noChangeArrowheads="1"/>
          </p:cNvSpPr>
          <p:nvPr>
            <p:ph type="body" sz="half" idx="3"/>
          </p:nvPr>
        </p:nvSpPr>
        <p:spPr>
          <a:xfrm>
            <a:off x="762000" y="2362200"/>
            <a:ext cx="4495800" cy="1785938"/>
          </a:xfrm>
        </p:spPr>
        <p:txBody>
          <a:bodyPr/>
          <a:lstStyle/>
          <a:p>
            <a:pPr>
              <a:lnSpc>
                <a:spcPct val="90000"/>
              </a:lnSpc>
            </a:pPr>
            <a:r>
              <a:rPr lang="sl-SI" sz="2400"/>
              <a:t>Poišči starost jadralcev, katerih imena se začnejo na B in imajo najmanj 5 črk.</a:t>
            </a:r>
            <a:endParaRPr lang="en-US" sz="2400" b="1"/>
          </a:p>
        </p:txBody>
      </p:sp>
      <p:sp>
        <p:nvSpPr>
          <p:cNvPr id="106502" name="Text Box 6"/>
          <p:cNvSpPr txBox="1">
            <a:spLocks noChangeArrowheads="1"/>
          </p:cNvSpPr>
          <p:nvPr/>
        </p:nvSpPr>
        <p:spPr bwMode="auto">
          <a:xfrm>
            <a:off x="5943600" y="2438400"/>
            <a:ext cx="1828800" cy="1323439"/>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starost</a:t>
            </a:r>
            <a:r>
              <a:rPr lang="en-US" sz="1600">
                <a:latin typeface="Courier New" pitchFamily="49" charset="0"/>
              </a:rPr>
              <a:t>|    +--------+</a:t>
            </a:r>
          </a:p>
          <a:p>
            <a:pPr algn="l"/>
            <a:r>
              <a:rPr lang="en-US" sz="1600">
                <a:latin typeface="Courier New" pitchFamily="49" charset="0"/>
              </a:rPr>
              <a:t>|     33 |</a:t>
            </a:r>
          </a:p>
          <a:p>
            <a:pPr algn="l"/>
            <a:r>
              <a:rPr lang="en-US" sz="1600">
                <a:latin typeface="Courier New" pitchFamily="49" charset="0"/>
              </a:rPr>
              <a:t>+--------+</a:t>
            </a:r>
          </a:p>
        </p:txBody>
      </p:sp>
      <p:sp>
        <p:nvSpPr>
          <p:cNvPr id="106503" name="Text Box 7"/>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427580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4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5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p:bldP spid="106502"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6498" name="AutoShape 2"/>
          <p:cNvSpPr>
            <a:spLocks noGrp="1" noChangeArrowheads="1"/>
          </p:cNvSpPr>
          <p:nvPr>
            <p:ph type="title"/>
          </p:nvPr>
        </p:nvSpPr>
        <p:spPr/>
        <p:txBody>
          <a:bodyPr/>
          <a:lstStyle/>
          <a:p>
            <a:r>
              <a:rPr lang="sl-SI"/>
              <a:t>SQL: </a:t>
            </a:r>
            <a:r>
              <a:rPr lang="en-US" err="1"/>
              <a:t>regularni</a:t>
            </a:r>
            <a:r>
              <a:rPr lang="en-US"/>
              <a:t> </a:t>
            </a:r>
            <a:r>
              <a:rPr lang="en-US" err="1"/>
              <a:t>izrazi</a:t>
            </a:r>
            <a:endParaRPr lang="en-US"/>
          </a:p>
        </p:txBody>
      </p:sp>
      <p:sp>
        <p:nvSpPr>
          <p:cNvPr id="106499" name="Rectangle 3"/>
          <p:cNvSpPr>
            <a:spLocks noGrp="1" noChangeArrowheads="1"/>
          </p:cNvSpPr>
          <p:nvPr>
            <p:ph sz="quarter" idx="2"/>
          </p:nvPr>
        </p:nvSpPr>
        <p:spPr>
          <a:xfrm>
            <a:off x="1143000" y="3048000"/>
            <a:ext cx="8229600" cy="38100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j.</a:t>
            </a:r>
            <a:r>
              <a:rPr lang="sl-SI" sz="1600">
                <a:latin typeface="Courier New" pitchFamily="49" charset="0"/>
              </a:rPr>
              <a:t>starost</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a:t>
            </a:r>
            <a:endParaRPr lang="sl-SI" sz="1600">
              <a:latin typeface="Courier New" pitchFamily="49" charset="0"/>
            </a:endParaRPr>
          </a:p>
          <a:p>
            <a:pPr>
              <a:buNone/>
            </a:pPr>
            <a:r>
              <a:rPr lang="en-US" sz="1600" b="1">
                <a:latin typeface="Courier New" pitchFamily="49" charset="0"/>
              </a:rPr>
              <a:t>WHERE</a:t>
            </a:r>
            <a:r>
              <a:rPr lang="en-US" sz="1600">
                <a:latin typeface="Courier New" pitchFamily="49" charset="0"/>
              </a:rPr>
              <a:t> j.</a:t>
            </a:r>
            <a:r>
              <a:rPr lang="sl-SI" sz="1600">
                <a:latin typeface="Courier New" pitchFamily="49" charset="0"/>
              </a:rPr>
              <a:t>ime </a:t>
            </a:r>
            <a:r>
              <a:rPr lang="en-US" sz="1600" b="1">
                <a:latin typeface="Courier New" pitchFamily="49" charset="0"/>
              </a:rPr>
              <a:t>REGEXP</a:t>
            </a:r>
            <a:r>
              <a:rPr lang="sl-SI" sz="1600">
                <a:latin typeface="Courier New" pitchFamily="49" charset="0"/>
              </a:rPr>
              <a:t> </a:t>
            </a:r>
            <a:r>
              <a:rPr lang="en-US" sz="1600">
                <a:latin typeface="Courier New" pitchFamily="49" charset="0"/>
              </a:rPr>
              <a:t>'^b....</a:t>
            </a:r>
            <a:r>
              <a:rPr lang="en-US" sz="1600">
                <a:solidFill>
                  <a:srgbClr val="FF0000"/>
                </a:solidFill>
                <a:latin typeface="Courier New" pitchFamily="49" charset="0"/>
              </a:rPr>
              <a:t>.*</a:t>
            </a:r>
            <a:r>
              <a:rPr lang="en-US" sz="1600">
                <a:latin typeface="Courier New" pitchFamily="49" charset="0"/>
              </a:rPr>
              <a:t>$';</a:t>
            </a:r>
            <a:r>
              <a:rPr lang="sl-SI" sz="1600">
                <a:latin typeface="Courier New" pitchFamily="49" charset="0"/>
              </a:rPr>
              <a:t>       </a:t>
            </a:r>
            <a:r>
              <a:rPr lang="en-US" sz="1600">
                <a:latin typeface="Courier New" pitchFamily="49" charset="0"/>
              </a:rPr>
              <a:t>         </a:t>
            </a:r>
            <a:r>
              <a:rPr lang="sl-SI" sz="1600">
                <a:solidFill>
                  <a:schemeClr val="bg1">
                    <a:lumMod val="50000"/>
                  </a:schemeClr>
                </a:solidFill>
                <a:latin typeface="Courier New" pitchFamily="49" charset="0"/>
              </a:rPr>
              <a:t>-- MariaDB, MySQL</a:t>
            </a:r>
            <a:endParaRPr lang="en-US" sz="1600">
              <a:solidFill>
                <a:schemeClr val="bg1">
                  <a:lumMod val="50000"/>
                </a:schemeClr>
              </a:solidFill>
              <a:latin typeface="Courier New" pitchFamily="49" charset="0"/>
            </a:endParaRPr>
          </a:p>
          <a:p>
            <a:pPr>
              <a:buNone/>
            </a:pPr>
            <a:r>
              <a:rPr lang="sl-SI" sz="1000">
                <a:latin typeface="Courier New" pitchFamily="49" charset="0"/>
              </a:rPr>
              <a:t>-- </a:t>
            </a:r>
            <a:r>
              <a:rPr lang="en-US" sz="1000" err="1">
                <a:latin typeface="Courier New" pitchFamily="49" charset="0"/>
              </a:rPr>
              <a:t>ali</a:t>
            </a:r>
            <a:r>
              <a:rPr lang="en-US" sz="1000">
                <a:latin typeface="Courier New" pitchFamily="49" charset="0"/>
              </a:rPr>
              <a:t> (REGEXP = RLIKE)</a:t>
            </a:r>
          </a:p>
          <a:p>
            <a:pPr>
              <a:buNone/>
            </a:pPr>
            <a:r>
              <a:rPr lang="en-US" sz="1600" b="1">
                <a:latin typeface="Courier New" pitchFamily="49" charset="0"/>
              </a:rPr>
              <a:t>WHERE</a:t>
            </a:r>
            <a:r>
              <a:rPr lang="en-US" sz="1600">
                <a:latin typeface="Courier New" pitchFamily="49" charset="0"/>
              </a:rPr>
              <a:t> j.ime </a:t>
            </a:r>
            <a:r>
              <a:rPr lang="en-US" sz="1600" b="1">
                <a:latin typeface="Courier New" pitchFamily="49" charset="0"/>
              </a:rPr>
              <a:t>RLIKE</a:t>
            </a:r>
            <a:r>
              <a:rPr lang="en-US" sz="1600">
                <a:latin typeface="Courier New" pitchFamily="49" charset="0"/>
              </a:rPr>
              <a:t> '^b[a-z]{4}</a:t>
            </a:r>
            <a:r>
              <a:rPr lang="en-US" sz="1600">
                <a:solidFill>
                  <a:srgbClr val="FF0000"/>
                </a:solidFill>
                <a:latin typeface="Courier New" pitchFamily="49" charset="0"/>
              </a:rPr>
              <a:t>[a-z]*</a:t>
            </a:r>
            <a:r>
              <a:rPr lang="en-US" sz="1600">
                <a:latin typeface="Courier New" pitchFamily="49" charset="0"/>
              </a:rPr>
              <a:t>$';</a:t>
            </a:r>
            <a:r>
              <a:rPr lang="sl-SI" sz="1600">
                <a:latin typeface="Courier New" pitchFamily="49" charset="0"/>
              </a:rPr>
              <a:t> </a:t>
            </a:r>
            <a:r>
              <a:rPr lang="en-US" sz="1600">
                <a:latin typeface="Courier New" pitchFamily="49" charset="0"/>
              </a:rPr>
              <a:t>        </a:t>
            </a:r>
            <a:r>
              <a:rPr lang="sl-SI" sz="1600">
                <a:solidFill>
                  <a:schemeClr val="bg1">
                    <a:lumMod val="50000"/>
                  </a:schemeClr>
                </a:solidFill>
                <a:latin typeface="Courier New" pitchFamily="49" charset="0"/>
              </a:rPr>
              <a:t>-- MariaDB, MySQL</a:t>
            </a:r>
            <a:endParaRPr lang="en-US" sz="1600">
              <a:solidFill>
                <a:schemeClr val="bg1">
                  <a:lumMod val="50000"/>
                </a:schemeClr>
              </a:solidFill>
              <a:latin typeface="Courier New" pitchFamily="49" charset="0"/>
            </a:endParaRPr>
          </a:p>
          <a:p>
            <a:pPr>
              <a:buNone/>
            </a:pPr>
            <a:r>
              <a:rPr lang="en-US" sz="1000">
                <a:latin typeface="Courier New" pitchFamily="49" charset="0"/>
              </a:rPr>
              <a:t>-- </a:t>
            </a:r>
            <a:r>
              <a:rPr lang="en-US" sz="1000" err="1">
                <a:latin typeface="Courier New" pitchFamily="49" charset="0"/>
              </a:rPr>
              <a:t>ali</a:t>
            </a:r>
            <a:endParaRPr lang="sl-SI" sz="1000">
              <a:latin typeface="Courier New" pitchFamily="49" charset="0"/>
            </a:endParaRPr>
          </a:p>
          <a:p>
            <a:pPr>
              <a:buNone/>
            </a:pPr>
            <a:r>
              <a:rPr lang="en-US" sz="1600" b="1">
                <a:latin typeface="Courier New" pitchFamily="49" charset="0"/>
              </a:rPr>
              <a:t>WHERE REGEXP_LIKE </a:t>
            </a:r>
            <a:r>
              <a:rPr lang="en-US" sz="1600">
                <a:latin typeface="Courier New" pitchFamily="49" charset="0"/>
              </a:rPr>
              <a:t>(</a:t>
            </a:r>
            <a:r>
              <a:rPr lang="en-US" sz="1600" err="1">
                <a:latin typeface="Courier New" pitchFamily="49" charset="0"/>
              </a:rPr>
              <a:t>j.ime,'^B</a:t>
            </a:r>
            <a:r>
              <a:rPr lang="en-US" sz="1600">
                <a:latin typeface="Courier New" pitchFamily="49" charset="0"/>
              </a:rPr>
              <a:t>[a-z]{4}[a-z]*$');</a:t>
            </a:r>
            <a:r>
              <a:rPr lang="sl-SI" sz="1600">
                <a:latin typeface="Courier New" pitchFamily="49" charset="0"/>
              </a:rPr>
              <a:t> </a:t>
            </a:r>
            <a:r>
              <a:rPr lang="sl-SI" sz="1600">
                <a:solidFill>
                  <a:schemeClr val="bg1">
                    <a:lumMod val="50000"/>
                  </a:schemeClr>
                </a:solidFill>
                <a:latin typeface="Courier New" pitchFamily="49" charset="0"/>
              </a:rPr>
              <a:t>-- </a:t>
            </a:r>
            <a:r>
              <a:rPr lang="en-US" sz="1600">
                <a:solidFill>
                  <a:schemeClr val="bg1">
                    <a:lumMod val="50000"/>
                  </a:schemeClr>
                </a:solidFill>
                <a:latin typeface="Courier New" pitchFamily="49" charset="0"/>
              </a:rPr>
              <a:t>Oracle</a:t>
            </a:r>
          </a:p>
          <a:p>
            <a:pPr>
              <a:buNone/>
            </a:pPr>
            <a:endParaRPr lang="sl-SI" sz="1000">
              <a:latin typeface="Courier New" pitchFamily="49" charset="0"/>
            </a:endParaRPr>
          </a:p>
          <a:p>
            <a:r>
              <a:rPr lang="sl-SI" sz="1600"/>
              <a:t>Znak ‘</a:t>
            </a:r>
            <a:r>
              <a:rPr lang="en-US" sz="1600"/>
              <a:t>^</a:t>
            </a:r>
            <a:r>
              <a:rPr lang="sl-SI" sz="1600"/>
              <a:t>’</a:t>
            </a:r>
            <a:r>
              <a:rPr lang="en-US" sz="1600"/>
              <a:t> oz</a:t>
            </a:r>
            <a:r>
              <a:rPr lang="sl-SI" sz="1600" err="1"/>
              <a:t>načuje</a:t>
            </a:r>
            <a:r>
              <a:rPr lang="sl-SI" sz="1600"/>
              <a:t> začetek, ‘</a:t>
            </a:r>
            <a:r>
              <a:rPr lang="en-US" sz="1600"/>
              <a:t>$</a:t>
            </a:r>
            <a:r>
              <a:rPr lang="sl-SI" sz="1600"/>
              <a:t>’</a:t>
            </a:r>
            <a:r>
              <a:rPr lang="en-US" sz="1600"/>
              <a:t> </a:t>
            </a:r>
            <a:r>
              <a:rPr lang="sl-SI" sz="1600"/>
              <a:t>pa konec niza</a:t>
            </a:r>
            <a:r>
              <a:rPr lang="en-US" sz="1600"/>
              <a:t> (</a:t>
            </a:r>
            <a:r>
              <a:rPr lang="en-US" sz="1600" err="1"/>
              <a:t>sicer</a:t>
            </a:r>
            <a:r>
              <a:rPr lang="en-US" sz="1600"/>
              <a:t> se </a:t>
            </a:r>
            <a:r>
              <a:rPr lang="en-US" sz="1600" err="1"/>
              <a:t>i</a:t>
            </a:r>
            <a:r>
              <a:rPr lang="sl-SI" sz="1600" err="1"/>
              <a:t>šče</a:t>
            </a:r>
            <a:r>
              <a:rPr lang="sl-SI" sz="1600"/>
              <a:t> poljuben podniz)</a:t>
            </a:r>
          </a:p>
          <a:p>
            <a:r>
              <a:rPr lang="sl-SI" sz="1600"/>
              <a:t>Znak ‘</a:t>
            </a:r>
            <a:r>
              <a:rPr lang="en-US" sz="1600"/>
              <a:t>.</a:t>
            </a:r>
            <a:r>
              <a:rPr lang="sl-SI" sz="1600"/>
              <a:t>’</a:t>
            </a:r>
            <a:r>
              <a:rPr lang="en-US" sz="1600"/>
              <a:t> </a:t>
            </a:r>
            <a:r>
              <a:rPr lang="sl-SI" sz="1600"/>
              <a:t>(pika) </a:t>
            </a:r>
            <a:r>
              <a:rPr lang="en-US" sz="1600" err="1"/>
              <a:t>ustreza</a:t>
            </a:r>
            <a:r>
              <a:rPr lang="en-US" sz="1600"/>
              <a:t> </a:t>
            </a:r>
            <a:r>
              <a:rPr lang="en-US" sz="1600" err="1"/>
              <a:t>natanko</a:t>
            </a:r>
            <a:r>
              <a:rPr lang="en-US" sz="1600"/>
              <a:t> en</a:t>
            </a:r>
            <a:r>
              <a:rPr lang="sl-SI" sz="1600"/>
              <a:t>emu</a:t>
            </a:r>
            <a:r>
              <a:rPr lang="en-US" sz="1600"/>
              <a:t> </a:t>
            </a:r>
            <a:r>
              <a:rPr lang="en-US" sz="1600" err="1"/>
              <a:t>poljubnemu</a:t>
            </a:r>
            <a:r>
              <a:rPr lang="en-US" sz="1600"/>
              <a:t> </a:t>
            </a:r>
            <a:r>
              <a:rPr lang="en-US" sz="1600" err="1"/>
              <a:t>znaku</a:t>
            </a:r>
            <a:endParaRPr lang="sl-SI" sz="1600"/>
          </a:p>
          <a:p>
            <a:r>
              <a:rPr lang="en-US" sz="1600"/>
              <a:t>[a-z] je </a:t>
            </a:r>
            <a:r>
              <a:rPr lang="en-US" sz="1600" err="1"/>
              <a:t>katera</a:t>
            </a:r>
            <a:r>
              <a:rPr lang="en-US" sz="1600"/>
              <a:t> </a:t>
            </a:r>
            <a:r>
              <a:rPr lang="en-US" sz="1600" err="1"/>
              <a:t>koli</a:t>
            </a:r>
            <a:r>
              <a:rPr lang="en-US" sz="1600"/>
              <a:t> </a:t>
            </a:r>
            <a:r>
              <a:rPr lang="sl-SI" sz="1600"/>
              <a:t>črka med ‘a’ in ‘z’</a:t>
            </a:r>
          </a:p>
          <a:p>
            <a:r>
              <a:rPr lang="sl-SI" sz="1600"/>
              <a:t>Znak ‘</a:t>
            </a:r>
            <a:r>
              <a:rPr lang="en-US" sz="1600"/>
              <a:t>*</a:t>
            </a:r>
            <a:r>
              <a:rPr lang="sl-SI" sz="1600"/>
              <a:t>’</a:t>
            </a:r>
            <a:r>
              <a:rPr lang="en-US" sz="1600"/>
              <a:t> </a:t>
            </a:r>
            <a:r>
              <a:rPr lang="en-US" sz="1600" err="1"/>
              <a:t>pomeni</a:t>
            </a:r>
            <a:r>
              <a:rPr lang="en-US" sz="1600"/>
              <a:t> </a:t>
            </a:r>
            <a:r>
              <a:rPr lang="sl-SI" sz="1600"/>
              <a:t>nič</a:t>
            </a:r>
            <a:r>
              <a:rPr lang="en-US" sz="1600"/>
              <a:t> a</a:t>
            </a:r>
            <a:r>
              <a:rPr lang="sl-SI" sz="1600"/>
              <a:t>l</a:t>
            </a:r>
            <a:r>
              <a:rPr lang="en-US" sz="1600" err="1"/>
              <a:t>i</a:t>
            </a:r>
            <a:r>
              <a:rPr lang="en-US" sz="1600"/>
              <a:t> </a:t>
            </a:r>
            <a:r>
              <a:rPr lang="en-US" sz="1600" err="1"/>
              <a:t>ve</a:t>
            </a:r>
            <a:r>
              <a:rPr lang="sl-SI" sz="1600"/>
              <a:t>č ponovitev predhodnega znaka</a:t>
            </a:r>
            <a:endParaRPr lang="en-US" sz="1600"/>
          </a:p>
          <a:p>
            <a:r>
              <a:rPr lang="en-US" sz="1600"/>
              <a:t>SQL:1999: operator SIMILAR TO z </a:t>
            </a:r>
            <a:r>
              <a:rPr lang="en-US" sz="1600" err="1"/>
              <a:t>regularnimi</a:t>
            </a:r>
            <a:r>
              <a:rPr lang="en-US" sz="1600"/>
              <a:t> </a:t>
            </a:r>
            <a:r>
              <a:rPr lang="en-US" sz="1600" err="1"/>
              <a:t>izrazi</a:t>
            </a:r>
            <a:r>
              <a:rPr lang="en-US" sz="1600"/>
              <a:t> (</a:t>
            </a:r>
            <a:r>
              <a:rPr lang="sl-SI" sz="1600"/>
              <a:t>redko implementirano</a:t>
            </a:r>
            <a:r>
              <a:rPr lang="en-US" sz="1600"/>
              <a:t>)</a:t>
            </a:r>
            <a:endParaRPr lang="sl-SI" sz="1600"/>
          </a:p>
          <a:p>
            <a:endParaRPr lang="en-US" sz="1600">
              <a:latin typeface="Courier New" pitchFamily="49" charset="0"/>
            </a:endParaRPr>
          </a:p>
        </p:txBody>
      </p:sp>
      <p:sp>
        <p:nvSpPr>
          <p:cNvPr id="106500" name="Rectangle 4"/>
          <p:cNvSpPr>
            <a:spLocks noGrp="1" noChangeArrowheads="1"/>
          </p:cNvSpPr>
          <p:nvPr>
            <p:ph type="body" sz="half" idx="3"/>
          </p:nvPr>
        </p:nvSpPr>
        <p:spPr>
          <a:xfrm>
            <a:off x="762000" y="2362200"/>
            <a:ext cx="7239000" cy="762000"/>
          </a:xfrm>
        </p:spPr>
        <p:txBody>
          <a:bodyPr/>
          <a:lstStyle/>
          <a:p>
            <a:pPr>
              <a:lnSpc>
                <a:spcPct val="90000"/>
              </a:lnSpc>
            </a:pPr>
            <a:r>
              <a:rPr lang="sl-SI" sz="2400"/>
              <a:t>Poišči starost jadralcev, katerih imena se začnejo na B in imajo najmanj 5 črk.</a:t>
            </a:r>
            <a:endParaRPr lang="en-US" sz="2400"/>
          </a:p>
        </p:txBody>
      </p:sp>
      <p:sp>
        <p:nvSpPr>
          <p:cNvPr id="106503" name="Text Box 7"/>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206453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7522" name="AutoShape 2"/>
          <p:cNvSpPr>
            <a:spLocks noGrp="1" noChangeArrowheads="1"/>
          </p:cNvSpPr>
          <p:nvPr>
            <p:ph type="title"/>
          </p:nvPr>
        </p:nvSpPr>
        <p:spPr/>
        <p:txBody>
          <a:bodyPr/>
          <a:lstStyle/>
          <a:p>
            <a:r>
              <a:rPr lang="sl-SI"/>
              <a:t>SQL</a:t>
            </a:r>
            <a:endParaRPr lang="en-US"/>
          </a:p>
        </p:txBody>
      </p:sp>
      <p:sp>
        <p:nvSpPr>
          <p:cNvPr id="107523" name="Rectangle 3"/>
          <p:cNvSpPr>
            <a:spLocks noGrp="1" noChangeArrowheads="1"/>
          </p:cNvSpPr>
          <p:nvPr>
            <p:ph sz="quarter" idx="2"/>
          </p:nvPr>
        </p:nvSpPr>
        <p:spPr>
          <a:xfrm>
            <a:off x="762000" y="4114800"/>
            <a:ext cx="5791200" cy="2743200"/>
          </a:xfrm>
        </p:spPr>
        <p:txBody>
          <a:bodyPr/>
          <a:lstStyle/>
          <a:p>
            <a:pPr>
              <a:buFont typeface="Wingdings" pitchFamily="2" charset="2"/>
              <a:buNone/>
            </a:pP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endParaRPr lang="sl-SI" sz="1600" b="1">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a:t>
            </a:r>
            <a:r>
              <a:rPr lang="sl-SI" sz="1600" err="1">
                <a:latin typeface="Courier New" pitchFamily="49" charset="0"/>
              </a:rPr>
              <a:t>c.barva</a:t>
            </a:r>
            <a:r>
              <a:rPr lang="en-US" sz="1600">
                <a:latin typeface="Courier New" pitchFamily="49" charset="0"/>
              </a:rPr>
              <a:t>='</a:t>
            </a:r>
            <a:r>
              <a:rPr lang="en-US" sz="1600" err="1">
                <a:latin typeface="Courier New" pitchFamily="49" charset="0"/>
              </a:rPr>
              <a:t>rdeca</a:t>
            </a:r>
            <a:r>
              <a:rPr lang="en-US" sz="1600">
                <a:latin typeface="Courier New" pitchFamily="49" charset="0"/>
              </a:rPr>
              <a:t>' </a:t>
            </a:r>
            <a:r>
              <a:rPr lang="en-US" sz="1600" b="1">
                <a:latin typeface="Courier New" pitchFamily="49" charset="0"/>
              </a:rPr>
              <a:t>OR</a:t>
            </a:r>
            <a:r>
              <a:rPr lang="en-US" sz="1600">
                <a:latin typeface="Courier New" pitchFamily="49" charset="0"/>
              </a:rPr>
              <a:t> </a:t>
            </a:r>
            <a:r>
              <a:rPr lang="en-US" sz="1600" err="1">
                <a:latin typeface="Courier New" pitchFamily="49" charset="0"/>
              </a:rPr>
              <a:t>c.barva</a:t>
            </a:r>
            <a:r>
              <a:rPr lang="en-US" sz="1600">
                <a:latin typeface="Courier New" pitchFamily="49" charset="0"/>
              </a:rPr>
              <a:t>='</a:t>
            </a:r>
            <a:r>
              <a:rPr lang="en-US" sz="1600" err="1">
                <a:latin typeface="Courier New" pitchFamily="49" charset="0"/>
              </a:rPr>
              <a:t>zelena</a:t>
            </a:r>
            <a:r>
              <a:rPr lang="en-US" sz="1600">
                <a:latin typeface="Courier New" pitchFamily="49" charset="0"/>
              </a:rPr>
              <a:t>');</a:t>
            </a:r>
          </a:p>
          <a:p>
            <a:pPr>
              <a:buFont typeface="Wingdings" pitchFamily="2" charset="2"/>
              <a:buNone/>
            </a:pPr>
            <a:endParaRPr lang="en-US" sz="1600">
              <a:latin typeface="Courier New" pitchFamily="49" charset="0"/>
            </a:endParaRPr>
          </a:p>
        </p:txBody>
      </p:sp>
      <p:sp>
        <p:nvSpPr>
          <p:cNvPr id="107524" name="Rectangle 4"/>
          <p:cNvSpPr>
            <a:spLocks noGrp="1" noChangeArrowheads="1"/>
          </p:cNvSpPr>
          <p:nvPr>
            <p:ph type="body" sz="half" idx="3"/>
          </p:nvPr>
        </p:nvSpPr>
        <p:spPr>
          <a:xfrm>
            <a:off x="762000" y="2362200"/>
            <a:ext cx="3429000" cy="1785938"/>
          </a:xfrm>
        </p:spPr>
        <p:txBody>
          <a:bodyPr/>
          <a:lstStyle/>
          <a:p>
            <a:r>
              <a:rPr lang="sl-SI" sz="2400"/>
              <a:t>Poišči imena jadralcev, ki so rezervirali rdeč ALI zelen</a:t>
            </a:r>
            <a:r>
              <a:rPr lang="en-US" sz="2400"/>
              <a:t> </a:t>
            </a:r>
            <a:r>
              <a:rPr lang="sl-SI" sz="2400"/>
              <a:t>čoln</a:t>
            </a:r>
            <a:r>
              <a:rPr lang="en-US" sz="2400"/>
              <a:t>.</a:t>
            </a:r>
          </a:p>
        </p:txBody>
      </p:sp>
      <p:sp>
        <p:nvSpPr>
          <p:cNvPr id="107526" name="Text Box 6"/>
          <p:cNvSpPr txBox="1">
            <a:spLocks noChangeArrowheads="1"/>
          </p:cNvSpPr>
          <p:nvPr/>
        </p:nvSpPr>
        <p:spPr bwMode="auto">
          <a:xfrm>
            <a:off x="6553200" y="41910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sp>
        <p:nvSpPr>
          <p:cNvPr id="107527" name="Text Box 7"/>
          <p:cNvSpPr txBox="1">
            <a:spLocks noChangeArrowheads="1"/>
          </p:cNvSpPr>
          <p:nvPr/>
        </p:nvSpPr>
        <p:spPr bwMode="auto">
          <a:xfrm>
            <a:off x="3200400" y="3810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235617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5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5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p:bldP spid="107526"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8546" name="AutoShape 2"/>
          <p:cNvSpPr>
            <a:spLocks noGrp="1" noChangeArrowheads="1"/>
          </p:cNvSpPr>
          <p:nvPr>
            <p:ph type="title"/>
          </p:nvPr>
        </p:nvSpPr>
        <p:spPr/>
        <p:txBody>
          <a:bodyPr/>
          <a:lstStyle/>
          <a:p>
            <a:r>
              <a:rPr lang="sl-SI"/>
              <a:t>SQL</a:t>
            </a:r>
            <a:endParaRPr lang="en-US"/>
          </a:p>
        </p:txBody>
      </p:sp>
      <p:sp>
        <p:nvSpPr>
          <p:cNvPr id="108547" name="Rectangle 3"/>
          <p:cNvSpPr>
            <a:spLocks noGrp="1" noChangeArrowheads="1"/>
          </p:cNvSpPr>
          <p:nvPr>
            <p:ph sz="quarter" idx="2"/>
          </p:nvPr>
        </p:nvSpPr>
        <p:spPr>
          <a:xfrm>
            <a:off x="762000" y="4114800"/>
            <a:ext cx="5791200" cy="2743200"/>
          </a:xfrm>
        </p:spPr>
        <p:txBody>
          <a:bodyPr/>
          <a:lstStyle/>
          <a:p>
            <a:pPr>
              <a:buFont typeface="Wingdings" pitchFamily="2" charset="2"/>
              <a:buNone/>
            </a:pP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None/>
            </a:pP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endParaRPr lang="sl-SI" sz="1600" b="1">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a:t>
            </a:r>
            <a:r>
              <a:rPr lang="sl-SI" sz="1600" err="1">
                <a:latin typeface="Courier New" pitchFamily="49" charset="0"/>
              </a:rPr>
              <a:t>c.barva</a:t>
            </a:r>
            <a:r>
              <a:rPr lang="en-US" sz="1600">
                <a:latin typeface="Courier New" pitchFamily="49" charset="0"/>
              </a:rPr>
              <a:t>='</a:t>
            </a:r>
            <a:r>
              <a:rPr lang="en-US" sz="1600" err="1">
                <a:latin typeface="Courier New" pitchFamily="49" charset="0"/>
              </a:rPr>
              <a:t>rdeca</a:t>
            </a:r>
            <a:r>
              <a:rPr lang="en-US" sz="1600">
                <a:latin typeface="Courier New" pitchFamily="49" charset="0"/>
              </a:rPr>
              <a:t>' </a:t>
            </a:r>
            <a:r>
              <a:rPr lang="en-US" sz="1600" b="1">
                <a:latin typeface="Courier New" pitchFamily="49" charset="0"/>
              </a:rPr>
              <a:t>AND</a:t>
            </a:r>
            <a:r>
              <a:rPr lang="en-US" sz="1600">
                <a:latin typeface="Courier New" pitchFamily="49" charset="0"/>
              </a:rPr>
              <a:t> </a:t>
            </a:r>
            <a:r>
              <a:rPr lang="en-US" sz="1600" err="1">
                <a:latin typeface="Courier New" pitchFamily="49" charset="0"/>
              </a:rPr>
              <a:t>c.barva</a:t>
            </a:r>
            <a:r>
              <a:rPr lang="en-US" sz="1600">
                <a:latin typeface="Courier New" pitchFamily="49" charset="0"/>
              </a:rPr>
              <a:t>='</a:t>
            </a:r>
            <a:r>
              <a:rPr lang="en-US" sz="1600" err="1">
                <a:latin typeface="Courier New" pitchFamily="49" charset="0"/>
              </a:rPr>
              <a:t>zelena</a:t>
            </a:r>
            <a:r>
              <a:rPr lang="en-US" sz="1600">
                <a:latin typeface="Courier New" pitchFamily="49" charset="0"/>
              </a:rPr>
              <a:t>');</a:t>
            </a:r>
          </a:p>
          <a:p>
            <a:pPr>
              <a:buFont typeface="Wingdings" pitchFamily="2" charset="2"/>
              <a:buNone/>
            </a:pPr>
            <a:endParaRPr lang="en-US" sz="1600">
              <a:latin typeface="Courier New" pitchFamily="49" charset="0"/>
            </a:endParaRPr>
          </a:p>
          <a:p>
            <a:r>
              <a:rPr lang="en-US" sz="1600" err="1"/>
              <a:t>Rezultat</a:t>
            </a:r>
            <a:r>
              <a:rPr lang="en-US" sz="1600"/>
              <a:t> – </a:t>
            </a:r>
            <a:r>
              <a:rPr lang="en-US" sz="1600" err="1"/>
              <a:t>prazna</a:t>
            </a:r>
            <a:r>
              <a:rPr lang="en-US" sz="1600"/>
              <a:t> </a:t>
            </a:r>
            <a:r>
              <a:rPr lang="en-US" sz="1600" err="1"/>
              <a:t>mno</a:t>
            </a:r>
            <a:r>
              <a:rPr lang="sl-SI" sz="1600"/>
              <a:t>žica</a:t>
            </a:r>
            <a:r>
              <a:rPr lang="en-US" sz="1600"/>
              <a:t>???</a:t>
            </a:r>
          </a:p>
          <a:p>
            <a:r>
              <a:rPr lang="en-US" sz="1600" err="1"/>
              <a:t>Kje</a:t>
            </a:r>
            <a:r>
              <a:rPr lang="en-US" sz="1600"/>
              <a:t> je </a:t>
            </a:r>
            <a:r>
              <a:rPr lang="en-US" sz="1600" err="1"/>
              <a:t>napaka</a:t>
            </a:r>
            <a:r>
              <a:rPr lang="en-US" sz="1600"/>
              <a:t>?</a:t>
            </a:r>
            <a:endParaRPr lang="sl-SI" sz="1600"/>
          </a:p>
          <a:p>
            <a:r>
              <a:rPr lang="sl-SI" sz="1600"/>
              <a:t>Reševanje s pomočjo množic</a:t>
            </a:r>
            <a:r>
              <a:rPr lang="en-US" sz="1600"/>
              <a:t> (</a:t>
            </a:r>
            <a:r>
              <a:rPr lang="en-US" sz="1600" err="1"/>
              <a:t>prihodnjič</a:t>
            </a:r>
            <a:r>
              <a:rPr lang="en-US" sz="1600"/>
              <a:t>)</a:t>
            </a:r>
          </a:p>
          <a:p>
            <a:pPr>
              <a:buFont typeface="Wingdings" pitchFamily="2" charset="2"/>
              <a:buNone/>
            </a:pPr>
            <a:endParaRPr lang="en-US" sz="1600">
              <a:latin typeface="Courier New" pitchFamily="49" charset="0"/>
            </a:endParaRPr>
          </a:p>
        </p:txBody>
      </p:sp>
      <p:sp>
        <p:nvSpPr>
          <p:cNvPr id="108548" name="Rectangle 4"/>
          <p:cNvSpPr>
            <a:spLocks noGrp="1" noChangeArrowheads="1"/>
          </p:cNvSpPr>
          <p:nvPr>
            <p:ph type="body" sz="half" idx="3"/>
          </p:nvPr>
        </p:nvSpPr>
        <p:spPr>
          <a:xfrm>
            <a:off x="762000" y="2362200"/>
            <a:ext cx="3429000" cy="1785938"/>
          </a:xfrm>
        </p:spPr>
        <p:txBody>
          <a:bodyPr/>
          <a:lstStyle/>
          <a:p>
            <a:r>
              <a:rPr lang="sl-SI" sz="2400"/>
              <a:t>Poišči imena jadralcev, ki so rezervirali rdeč </a:t>
            </a:r>
            <a:r>
              <a:rPr lang="en-US" sz="2400"/>
              <a:t>IN</a:t>
            </a:r>
            <a:r>
              <a:rPr lang="sl-SI" sz="2400"/>
              <a:t> zelen</a:t>
            </a:r>
            <a:r>
              <a:rPr lang="en-US" sz="2400"/>
              <a:t> </a:t>
            </a:r>
            <a:r>
              <a:rPr lang="sl-SI" sz="2400"/>
              <a:t>čoln</a:t>
            </a:r>
            <a:r>
              <a:rPr lang="en-US" sz="2400"/>
              <a:t>.</a:t>
            </a:r>
          </a:p>
        </p:txBody>
      </p:sp>
      <p:sp>
        <p:nvSpPr>
          <p:cNvPr id="108550" name="Text Box 6"/>
          <p:cNvSpPr txBox="1">
            <a:spLocks noChangeArrowheads="1"/>
          </p:cNvSpPr>
          <p:nvPr/>
        </p:nvSpPr>
        <p:spPr bwMode="auto">
          <a:xfrm>
            <a:off x="6553200" y="4191000"/>
            <a:ext cx="3124200" cy="106997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ime</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a:t>
            </a:r>
          </a:p>
        </p:txBody>
      </p:sp>
      <p:sp>
        <p:nvSpPr>
          <p:cNvPr id="108551" name="Text Box 7"/>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1645006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5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p:bldP spid="10855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osnovni SQL</a:t>
            </a:r>
          </a:p>
        </p:txBody>
      </p:sp>
      <p:sp>
        <p:nvSpPr>
          <p:cNvPr id="5" name="Text Placeholder 4"/>
          <p:cNvSpPr>
            <a:spLocks noGrp="1"/>
          </p:cNvSpPr>
          <p:nvPr>
            <p:ph type="body" sz="half" idx="3"/>
          </p:nvPr>
        </p:nvSpPr>
        <p:spPr>
          <a:xfrm>
            <a:off x="762000" y="2362200"/>
            <a:ext cx="8001000" cy="4191000"/>
          </a:xfrm>
        </p:spPr>
        <p:txBody>
          <a:bodyPr/>
          <a:lstStyle/>
          <a:p>
            <a:pPr marL="457200" indent="-457200">
              <a:buNone/>
            </a:pPr>
            <a:r>
              <a:rPr lang="sl-SI" sz="2000"/>
              <a:t>Napišite poizvedbe, ki rešijo spodnje naloge:</a:t>
            </a:r>
          </a:p>
          <a:p>
            <a:pPr marL="457200" indent="-457200">
              <a:buFont typeface="+mj-lt"/>
              <a:buAutoNum type="arabicPeriod"/>
            </a:pPr>
            <a:r>
              <a:rPr lang="sl-SI" sz="2000"/>
              <a:t>Izpišite imena jadralcev s sodimi ratingi. </a:t>
            </a:r>
          </a:p>
          <a:p>
            <a:pPr marL="457200" indent="-457200">
              <a:buFont typeface="+mj-lt"/>
              <a:buAutoNum type="arabicPeriod"/>
            </a:pPr>
            <a:r>
              <a:rPr lang="sl-SI" sz="2000"/>
              <a:t>Ugotovite, ali imata dva čolna enako ime.</a:t>
            </a:r>
          </a:p>
          <a:p>
            <a:pPr marL="457200" indent="-457200">
              <a:buFont typeface="+mj-lt"/>
              <a:buAutoNum type="arabicPeriod"/>
            </a:pPr>
            <a:r>
              <a:rPr lang="sl-SI" sz="2000"/>
              <a:t>Izpišite imena jadralcev z lihimi ratingi.</a:t>
            </a:r>
          </a:p>
          <a:p>
            <a:pPr marL="457200" indent="-457200">
              <a:buFont typeface="+mj-lt"/>
              <a:buAutoNum type="arabicPeriod"/>
            </a:pPr>
            <a:r>
              <a:rPr lang="sl-SI" sz="2000"/>
              <a:t>Izpišite imena čolnov daljših od 35 čevljev, ki so jih rezervirali jadralci stari 35 let ali manj.</a:t>
            </a:r>
          </a:p>
          <a:p>
            <a:pPr marL="457200" indent="-457200">
              <a:buFont typeface="+mj-lt"/>
              <a:buAutoNum type="arabicPeriod"/>
            </a:pPr>
            <a:r>
              <a:rPr lang="sl-SI" sz="2000"/>
              <a:t>Za vse jadralce, ki so rezervirali čoln Bavaria ali Sun Odyssey, izpišite jadralčevo ime in datum rezervacije.</a:t>
            </a:r>
          </a:p>
          <a:p>
            <a:pPr marL="457200" indent="-457200">
              <a:buFont typeface="+mj-lt"/>
              <a:buAutoNum type="arabicPeriod"/>
            </a:pPr>
            <a:r>
              <a:rPr lang="sl-SI" sz="2000"/>
              <a:t>Ugotovite, ali imajo vsi jadralci različna imena.</a:t>
            </a:r>
          </a:p>
          <a:p>
            <a:pPr marL="457200" indent="-457200">
              <a:buFont typeface="+mj-lt"/>
              <a:buAutoNum type="arabicPeriod"/>
            </a:pPr>
            <a:r>
              <a:rPr lang="sl-SI" sz="2000"/>
              <a:t>Izpišite imena jadralcev, ki so v koledarskem poletju 2006 rezervirali čoln, katerega ime vsebuje sonce (</a:t>
            </a:r>
            <a:r>
              <a:rPr lang="sl-SI" sz="2000" err="1"/>
              <a:t>sun</a:t>
            </a:r>
            <a:r>
              <a:rPr lang="sl-SI" sz="2000"/>
              <a:t>).</a:t>
            </a:r>
          </a:p>
          <a:p>
            <a:pPr marL="457200" indent="-457200">
              <a:buFont typeface="+mj-lt"/>
              <a:buAutoNum type="arabicPeriod"/>
            </a:pPr>
            <a:endParaRPr lang="sl-SI" sz="2400"/>
          </a:p>
          <a:p>
            <a:endParaRPr lang="sl-SI"/>
          </a:p>
          <a:p>
            <a:endParaRPr lang="sl-SI"/>
          </a:p>
          <a:p>
            <a:endParaRPr lang="sl-SI"/>
          </a:p>
          <a:p>
            <a:endParaRPr lang="sl-SI"/>
          </a:p>
        </p:txBody>
      </p:sp>
      <p:sp>
        <p:nvSpPr>
          <p:cNvPr id="4" name="Text Box 7"/>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4225113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osnovni SQL</a:t>
            </a:r>
          </a:p>
        </p:txBody>
      </p:sp>
      <p:sp>
        <p:nvSpPr>
          <p:cNvPr id="5" name="Text Placeholder 4"/>
          <p:cNvSpPr>
            <a:spLocks noGrp="1"/>
          </p:cNvSpPr>
          <p:nvPr>
            <p:ph type="body" sz="half" idx="3"/>
          </p:nvPr>
        </p:nvSpPr>
        <p:spPr>
          <a:xfrm>
            <a:off x="762000" y="2362200"/>
            <a:ext cx="8001000" cy="4191000"/>
          </a:xfrm>
        </p:spPr>
        <p:txBody>
          <a:bodyPr/>
          <a:lstStyle/>
          <a:p>
            <a:pPr marL="457200" indent="-457200">
              <a:buNone/>
            </a:pPr>
            <a:r>
              <a:rPr lang="sl-SI" sz="2000"/>
              <a:t>Napišite poizvedbe, ki rešijo spodnje naloge:</a:t>
            </a:r>
          </a:p>
          <a:p>
            <a:pPr marL="457200" indent="-457200">
              <a:buFont typeface="+mj-lt"/>
              <a:buAutoNum type="arabicPeriod"/>
            </a:pPr>
            <a:r>
              <a:rPr lang="en-US" sz="2000" err="1"/>
              <a:t>Izpišite</a:t>
            </a:r>
            <a:r>
              <a:rPr lang="en-US" sz="2000"/>
              <a:t> </a:t>
            </a:r>
            <a:r>
              <a:rPr lang="en-US" sz="2000" err="1"/>
              <a:t>vse</a:t>
            </a:r>
            <a:r>
              <a:rPr lang="en-US" sz="2000"/>
              <a:t> </a:t>
            </a:r>
            <a:r>
              <a:rPr lang="en-US" sz="2000" err="1"/>
              <a:t>alianse</a:t>
            </a:r>
            <a:r>
              <a:rPr lang="en-US" sz="2000"/>
              <a:t>, </a:t>
            </a:r>
            <a:r>
              <a:rPr lang="en-US" sz="2000" err="1"/>
              <a:t>ki</a:t>
            </a:r>
            <a:r>
              <a:rPr lang="en-US" sz="2000"/>
              <a:t> </a:t>
            </a:r>
            <a:r>
              <a:rPr lang="en-US" sz="2000" err="1"/>
              <a:t>vsebujejo</a:t>
            </a:r>
            <a:r>
              <a:rPr lang="en-US" sz="2000"/>
              <a:t> ‘</a:t>
            </a:r>
            <a:r>
              <a:rPr lang="en-US" sz="2000" err="1"/>
              <a:t>mgp</a:t>
            </a:r>
            <a:r>
              <a:rPr lang="en-US" sz="2000"/>
              <a:t>’.</a:t>
            </a:r>
          </a:p>
          <a:p>
            <a:pPr marL="457200" indent="-457200">
              <a:buFont typeface="+mj-lt"/>
              <a:buAutoNum type="arabicPeriod"/>
            </a:pPr>
            <a:r>
              <a:rPr lang="en-US" sz="2000" err="1"/>
              <a:t>Izpišite</a:t>
            </a:r>
            <a:r>
              <a:rPr lang="en-US" sz="2000"/>
              <a:t> </a:t>
            </a:r>
            <a:r>
              <a:rPr lang="en-US" sz="2000" err="1"/>
              <a:t>vsa</a:t>
            </a:r>
            <a:r>
              <a:rPr lang="en-US" sz="2000"/>
              <a:t> </a:t>
            </a:r>
            <a:r>
              <a:rPr lang="en-US" sz="2000" err="1"/>
              <a:t>možna</a:t>
            </a:r>
            <a:r>
              <a:rPr lang="en-US" sz="2000"/>
              <a:t> </a:t>
            </a:r>
            <a:r>
              <a:rPr lang="en-US" sz="2000" err="1"/>
              <a:t>plemena</a:t>
            </a:r>
            <a:r>
              <a:rPr lang="en-US" sz="2000"/>
              <a:t>;</a:t>
            </a:r>
          </a:p>
          <a:p>
            <a:pPr marL="457200" indent="-457200">
              <a:buFont typeface="+mj-lt"/>
              <a:buAutoNum type="arabicPeriod"/>
            </a:pPr>
            <a:r>
              <a:rPr lang="en-US" sz="2000" err="1"/>
              <a:t>Izpišite</a:t>
            </a:r>
            <a:r>
              <a:rPr lang="en-US" sz="2000"/>
              <a:t> </a:t>
            </a:r>
            <a:r>
              <a:rPr lang="en-US" sz="2000" err="1"/>
              <a:t>vsa</a:t>
            </a:r>
            <a:r>
              <a:rPr lang="en-US" sz="2000"/>
              <a:t> </a:t>
            </a:r>
            <a:r>
              <a:rPr lang="en-US" sz="2000" err="1"/>
              <a:t>imena</a:t>
            </a:r>
            <a:r>
              <a:rPr lang="en-US" sz="2000"/>
              <a:t> </a:t>
            </a:r>
            <a:r>
              <a:rPr lang="en-US" sz="2000" err="1"/>
              <a:t>igralcev</a:t>
            </a:r>
            <a:r>
              <a:rPr lang="en-US" sz="2000"/>
              <a:t>, </a:t>
            </a:r>
            <a:r>
              <a:rPr lang="en-US" sz="2000" err="1"/>
              <a:t>ki</a:t>
            </a:r>
            <a:r>
              <a:rPr lang="en-US" sz="2000"/>
              <a:t> </a:t>
            </a:r>
            <a:r>
              <a:rPr lang="en-US" sz="2000" err="1"/>
              <a:t>imajo</a:t>
            </a:r>
            <a:r>
              <a:rPr lang="en-US" sz="2000"/>
              <a:t> </a:t>
            </a:r>
            <a:r>
              <a:rPr lang="en-US" sz="2000" err="1"/>
              <a:t>vsaj</a:t>
            </a:r>
            <a:r>
              <a:rPr lang="en-US" sz="2000"/>
              <a:t> </a:t>
            </a:r>
            <a:r>
              <a:rPr lang="en-US" sz="2000" err="1"/>
              <a:t>eno</a:t>
            </a:r>
            <a:r>
              <a:rPr lang="en-US" sz="2000"/>
              <a:t> </a:t>
            </a:r>
            <a:r>
              <a:rPr lang="en-US" sz="2000" err="1"/>
              <a:t>naselje</a:t>
            </a:r>
            <a:r>
              <a:rPr lang="en-US" sz="2000"/>
              <a:t> z </a:t>
            </a:r>
            <a:r>
              <a:rPr lang="en-US" sz="2000" err="1"/>
              <a:t>populacijo</a:t>
            </a:r>
            <a:r>
              <a:rPr lang="en-US" sz="2000"/>
              <a:t> 1000 </a:t>
            </a:r>
            <a:r>
              <a:rPr lang="en-US" sz="2000" err="1"/>
              <a:t>ali</a:t>
            </a:r>
            <a:r>
              <a:rPr lang="en-US" sz="2000"/>
              <a:t> </a:t>
            </a:r>
            <a:r>
              <a:rPr lang="en-US" sz="2000" err="1"/>
              <a:t>več</a:t>
            </a:r>
            <a:r>
              <a:rPr lang="en-US" sz="2000"/>
              <a:t>.</a:t>
            </a:r>
          </a:p>
          <a:p>
            <a:pPr marL="457200" indent="-457200">
              <a:buFont typeface="+mj-lt"/>
              <a:buAutoNum type="arabicPeriod"/>
            </a:pPr>
            <a:r>
              <a:rPr lang="en-US" sz="2000" err="1"/>
              <a:t>Izpišite</a:t>
            </a:r>
            <a:r>
              <a:rPr lang="en-US" sz="2000"/>
              <a:t> </a:t>
            </a:r>
            <a:r>
              <a:rPr lang="en-US" sz="2000" err="1"/>
              <a:t>imena</a:t>
            </a:r>
            <a:r>
              <a:rPr lang="en-US" sz="2000"/>
              <a:t> </a:t>
            </a:r>
            <a:r>
              <a:rPr lang="en-US" sz="2000" err="1"/>
              <a:t>vseh</a:t>
            </a:r>
            <a:r>
              <a:rPr lang="en-US" sz="2000"/>
              <a:t> </a:t>
            </a:r>
            <a:r>
              <a:rPr lang="en-US" sz="2000" err="1"/>
              <a:t>naselji</a:t>
            </a:r>
            <a:r>
              <a:rPr lang="en-US" sz="2000"/>
              <a:t> </a:t>
            </a:r>
            <a:r>
              <a:rPr lang="en-US" sz="2000" err="1"/>
              <a:t>igralca</a:t>
            </a:r>
            <a:r>
              <a:rPr lang="en-US" sz="2000"/>
              <a:t> Ronin.</a:t>
            </a:r>
          </a:p>
          <a:p>
            <a:pPr marL="457200" indent="-457200">
              <a:buFont typeface="+mj-lt"/>
              <a:buAutoNum type="arabicPeriod"/>
            </a:pPr>
            <a:r>
              <a:rPr lang="en-US" sz="2000" err="1"/>
              <a:t>Izpišite</a:t>
            </a:r>
            <a:r>
              <a:rPr lang="en-US" sz="2000"/>
              <a:t> </a:t>
            </a:r>
            <a:r>
              <a:rPr lang="en-US" sz="2000" err="1"/>
              <a:t>vsa</a:t>
            </a:r>
            <a:r>
              <a:rPr lang="en-US" sz="2000"/>
              <a:t> </a:t>
            </a:r>
            <a:r>
              <a:rPr lang="en-US" sz="2000" err="1"/>
              <a:t>imena</a:t>
            </a:r>
            <a:r>
              <a:rPr lang="en-US" sz="2000"/>
              <a:t> </a:t>
            </a:r>
            <a:r>
              <a:rPr lang="en-US" sz="2000" err="1"/>
              <a:t>igralcev</a:t>
            </a:r>
            <a:r>
              <a:rPr lang="en-US" sz="2000"/>
              <a:t>, </a:t>
            </a:r>
            <a:r>
              <a:rPr lang="en-US" sz="2000" err="1"/>
              <a:t>ki</a:t>
            </a:r>
            <a:r>
              <a:rPr lang="en-US" sz="2000"/>
              <a:t> se </a:t>
            </a:r>
            <a:r>
              <a:rPr lang="en-US" sz="2000" err="1"/>
              <a:t>začnejo</a:t>
            </a:r>
            <a:r>
              <a:rPr lang="en-US" sz="2000"/>
              <a:t> z </a:t>
            </a:r>
            <a:r>
              <a:rPr lang="en-US" sz="2000" err="1"/>
              <a:t>nizom</a:t>
            </a:r>
            <a:r>
              <a:rPr lang="en-US" sz="2000"/>
              <a:t> ‘</a:t>
            </a:r>
            <a:r>
              <a:rPr lang="en-US" sz="2000" err="1"/>
              <a:t>moj</a:t>
            </a:r>
            <a:r>
              <a:rPr lang="en-US" sz="2000"/>
              <a:t>’.</a:t>
            </a:r>
          </a:p>
          <a:p>
            <a:pPr marL="457200" indent="-457200">
              <a:buFont typeface="+mj-lt"/>
              <a:buAutoNum type="arabicPeriod"/>
            </a:pPr>
            <a:r>
              <a:rPr lang="en-US" sz="2000" err="1"/>
              <a:t>Za</a:t>
            </a:r>
            <a:r>
              <a:rPr lang="en-US" sz="2000"/>
              <a:t> </a:t>
            </a:r>
            <a:r>
              <a:rPr lang="en-US" sz="2000" err="1"/>
              <a:t>igralce</a:t>
            </a:r>
            <a:r>
              <a:rPr lang="en-US" sz="2000"/>
              <a:t> </a:t>
            </a:r>
            <a:r>
              <a:rPr lang="en-US" sz="2000" err="1"/>
              <a:t>iz</a:t>
            </a:r>
            <a:r>
              <a:rPr lang="en-US" sz="2000"/>
              <a:t> </a:t>
            </a:r>
            <a:r>
              <a:rPr lang="en-US" sz="2000" err="1"/>
              <a:t>naloge</a:t>
            </a:r>
            <a:r>
              <a:rPr lang="en-US" sz="2000"/>
              <a:t> 5. </a:t>
            </a:r>
            <a:r>
              <a:rPr lang="en-US" sz="2000" err="1"/>
              <a:t>izpišite</a:t>
            </a:r>
            <a:r>
              <a:rPr lang="en-US" sz="2000"/>
              <a:t> </a:t>
            </a:r>
            <a:r>
              <a:rPr lang="en-US" sz="2000" err="1"/>
              <a:t>še</a:t>
            </a:r>
            <a:r>
              <a:rPr lang="en-US" sz="2000"/>
              <a:t> </a:t>
            </a:r>
            <a:r>
              <a:rPr lang="en-US" sz="2000" err="1"/>
              <a:t>ime</a:t>
            </a:r>
            <a:r>
              <a:rPr lang="en-US" sz="2000"/>
              <a:t> </a:t>
            </a:r>
            <a:r>
              <a:rPr lang="en-US" sz="2000" err="1"/>
              <a:t>pripadajočega</a:t>
            </a:r>
            <a:r>
              <a:rPr lang="en-US" sz="2000"/>
              <a:t> </a:t>
            </a:r>
            <a:r>
              <a:rPr lang="en-US" sz="2000" err="1"/>
              <a:t>plemena</a:t>
            </a:r>
            <a:r>
              <a:rPr lang="en-US" sz="2000"/>
              <a:t>.</a:t>
            </a:r>
          </a:p>
          <a:p>
            <a:pPr marL="457200" indent="-457200">
              <a:buFont typeface="+mj-lt"/>
              <a:buAutoNum type="arabicPeriod"/>
            </a:pPr>
            <a:r>
              <a:rPr lang="en-US" sz="2000" err="1"/>
              <a:t>Izpišite</a:t>
            </a:r>
            <a:r>
              <a:rPr lang="en-US" sz="2000"/>
              <a:t> </a:t>
            </a:r>
            <a:r>
              <a:rPr lang="en-US" sz="2000" err="1"/>
              <a:t>vse</a:t>
            </a:r>
            <a:r>
              <a:rPr lang="en-US" sz="2000"/>
              <a:t> </a:t>
            </a:r>
            <a:r>
              <a:rPr lang="en-US" sz="2000" err="1"/>
              <a:t>podatke</a:t>
            </a:r>
            <a:r>
              <a:rPr lang="en-US" sz="2000"/>
              <a:t> </a:t>
            </a:r>
            <a:r>
              <a:rPr lang="en-US" sz="2000" err="1"/>
              <a:t>naselji</a:t>
            </a:r>
            <a:r>
              <a:rPr lang="en-US" sz="2000"/>
              <a:t>, </a:t>
            </a:r>
            <a:r>
              <a:rPr lang="en-US" sz="2000" err="1"/>
              <a:t>ki</a:t>
            </a:r>
            <a:r>
              <a:rPr lang="en-US" sz="2000"/>
              <a:t> so v I. </a:t>
            </a:r>
            <a:r>
              <a:rPr lang="en-US" sz="2000" err="1"/>
              <a:t>Kvadrantu</a:t>
            </a:r>
            <a:r>
              <a:rPr lang="en-US" sz="2000"/>
              <a:t> (x &gt;= 0, y &gt;= 0) in se </a:t>
            </a:r>
            <a:r>
              <a:rPr lang="en-US" sz="2000" err="1"/>
              <a:t>njihova</a:t>
            </a:r>
            <a:r>
              <a:rPr lang="en-US" sz="2000"/>
              <a:t> </a:t>
            </a:r>
            <a:r>
              <a:rPr lang="en-US" sz="2000" err="1"/>
              <a:t>imena</a:t>
            </a:r>
            <a:r>
              <a:rPr lang="en-US" sz="2000"/>
              <a:t> </a:t>
            </a:r>
            <a:r>
              <a:rPr lang="en-US" sz="2000" err="1"/>
              <a:t>končajo</a:t>
            </a:r>
            <a:r>
              <a:rPr lang="en-US" sz="2000"/>
              <a:t> </a:t>
            </a:r>
            <a:r>
              <a:rPr lang="en-US" sz="2000" err="1"/>
              <a:t>na</a:t>
            </a:r>
            <a:r>
              <a:rPr lang="en-US" sz="2000"/>
              <a:t> </a:t>
            </a:r>
            <a:r>
              <a:rPr lang="en-US" sz="2000" err="1"/>
              <a:t>samoglasnik</a:t>
            </a:r>
            <a:r>
              <a:rPr lang="en-US" sz="2000"/>
              <a:t> </a:t>
            </a:r>
            <a:r>
              <a:rPr lang="en-US" sz="2000" err="1"/>
              <a:t>ter</a:t>
            </a:r>
            <a:r>
              <a:rPr lang="en-US" sz="2000"/>
              <a:t> </a:t>
            </a:r>
            <a:r>
              <a:rPr lang="en-US" sz="2000" err="1"/>
              <a:t>imajo</a:t>
            </a:r>
            <a:r>
              <a:rPr lang="en-US" sz="2000"/>
              <a:t> </a:t>
            </a:r>
            <a:r>
              <a:rPr lang="en-US" sz="2000" err="1"/>
              <a:t>populacijo</a:t>
            </a:r>
            <a:r>
              <a:rPr lang="en-US" sz="2000"/>
              <a:t> 750 </a:t>
            </a:r>
            <a:r>
              <a:rPr lang="en-US" sz="2000" err="1"/>
              <a:t>ali</a:t>
            </a:r>
            <a:r>
              <a:rPr lang="en-US" sz="2000"/>
              <a:t> </a:t>
            </a:r>
            <a:r>
              <a:rPr lang="en-US" sz="2000" err="1"/>
              <a:t>več</a:t>
            </a:r>
            <a:r>
              <a:rPr lang="en-US" sz="2000"/>
              <a:t>.</a:t>
            </a:r>
          </a:p>
          <a:p>
            <a:pPr marL="457200" indent="-457200">
              <a:buFont typeface="+mj-lt"/>
              <a:buAutoNum type="arabicPeriod"/>
            </a:pPr>
            <a:endParaRPr lang="sl-SI" sz="2000"/>
          </a:p>
          <a:p>
            <a:pPr marL="457200" indent="-457200">
              <a:buFont typeface="+mj-lt"/>
              <a:buAutoNum type="arabicPeriod"/>
            </a:pPr>
            <a:endParaRPr lang="sl-SI" sz="2400"/>
          </a:p>
          <a:p>
            <a:endParaRPr lang="sl-SI"/>
          </a:p>
          <a:p>
            <a:endParaRPr lang="sl-SI"/>
          </a:p>
          <a:p>
            <a:endParaRPr lang="sl-SI"/>
          </a:p>
          <a:p>
            <a:endParaRPr lang="sl-SI"/>
          </a:p>
        </p:txBody>
      </p:sp>
      <p:sp>
        <p:nvSpPr>
          <p:cNvPr id="6" name="Text Box 5"/>
          <p:cNvSpPr txBox="1">
            <a:spLocks noChangeArrowheads="1"/>
          </p:cNvSpPr>
          <p:nvPr/>
        </p:nvSpPr>
        <p:spPr bwMode="auto">
          <a:xfrm>
            <a:off x="1828800" y="410170"/>
            <a:ext cx="7568327" cy="923330"/>
          </a:xfrm>
          <a:prstGeom prst="rect">
            <a:avLst/>
          </a:prstGeom>
          <a:noFill/>
          <a:ln w="9525">
            <a:noFill/>
            <a:miter lim="800000"/>
            <a:headEnd/>
            <a:tailEnd/>
          </a:ln>
          <a:effectLst/>
        </p:spPr>
        <p:txBody>
          <a:bodyPr wrap="square">
            <a:spAutoFit/>
          </a:bodyPr>
          <a:lstStyle/>
          <a:p>
            <a:pPr lvl="1" algn="l"/>
            <a:r>
              <a:rPr lang="sl-SI" b="1">
                <a:latin typeface="Courier New" pitchFamily="49" charset="0"/>
              </a:rPr>
              <a:t>Aliansa(</a:t>
            </a:r>
            <a:r>
              <a:rPr lang="sl-SI" b="1" u="sng" err="1">
                <a:latin typeface="Courier New" pitchFamily="49" charset="0"/>
              </a:rPr>
              <a:t>aid</a:t>
            </a:r>
            <a:r>
              <a:rPr lang="sl-SI" b="1">
                <a:latin typeface="Courier New" pitchFamily="49" charset="0"/>
              </a:rPr>
              <a:t>, </a:t>
            </a:r>
            <a:r>
              <a:rPr lang="sl-SI" b="1" err="1">
                <a:latin typeface="Courier New" pitchFamily="49" charset="0"/>
              </a:rPr>
              <a:t>alliance</a:t>
            </a:r>
            <a:r>
              <a:rPr lang="sl-SI" b="1">
                <a:latin typeface="Courier New" pitchFamily="49" charset="0"/>
              </a:rPr>
              <a:t>), 	Pleme(</a:t>
            </a:r>
            <a:r>
              <a:rPr lang="sl-SI" b="1" u="sng" err="1">
                <a:latin typeface="Courier New" pitchFamily="49" charset="0"/>
              </a:rPr>
              <a:t>tid</a:t>
            </a:r>
            <a:r>
              <a:rPr lang="sl-SI" b="1">
                <a:latin typeface="Courier New" pitchFamily="49" charset="0"/>
              </a:rPr>
              <a:t>, </a:t>
            </a:r>
            <a:r>
              <a:rPr lang="sl-SI" b="1" err="1">
                <a:latin typeface="Courier New" pitchFamily="49" charset="0"/>
              </a:rPr>
              <a:t>tribe</a:t>
            </a:r>
            <a:r>
              <a:rPr lang="sl-SI" b="1">
                <a:latin typeface="Courier New" pitchFamily="49" charset="0"/>
              </a:rPr>
              <a:t>)</a:t>
            </a:r>
          </a:p>
          <a:p>
            <a:pPr lvl="1" algn="l"/>
            <a:r>
              <a:rPr lang="sl-SI" b="1">
                <a:latin typeface="Courier New" pitchFamily="49" charset="0"/>
              </a:rPr>
              <a:t>Igralec(</a:t>
            </a:r>
            <a:r>
              <a:rPr lang="sl-SI" b="1" u="sng">
                <a:latin typeface="Courier New" pitchFamily="49" charset="0"/>
              </a:rPr>
              <a:t>pid</a:t>
            </a:r>
            <a:r>
              <a:rPr lang="sl-SI" b="1">
                <a:latin typeface="Courier New" pitchFamily="49" charset="0"/>
              </a:rPr>
              <a:t>, </a:t>
            </a:r>
            <a:r>
              <a:rPr lang="sl-SI" b="1" err="1">
                <a:latin typeface="Courier New" pitchFamily="49" charset="0"/>
              </a:rPr>
              <a:t>player</a:t>
            </a:r>
            <a:r>
              <a:rPr lang="sl-SI" b="1">
                <a:latin typeface="Courier New" pitchFamily="49" charset="0"/>
              </a:rPr>
              <a:t>, #</a:t>
            </a:r>
            <a:r>
              <a:rPr lang="sl-SI" b="1" err="1">
                <a:latin typeface="Courier New" pitchFamily="49" charset="0"/>
              </a:rPr>
              <a:t>tid</a:t>
            </a:r>
            <a:r>
              <a:rPr lang="sl-SI" b="1">
                <a:latin typeface="Courier New" pitchFamily="49" charset="0"/>
              </a:rPr>
              <a:t>, #</a:t>
            </a:r>
            <a:r>
              <a:rPr lang="sl-SI" b="1" err="1">
                <a:latin typeface="Courier New" pitchFamily="49" charset="0"/>
              </a:rPr>
              <a:t>aid</a:t>
            </a:r>
            <a:r>
              <a:rPr lang="sl-SI" b="1">
                <a:latin typeface="Courier New" pitchFamily="49" charset="0"/>
              </a:rPr>
              <a:t>)</a:t>
            </a:r>
          </a:p>
          <a:p>
            <a:pPr lvl="1" algn="l"/>
            <a:r>
              <a:rPr lang="sl-SI" b="1">
                <a:latin typeface="Courier New" pitchFamily="49" charset="0"/>
              </a:rPr>
              <a:t>Naselje(</a:t>
            </a:r>
            <a:r>
              <a:rPr lang="sl-SI" b="1" u="sng">
                <a:latin typeface="Courier New" pitchFamily="49" charset="0"/>
              </a:rPr>
              <a:t>id</a:t>
            </a:r>
            <a:r>
              <a:rPr lang="sl-SI" b="1">
                <a:latin typeface="Courier New" pitchFamily="49" charset="0"/>
              </a:rPr>
              <a:t>, vid, </a:t>
            </a:r>
            <a:r>
              <a:rPr lang="sl-SI" b="1" err="1">
                <a:latin typeface="Courier New" pitchFamily="49" charset="0"/>
              </a:rPr>
              <a:t>village</a:t>
            </a:r>
            <a:r>
              <a:rPr lang="sl-SI" b="1">
                <a:latin typeface="Courier New" pitchFamily="49" charset="0"/>
              </a:rPr>
              <a:t>, x, y, </a:t>
            </a:r>
            <a:r>
              <a:rPr lang="sl-SI" b="1" err="1">
                <a:latin typeface="Courier New" pitchFamily="49" charset="0"/>
              </a:rPr>
              <a:t>population</a:t>
            </a:r>
            <a:r>
              <a:rPr lang="sl-SI" b="1">
                <a:latin typeface="Courier New" pitchFamily="49" charset="0"/>
              </a:rPr>
              <a:t>, #pid)</a:t>
            </a:r>
            <a:endParaRPr lang="en-US" b="1">
              <a:latin typeface="Courier New" pitchFamily="49" charset="0"/>
            </a:endParaRPr>
          </a:p>
        </p:txBody>
      </p:sp>
    </p:spTree>
    <p:extLst>
      <p:ext uri="{BB962C8B-B14F-4D97-AF65-F5344CB8AC3E}">
        <p14:creationId xmlns:p14="http://schemas.microsoft.com/office/powerpoint/2010/main" val="39875400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Rešitve: osnovni SQL</a:t>
            </a:r>
          </a:p>
        </p:txBody>
      </p:sp>
      <p:sp>
        <p:nvSpPr>
          <p:cNvPr id="5" name="Text Placeholder 4"/>
          <p:cNvSpPr>
            <a:spLocks noGrp="1"/>
          </p:cNvSpPr>
          <p:nvPr>
            <p:ph type="body" sz="half" idx="3"/>
          </p:nvPr>
        </p:nvSpPr>
        <p:spPr>
          <a:xfrm>
            <a:off x="685800" y="2082297"/>
            <a:ext cx="8458200" cy="4470903"/>
          </a:xfrm>
        </p:spPr>
        <p:txBody>
          <a:bodyPr/>
          <a:lstStyle/>
          <a:p>
            <a:pPr marL="457200" indent="-457200">
              <a:buFont typeface="+mj-lt"/>
              <a:buAutoNum type="arabicPeriod"/>
            </a:pPr>
            <a:r>
              <a:rPr lang="sl-SI" sz="1000" b="1" dirty="0"/>
              <a:t>Izpišite imena jadralcev s sodimi ratingi. </a:t>
            </a:r>
            <a:br>
              <a:rPr lang="sl-SI" sz="1000" b="1" dirty="0"/>
            </a:br>
            <a:r>
              <a:rPr lang="en-US" sz="1000" dirty="0">
                <a:latin typeface="Courier New" pitchFamily="49" charset="0"/>
                <a:cs typeface="Courier New" pitchFamily="49" charset="0"/>
              </a:rPr>
              <a:t>SELECT </a:t>
            </a:r>
            <a:r>
              <a:rPr lang="en-US" sz="1000" dirty="0" err="1">
                <a:latin typeface="Courier New" pitchFamily="49" charset="0"/>
                <a:cs typeface="Courier New" pitchFamily="49" charset="0"/>
              </a:rPr>
              <a:t>ime</a:t>
            </a:r>
            <a:br>
              <a:rPr lang="sl-SI" sz="1000" dirty="0">
                <a:latin typeface="Courier New" pitchFamily="49" charset="0"/>
                <a:cs typeface="Courier New" pitchFamily="49" charset="0"/>
              </a:rPr>
            </a:br>
            <a:r>
              <a:rPr lang="en-US" sz="1000" dirty="0">
                <a:latin typeface="Courier New" pitchFamily="49" charset="0"/>
                <a:cs typeface="Courier New" pitchFamily="49" charset="0"/>
              </a:rPr>
              <a:t>FROM </a:t>
            </a:r>
            <a:r>
              <a:rPr lang="en-US" sz="1000" dirty="0" err="1">
                <a:latin typeface="Courier New" pitchFamily="49" charset="0"/>
                <a:cs typeface="Courier New" pitchFamily="49" charset="0"/>
              </a:rPr>
              <a:t>jadralec</a:t>
            </a:r>
            <a:br>
              <a:rPr lang="sl-SI" sz="1000" dirty="0">
                <a:latin typeface="Courier New" pitchFamily="49" charset="0"/>
                <a:cs typeface="Courier New" pitchFamily="49" charset="0"/>
              </a:rPr>
            </a:br>
            <a:r>
              <a:rPr lang="en-US" sz="1000" dirty="0">
                <a:latin typeface="Courier New" pitchFamily="49" charset="0"/>
                <a:cs typeface="Courier New" pitchFamily="49" charset="0"/>
              </a:rPr>
              <a:t>WHERE rating </a:t>
            </a:r>
            <a:r>
              <a:rPr lang="sl-SI" sz="1000" dirty="0">
                <a:latin typeface="Courier New" pitchFamily="49" charset="0"/>
                <a:cs typeface="Courier New" pitchFamily="49" charset="0"/>
              </a:rPr>
              <a:t>IN</a:t>
            </a:r>
            <a:r>
              <a:rPr lang="en-US" sz="1000" dirty="0">
                <a:latin typeface="Courier New" pitchFamily="49" charset="0"/>
                <a:cs typeface="Courier New" pitchFamily="49" charset="0"/>
              </a:rPr>
              <a:t> (2,4,6,8,10);</a:t>
            </a:r>
            <a:endParaRPr lang="sl-SI" sz="1000" dirty="0">
              <a:latin typeface="Courier New" pitchFamily="49" charset="0"/>
              <a:cs typeface="Courier New" pitchFamily="49" charset="0"/>
            </a:endParaRPr>
          </a:p>
          <a:p>
            <a:pPr marL="457200" indent="-457200">
              <a:buFont typeface="+mj-lt"/>
              <a:buAutoNum type="arabicPeriod"/>
            </a:pPr>
            <a:r>
              <a:rPr lang="sl-SI" sz="1000" b="1" dirty="0"/>
              <a:t>Ugotovite, ali imata kakšna dva čolna enako ime.</a:t>
            </a:r>
            <a:br>
              <a:rPr lang="sl-SI" sz="1000" b="1" dirty="0"/>
            </a:br>
            <a:r>
              <a:rPr lang="en-US" sz="1000" dirty="0">
                <a:latin typeface="Courier New" pitchFamily="49" charset="0"/>
                <a:cs typeface="Courier New" pitchFamily="49" charset="0"/>
              </a:rPr>
              <a:t>SELECT *</a:t>
            </a:r>
            <a:br>
              <a:rPr lang="sl-SI" sz="1000" dirty="0">
                <a:latin typeface="Courier New" pitchFamily="49" charset="0"/>
                <a:cs typeface="Courier New" pitchFamily="49" charset="0"/>
              </a:rPr>
            </a:br>
            <a:r>
              <a:rPr lang="en-US" sz="1000" dirty="0">
                <a:latin typeface="Courier New" pitchFamily="49" charset="0"/>
                <a:cs typeface="Courier New" pitchFamily="49" charset="0"/>
              </a:rPr>
              <a:t>FROM </a:t>
            </a:r>
            <a:r>
              <a:rPr lang="en-US" sz="1000" dirty="0" err="1">
                <a:latin typeface="Courier New" pitchFamily="49" charset="0"/>
                <a:cs typeface="Courier New" pitchFamily="49" charset="0"/>
              </a:rPr>
              <a:t>coln</a:t>
            </a:r>
            <a:r>
              <a:rPr lang="en-US" sz="1000" dirty="0">
                <a:latin typeface="Courier New" pitchFamily="49" charset="0"/>
                <a:cs typeface="Courier New" pitchFamily="49" charset="0"/>
              </a:rPr>
              <a:t> c1, </a:t>
            </a:r>
            <a:r>
              <a:rPr lang="en-US" sz="1000" dirty="0" err="1">
                <a:latin typeface="Courier New" pitchFamily="49" charset="0"/>
                <a:cs typeface="Courier New" pitchFamily="49" charset="0"/>
              </a:rPr>
              <a:t>coln</a:t>
            </a:r>
            <a:r>
              <a:rPr lang="en-US" sz="1000" dirty="0">
                <a:latin typeface="Courier New" pitchFamily="49" charset="0"/>
                <a:cs typeface="Courier New" pitchFamily="49" charset="0"/>
              </a:rPr>
              <a:t> c2 </a:t>
            </a:r>
            <a:br>
              <a:rPr lang="sl-SI" sz="1000" dirty="0">
                <a:latin typeface="Courier New" pitchFamily="49" charset="0"/>
                <a:cs typeface="Courier New" pitchFamily="49" charset="0"/>
              </a:rPr>
            </a:br>
            <a:r>
              <a:rPr lang="en-US" sz="1000" dirty="0">
                <a:latin typeface="Courier New" pitchFamily="49" charset="0"/>
                <a:cs typeface="Courier New" pitchFamily="49" charset="0"/>
              </a:rPr>
              <a:t>WHERE (c1.cid != c2.cid) AND (c1.ime=c2.ime);</a:t>
            </a:r>
            <a:r>
              <a:rPr lang="sl-SI" sz="1000" dirty="0">
                <a:latin typeface="Courier New" pitchFamily="49" charset="0"/>
                <a:cs typeface="Courier New" pitchFamily="49" charset="0"/>
              </a:rPr>
              <a:t> </a:t>
            </a:r>
          </a:p>
          <a:p>
            <a:pPr marL="457200" indent="-457200">
              <a:buFont typeface="+mj-lt"/>
              <a:buAutoNum type="arabicPeriod"/>
            </a:pPr>
            <a:r>
              <a:rPr lang="sl-SI" sz="1000" b="1" dirty="0"/>
              <a:t>Izpišite imena jadralcev z lihimi ratingi.</a:t>
            </a:r>
            <a:br>
              <a:rPr lang="sl-SI" sz="1000" b="1" dirty="0"/>
            </a:br>
            <a:r>
              <a:rPr lang="en-US" sz="1000" dirty="0">
                <a:latin typeface="Courier New" pitchFamily="49" charset="0"/>
                <a:cs typeface="Courier New" pitchFamily="49" charset="0"/>
              </a:rPr>
              <a:t>SELECT </a:t>
            </a:r>
            <a:r>
              <a:rPr lang="en-US" sz="1000" dirty="0" err="1">
                <a:latin typeface="Courier New" pitchFamily="49" charset="0"/>
                <a:cs typeface="Courier New" pitchFamily="49" charset="0"/>
              </a:rPr>
              <a:t>ime</a:t>
            </a:r>
            <a:br>
              <a:rPr lang="sl-SI" sz="1000" dirty="0">
                <a:latin typeface="Courier New" pitchFamily="49" charset="0"/>
                <a:cs typeface="Courier New" pitchFamily="49" charset="0"/>
              </a:rPr>
            </a:br>
            <a:r>
              <a:rPr lang="en-US" sz="1000" dirty="0">
                <a:latin typeface="Courier New" pitchFamily="49" charset="0"/>
                <a:cs typeface="Courier New" pitchFamily="49" charset="0"/>
              </a:rPr>
              <a:t>FROM </a:t>
            </a:r>
            <a:r>
              <a:rPr lang="en-US" sz="1000" dirty="0" err="1">
                <a:latin typeface="Courier New" pitchFamily="49" charset="0"/>
                <a:cs typeface="Courier New" pitchFamily="49" charset="0"/>
              </a:rPr>
              <a:t>jadralec</a:t>
            </a:r>
            <a:br>
              <a:rPr lang="sl-SI" sz="1000" dirty="0">
                <a:latin typeface="Courier New" pitchFamily="49" charset="0"/>
                <a:cs typeface="Courier New" pitchFamily="49" charset="0"/>
              </a:rPr>
            </a:br>
            <a:r>
              <a:rPr lang="en-US" sz="1000" dirty="0">
                <a:latin typeface="Courier New" pitchFamily="49" charset="0"/>
                <a:cs typeface="Courier New" pitchFamily="49" charset="0"/>
              </a:rPr>
              <a:t>WHERE rating </a:t>
            </a:r>
            <a:r>
              <a:rPr lang="sl-SI" sz="1000" dirty="0">
                <a:latin typeface="Courier New" pitchFamily="49" charset="0"/>
                <a:cs typeface="Courier New" pitchFamily="49" charset="0"/>
              </a:rPr>
              <a:t>NOT IN</a:t>
            </a:r>
            <a:r>
              <a:rPr lang="en-US" sz="1000" dirty="0">
                <a:latin typeface="Courier New" pitchFamily="49" charset="0"/>
                <a:cs typeface="Courier New" pitchFamily="49" charset="0"/>
              </a:rPr>
              <a:t> (2,4,6,8,10);</a:t>
            </a:r>
            <a:endParaRPr lang="sl-SI" sz="1000" dirty="0">
              <a:latin typeface="Courier New" pitchFamily="49" charset="0"/>
              <a:cs typeface="Courier New" pitchFamily="49" charset="0"/>
            </a:endParaRPr>
          </a:p>
          <a:p>
            <a:pPr marL="457200" indent="-457200">
              <a:buFont typeface="+mj-lt"/>
              <a:buAutoNum type="arabicPeriod"/>
            </a:pPr>
            <a:r>
              <a:rPr lang="sl-SI" sz="1000" b="1" dirty="0"/>
              <a:t>Izpišite imena čolnov daljših od 35 čevljev, ki so jih rezervirali jadralci stari 35 let ali manj.</a:t>
            </a:r>
            <a:br>
              <a:rPr lang="sl-SI" sz="1000" b="1" dirty="0"/>
            </a:br>
            <a:r>
              <a:rPr lang="sl-SI" sz="1000" dirty="0">
                <a:latin typeface="Courier New" pitchFamily="49" charset="0"/>
                <a:cs typeface="Courier New" pitchFamily="49" charset="0"/>
              </a:rPr>
              <a:t>SELECT </a:t>
            </a:r>
            <a:r>
              <a:rPr lang="sl-SI" sz="1000" dirty="0" err="1">
                <a:latin typeface="Courier New" pitchFamily="49" charset="0"/>
                <a:cs typeface="Courier New" pitchFamily="49" charset="0"/>
              </a:rPr>
              <a:t>c.ime</a:t>
            </a:r>
            <a:br>
              <a:rPr lang="sl-SI" sz="1000" dirty="0">
                <a:latin typeface="Courier New" pitchFamily="49" charset="0"/>
                <a:cs typeface="Courier New" pitchFamily="49" charset="0"/>
              </a:rPr>
            </a:br>
            <a:r>
              <a:rPr lang="sl-SI" sz="1000" dirty="0">
                <a:latin typeface="Courier New" pitchFamily="49" charset="0"/>
                <a:cs typeface="Courier New" pitchFamily="49" charset="0"/>
              </a:rPr>
              <a:t>FROM </a:t>
            </a:r>
            <a:r>
              <a:rPr lang="sl-SI" sz="1000" dirty="0" err="1">
                <a:latin typeface="Courier New" pitchFamily="49" charset="0"/>
                <a:cs typeface="Courier New" pitchFamily="49" charset="0"/>
              </a:rPr>
              <a:t>coln</a:t>
            </a:r>
            <a:r>
              <a:rPr lang="sl-SI" sz="1000" dirty="0">
                <a:latin typeface="Courier New" pitchFamily="49" charset="0"/>
                <a:cs typeface="Courier New" pitchFamily="49" charset="0"/>
              </a:rPr>
              <a:t> c JOIN rezervacija r USING(</a:t>
            </a:r>
            <a:r>
              <a:rPr lang="sl-SI" sz="1000" dirty="0" err="1">
                <a:latin typeface="Courier New" pitchFamily="49" charset="0"/>
                <a:cs typeface="Courier New" pitchFamily="49" charset="0"/>
              </a:rPr>
              <a:t>cid</a:t>
            </a:r>
            <a:r>
              <a:rPr lang="sl-SI" sz="1000" dirty="0">
                <a:latin typeface="Courier New" pitchFamily="49" charset="0"/>
                <a:cs typeface="Courier New" pitchFamily="49" charset="0"/>
              </a:rPr>
              <a:t>) </a:t>
            </a:r>
            <a:r>
              <a:rPr lang="sl-SI" sz="1000" dirty="0" err="1">
                <a:latin typeface="Courier New" pitchFamily="49" charset="0"/>
                <a:cs typeface="Courier New" pitchFamily="49" charset="0"/>
              </a:rPr>
              <a:t>join</a:t>
            </a:r>
            <a:r>
              <a:rPr lang="sl-SI" sz="1000" dirty="0">
                <a:latin typeface="Courier New" pitchFamily="49" charset="0"/>
                <a:cs typeface="Courier New" pitchFamily="49" charset="0"/>
              </a:rPr>
              <a:t> jadralec j USING(</a:t>
            </a:r>
            <a:r>
              <a:rPr lang="sl-SI" sz="1000" dirty="0" err="1">
                <a:latin typeface="Courier New" pitchFamily="49" charset="0"/>
                <a:cs typeface="Courier New" pitchFamily="49" charset="0"/>
              </a:rPr>
              <a:t>jid</a:t>
            </a:r>
            <a:r>
              <a:rPr lang="sl-SI" sz="1000" dirty="0">
                <a:latin typeface="Courier New" pitchFamily="49" charset="0"/>
                <a:cs typeface="Courier New" pitchFamily="49" charset="0"/>
              </a:rPr>
              <a:t>)</a:t>
            </a:r>
            <a:br>
              <a:rPr lang="sl-SI" sz="1000" dirty="0">
                <a:latin typeface="Courier New" pitchFamily="49" charset="0"/>
                <a:cs typeface="Courier New" pitchFamily="49" charset="0"/>
              </a:rPr>
            </a:br>
            <a:r>
              <a:rPr lang="sl-SI" sz="1000" dirty="0">
                <a:latin typeface="Courier New" pitchFamily="49" charset="0"/>
                <a:cs typeface="Courier New" pitchFamily="49" charset="0"/>
              </a:rPr>
              <a:t>WHERE </a:t>
            </a:r>
            <a:r>
              <a:rPr lang="sl-SI" sz="1000" dirty="0" err="1">
                <a:latin typeface="Courier New" pitchFamily="49" charset="0"/>
                <a:cs typeface="Courier New" pitchFamily="49" charset="0"/>
              </a:rPr>
              <a:t>c.dolzina</a:t>
            </a:r>
            <a:r>
              <a:rPr lang="sl-SI" sz="1000" dirty="0">
                <a:latin typeface="Courier New" pitchFamily="49" charset="0"/>
                <a:cs typeface="Courier New" pitchFamily="49" charset="0"/>
              </a:rPr>
              <a:t>&gt;35 </a:t>
            </a:r>
            <a:r>
              <a:rPr lang="sl-SI" sz="1000" dirty="0" err="1">
                <a:latin typeface="Courier New" pitchFamily="49" charset="0"/>
                <a:cs typeface="Courier New" pitchFamily="49" charset="0"/>
              </a:rPr>
              <a:t>and</a:t>
            </a:r>
            <a:r>
              <a:rPr lang="sl-SI" sz="1000" dirty="0">
                <a:latin typeface="Courier New" pitchFamily="49" charset="0"/>
                <a:cs typeface="Courier New" pitchFamily="49" charset="0"/>
              </a:rPr>
              <a:t> </a:t>
            </a:r>
            <a:r>
              <a:rPr lang="sl-SI" sz="1000" dirty="0" err="1">
                <a:latin typeface="Courier New" pitchFamily="49" charset="0"/>
                <a:cs typeface="Courier New" pitchFamily="49" charset="0"/>
              </a:rPr>
              <a:t>j.starost</a:t>
            </a:r>
            <a:r>
              <a:rPr lang="sl-SI" sz="1000" dirty="0">
                <a:latin typeface="Courier New" pitchFamily="49" charset="0"/>
                <a:cs typeface="Courier New" pitchFamily="49" charset="0"/>
              </a:rPr>
              <a:t>&lt;=35; 		-- resi tudi brez JOIN</a:t>
            </a:r>
          </a:p>
          <a:p>
            <a:pPr marL="457200" indent="-457200">
              <a:buFont typeface="+mj-lt"/>
              <a:buAutoNum type="arabicPeriod"/>
            </a:pPr>
            <a:r>
              <a:rPr lang="sl-SI" sz="1000" b="1" dirty="0"/>
              <a:t>Za vse jadralce, ki so rezervirali čoln </a:t>
            </a:r>
            <a:r>
              <a:rPr lang="sl-SI" sz="1000" b="1" dirty="0" err="1"/>
              <a:t>Bavaria</a:t>
            </a:r>
            <a:r>
              <a:rPr lang="sl-SI" sz="1000" b="1" dirty="0"/>
              <a:t> ali </a:t>
            </a:r>
            <a:r>
              <a:rPr lang="sl-SI" sz="1000" b="1" dirty="0" err="1"/>
              <a:t>Sun</a:t>
            </a:r>
            <a:r>
              <a:rPr lang="sl-SI" sz="1000" b="1" dirty="0"/>
              <a:t> </a:t>
            </a:r>
            <a:r>
              <a:rPr lang="sl-SI" sz="1000" b="1" dirty="0" err="1"/>
              <a:t>Odyssey</a:t>
            </a:r>
            <a:r>
              <a:rPr lang="sl-SI" sz="1000" b="1" dirty="0"/>
              <a:t> izpišite jadralčevo ime in datum rezervacije.</a:t>
            </a:r>
          </a:p>
          <a:p>
            <a:pPr marL="457200" indent="-457200">
              <a:buFont typeface="+mj-lt"/>
              <a:buAutoNum type="arabicPeriod"/>
            </a:pPr>
            <a:r>
              <a:rPr lang="sl-SI" sz="800" dirty="0">
                <a:latin typeface="Courier New" pitchFamily="49" charset="0"/>
                <a:cs typeface="Courier New" pitchFamily="49" charset="0"/>
              </a:rPr>
              <a:t>SELECT </a:t>
            </a:r>
            <a:r>
              <a:rPr lang="sl-SI" sz="800" dirty="0" err="1">
                <a:latin typeface="Courier New" pitchFamily="49" charset="0"/>
                <a:cs typeface="Courier New" pitchFamily="49" charset="0"/>
              </a:rPr>
              <a:t>j.ime</a:t>
            </a:r>
            <a:r>
              <a:rPr lang="sl-SI" sz="800" dirty="0">
                <a:latin typeface="Courier New" pitchFamily="49" charset="0"/>
                <a:cs typeface="Courier New" pitchFamily="49" charset="0"/>
              </a:rPr>
              <a:t>, </a:t>
            </a:r>
            <a:r>
              <a:rPr lang="sl-SI" sz="800" dirty="0" err="1">
                <a:latin typeface="Courier New" pitchFamily="49" charset="0"/>
                <a:cs typeface="Courier New" pitchFamily="49" charset="0"/>
              </a:rPr>
              <a:t>r.dan</a:t>
            </a:r>
            <a:br>
              <a:rPr lang="sl-SI" sz="800" dirty="0">
                <a:latin typeface="Courier New" pitchFamily="49" charset="0"/>
                <a:cs typeface="Courier New" pitchFamily="49" charset="0"/>
              </a:rPr>
            </a:br>
            <a:r>
              <a:rPr lang="sl-SI" sz="800" dirty="0">
                <a:latin typeface="Courier New" pitchFamily="49" charset="0"/>
                <a:cs typeface="Courier New" pitchFamily="49" charset="0"/>
              </a:rPr>
              <a:t>FROM jadralec j, rezervacija r, </a:t>
            </a:r>
            <a:r>
              <a:rPr lang="sl-SI" sz="800" dirty="0" err="1">
                <a:latin typeface="Courier New" pitchFamily="49" charset="0"/>
                <a:cs typeface="Courier New" pitchFamily="49" charset="0"/>
              </a:rPr>
              <a:t>coln</a:t>
            </a:r>
            <a:r>
              <a:rPr lang="sl-SI" sz="800" dirty="0">
                <a:latin typeface="Courier New" pitchFamily="49" charset="0"/>
                <a:cs typeface="Courier New" pitchFamily="49" charset="0"/>
              </a:rPr>
              <a:t> c</a:t>
            </a:r>
          </a:p>
          <a:p>
            <a:pPr marL="457200" indent="-457200">
              <a:buFont typeface="+mj-lt"/>
              <a:buAutoNum type="arabicPeriod"/>
            </a:pPr>
            <a:r>
              <a:rPr lang="sl-SI" sz="800" dirty="0">
                <a:latin typeface="Courier New" pitchFamily="49" charset="0"/>
                <a:cs typeface="Courier New" pitchFamily="49" charset="0"/>
              </a:rPr>
              <a:t>WHERE </a:t>
            </a:r>
            <a:r>
              <a:rPr lang="sl-SI" sz="800" dirty="0" err="1">
                <a:latin typeface="Courier New" pitchFamily="49" charset="0"/>
                <a:cs typeface="Courier New" pitchFamily="49" charset="0"/>
              </a:rPr>
              <a:t>j.jid</a:t>
            </a:r>
            <a:r>
              <a:rPr lang="sl-SI" sz="800" dirty="0">
                <a:latin typeface="Courier New" pitchFamily="49" charset="0"/>
                <a:cs typeface="Courier New" pitchFamily="49" charset="0"/>
              </a:rPr>
              <a:t> = </a:t>
            </a:r>
            <a:r>
              <a:rPr lang="sl-SI" sz="800" dirty="0" err="1">
                <a:latin typeface="Courier New" pitchFamily="49" charset="0"/>
                <a:cs typeface="Courier New" pitchFamily="49" charset="0"/>
              </a:rPr>
              <a:t>r.jid</a:t>
            </a:r>
            <a:r>
              <a:rPr lang="sl-SI" sz="800" dirty="0">
                <a:latin typeface="Courier New" pitchFamily="49" charset="0"/>
                <a:cs typeface="Courier New" pitchFamily="49" charset="0"/>
              </a:rPr>
              <a:t> AND </a:t>
            </a:r>
            <a:r>
              <a:rPr lang="sl-SI" sz="800" dirty="0" err="1">
                <a:latin typeface="Courier New" pitchFamily="49" charset="0"/>
                <a:cs typeface="Courier New" pitchFamily="49" charset="0"/>
              </a:rPr>
              <a:t>c.cid</a:t>
            </a:r>
            <a:r>
              <a:rPr lang="sl-SI" sz="800" dirty="0">
                <a:latin typeface="Courier New" pitchFamily="49" charset="0"/>
                <a:cs typeface="Courier New" pitchFamily="49" charset="0"/>
              </a:rPr>
              <a:t> = </a:t>
            </a:r>
            <a:r>
              <a:rPr lang="sl-SI" sz="800" dirty="0" err="1">
                <a:latin typeface="Courier New" pitchFamily="49" charset="0"/>
                <a:cs typeface="Courier New" pitchFamily="49" charset="0"/>
              </a:rPr>
              <a:t>r.cid</a:t>
            </a:r>
            <a:r>
              <a:rPr lang="sl-SI" sz="800" dirty="0">
                <a:latin typeface="Courier New" pitchFamily="49" charset="0"/>
                <a:cs typeface="Courier New" pitchFamily="49" charset="0"/>
              </a:rPr>
              <a:t> AND (</a:t>
            </a:r>
            <a:r>
              <a:rPr lang="sl-SI" sz="800" dirty="0" err="1">
                <a:latin typeface="Courier New" pitchFamily="49" charset="0"/>
                <a:cs typeface="Courier New" pitchFamily="49" charset="0"/>
              </a:rPr>
              <a:t>c.ime</a:t>
            </a:r>
            <a:r>
              <a:rPr lang="sl-SI" sz="800" dirty="0">
                <a:latin typeface="Courier New" pitchFamily="49" charset="0"/>
                <a:cs typeface="Courier New" pitchFamily="49" charset="0"/>
              </a:rPr>
              <a:t> = ‘</a:t>
            </a:r>
            <a:r>
              <a:rPr lang="sl-SI" sz="800" dirty="0" err="1">
                <a:latin typeface="Courier New" pitchFamily="49" charset="0"/>
                <a:cs typeface="Courier New" pitchFamily="49" charset="0"/>
              </a:rPr>
              <a:t>Bavaria</a:t>
            </a:r>
            <a:r>
              <a:rPr lang="sl-SI" sz="800" dirty="0">
                <a:latin typeface="Courier New" pitchFamily="49" charset="0"/>
                <a:cs typeface="Courier New" pitchFamily="49" charset="0"/>
              </a:rPr>
              <a:t>’ OR </a:t>
            </a:r>
            <a:r>
              <a:rPr lang="sl-SI" sz="800" dirty="0" err="1">
                <a:latin typeface="Courier New" pitchFamily="49" charset="0"/>
                <a:cs typeface="Courier New" pitchFamily="49" charset="0"/>
              </a:rPr>
              <a:t>c.ime</a:t>
            </a:r>
            <a:r>
              <a:rPr lang="sl-SI" sz="800" dirty="0">
                <a:latin typeface="Courier New" pitchFamily="49" charset="0"/>
                <a:cs typeface="Courier New" pitchFamily="49" charset="0"/>
              </a:rPr>
              <a:t> = ‘</a:t>
            </a:r>
            <a:r>
              <a:rPr lang="sl-SI" sz="800" dirty="0" err="1">
                <a:latin typeface="Courier New" pitchFamily="49" charset="0"/>
                <a:cs typeface="Courier New" pitchFamily="49" charset="0"/>
              </a:rPr>
              <a:t>Sun</a:t>
            </a:r>
            <a:r>
              <a:rPr lang="sl-SI" sz="800" dirty="0">
                <a:latin typeface="Courier New" pitchFamily="49" charset="0"/>
                <a:cs typeface="Courier New" pitchFamily="49" charset="0"/>
              </a:rPr>
              <a:t> </a:t>
            </a:r>
            <a:r>
              <a:rPr lang="sl-SI" sz="800" dirty="0" err="1">
                <a:latin typeface="Courier New" pitchFamily="49" charset="0"/>
                <a:cs typeface="Courier New" pitchFamily="49" charset="0"/>
              </a:rPr>
              <a:t>Odyssey</a:t>
            </a:r>
            <a:r>
              <a:rPr lang="sl-SI" sz="800" dirty="0">
                <a:latin typeface="Courier New" pitchFamily="49" charset="0"/>
                <a:cs typeface="Courier New" pitchFamily="49" charset="0"/>
              </a:rPr>
              <a:t>’);</a:t>
            </a:r>
            <a:endParaRPr lang="sl-SI" sz="600" dirty="0"/>
          </a:p>
          <a:p>
            <a:pPr marL="457200" indent="-457200">
              <a:buFont typeface="+mj-lt"/>
              <a:buAutoNum type="arabicPeriod"/>
            </a:pPr>
            <a:r>
              <a:rPr lang="sl-SI" sz="1000" b="1" dirty="0"/>
              <a:t>Ugotovite, ali imajo vsi jadralci različna imena.</a:t>
            </a:r>
            <a:br>
              <a:rPr lang="sl-SI" sz="1000" b="1" dirty="0"/>
            </a:br>
            <a:r>
              <a:rPr lang="sl-SI" sz="1000" dirty="0">
                <a:latin typeface="Courier New" pitchFamily="49" charset="0"/>
                <a:cs typeface="Courier New" pitchFamily="49" charset="0"/>
              </a:rPr>
              <a:t>SELECT *</a:t>
            </a:r>
            <a:br>
              <a:rPr lang="sl-SI" sz="1000" dirty="0">
                <a:latin typeface="Courier New" pitchFamily="49" charset="0"/>
                <a:cs typeface="Courier New" pitchFamily="49" charset="0"/>
              </a:rPr>
            </a:br>
            <a:r>
              <a:rPr lang="sl-SI" sz="1000" dirty="0">
                <a:latin typeface="Courier New" pitchFamily="49" charset="0"/>
                <a:cs typeface="Courier New" pitchFamily="49" charset="0"/>
              </a:rPr>
              <a:t>FROM jadralec j1 JOIN jadralec j2 USING(ime)</a:t>
            </a:r>
            <a:br>
              <a:rPr lang="sl-SI" sz="1000" dirty="0">
                <a:latin typeface="Courier New" pitchFamily="49" charset="0"/>
                <a:cs typeface="Courier New" pitchFamily="49" charset="0"/>
              </a:rPr>
            </a:br>
            <a:r>
              <a:rPr lang="sl-SI" sz="1000" dirty="0">
                <a:latin typeface="Courier New" pitchFamily="49" charset="0"/>
                <a:cs typeface="Courier New" pitchFamily="49" charset="0"/>
              </a:rPr>
              <a:t>WHERE (j1.jid != j2.jid);</a:t>
            </a:r>
          </a:p>
          <a:p>
            <a:pPr marL="457200" indent="-457200">
              <a:buFont typeface="+mj-lt"/>
              <a:buAutoNum type="arabicPeriod"/>
            </a:pPr>
            <a:r>
              <a:rPr lang="sl-SI" sz="1000" b="1" dirty="0"/>
              <a:t>Izpišite imena jadralcev, ki so v koledarskem poletju 2006 rezervirali čoln, katerega ime vsebuje sonce (</a:t>
            </a:r>
            <a:r>
              <a:rPr lang="sl-SI" sz="1000" b="1" dirty="0" err="1"/>
              <a:t>sun</a:t>
            </a:r>
            <a:r>
              <a:rPr lang="sl-SI" sz="1000" b="1" dirty="0"/>
              <a:t>).</a:t>
            </a:r>
            <a:br>
              <a:rPr lang="sl-SI" sz="1000" b="1" dirty="0">
                <a:latin typeface="Courier New" pitchFamily="49" charset="0"/>
                <a:cs typeface="Courier New" pitchFamily="49" charset="0"/>
              </a:rPr>
            </a:br>
            <a:r>
              <a:rPr lang="sl-SI" sz="1000" dirty="0">
                <a:latin typeface="Courier New" pitchFamily="49" charset="0"/>
                <a:cs typeface="Courier New" pitchFamily="49" charset="0"/>
              </a:rPr>
              <a:t>SELECT </a:t>
            </a:r>
            <a:r>
              <a:rPr lang="sl-SI" sz="1000" dirty="0" err="1">
                <a:latin typeface="Courier New" pitchFamily="49" charset="0"/>
                <a:cs typeface="Courier New" pitchFamily="49" charset="0"/>
              </a:rPr>
              <a:t>j.ime</a:t>
            </a:r>
            <a:br>
              <a:rPr lang="sl-SI" sz="1000" dirty="0">
                <a:latin typeface="Courier New" pitchFamily="49" charset="0"/>
                <a:cs typeface="Courier New" pitchFamily="49" charset="0"/>
              </a:rPr>
            </a:br>
            <a:r>
              <a:rPr lang="sl-SI" sz="1000" dirty="0">
                <a:latin typeface="Courier New" pitchFamily="49" charset="0"/>
                <a:cs typeface="Courier New" pitchFamily="49" charset="0"/>
              </a:rPr>
              <a:t>FROM </a:t>
            </a:r>
            <a:r>
              <a:rPr lang="sl-SI" sz="1000" dirty="0" err="1">
                <a:latin typeface="Courier New" pitchFamily="49" charset="0"/>
                <a:cs typeface="Courier New" pitchFamily="49" charset="0"/>
              </a:rPr>
              <a:t>coln</a:t>
            </a:r>
            <a:r>
              <a:rPr lang="sl-SI" sz="1000" dirty="0">
                <a:latin typeface="Courier New" pitchFamily="49" charset="0"/>
                <a:cs typeface="Courier New" pitchFamily="49" charset="0"/>
              </a:rPr>
              <a:t> c JOIN rezervacija r USING(</a:t>
            </a:r>
            <a:r>
              <a:rPr lang="sl-SI" sz="1000" dirty="0" err="1">
                <a:latin typeface="Courier New" pitchFamily="49" charset="0"/>
                <a:cs typeface="Courier New" pitchFamily="49" charset="0"/>
              </a:rPr>
              <a:t>cid</a:t>
            </a:r>
            <a:r>
              <a:rPr lang="sl-SI" sz="1000" dirty="0">
                <a:latin typeface="Courier New" pitchFamily="49" charset="0"/>
                <a:cs typeface="Courier New" pitchFamily="49" charset="0"/>
              </a:rPr>
              <a:t>) </a:t>
            </a:r>
            <a:r>
              <a:rPr lang="sl-SI" sz="1000" dirty="0" err="1">
                <a:latin typeface="Courier New" pitchFamily="49" charset="0"/>
                <a:cs typeface="Courier New" pitchFamily="49" charset="0"/>
              </a:rPr>
              <a:t>join</a:t>
            </a:r>
            <a:r>
              <a:rPr lang="sl-SI" sz="1000" dirty="0">
                <a:latin typeface="Courier New" pitchFamily="49" charset="0"/>
                <a:cs typeface="Courier New" pitchFamily="49" charset="0"/>
              </a:rPr>
              <a:t> jadralec j USING(</a:t>
            </a:r>
            <a:r>
              <a:rPr lang="sl-SI" sz="1000" dirty="0" err="1">
                <a:latin typeface="Courier New" pitchFamily="49" charset="0"/>
                <a:cs typeface="Courier New" pitchFamily="49" charset="0"/>
              </a:rPr>
              <a:t>jid</a:t>
            </a:r>
            <a:r>
              <a:rPr lang="sl-SI" sz="1000" dirty="0">
                <a:latin typeface="Courier New" pitchFamily="49" charset="0"/>
                <a:cs typeface="Courier New" pitchFamily="49" charset="0"/>
              </a:rPr>
              <a:t>)</a:t>
            </a:r>
            <a:br>
              <a:rPr lang="sl-SI" sz="1000" dirty="0">
                <a:latin typeface="Courier New" pitchFamily="49" charset="0"/>
                <a:cs typeface="Courier New" pitchFamily="49" charset="0"/>
              </a:rPr>
            </a:br>
            <a:r>
              <a:rPr lang="sl-SI" sz="1000" dirty="0">
                <a:latin typeface="Courier New" pitchFamily="49" charset="0"/>
                <a:cs typeface="Courier New" pitchFamily="49" charset="0"/>
              </a:rPr>
              <a:t>WHERE </a:t>
            </a:r>
            <a:r>
              <a:rPr lang="sl-SI" sz="1000" dirty="0" err="1">
                <a:latin typeface="Courier New" pitchFamily="49" charset="0"/>
                <a:cs typeface="Courier New" pitchFamily="49" charset="0"/>
              </a:rPr>
              <a:t>c.ime</a:t>
            </a:r>
            <a:r>
              <a:rPr lang="sl-SI" sz="1000" dirty="0">
                <a:latin typeface="Courier New" pitchFamily="49" charset="0"/>
                <a:cs typeface="Courier New" pitchFamily="49" charset="0"/>
              </a:rPr>
              <a:t> like '%</a:t>
            </a:r>
            <a:r>
              <a:rPr lang="sl-SI" sz="1000" dirty="0" err="1">
                <a:latin typeface="Courier New" pitchFamily="49" charset="0"/>
                <a:cs typeface="Courier New" pitchFamily="49" charset="0"/>
              </a:rPr>
              <a:t>Sun</a:t>
            </a:r>
            <a:r>
              <a:rPr lang="sl-SI" sz="1000" dirty="0">
                <a:latin typeface="Courier New" pitchFamily="49" charset="0"/>
                <a:cs typeface="Courier New" pitchFamily="49" charset="0"/>
              </a:rPr>
              <a:t>%'  AND </a:t>
            </a:r>
            <a:r>
              <a:rPr lang="sl-SI" sz="1000" dirty="0" err="1">
                <a:latin typeface="Courier New" pitchFamily="49" charset="0"/>
                <a:cs typeface="Courier New" pitchFamily="49" charset="0"/>
              </a:rPr>
              <a:t>r.dan</a:t>
            </a:r>
            <a:r>
              <a:rPr lang="sl-SI" sz="1000" dirty="0">
                <a:latin typeface="Courier New" pitchFamily="49" charset="0"/>
                <a:cs typeface="Courier New" pitchFamily="49" charset="0"/>
              </a:rPr>
              <a:t> BETWEEN DATE'2006-06-21' </a:t>
            </a:r>
            <a:r>
              <a:rPr lang="sl-SI" sz="1000" dirty="0" err="1">
                <a:latin typeface="Courier New" pitchFamily="49" charset="0"/>
                <a:cs typeface="Courier New" pitchFamily="49" charset="0"/>
              </a:rPr>
              <a:t>and</a:t>
            </a:r>
            <a:r>
              <a:rPr lang="sl-SI" sz="1000" dirty="0">
                <a:latin typeface="Courier New" pitchFamily="49" charset="0"/>
                <a:cs typeface="Courier New" pitchFamily="49" charset="0"/>
              </a:rPr>
              <a:t> DATE'2006-09-23';</a:t>
            </a:r>
          </a:p>
          <a:p>
            <a:pPr marL="457200" indent="-457200">
              <a:buFont typeface="+mj-lt"/>
              <a:buAutoNum type="arabicPeriod"/>
            </a:pPr>
            <a:endParaRPr lang="sl-SI" sz="1000" dirty="0"/>
          </a:p>
          <a:p>
            <a:pPr marL="457200" indent="-457200">
              <a:buFont typeface="+mj-lt"/>
              <a:buAutoNum type="arabicPeriod"/>
            </a:pPr>
            <a:endParaRPr lang="sl-SI" sz="1400" dirty="0"/>
          </a:p>
          <a:p>
            <a:endParaRPr lang="sl-SI" sz="1400" dirty="0"/>
          </a:p>
          <a:p>
            <a:endParaRPr lang="sl-SI" sz="1400" dirty="0"/>
          </a:p>
          <a:p>
            <a:endParaRPr lang="sl-SI" sz="1400" dirty="0"/>
          </a:p>
          <a:p>
            <a:endParaRPr lang="sl-SI" sz="1400" dirty="0"/>
          </a:p>
        </p:txBody>
      </p:sp>
    </p:spTree>
    <p:extLst>
      <p:ext uri="{BB962C8B-B14F-4D97-AF65-F5344CB8AC3E}">
        <p14:creationId xmlns:p14="http://schemas.microsoft.com/office/powerpoint/2010/main" val="400953187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6694F-7C9B-B792-EF83-09F650A0337F}"/>
              </a:ext>
            </a:extLst>
          </p:cNvPr>
          <p:cNvSpPr>
            <a:spLocks noGrp="1"/>
          </p:cNvSpPr>
          <p:nvPr>
            <p:ph type="title"/>
          </p:nvPr>
        </p:nvSpPr>
        <p:spPr/>
        <p:txBody>
          <a:bodyPr/>
          <a:lstStyle/>
          <a:p>
            <a:r>
              <a:rPr lang="en-US" dirty="0" err="1"/>
              <a:t>Vgrajene</a:t>
            </a:r>
            <a:r>
              <a:rPr lang="en-US" dirty="0"/>
              <a:t> </a:t>
            </a:r>
            <a:r>
              <a:rPr lang="en-US" dirty="0" err="1"/>
              <a:t>funkcije</a:t>
            </a:r>
            <a:r>
              <a:rPr lang="en-US" dirty="0"/>
              <a:t> v MariaDB</a:t>
            </a:r>
            <a:endParaRPr lang="en-SI" dirty="0"/>
          </a:p>
        </p:txBody>
      </p:sp>
      <p:sp>
        <p:nvSpPr>
          <p:cNvPr id="3" name="Content Placeholder 2">
            <a:extLst>
              <a:ext uri="{FF2B5EF4-FFF2-40B4-BE49-F238E27FC236}">
                <a16:creationId xmlns:a16="http://schemas.microsoft.com/office/drawing/2014/main" id="{6DCBDB9B-A7EB-B9A6-C94D-CC6425664C16}"/>
              </a:ext>
            </a:extLst>
          </p:cNvPr>
          <p:cNvSpPr>
            <a:spLocks noGrp="1"/>
          </p:cNvSpPr>
          <p:nvPr>
            <p:ph idx="1"/>
          </p:nvPr>
        </p:nvSpPr>
        <p:spPr/>
        <p:txBody>
          <a:bodyPr/>
          <a:lstStyle/>
          <a:p>
            <a:r>
              <a:rPr lang="nl-NL" dirty="0"/>
              <a:t>CONCAT() in CONCAT_WS() — </a:t>
            </a:r>
            <a:r>
              <a:rPr lang="nl-NL" dirty="0" err="1"/>
              <a:t>združevanje</a:t>
            </a:r>
            <a:r>
              <a:rPr lang="nl-NL" dirty="0"/>
              <a:t> </a:t>
            </a:r>
            <a:r>
              <a:rPr lang="nl-NL" dirty="0" err="1"/>
              <a:t>nizov</a:t>
            </a:r>
            <a:br>
              <a:rPr lang="nl-NL" dirty="0"/>
            </a:br>
            <a:br>
              <a:rPr lang="nl-NL" dirty="0"/>
            </a:br>
            <a:br>
              <a:rPr lang="nl-NL" dirty="0"/>
            </a:br>
            <a:endParaRPr lang="nl-NL" dirty="0"/>
          </a:p>
          <a:p>
            <a:r>
              <a:rPr lang="en-US" dirty="0"/>
              <a:t>UPPER() in LOWER()</a:t>
            </a:r>
          </a:p>
          <a:p>
            <a:pPr lvl="1"/>
            <a:endParaRPr lang="en-SI" dirty="0"/>
          </a:p>
        </p:txBody>
      </p:sp>
      <p:sp>
        <p:nvSpPr>
          <p:cNvPr id="4" name="Footer Placeholder 3">
            <a:extLst>
              <a:ext uri="{FF2B5EF4-FFF2-40B4-BE49-F238E27FC236}">
                <a16:creationId xmlns:a16="http://schemas.microsoft.com/office/drawing/2014/main" id="{0530B053-603C-33D8-5F21-13C99C6872DB}"/>
              </a:ext>
            </a:extLst>
          </p:cNvPr>
          <p:cNvSpPr>
            <a:spLocks noGrp="1"/>
          </p:cNvSpPr>
          <p:nvPr>
            <p:ph type="ftr" sz="quarter" idx="11"/>
          </p:nvPr>
        </p:nvSpPr>
        <p:spPr/>
        <p:txBody>
          <a:bodyPr/>
          <a:lstStyle/>
          <a:p>
            <a:r>
              <a:rPr lang="en-US"/>
              <a:t>© Matjaž Kukar, Matej Pičulin, Luka Šajn 2026</a:t>
            </a:r>
          </a:p>
        </p:txBody>
      </p:sp>
      <p:sp>
        <p:nvSpPr>
          <p:cNvPr id="5" name="Text 7">
            <a:extLst>
              <a:ext uri="{FF2B5EF4-FFF2-40B4-BE49-F238E27FC236}">
                <a16:creationId xmlns:a16="http://schemas.microsoft.com/office/drawing/2014/main" id="{3EF4C12F-B133-C03A-ACCB-76A18BC2505B}"/>
              </a:ext>
            </a:extLst>
          </p:cNvPr>
          <p:cNvSpPr/>
          <p:nvPr/>
        </p:nvSpPr>
        <p:spPr>
          <a:xfrm>
            <a:off x="1247567" y="3429000"/>
            <a:ext cx="7202177" cy="878186"/>
          </a:xfrm>
          <a:prstGeom prst="rect">
            <a:avLst/>
          </a:prstGeom>
          <a:noFill/>
          <a:ln/>
        </p:spPr>
        <p:txBody>
          <a:bodyPr wrap="square" lIns="0" tIns="0" rIns="0" bIns="0" rtlCol="0" anchor="ctr"/>
          <a:lstStyle/>
          <a:p>
            <a:pPr marL="0" indent="0" algn="l">
              <a:buNone/>
            </a:pPr>
            <a:r>
              <a:rPr lang="en-US" sz="1500" b="1" dirty="0">
                <a:solidFill>
                  <a:srgbClr val="003366"/>
                </a:solidFill>
                <a:latin typeface="Courier New" pitchFamily="34" charset="0"/>
                <a:ea typeface="Courier New" pitchFamily="34" charset="-122"/>
                <a:cs typeface="Courier New" pitchFamily="34" charset="-120"/>
              </a:rPr>
              <a:t>SELECT</a:t>
            </a: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CONCAT</a:t>
            </a:r>
            <a:r>
              <a:rPr lang="en-US" sz="1500" dirty="0">
                <a:solidFill>
                  <a:srgbClr val="003366"/>
                </a:solidFill>
                <a:latin typeface="Courier New" pitchFamily="34" charset="0"/>
                <a:ea typeface="Courier New" pitchFamily="34" charset="-122"/>
                <a:cs typeface="Courier New" pitchFamily="34" charset="-120"/>
              </a:rPr>
              <a:t>(ime, ' (', rating, ')')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opis,</a:t>
            </a:r>
            <a:endParaRPr lang="en-US" sz="1500" dirty="0"/>
          </a:p>
          <a:p>
            <a:pPr marL="0" indent="0" algn="l">
              <a:buNone/>
            </a:pP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CONCAT_WS</a:t>
            </a:r>
            <a:r>
              <a:rPr lang="en-US" sz="1500" dirty="0">
                <a:solidFill>
                  <a:srgbClr val="003366"/>
                </a:solidFill>
                <a:latin typeface="Courier New" pitchFamily="34" charset="0"/>
                <a:ea typeface="Courier New" pitchFamily="34" charset="-122"/>
                <a:cs typeface="Courier New" pitchFamily="34" charset="-120"/>
              </a:rPr>
              <a:t>(' | ', ime, rating, starost)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opis2</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FROM</a:t>
            </a:r>
            <a:r>
              <a:rPr lang="en-US" sz="1500" dirty="0">
                <a:solidFill>
                  <a:srgbClr val="003366"/>
                </a:solidFill>
                <a:latin typeface="Courier New" pitchFamily="34" charset="0"/>
                <a:ea typeface="Courier New" pitchFamily="34" charset="-122"/>
                <a:cs typeface="Courier New" pitchFamily="34" charset="-120"/>
              </a:rPr>
              <a:t> </a:t>
            </a:r>
            <a:r>
              <a:rPr lang="en-US" sz="1500" dirty="0" err="1">
                <a:solidFill>
                  <a:srgbClr val="003366"/>
                </a:solidFill>
                <a:latin typeface="Courier New" pitchFamily="34" charset="0"/>
                <a:ea typeface="Courier New" pitchFamily="34" charset="-122"/>
                <a:cs typeface="Courier New" pitchFamily="34" charset="-120"/>
              </a:rPr>
              <a:t>jadralec</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WHERE</a:t>
            </a:r>
            <a:r>
              <a:rPr lang="en-US" sz="1500" dirty="0">
                <a:solidFill>
                  <a:srgbClr val="003366"/>
                </a:solidFill>
                <a:latin typeface="Courier New" pitchFamily="34" charset="0"/>
                <a:ea typeface="Courier New" pitchFamily="34" charset="-122"/>
                <a:cs typeface="Courier New" pitchFamily="34" charset="-120"/>
              </a:rPr>
              <a:t> jid = 22;</a:t>
            </a:r>
            <a:endParaRPr lang="en-US" sz="1500" dirty="0"/>
          </a:p>
        </p:txBody>
      </p:sp>
      <p:sp>
        <p:nvSpPr>
          <p:cNvPr id="6" name="Text 10">
            <a:extLst>
              <a:ext uri="{FF2B5EF4-FFF2-40B4-BE49-F238E27FC236}">
                <a16:creationId xmlns:a16="http://schemas.microsoft.com/office/drawing/2014/main" id="{6CC01436-8FEB-07BE-3E7E-3B3411E6D679}"/>
              </a:ext>
            </a:extLst>
          </p:cNvPr>
          <p:cNvSpPr/>
          <p:nvPr/>
        </p:nvSpPr>
        <p:spPr>
          <a:xfrm>
            <a:off x="1281747" y="5249366"/>
            <a:ext cx="6885305" cy="699516"/>
          </a:xfrm>
          <a:prstGeom prst="rect">
            <a:avLst/>
          </a:prstGeom>
          <a:noFill/>
          <a:ln/>
        </p:spPr>
        <p:txBody>
          <a:bodyPr wrap="square" lIns="0" tIns="0" rIns="0" bIns="0" rtlCol="0" anchor="ctr"/>
          <a:lstStyle/>
          <a:p>
            <a:pPr marL="0" indent="0" algn="l">
              <a:buNone/>
            </a:pPr>
            <a:r>
              <a:rPr lang="en-US" sz="1500" b="1" dirty="0">
                <a:solidFill>
                  <a:srgbClr val="003366"/>
                </a:solidFill>
                <a:latin typeface="Courier New" pitchFamily="34" charset="0"/>
                <a:ea typeface="Courier New" pitchFamily="34" charset="-122"/>
                <a:cs typeface="Courier New" pitchFamily="34" charset="-120"/>
              </a:rPr>
              <a:t>SELECT</a:t>
            </a: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UPPER</a:t>
            </a:r>
            <a:r>
              <a:rPr lang="en-US" sz="1500" dirty="0">
                <a:solidFill>
                  <a:srgbClr val="003366"/>
                </a:solidFill>
                <a:latin typeface="Courier New" pitchFamily="34" charset="0"/>
                <a:ea typeface="Courier New" pitchFamily="34" charset="-122"/>
                <a:cs typeface="Courier New" pitchFamily="34" charset="-120"/>
              </a:rPr>
              <a:t>(barva)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b_velike, </a:t>
            </a:r>
            <a:r>
              <a:rPr lang="en-US" sz="1500" b="1" dirty="0">
                <a:solidFill>
                  <a:srgbClr val="003366"/>
                </a:solidFill>
                <a:latin typeface="Courier New" pitchFamily="34" charset="0"/>
                <a:ea typeface="Courier New" pitchFamily="34" charset="-122"/>
                <a:cs typeface="Courier New" pitchFamily="34" charset="-120"/>
              </a:rPr>
              <a:t>LOWER</a:t>
            </a:r>
            <a:r>
              <a:rPr lang="en-US" sz="1500" dirty="0">
                <a:solidFill>
                  <a:srgbClr val="003366"/>
                </a:solidFill>
                <a:latin typeface="Courier New" pitchFamily="34" charset="0"/>
                <a:ea typeface="Courier New" pitchFamily="34" charset="-122"/>
                <a:cs typeface="Courier New" pitchFamily="34" charset="-120"/>
              </a:rPr>
              <a:t>(ime)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i_male</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FROM</a:t>
            </a:r>
            <a:r>
              <a:rPr lang="en-US" sz="1500" dirty="0">
                <a:solidFill>
                  <a:srgbClr val="003366"/>
                </a:solidFill>
                <a:latin typeface="Courier New" pitchFamily="34" charset="0"/>
                <a:ea typeface="Courier New" pitchFamily="34" charset="-122"/>
                <a:cs typeface="Courier New" pitchFamily="34" charset="-120"/>
              </a:rPr>
              <a:t> </a:t>
            </a:r>
            <a:r>
              <a:rPr lang="en-US" sz="1500" dirty="0" err="1">
                <a:solidFill>
                  <a:srgbClr val="003366"/>
                </a:solidFill>
                <a:latin typeface="Courier New" pitchFamily="34" charset="0"/>
                <a:ea typeface="Courier New" pitchFamily="34" charset="-122"/>
                <a:cs typeface="Courier New" pitchFamily="34" charset="-120"/>
              </a:rPr>
              <a:t>coln</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WHERE</a:t>
            </a:r>
            <a:r>
              <a:rPr lang="en-US" sz="1500" dirty="0">
                <a:solidFill>
                  <a:srgbClr val="003366"/>
                </a:solidFill>
                <a:latin typeface="Courier New" pitchFamily="34" charset="0"/>
                <a:ea typeface="Courier New" pitchFamily="34" charset="-122"/>
                <a:cs typeface="Courier New" pitchFamily="34" charset="-120"/>
              </a:rPr>
              <a:t> cid = 103;</a:t>
            </a:r>
            <a:endParaRPr lang="en-US" sz="1500" dirty="0"/>
          </a:p>
        </p:txBody>
      </p:sp>
    </p:spTree>
    <p:extLst>
      <p:ext uri="{BB962C8B-B14F-4D97-AF65-F5344CB8AC3E}">
        <p14:creationId xmlns:p14="http://schemas.microsoft.com/office/powerpoint/2010/main" val="2545004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B96E4-241A-2411-D098-B921175AAFB5}"/>
              </a:ext>
            </a:extLst>
          </p:cNvPr>
          <p:cNvSpPr>
            <a:spLocks noGrp="1"/>
          </p:cNvSpPr>
          <p:nvPr>
            <p:ph type="title"/>
          </p:nvPr>
        </p:nvSpPr>
        <p:spPr/>
        <p:txBody>
          <a:bodyPr/>
          <a:lstStyle/>
          <a:p>
            <a:r>
              <a:rPr lang="en-GB" dirty="0" err="1"/>
              <a:t>Nizi</a:t>
            </a:r>
            <a:endParaRPr lang="en-SI" dirty="0"/>
          </a:p>
        </p:txBody>
      </p:sp>
      <p:sp>
        <p:nvSpPr>
          <p:cNvPr id="3" name="Content Placeholder 2">
            <a:extLst>
              <a:ext uri="{FF2B5EF4-FFF2-40B4-BE49-F238E27FC236}">
                <a16:creationId xmlns:a16="http://schemas.microsoft.com/office/drawing/2014/main" id="{F65A30EC-DCDE-16BF-9A92-C495DF47399D}"/>
              </a:ext>
            </a:extLst>
          </p:cNvPr>
          <p:cNvSpPr>
            <a:spLocks noGrp="1"/>
          </p:cNvSpPr>
          <p:nvPr>
            <p:ph idx="1"/>
          </p:nvPr>
        </p:nvSpPr>
        <p:spPr>
          <a:xfrm>
            <a:off x="838200" y="2163778"/>
            <a:ext cx="7780699" cy="3922697"/>
          </a:xfrm>
        </p:spPr>
        <p:txBody>
          <a:bodyPr/>
          <a:lstStyle/>
          <a:p>
            <a:r>
              <a:rPr lang="en-US" dirty="0"/>
              <a:t>SUBSTRING() in CHAR_LENGTH() — </a:t>
            </a:r>
            <a:r>
              <a:rPr lang="en-US" dirty="0" err="1"/>
              <a:t>izrez</a:t>
            </a:r>
            <a:r>
              <a:rPr lang="en-US" dirty="0"/>
              <a:t> in </a:t>
            </a:r>
            <a:r>
              <a:rPr lang="en-US" dirty="0" err="1"/>
              <a:t>dolžina</a:t>
            </a:r>
            <a:endParaRPr lang="en-US" dirty="0"/>
          </a:p>
          <a:p>
            <a:endParaRPr lang="en-US" dirty="0"/>
          </a:p>
          <a:p>
            <a:endParaRPr lang="en-US" dirty="0"/>
          </a:p>
          <a:p>
            <a:r>
              <a:rPr lang="en-US" dirty="0"/>
              <a:t>REPLACE() in LOCATE()</a:t>
            </a:r>
          </a:p>
          <a:p>
            <a:endParaRPr lang="en-US" dirty="0"/>
          </a:p>
          <a:p>
            <a:endParaRPr lang="en-SI" dirty="0"/>
          </a:p>
        </p:txBody>
      </p:sp>
      <p:sp>
        <p:nvSpPr>
          <p:cNvPr id="4" name="Footer Placeholder 3">
            <a:extLst>
              <a:ext uri="{FF2B5EF4-FFF2-40B4-BE49-F238E27FC236}">
                <a16:creationId xmlns:a16="http://schemas.microsoft.com/office/drawing/2014/main" id="{0F4BDBB0-59EB-4FB7-7C22-3E7D2E3C0F7F}"/>
              </a:ext>
            </a:extLst>
          </p:cNvPr>
          <p:cNvSpPr>
            <a:spLocks noGrp="1"/>
          </p:cNvSpPr>
          <p:nvPr>
            <p:ph type="ftr" sz="quarter" idx="11"/>
          </p:nvPr>
        </p:nvSpPr>
        <p:spPr/>
        <p:txBody>
          <a:bodyPr/>
          <a:lstStyle/>
          <a:p>
            <a:r>
              <a:rPr lang="en-US"/>
              <a:t>© Matjaž Kukar, Matej Pičulin, Luka Šajn 2026</a:t>
            </a:r>
          </a:p>
        </p:txBody>
      </p:sp>
      <p:sp>
        <p:nvSpPr>
          <p:cNvPr id="5" name="Text 7">
            <a:extLst>
              <a:ext uri="{FF2B5EF4-FFF2-40B4-BE49-F238E27FC236}">
                <a16:creationId xmlns:a16="http://schemas.microsoft.com/office/drawing/2014/main" id="{4C304F7E-730A-8C5F-D89E-E6A0ABC87727}"/>
              </a:ext>
            </a:extLst>
          </p:cNvPr>
          <p:cNvSpPr/>
          <p:nvPr/>
        </p:nvSpPr>
        <p:spPr>
          <a:xfrm>
            <a:off x="1265674" y="3162300"/>
            <a:ext cx="9372600" cy="914400"/>
          </a:xfrm>
          <a:prstGeom prst="rect">
            <a:avLst/>
          </a:prstGeom>
          <a:noFill/>
          <a:ln/>
        </p:spPr>
        <p:txBody>
          <a:bodyPr wrap="square" lIns="0" tIns="0" rIns="0" bIns="0" rtlCol="0" anchor="ctr"/>
          <a:lstStyle/>
          <a:p>
            <a:pPr marL="0" indent="0" algn="l">
              <a:buNone/>
            </a:pPr>
            <a:r>
              <a:rPr lang="en-US" sz="1500" b="1" dirty="0">
                <a:solidFill>
                  <a:srgbClr val="003366"/>
                </a:solidFill>
                <a:latin typeface="Courier New" pitchFamily="34" charset="0"/>
                <a:ea typeface="Courier New" pitchFamily="34" charset="-122"/>
                <a:cs typeface="Courier New" pitchFamily="34" charset="-120"/>
              </a:rPr>
              <a:t>SELECT</a:t>
            </a:r>
            <a:r>
              <a:rPr lang="en-US" sz="1500" dirty="0">
                <a:solidFill>
                  <a:srgbClr val="003366"/>
                </a:solidFill>
                <a:latin typeface="Courier New" pitchFamily="34" charset="0"/>
                <a:ea typeface="Courier New" pitchFamily="34" charset="-122"/>
                <a:cs typeface="Courier New" pitchFamily="34" charset="-120"/>
              </a:rPr>
              <a:t> ime, </a:t>
            </a:r>
            <a:r>
              <a:rPr lang="en-US" sz="1500" b="1" dirty="0">
                <a:solidFill>
                  <a:srgbClr val="003366"/>
                </a:solidFill>
                <a:latin typeface="Courier New" pitchFamily="34" charset="0"/>
                <a:ea typeface="Courier New" pitchFamily="34" charset="-122"/>
                <a:cs typeface="Courier New" pitchFamily="34" charset="-120"/>
              </a:rPr>
              <a:t>SUBSTRING</a:t>
            </a:r>
            <a:r>
              <a:rPr lang="en-US" sz="1500" dirty="0">
                <a:solidFill>
                  <a:srgbClr val="003366"/>
                </a:solidFill>
                <a:latin typeface="Courier New" pitchFamily="34" charset="0"/>
                <a:ea typeface="Courier New" pitchFamily="34" charset="-122"/>
                <a:cs typeface="Courier New" pitchFamily="34" charset="-120"/>
              </a:rPr>
              <a:t>(ime, 1, 3)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zacetek,</a:t>
            </a:r>
            <a:endParaRPr lang="en-US" sz="1500" dirty="0"/>
          </a:p>
          <a:p>
            <a:pPr marL="0" indent="0" algn="l">
              <a:buNone/>
            </a:pP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CHAR_LENGTH</a:t>
            </a:r>
            <a:r>
              <a:rPr lang="en-US" sz="1500" dirty="0">
                <a:solidFill>
                  <a:srgbClr val="003366"/>
                </a:solidFill>
                <a:latin typeface="Courier New" pitchFamily="34" charset="0"/>
                <a:ea typeface="Courier New" pitchFamily="34" charset="-122"/>
                <a:cs typeface="Courier New" pitchFamily="34" charset="-120"/>
              </a:rPr>
              <a:t>(ime)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st_znakov</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FROM</a:t>
            </a:r>
            <a:r>
              <a:rPr lang="en-US" sz="1500" dirty="0">
                <a:solidFill>
                  <a:srgbClr val="003366"/>
                </a:solidFill>
                <a:latin typeface="Courier New" pitchFamily="34" charset="0"/>
                <a:ea typeface="Courier New" pitchFamily="34" charset="-122"/>
                <a:cs typeface="Courier New" pitchFamily="34" charset="-120"/>
              </a:rPr>
              <a:t> </a:t>
            </a:r>
            <a:r>
              <a:rPr lang="en-US" sz="1500" dirty="0" err="1">
                <a:solidFill>
                  <a:srgbClr val="003366"/>
                </a:solidFill>
                <a:latin typeface="Courier New" pitchFamily="34" charset="0"/>
                <a:ea typeface="Courier New" pitchFamily="34" charset="-122"/>
                <a:cs typeface="Courier New" pitchFamily="34" charset="-120"/>
              </a:rPr>
              <a:t>coln</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WHERE</a:t>
            </a:r>
            <a:r>
              <a:rPr lang="en-US" sz="1500" dirty="0">
                <a:solidFill>
                  <a:srgbClr val="003366"/>
                </a:solidFill>
                <a:latin typeface="Courier New" pitchFamily="34" charset="0"/>
                <a:ea typeface="Courier New" pitchFamily="34" charset="-122"/>
                <a:cs typeface="Courier New" pitchFamily="34" charset="-120"/>
              </a:rPr>
              <a:t> cid = 103;</a:t>
            </a:r>
            <a:endParaRPr lang="en-US" sz="1500" dirty="0"/>
          </a:p>
        </p:txBody>
      </p:sp>
      <p:sp>
        <p:nvSpPr>
          <p:cNvPr id="6" name="Text 10">
            <a:extLst>
              <a:ext uri="{FF2B5EF4-FFF2-40B4-BE49-F238E27FC236}">
                <a16:creationId xmlns:a16="http://schemas.microsoft.com/office/drawing/2014/main" id="{61FF377C-636B-0B94-882F-29C84AEDF6F3}"/>
              </a:ext>
            </a:extLst>
          </p:cNvPr>
          <p:cNvSpPr/>
          <p:nvPr/>
        </p:nvSpPr>
        <p:spPr>
          <a:xfrm>
            <a:off x="1265674" y="4705350"/>
            <a:ext cx="7353225" cy="914400"/>
          </a:xfrm>
          <a:prstGeom prst="rect">
            <a:avLst/>
          </a:prstGeom>
          <a:noFill/>
          <a:ln/>
        </p:spPr>
        <p:txBody>
          <a:bodyPr wrap="square" lIns="0" tIns="0" rIns="0" bIns="0" rtlCol="0" anchor="ctr"/>
          <a:lstStyle/>
          <a:p>
            <a:pPr marL="0" indent="0" algn="l">
              <a:buNone/>
            </a:pPr>
            <a:r>
              <a:rPr lang="en-US" sz="1500" b="1" dirty="0">
                <a:solidFill>
                  <a:srgbClr val="003366"/>
                </a:solidFill>
                <a:latin typeface="Courier New" pitchFamily="34" charset="0"/>
                <a:ea typeface="Courier New" pitchFamily="34" charset="-122"/>
                <a:cs typeface="Courier New" pitchFamily="34" charset="-120"/>
              </a:rPr>
              <a:t>SELECT</a:t>
            </a: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REPLACE</a:t>
            </a:r>
            <a:r>
              <a:rPr lang="en-US" sz="1500" dirty="0">
                <a:solidFill>
                  <a:srgbClr val="003366"/>
                </a:solidFill>
                <a:latin typeface="Courier New" pitchFamily="34" charset="0"/>
                <a:ea typeface="Courier New" pitchFamily="34" charset="-122"/>
                <a:cs typeface="Courier New" pitchFamily="34" charset="-120"/>
              </a:rPr>
              <a:t>(barva, 'rdeca', 'rdeca!')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barva2, </a:t>
            </a:r>
            <a:r>
              <a:rPr lang="en-US" sz="1500" dirty="0" err="1">
                <a:solidFill>
                  <a:srgbClr val="003366"/>
                </a:solidFill>
                <a:latin typeface="Courier New" pitchFamily="34" charset="0"/>
                <a:ea typeface="Courier New" pitchFamily="34" charset="-122"/>
                <a:cs typeface="Courier New" pitchFamily="34" charset="-120"/>
              </a:rPr>
              <a:t>ime</a:t>
            </a:r>
            <a:r>
              <a:rPr lang="en-US" sz="1500" dirty="0">
                <a:solidFill>
                  <a:srgbClr val="003366"/>
                </a:solidFill>
                <a:latin typeface="Courier New" pitchFamily="34" charset="0"/>
                <a:ea typeface="Courier New" pitchFamily="34" charset="-122"/>
                <a:cs typeface="Courier New" pitchFamily="34" charset="-120"/>
              </a:rPr>
              <a:t>,</a:t>
            </a:r>
            <a:endParaRPr lang="en-US" sz="1500" dirty="0"/>
          </a:p>
          <a:p>
            <a:pPr marL="0" indent="0" algn="l">
              <a:buNone/>
            </a:pP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LOCATE</a:t>
            </a:r>
            <a:r>
              <a:rPr lang="en-US" sz="1500" dirty="0">
                <a:solidFill>
                  <a:srgbClr val="003366"/>
                </a:solidFill>
                <a:latin typeface="Courier New" pitchFamily="34" charset="0"/>
                <a:ea typeface="Courier New" pitchFamily="34" charset="-122"/>
                <a:cs typeface="Courier New" pitchFamily="34" charset="-120"/>
              </a:rPr>
              <a:t>('Od', ime)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pozicija</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FROM</a:t>
            </a:r>
            <a:r>
              <a:rPr lang="en-US" sz="1500" dirty="0">
                <a:solidFill>
                  <a:srgbClr val="003366"/>
                </a:solidFill>
                <a:latin typeface="Courier New" pitchFamily="34" charset="0"/>
                <a:ea typeface="Courier New" pitchFamily="34" charset="-122"/>
                <a:cs typeface="Courier New" pitchFamily="34" charset="-120"/>
              </a:rPr>
              <a:t> </a:t>
            </a:r>
            <a:r>
              <a:rPr lang="en-US" sz="1500" dirty="0" err="1">
                <a:solidFill>
                  <a:srgbClr val="003366"/>
                </a:solidFill>
                <a:latin typeface="Courier New" pitchFamily="34" charset="0"/>
                <a:ea typeface="Courier New" pitchFamily="34" charset="-122"/>
                <a:cs typeface="Courier New" pitchFamily="34" charset="-120"/>
              </a:rPr>
              <a:t>coln</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WHERE</a:t>
            </a:r>
            <a:r>
              <a:rPr lang="en-US" sz="1500" dirty="0">
                <a:solidFill>
                  <a:srgbClr val="003366"/>
                </a:solidFill>
                <a:latin typeface="Courier New" pitchFamily="34" charset="0"/>
                <a:ea typeface="Courier New" pitchFamily="34" charset="-122"/>
                <a:cs typeface="Courier New" pitchFamily="34" charset="-120"/>
              </a:rPr>
              <a:t> cid </a:t>
            </a:r>
            <a:r>
              <a:rPr lang="en-US" sz="1500" b="1" dirty="0">
                <a:solidFill>
                  <a:srgbClr val="003366"/>
                </a:solidFill>
                <a:latin typeface="Courier New" pitchFamily="34" charset="0"/>
                <a:ea typeface="Courier New" pitchFamily="34" charset="-122"/>
                <a:cs typeface="Courier New" pitchFamily="34" charset="-120"/>
              </a:rPr>
              <a:t>IN</a:t>
            </a:r>
            <a:r>
              <a:rPr lang="en-US" sz="1500" dirty="0">
                <a:solidFill>
                  <a:srgbClr val="003366"/>
                </a:solidFill>
                <a:latin typeface="Courier New" pitchFamily="34" charset="0"/>
                <a:ea typeface="Courier New" pitchFamily="34" charset="-122"/>
                <a:cs typeface="Courier New" pitchFamily="34" charset="-120"/>
              </a:rPr>
              <a:t> (102, 103);</a:t>
            </a:r>
            <a:endParaRPr lang="en-US" sz="1500" dirty="0"/>
          </a:p>
        </p:txBody>
      </p:sp>
    </p:spTree>
    <p:extLst>
      <p:ext uri="{BB962C8B-B14F-4D97-AF65-F5344CB8AC3E}">
        <p14:creationId xmlns:p14="http://schemas.microsoft.com/office/powerpoint/2010/main" val="5606605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ECE33-0DB3-2806-B896-E7B8070867A6}"/>
              </a:ext>
            </a:extLst>
          </p:cNvPr>
          <p:cNvSpPr>
            <a:spLocks noGrp="1"/>
          </p:cNvSpPr>
          <p:nvPr>
            <p:ph type="title"/>
          </p:nvPr>
        </p:nvSpPr>
        <p:spPr/>
        <p:txBody>
          <a:bodyPr/>
          <a:lstStyle/>
          <a:p>
            <a:r>
              <a:rPr lang="en-GB" dirty="0" err="1"/>
              <a:t>Nizi</a:t>
            </a:r>
            <a:endParaRPr lang="en-SI" dirty="0"/>
          </a:p>
        </p:txBody>
      </p:sp>
      <p:sp>
        <p:nvSpPr>
          <p:cNvPr id="3" name="Content Placeholder 2">
            <a:extLst>
              <a:ext uri="{FF2B5EF4-FFF2-40B4-BE49-F238E27FC236}">
                <a16:creationId xmlns:a16="http://schemas.microsoft.com/office/drawing/2014/main" id="{F89D5A0C-1E74-F5B5-75BA-CF115501EF63}"/>
              </a:ext>
            </a:extLst>
          </p:cNvPr>
          <p:cNvSpPr>
            <a:spLocks noGrp="1"/>
          </p:cNvSpPr>
          <p:nvPr>
            <p:ph idx="1"/>
          </p:nvPr>
        </p:nvSpPr>
        <p:spPr/>
        <p:txBody>
          <a:bodyPr/>
          <a:lstStyle/>
          <a:p>
            <a:r>
              <a:rPr lang="en-US" dirty="0"/>
              <a:t>TRIM() in LPAD() — </a:t>
            </a:r>
            <a:r>
              <a:rPr lang="en-US" dirty="0" err="1"/>
              <a:t>čiščenje</a:t>
            </a:r>
            <a:r>
              <a:rPr lang="en-US" dirty="0"/>
              <a:t> in </a:t>
            </a:r>
            <a:r>
              <a:rPr lang="en-US" dirty="0" err="1"/>
              <a:t>dopolnjevanje</a:t>
            </a:r>
            <a:endParaRPr lang="en-US" dirty="0"/>
          </a:p>
          <a:p>
            <a:endParaRPr lang="en-SI" dirty="0"/>
          </a:p>
        </p:txBody>
      </p:sp>
      <p:sp>
        <p:nvSpPr>
          <p:cNvPr id="4" name="Footer Placeholder 3">
            <a:extLst>
              <a:ext uri="{FF2B5EF4-FFF2-40B4-BE49-F238E27FC236}">
                <a16:creationId xmlns:a16="http://schemas.microsoft.com/office/drawing/2014/main" id="{A1319C38-E9A2-378F-C9F3-6E95E2488DF0}"/>
              </a:ext>
            </a:extLst>
          </p:cNvPr>
          <p:cNvSpPr>
            <a:spLocks noGrp="1"/>
          </p:cNvSpPr>
          <p:nvPr>
            <p:ph type="ftr" sz="quarter" idx="11"/>
          </p:nvPr>
        </p:nvSpPr>
        <p:spPr/>
        <p:txBody>
          <a:bodyPr/>
          <a:lstStyle/>
          <a:p>
            <a:r>
              <a:rPr lang="en-US"/>
              <a:t>© Matjaž Kukar, Matej Pičulin, Luka Šajn 2026</a:t>
            </a:r>
          </a:p>
        </p:txBody>
      </p:sp>
      <p:sp>
        <p:nvSpPr>
          <p:cNvPr id="5" name="Text 7">
            <a:extLst>
              <a:ext uri="{FF2B5EF4-FFF2-40B4-BE49-F238E27FC236}">
                <a16:creationId xmlns:a16="http://schemas.microsoft.com/office/drawing/2014/main" id="{59199C24-E402-A64A-5CDC-C029522115B7}"/>
              </a:ext>
            </a:extLst>
          </p:cNvPr>
          <p:cNvSpPr/>
          <p:nvPr/>
        </p:nvSpPr>
        <p:spPr>
          <a:xfrm>
            <a:off x="1274728" y="3619500"/>
            <a:ext cx="7256497" cy="914400"/>
          </a:xfrm>
          <a:prstGeom prst="rect">
            <a:avLst/>
          </a:prstGeom>
          <a:noFill/>
          <a:ln/>
        </p:spPr>
        <p:txBody>
          <a:bodyPr wrap="square" lIns="0" tIns="0" rIns="0" bIns="0" rtlCol="0" anchor="ctr"/>
          <a:lstStyle/>
          <a:p>
            <a:pPr marL="0" indent="0" algn="l">
              <a:buNone/>
            </a:pPr>
            <a:r>
              <a:rPr lang="en-US" sz="1500" b="1" dirty="0">
                <a:solidFill>
                  <a:srgbClr val="003366"/>
                </a:solidFill>
                <a:latin typeface="Courier New" pitchFamily="34" charset="0"/>
                <a:ea typeface="Courier New" pitchFamily="34" charset="-122"/>
                <a:cs typeface="Courier New" pitchFamily="34" charset="-120"/>
              </a:rPr>
              <a:t>SELECT</a:t>
            </a: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TRIM</a:t>
            </a:r>
            <a:r>
              <a:rPr lang="en-US" sz="1500" dirty="0">
                <a:solidFill>
                  <a:srgbClr val="003366"/>
                </a:solidFill>
                <a:latin typeface="Courier New" pitchFamily="34" charset="0"/>
                <a:ea typeface="Courier New" pitchFamily="34" charset="-122"/>
                <a:cs typeface="Courier New" pitchFamily="34" charset="-120"/>
              </a:rPr>
              <a:t>(</a:t>
            </a:r>
            <a:r>
              <a:rPr lang="en-US" sz="1500" b="1" dirty="0">
                <a:solidFill>
                  <a:srgbClr val="003366"/>
                </a:solidFill>
                <a:latin typeface="Courier New" pitchFamily="34" charset="0"/>
                <a:ea typeface="Courier New" pitchFamily="34" charset="-122"/>
                <a:cs typeface="Courier New" pitchFamily="34" charset="-120"/>
              </a:rPr>
              <a:t>CONCAT</a:t>
            </a:r>
            <a:r>
              <a:rPr lang="en-US" sz="1500" dirty="0">
                <a:solidFill>
                  <a:srgbClr val="003366"/>
                </a:solidFill>
                <a:latin typeface="Courier New" pitchFamily="34" charset="0"/>
                <a:ea typeface="Courier New" pitchFamily="34" charset="-122"/>
                <a:cs typeface="Courier New" pitchFamily="34" charset="-120"/>
              </a:rPr>
              <a:t>('  ', ime, '  '))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ime2, </a:t>
            </a:r>
            <a:r>
              <a:rPr lang="en-US" sz="1500" dirty="0" err="1">
                <a:solidFill>
                  <a:srgbClr val="003366"/>
                </a:solidFill>
                <a:latin typeface="Courier New" pitchFamily="34" charset="0"/>
                <a:ea typeface="Courier New" pitchFamily="34" charset="-122"/>
                <a:cs typeface="Courier New" pitchFamily="34" charset="-120"/>
              </a:rPr>
              <a:t>jid</a:t>
            </a:r>
            <a:r>
              <a:rPr lang="en-US" sz="1500" dirty="0">
                <a:solidFill>
                  <a:srgbClr val="003366"/>
                </a:solidFill>
                <a:latin typeface="Courier New" pitchFamily="34" charset="0"/>
                <a:ea typeface="Courier New" pitchFamily="34" charset="-122"/>
                <a:cs typeface="Courier New" pitchFamily="34" charset="-120"/>
              </a:rPr>
              <a:t>,</a:t>
            </a:r>
            <a:endParaRPr lang="en-US" sz="1500" dirty="0"/>
          </a:p>
          <a:p>
            <a:pPr marL="0" indent="0" algn="l">
              <a:buNone/>
            </a:pP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LPAD</a:t>
            </a:r>
            <a:r>
              <a:rPr lang="en-US" sz="1500" dirty="0">
                <a:solidFill>
                  <a:srgbClr val="003366"/>
                </a:solidFill>
                <a:latin typeface="Courier New" pitchFamily="34" charset="0"/>
                <a:ea typeface="Courier New" pitchFamily="34" charset="-122"/>
                <a:cs typeface="Courier New" pitchFamily="34" charset="-120"/>
              </a:rPr>
              <a:t>(jid, 5, '0')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jid5</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FROM</a:t>
            </a:r>
            <a:r>
              <a:rPr lang="en-US" sz="1500" dirty="0">
                <a:solidFill>
                  <a:srgbClr val="003366"/>
                </a:solidFill>
                <a:latin typeface="Courier New" pitchFamily="34" charset="0"/>
                <a:ea typeface="Courier New" pitchFamily="34" charset="-122"/>
                <a:cs typeface="Courier New" pitchFamily="34" charset="-120"/>
              </a:rPr>
              <a:t> </a:t>
            </a:r>
            <a:r>
              <a:rPr lang="en-US" sz="1500" dirty="0" err="1">
                <a:solidFill>
                  <a:srgbClr val="003366"/>
                </a:solidFill>
                <a:latin typeface="Courier New" pitchFamily="34" charset="0"/>
                <a:ea typeface="Courier New" pitchFamily="34" charset="-122"/>
                <a:cs typeface="Courier New" pitchFamily="34" charset="-120"/>
              </a:rPr>
              <a:t>jadralec</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WHERE</a:t>
            </a:r>
            <a:r>
              <a:rPr lang="en-US" sz="1500" dirty="0">
                <a:solidFill>
                  <a:srgbClr val="003366"/>
                </a:solidFill>
                <a:latin typeface="Courier New" pitchFamily="34" charset="0"/>
                <a:ea typeface="Courier New" pitchFamily="34" charset="-122"/>
                <a:cs typeface="Courier New" pitchFamily="34" charset="-120"/>
              </a:rPr>
              <a:t> jid </a:t>
            </a:r>
            <a:r>
              <a:rPr lang="en-US" sz="1500" b="1" dirty="0">
                <a:solidFill>
                  <a:srgbClr val="003366"/>
                </a:solidFill>
                <a:latin typeface="Courier New" pitchFamily="34" charset="0"/>
                <a:ea typeface="Courier New" pitchFamily="34" charset="-122"/>
                <a:cs typeface="Courier New" pitchFamily="34" charset="-120"/>
              </a:rPr>
              <a:t>IN</a:t>
            </a:r>
            <a:r>
              <a:rPr lang="en-US" sz="1500" dirty="0">
                <a:solidFill>
                  <a:srgbClr val="003366"/>
                </a:solidFill>
                <a:latin typeface="Courier New" pitchFamily="34" charset="0"/>
                <a:ea typeface="Courier New" pitchFamily="34" charset="-122"/>
                <a:cs typeface="Courier New" pitchFamily="34" charset="-120"/>
              </a:rPr>
              <a:t> (22, 29, 74);</a:t>
            </a:r>
            <a:endParaRPr lang="en-US" sz="1500" dirty="0"/>
          </a:p>
        </p:txBody>
      </p:sp>
    </p:spTree>
    <p:extLst>
      <p:ext uri="{BB962C8B-B14F-4D97-AF65-F5344CB8AC3E}">
        <p14:creationId xmlns:p14="http://schemas.microsoft.com/office/powerpoint/2010/main" val="11525227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C217E-3C4A-7C2F-65BB-1FA2458B6C2F}"/>
              </a:ext>
            </a:extLst>
          </p:cNvPr>
          <p:cNvSpPr>
            <a:spLocks noGrp="1"/>
          </p:cNvSpPr>
          <p:nvPr>
            <p:ph type="title"/>
          </p:nvPr>
        </p:nvSpPr>
        <p:spPr/>
        <p:txBody>
          <a:bodyPr/>
          <a:lstStyle/>
          <a:p>
            <a:r>
              <a:rPr lang="en-GB" dirty="0" err="1"/>
              <a:t>Števila</a:t>
            </a:r>
            <a:endParaRPr lang="en-SI" dirty="0"/>
          </a:p>
        </p:txBody>
      </p:sp>
      <p:sp>
        <p:nvSpPr>
          <p:cNvPr id="3" name="Content Placeholder 2">
            <a:extLst>
              <a:ext uri="{FF2B5EF4-FFF2-40B4-BE49-F238E27FC236}">
                <a16:creationId xmlns:a16="http://schemas.microsoft.com/office/drawing/2014/main" id="{EB9C1CCB-F6C3-BC57-F14F-C8785FC7C6D6}"/>
              </a:ext>
            </a:extLst>
          </p:cNvPr>
          <p:cNvSpPr>
            <a:spLocks noGrp="1"/>
          </p:cNvSpPr>
          <p:nvPr>
            <p:ph idx="1"/>
          </p:nvPr>
        </p:nvSpPr>
        <p:spPr>
          <a:xfrm>
            <a:off x="838200" y="2145672"/>
            <a:ext cx="7693025" cy="4354716"/>
          </a:xfrm>
        </p:spPr>
        <p:txBody>
          <a:bodyPr/>
          <a:lstStyle/>
          <a:p>
            <a:r>
              <a:rPr lang="en-US" dirty="0"/>
              <a:t>ROUND(), FLOOR(), CEIL() — </a:t>
            </a:r>
            <a:r>
              <a:rPr lang="en-US" dirty="0" err="1"/>
              <a:t>zaokroževanje</a:t>
            </a:r>
            <a:endParaRPr lang="en-US" dirty="0"/>
          </a:p>
          <a:p>
            <a:endParaRPr lang="en-GB" dirty="0"/>
          </a:p>
          <a:p>
            <a:endParaRPr lang="en-GB" dirty="0"/>
          </a:p>
          <a:p>
            <a:r>
              <a:rPr lang="en-GB" dirty="0"/>
              <a:t>ABS(), POW() in MOD()</a:t>
            </a:r>
          </a:p>
          <a:p>
            <a:endParaRPr lang="en-GB" dirty="0"/>
          </a:p>
        </p:txBody>
      </p:sp>
      <p:sp>
        <p:nvSpPr>
          <p:cNvPr id="4" name="Footer Placeholder 3">
            <a:extLst>
              <a:ext uri="{FF2B5EF4-FFF2-40B4-BE49-F238E27FC236}">
                <a16:creationId xmlns:a16="http://schemas.microsoft.com/office/drawing/2014/main" id="{DE89503E-9691-021E-F36B-D3E630C5450E}"/>
              </a:ext>
            </a:extLst>
          </p:cNvPr>
          <p:cNvSpPr>
            <a:spLocks noGrp="1"/>
          </p:cNvSpPr>
          <p:nvPr>
            <p:ph type="ftr" sz="quarter" idx="11"/>
          </p:nvPr>
        </p:nvSpPr>
        <p:spPr/>
        <p:txBody>
          <a:bodyPr/>
          <a:lstStyle/>
          <a:p>
            <a:r>
              <a:rPr lang="en-US"/>
              <a:t>© Matjaž Kukar, Matej Pičulin, Luka Šajn 2026</a:t>
            </a:r>
          </a:p>
        </p:txBody>
      </p:sp>
      <p:sp>
        <p:nvSpPr>
          <p:cNvPr id="5" name="Text 7">
            <a:extLst>
              <a:ext uri="{FF2B5EF4-FFF2-40B4-BE49-F238E27FC236}">
                <a16:creationId xmlns:a16="http://schemas.microsoft.com/office/drawing/2014/main" id="{53450276-4A4B-62EA-8E79-DD1FCB4E100A}"/>
              </a:ext>
            </a:extLst>
          </p:cNvPr>
          <p:cNvSpPr/>
          <p:nvPr/>
        </p:nvSpPr>
        <p:spPr>
          <a:xfrm>
            <a:off x="1249378" y="3101083"/>
            <a:ext cx="7437422" cy="914400"/>
          </a:xfrm>
          <a:prstGeom prst="rect">
            <a:avLst/>
          </a:prstGeom>
          <a:noFill/>
          <a:ln/>
        </p:spPr>
        <p:txBody>
          <a:bodyPr wrap="square" lIns="0" tIns="0" rIns="0" bIns="0" rtlCol="0" anchor="ctr"/>
          <a:lstStyle/>
          <a:p>
            <a:pPr marL="0" indent="0" algn="l">
              <a:buNone/>
            </a:pPr>
            <a:r>
              <a:rPr lang="en-US" sz="1500" b="1" dirty="0">
                <a:solidFill>
                  <a:srgbClr val="003366"/>
                </a:solidFill>
                <a:latin typeface="Courier New" pitchFamily="34" charset="0"/>
                <a:ea typeface="Courier New" pitchFamily="34" charset="-122"/>
                <a:cs typeface="Courier New" pitchFamily="34" charset="-120"/>
              </a:rPr>
              <a:t>SELECT</a:t>
            </a:r>
            <a:r>
              <a:rPr lang="en-US" sz="1500" dirty="0">
                <a:solidFill>
                  <a:srgbClr val="003366"/>
                </a:solidFill>
                <a:latin typeface="Courier New" pitchFamily="34" charset="0"/>
                <a:ea typeface="Courier New" pitchFamily="34" charset="-122"/>
                <a:cs typeface="Courier New" pitchFamily="34" charset="-120"/>
              </a:rPr>
              <a:t> jid, starost, </a:t>
            </a:r>
            <a:r>
              <a:rPr lang="en-US" sz="1500" b="1" dirty="0">
                <a:solidFill>
                  <a:srgbClr val="003366"/>
                </a:solidFill>
                <a:latin typeface="Courier New" pitchFamily="34" charset="0"/>
                <a:ea typeface="Courier New" pitchFamily="34" charset="-122"/>
                <a:cs typeface="Courier New" pitchFamily="34" charset="-120"/>
              </a:rPr>
              <a:t>ROUND</a:t>
            </a:r>
            <a:r>
              <a:rPr lang="en-US" sz="1500" dirty="0">
                <a:solidFill>
                  <a:srgbClr val="003366"/>
                </a:solidFill>
                <a:latin typeface="Courier New" pitchFamily="34" charset="0"/>
                <a:ea typeface="Courier New" pitchFamily="34" charset="-122"/>
                <a:cs typeface="Courier New" pitchFamily="34" charset="-120"/>
              </a:rPr>
              <a:t>(starost,0)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r, </a:t>
            </a:r>
            <a:r>
              <a:rPr lang="en-US" sz="1500" b="1" dirty="0">
                <a:solidFill>
                  <a:srgbClr val="003366"/>
                </a:solidFill>
                <a:latin typeface="Courier New" pitchFamily="34" charset="0"/>
                <a:ea typeface="Courier New" pitchFamily="34" charset="-122"/>
                <a:cs typeface="Courier New" pitchFamily="34" charset="-120"/>
              </a:rPr>
              <a:t>FLOOR</a:t>
            </a:r>
            <a:r>
              <a:rPr lang="en-US" sz="1500" dirty="0">
                <a:solidFill>
                  <a:srgbClr val="003366"/>
                </a:solidFill>
                <a:latin typeface="Courier New" pitchFamily="34" charset="0"/>
                <a:ea typeface="Courier New" pitchFamily="34" charset="-122"/>
                <a:cs typeface="Courier New" pitchFamily="34" charset="-120"/>
              </a:rPr>
              <a:t>(starost)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f,</a:t>
            </a:r>
            <a:endParaRPr lang="en-US" sz="1500" dirty="0"/>
          </a:p>
          <a:p>
            <a:pPr marL="0" indent="0" algn="l">
              <a:buNone/>
            </a:pP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CEIL</a:t>
            </a:r>
            <a:r>
              <a:rPr lang="en-US" sz="1500" dirty="0">
                <a:solidFill>
                  <a:srgbClr val="003366"/>
                </a:solidFill>
                <a:latin typeface="Courier New" pitchFamily="34" charset="0"/>
                <a:ea typeface="Courier New" pitchFamily="34" charset="-122"/>
                <a:cs typeface="Courier New" pitchFamily="34" charset="-120"/>
              </a:rPr>
              <a:t>(starost)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c</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FROM</a:t>
            </a:r>
            <a:r>
              <a:rPr lang="en-US" sz="1500" dirty="0">
                <a:solidFill>
                  <a:srgbClr val="003366"/>
                </a:solidFill>
                <a:latin typeface="Courier New" pitchFamily="34" charset="0"/>
                <a:ea typeface="Courier New" pitchFamily="34" charset="-122"/>
                <a:cs typeface="Courier New" pitchFamily="34" charset="-120"/>
              </a:rPr>
              <a:t> </a:t>
            </a:r>
            <a:r>
              <a:rPr lang="en-US" sz="1500" dirty="0" err="1">
                <a:solidFill>
                  <a:srgbClr val="003366"/>
                </a:solidFill>
                <a:latin typeface="Courier New" pitchFamily="34" charset="0"/>
                <a:ea typeface="Courier New" pitchFamily="34" charset="-122"/>
                <a:cs typeface="Courier New" pitchFamily="34" charset="-120"/>
              </a:rPr>
              <a:t>jadralec</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WHERE</a:t>
            </a:r>
            <a:r>
              <a:rPr lang="en-US" sz="1500" dirty="0">
                <a:solidFill>
                  <a:srgbClr val="003366"/>
                </a:solidFill>
                <a:latin typeface="Courier New" pitchFamily="34" charset="0"/>
                <a:ea typeface="Courier New" pitchFamily="34" charset="-122"/>
                <a:cs typeface="Courier New" pitchFamily="34" charset="-120"/>
              </a:rPr>
              <a:t> jid </a:t>
            </a:r>
            <a:r>
              <a:rPr lang="en-US" sz="1500" b="1" dirty="0">
                <a:solidFill>
                  <a:srgbClr val="003366"/>
                </a:solidFill>
                <a:latin typeface="Courier New" pitchFamily="34" charset="0"/>
                <a:ea typeface="Courier New" pitchFamily="34" charset="-122"/>
                <a:cs typeface="Courier New" pitchFamily="34" charset="-120"/>
              </a:rPr>
              <a:t>IN</a:t>
            </a:r>
            <a:r>
              <a:rPr lang="en-US" sz="1500" dirty="0">
                <a:solidFill>
                  <a:srgbClr val="003366"/>
                </a:solidFill>
                <a:latin typeface="Courier New" pitchFamily="34" charset="0"/>
                <a:ea typeface="Courier New" pitchFamily="34" charset="-122"/>
                <a:cs typeface="Courier New" pitchFamily="34" charset="-120"/>
              </a:rPr>
              <a:t> (31, 32, 95);</a:t>
            </a:r>
            <a:endParaRPr lang="en-US" sz="1500" dirty="0"/>
          </a:p>
        </p:txBody>
      </p:sp>
      <p:sp>
        <p:nvSpPr>
          <p:cNvPr id="6" name="Text 10">
            <a:extLst>
              <a:ext uri="{FF2B5EF4-FFF2-40B4-BE49-F238E27FC236}">
                <a16:creationId xmlns:a16="http://schemas.microsoft.com/office/drawing/2014/main" id="{10778D97-60D2-705D-6589-BBA0BC141069}"/>
              </a:ext>
            </a:extLst>
          </p:cNvPr>
          <p:cNvSpPr/>
          <p:nvPr/>
        </p:nvSpPr>
        <p:spPr>
          <a:xfrm>
            <a:off x="1249378" y="4656840"/>
            <a:ext cx="7693025" cy="1591559"/>
          </a:xfrm>
          <a:prstGeom prst="rect">
            <a:avLst/>
          </a:prstGeom>
          <a:noFill/>
          <a:ln/>
        </p:spPr>
        <p:txBody>
          <a:bodyPr wrap="square" lIns="0" tIns="0" rIns="0" bIns="0" rtlCol="0" anchor="ctr"/>
          <a:lstStyle/>
          <a:p>
            <a:pPr marL="0" indent="0" algn="l">
              <a:buNone/>
            </a:pPr>
            <a:r>
              <a:rPr lang="en-US" sz="1500" b="1" dirty="0">
                <a:solidFill>
                  <a:srgbClr val="003366"/>
                </a:solidFill>
                <a:latin typeface="Courier New" pitchFamily="34" charset="0"/>
                <a:ea typeface="Courier New" pitchFamily="34" charset="-122"/>
                <a:cs typeface="Courier New" pitchFamily="34" charset="-120"/>
              </a:rPr>
              <a:t>SELECT</a:t>
            </a:r>
            <a:r>
              <a:rPr lang="en-US" sz="1500" dirty="0">
                <a:solidFill>
                  <a:srgbClr val="003366"/>
                </a:solidFill>
                <a:latin typeface="Courier New" pitchFamily="34" charset="0"/>
                <a:ea typeface="Courier New" pitchFamily="34" charset="-122"/>
                <a:cs typeface="Courier New" pitchFamily="34" charset="-120"/>
              </a:rPr>
              <a:t> cid, </a:t>
            </a:r>
            <a:r>
              <a:rPr lang="en-US" sz="1500" dirty="0" err="1">
                <a:solidFill>
                  <a:srgbClr val="003366"/>
                </a:solidFill>
                <a:latin typeface="Courier New" pitchFamily="34" charset="0"/>
                <a:ea typeface="Courier New" pitchFamily="34" charset="-122"/>
                <a:cs typeface="Courier New" pitchFamily="34" charset="-120"/>
              </a:rPr>
              <a:t>dolzina</a:t>
            </a: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ABS</a:t>
            </a:r>
            <a:r>
              <a:rPr lang="en-US" sz="1500" dirty="0">
                <a:solidFill>
                  <a:srgbClr val="003366"/>
                </a:solidFill>
                <a:latin typeface="Courier New" pitchFamily="34" charset="0"/>
                <a:ea typeface="Courier New" pitchFamily="34" charset="-122"/>
                <a:cs typeface="Courier New" pitchFamily="34" charset="-120"/>
              </a:rPr>
              <a:t>(dolzina - 40)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odstopanje</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FROM</a:t>
            </a:r>
            <a:r>
              <a:rPr lang="en-US" sz="1500" dirty="0">
                <a:solidFill>
                  <a:srgbClr val="003366"/>
                </a:solidFill>
                <a:latin typeface="Courier New" pitchFamily="34" charset="0"/>
                <a:ea typeface="Courier New" pitchFamily="34" charset="-122"/>
                <a:cs typeface="Courier New" pitchFamily="34" charset="-120"/>
              </a:rPr>
              <a:t> </a:t>
            </a:r>
            <a:r>
              <a:rPr lang="en-US" sz="1500" dirty="0" err="1">
                <a:solidFill>
                  <a:srgbClr val="003366"/>
                </a:solidFill>
                <a:latin typeface="Courier New" pitchFamily="34" charset="0"/>
                <a:ea typeface="Courier New" pitchFamily="34" charset="-122"/>
                <a:cs typeface="Courier New" pitchFamily="34" charset="-120"/>
              </a:rPr>
              <a:t>coln</a:t>
            </a:r>
            <a:r>
              <a:rPr lang="en-US" sz="1500" dirty="0">
                <a:solidFill>
                  <a:srgbClr val="003366"/>
                </a:solidFill>
                <a:latin typeface="Courier New" pitchFamily="34" charset="0"/>
                <a:ea typeface="Courier New" pitchFamily="34" charset="-122"/>
                <a:cs typeface="Courier New" pitchFamily="34" charset="-120"/>
              </a:rPr>
              <a:t>;</a:t>
            </a:r>
            <a:endParaRPr lang="en-US" sz="1500" dirty="0"/>
          </a:p>
          <a:p>
            <a:pPr marL="0" indent="0" algn="l">
              <a:buNone/>
            </a:pP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SELECT </a:t>
            </a:r>
            <a:r>
              <a:rPr lang="en-US" sz="1500" dirty="0">
                <a:solidFill>
                  <a:srgbClr val="003366"/>
                </a:solidFill>
                <a:latin typeface="Courier New" pitchFamily="34" charset="0"/>
                <a:ea typeface="Courier New" pitchFamily="34" charset="-122"/>
                <a:cs typeface="Courier New" pitchFamily="34" charset="-120"/>
              </a:rPr>
              <a:t>jid, rating, </a:t>
            </a:r>
            <a:r>
              <a:rPr lang="en-US" sz="1500" b="1" dirty="0">
                <a:solidFill>
                  <a:srgbClr val="003366"/>
                </a:solidFill>
                <a:latin typeface="Courier New" pitchFamily="34" charset="0"/>
                <a:ea typeface="Courier New" pitchFamily="34" charset="-122"/>
                <a:cs typeface="Courier New" pitchFamily="34" charset="-120"/>
              </a:rPr>
              <a:t>POW</a:t>
            </a:r>
            <a:r>
              <a:rPr lang="en-US" sz="1500" dirty="0">
                <a:solidFill>
                  <a:srgbClr val="003366"/>
                </a:solidFill>
                <a:latin typeface="Courier New" pitchFamily="34" charset="0"/>
                <a:ea typeface="Courier New" pitchFamily="34" charset="-122"/>
                <a:cs typeface="Courier New" pitchFamily="34" charset="-120"/>
              </a:rPr>
              <a:t>(rating,2)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rating2, </a:t>
            </a:r>
            <a:r>
              <a:rPr lang="en-US" sz="1500" b="1" dirty="0">
                <a:solidFill>
                  <a:srgbClr val="003366"/>
                </a:solidFill>
                <a:latin typeface="Courier New" pitchFamily="34" charset="0"/>
                <a:ea typeface="Courier New" pitchFamily="34" charset="-122"/>
                <a:cs typeface="Courier New" pitchFamily="34" charset="-120"/>
              </a:rPr>
              <a:t>MOD</a:t>
            </a:r>
            <a:r>
              <a:rPr lang="en-US" sz="1500" dirty="0">
                <a:solidFill>
                  <a:srgbClr val="003366"/>
                </a:solidFill>
                <a:latin typeface="Courier New" pitchFamily="34" charset="0"/>
                <a:ea typeface="Courier New" pitchFamily="34" charset="-122"/>
                <a:cs typeface="Courier New" pitchFamily="34" charset="-120"/>
              </a:rPr>
              <a:t>(jid,10) </a:t>
            </a:r>
            <a:r>
              <a:rPr lang="en-US" sz="1500" b="1" dirty="0">
                <a:solidFill>
                  <a:srgbClr val="003366"/>
                </a:solidFill>
                <a:latin typeface="Courier New" pitchFamily="34" charset="0"/>
                <a:ea typeface="Courier New" pitchFamily="34" charset="-122"/>
                <a:cs typeface="Courier New" pitchFamily="34" charset="-120"/>
              </a:rPr>
              <a:t>AS </a:t>
            </a:r>
            <a:r>
              <a:rPr lang="en-US" sz="1500" dirty="0">
                <a:solidFill>
                  <a:srgbClr val="003366"/>
                </a:solidFill>
                <a:latin typeface="Courier New" pitchFamily="34" charset="0"/>
                <a:ea typeface="Courier New" pitchFamily="34" charset="-122"/>
                <a:cs typeface="Courier New" pitchFamily="34" charset="-120"/>
              </a:rPr>
              <a:t>zadnja</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FROM </a:t>
            </a:r>
            <a:r>
              <a:rPr lang="en-US" sz="1500" dirty="0" err="1">
                <a:solidFill>
                  <a:srgbClr val="003366"/>
                </a:solidFill>
                <a:latin typeface="Courier New" pitchFamily="34" charset="0"/>
                <a:ea typeface="Courier New" pitchFamily="34" charset="-122"/>
                <a:cs typeface="Courier New" pitchFamily="34" charset="-120"/>
              </a:rPr>
              <a:t>jadralec</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WHERE</a:t>
            </a:r>
            <a:r>
              <a:rPr lang="en-US" sz="1500" dirty="0">
                <a:solidFill>
                  <a:srgbClr val="003366"/>
                </a:solidFill>
                <a:latin typeface="Courier New" pitchFamily="34" charset="0"/>
                <a:ea typeface="Courier New" pitchFamily="34" charset="-122"/>
                <a:cs typeface="Courier New" pitchFamily="34" charset="-120"/>
              </a:rPr>
              <a:t> jid </a:t>
            </a:r>
            <a:r>
              <a:rPr lang="en-US" sz="1500" b="1" dirty="0">
                <a:solidFill>
                  <a:srgbClr val="003366"/>
                </a:solidFill>
                <a:latin typeface="Courier New" pitchFamily="34" charset="0"/>
                <a:ea typeface="Courier New" pitchFamily="34" charset="-122"/>
                <a:cs typeface="Courier New" pitchFamily="34" charset="-120"/>
              </a:rPr>
              <a:t>IN</a:t>
            </a:r>
            <a:r>
              <a:rPr lang="en-US" sz="1500" dirty="0">
                <a:solidFill>
                  <a:srgbClr val="003366"/>
                </a:solidFill>
                <a:latin typeface="Courier New" pitchFamily="34" charset="0"/>
                <a:ea typeface="Courier New" pitchFamily="34" charset="-122"/>
                <a:cs typeface="Courier New" pitchFamily="34" charset="-120"/>
              </a:rPr>
              <a:t> (22, 74);</a:t>
            </a:r>
            <a:endParaRPr lang="en-US" sz="1500" dirty="0"/>
          </a:p>
        </p:txBody>
      </p:sp>
    </p:spTree>
    <p:extLst>
      <p:ext uri="{BB962C8B-B14F-4D97-AF65-F5344CB8AC3E}">
        <p14:creationId xmlns:p14="http://schemas.microsoft.com/office/powerpoint/2010/main" val="3913509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10BC9-9AE5-50BF-41B9-79994D2BCACE}"/>
              </a:ext>
            </a:extLst>
          </p:cNvPr>
          <p:cNvSpPr>
            <a:spLocks noGrp="1"/>
          </p:cNvSpPr>
          <p:nvPr>
            <p:ph type="title"/>
          </p:nvPr>
        </p:nvSpPr>
        <p:spPr/>
        <p:txBody>
          <a:bodyPr/>
          <a:lstStyle/>
          <a:p>
            <a:r>
              <a:rPr lang="en-GB" dirty="0" err="1"/>
              <a:t>Števila</a:t>
            </a:r>
            <a:endParaRPr lang="en-SI" dirty="0"/>
          </a:p>
        </p:txBody>
      </p:sp>
      <p:sp>
        <p:nvSpPr>
          <p:cNvPr id="3" name="Content Placeholder 2">
            <a:extLst>
              <a:ext uri="{FF2B5EF4-FFF2-40B4-BE49-F238E27FC236}">
                <a16:creationId xmlns:a16="http://schemas.microsoft.com/office/drawing/2014/main" id="{272583D9-9F5D-F0D6-B1DC-6A04AF10EAC8}"/>
              </a:ext>
            </a:extLst>
          </p:cNvPr>
          <p:cNvSpPr>
            <a:spLocks noGrp="1"/>
          </p:cNvSpPr>
          <p:nvPr>
            <p:ph idx="1"/>
          </p:nvPr>
        </p:nvSpPr>
        <p:spPr/>
        <p:txBody>
          <a:bodyPr/>
          <a:lstStyle/>
          <a:p>
            <a:r>
              <a:rPr lang="en-US" dirty="0"/>
              <a:t>GREATEST() in LEAST() — min/max </a:t>
            </a:r>
            <a:r>
              <a:rPr lang="en-US" dirty="0" err="1"/>
              <a:t>vrednosti</a:t>
            </a:r>
            <a:endParaRPr lang="en-US" dirty="0"/>
          </a:p>
          <a:p>
            <a:endParaRPr lang="en-SI" dirty="0"/>
          </a:p>
        </p:txBody>
      </p:sp>
      <p:sp>
        <p:nvSpPr>
          <p:cNvPr id="4" name="Footer Placeholder 3">
            <a:extLst>
              <a:ext uri="{FF2B5EF4-FFF2-40B4-BE49-F238E27FC236}">
                <a16:creationId xmlns:a16="http://schemas.microsoft.com/office/drawing/2014/main" id="{8FCFD607-E5B8-F8B6-1812-58C687D2D5C0}"/>
              </a:ext>
            </a:extLst>
          </p:cNvPr>
          <p:cNvSpPr>
            <a:spLocks noGrp="1"/>
          </p:cNvSpPr>
          <p:nvPr>
            <p:ph type="ftr" sz="quarter" idx="11"/>
          </p:nvPr>
        </p:nvSpPr>
        <p:spPr/>
        <p:txBody>
          <a:bodyPr/>
          <a:lstStyle/>
          <a:p>
            <a:r>
              <a:rPr lang="en-US"/>
              <a:t>© Matjaž Kukar, Matej Pičulin, Luka Šajn 2026</a:t>
            </a:r>
          </a:p>
        </p:txBody>
      </p:sp>
      <p:sp>
        <p:nvSpPr>
          <p:cNvPr id="5" name="Text 7">
            <a:extLst>
              <a:ext uri="{FF2B5EF4-FFF2-40B4-BE49-F238E27FC236}">
                <a16:creationId xmlns:a16="http://schemas.microsoft.com/office/drawing/2014/main" id="{6E0941AF-4408-B642-47D5-6DA89862767F}"/>
              </a:ext>
            </a:extLst>
          </p:cNvPr>
          <p:cNvSpPr/>
          <p:nvPr/>
        </p:nvSpPr>
        <p:spPr>
          <a:xfrm>
            <a:off x="1292835" y="3363634"/>
            <a:ext cx="7238390" cy="1244580"/>
          </a:xfrm>
          <a:prstGeom prst="rect">
            <a:avLst/>
          </a:prstGeom>
          <a:noFill/>
          <a:ln/>
        </p:spPr>
        <p:txBody>
          <a:bodyPr wrap="square" lIns="0" tIns="0" rIns="0" bIns="0" rtlCol="0" anchor="ctr"/>
          <a:lstStyle/>
          <a:p>
            <a:pPr marL="0" indent="0" algn="l">
              <a:buNone/>
            </a:pPr>
            <a:r>
              <a:rPr lang="en-US" sz="1500" b="1" dirty="0">
                <a:solidFill>
                  <a:srgbClr val="003366"/>
                </a:solidFill>
                <a:latin typeface="Courier New" pitchFamily="34" charset="0"/>
                <a:ea typeface="Courier New" pitchFamily="34" charset="-122"/>
                <a:cs typeface="Courier New" pitchFamily="34" charset="-120"/>
              </a:rPr>
              <a:t>SELECT</a:t>
            </a:r>
            <a:r>
              <a:rPr lang="en-US" sz="1500" dirty="0">
                <a:solidFill>
                  <a:srgbClr val="003366"/>
                </a:solidFill>
                <a:latin typeface="Courier New" pitchFamily="34" charset="0"/>
                <a:ea typeface="Courier New" pitchFamily="34" charset="-122"/>
                <a:cs typeface="Courier New" pitchFamily="34" charset="-120"/>
              </a:rPr>
              <a:t> </a:t>
            </a:r>
            <a:r>
              <a:rPr lang="en-US" sz="1500" dirty="0" err="1">
                <a:solidFill>
                  <a:srgbClr val="003366"/>
                </a:solidFill>
                <a:latin typeface="Courier New" pitchFamily="34" charset="0"/>
                <a:ea typeface="Courier New" pitchFamily="34" charset="-122"/>
                <a:cs typeface="Courier New" pitchFamily="34" charset="-120"/>
              </a:rPr>
              <a:t>jid</a:t>
            </a:r>
            <a:r>
              <a:rPr lang="en-US" sz="1500" dirty="0">
                <a:solidFill>
                  <a:srgbClr val="003366"/>
                </a:solidFill>
                <a:latin typeface="Courier New" pitchFamily="34" charset="0"/>
                <a:ea typeface="Courier New" pitchFamily="34" charset="-122"/>
                <a:cs typeface="Courier New" pitchFamily="34" charset="-120"/>
              </a:rPr>
              <a:t>, rating, starost,</a:t>
            </a:r>
            <a:endParaRPr lang="en-US" sz="1500" dirty="0"/>
          </a:p>
          <a:p>
            <a:pPr marL="0" indent="0" algn="l">
              <a:buNone/>
            </a:pP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GREATEST</a:t>
            </a:r>
            <a:r>
              <a:rPr lang="en-US" sz="1500" dirty="0">
                <a:solidFill>
                  <a:srgbClr val="003366"/>
                </a:solidFill>
                <a:latin typeface="Courier New" pitchFamily="34" charset="0"/>
                <a:ea typeface="Courier New" pitchFamily="34" charset="-122"/>
                <a:cs typeface="Courier New" pitchFamily="34" charset="-120"/>
              </a:rPr>
              <a:t>(rating, </a:t>
            </a:r>
            <a:r>
              <a:rPr lang="en-US" sz="1500" b="1" dirty="0">
                <a:solidFill>
                  <a:srgbClr val="003366"/>
                </a:solidFill>
                <a:latin typeface="Courier New" pitchFamily="34" charset="0"/>
                <a:ea typeface="Courier New" pitchFamily="34" charset="-122"/>
                <a:cs typeface="Courier New" pitchFamily="34" charset="-120"/>
              </a:rPr>
              <a:t>ROUND</a:t>
            </a:r>
            <a:r>
              <a:rPr lang="en-US" sz="1500" dirty="0">
                <a:solidFill>
                  <a:srgbClr val="003366"/>
                </a:solidFill>
                <a:latin typeface="Courier New" pitchFamily="34" charset="0"/>
                <a:ea typeface="Courier New" pitchFamily="34" charset="-122"/>
                <a:cs typeface="Courier New" pitchFamily="34" charset="-120"/>
              </a:rPr>
              <a:t>(starost,0))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vecje,</a:t>
            </a:r>
            <a:endParaRPr lang="en-US" sz="1500" dirty="0"/>
          </a:p>
          <a:p>
            <a:pPr marL="0" indent="0" algn="l">
              <a:buNone/>
            </a:pPr>
            <a:r>
              <a:rPr lang="en-US" sz="1500" dirty="0">
                <a:solidFill>
                  <a:srgbClr val="003366"/>
                </a:solidFill>
                <a:latin typeface="Courier New" pitchFamily="34" charset="0"/>
                <a:ea typeface="Courier New" pitchFamily="34" charset="-122"/>
                <a:cs typeface="Courier New" pitchFamily="34" charset="-120"/>
              </a:rPr>
              <a:t>       </a:t>
            </a:r>
            <a:r>
              <a:rPr lang="en-US" sz="1500" b="1" dirty="0">
                <a:solidFill>
                  <a:srgbClr val="003366"/>
                </a:solidFill>
                <a:latin typeface="Courier New" pitchFamily="34" charset="0"/>
                <a:ea typeface="Courier New" pitchFamily="34" charset="-122"/>
                <a:cs typeface="Courier New" pitchFamily="34" charset="-120"/>
              </a:rPr>
              <a:t>LEAST</a:t>
            </a:r>
            <a:r>
              <a:rPr lang="en-US" sz="1500" dirty="0">
                <a:solidFill>
                  <a:srgbClr val="003366"/>
                </a:solidFill>
                <a:latin typeface="Courier New" pitchFamily="34" charset="0"/>
                <a:ea typeface="Courier New" pitchFamily="34" charset="-122"/>
                <a:cs typeface="Courier New" pitchFamily="34" charset="-120"/>
              </a:rPr>
              <a:t>(rating, </a:t>
            </a:r>
            <a:r>
              <a:rPr lang="en-US" sz="1500" b="1" dirty="0">
                <a:solidFill>
                  <a:srgbClr val="003366"/>
                </a:solidFill>
                <a:latin typeface="Courier New" pitchFamily="34" charset="0"/>
                <a:ea typeface="Courier New" pitchFamily="34" charset="-122"/>
                <a:cs typeface="Courier New" pitchFamily="34" charset="-120"/>
              </a:rPr>
              <a:t>ROUND</a:t>
            </a:r>
            <a:r>
              <a:rPr lang="en-US" sz="1500" dirty="0">
                <a:solidFill>
                  <a:srgbClr val="003366"/>
                </a:solidFill>
                <a:latin typeface="Courier New" pitchFamily="34" charset="0"/>
                <a:ea typeface="Courier New" pitchFamily="34" charset="-122"/>
                <a:cs typeface="Courier New" pitchFamily="34" charset="-120"/>
              </a:rPr>
              <a:t>(starost,0)) </a:t>
            </a:r>
            <a:r>
              <a:rPr lang="en-US" sz="1500" b="1" dirty="0">
                <a:solidFill>
                  <a:srgbClr val="003366"/>
                </a:solidFill>
                <a:latin typeface="Courier New" pitchFamily="34" charset="0"/>
                <a:ea typeface="Courier New" pitchFamily="34" charset="-122"/>
                <a:cs typeface="Courier New" pitchFamily="34" charset="-120"/>
              </a:rPr>
              <a:t>AS</a:t>
            </a:r>
            <a:r>
              <a:rPr lang="en-US" sz="1500" dirty="0">
                <a:solidFill>
                  <a:srgbClr val="003366"/>
                </a:solidFill>
                <a:latin typeface="Courier New" pitchFamily="34" charset="0"/>
                <a:ea typeface="Courier New" pitchFamily="34" charset="-122"/>
                <a:cs typeface="Courier New" pitchFamily="34" charset="-120"/>
              </a:rPr>
              <a:t> manjse</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FROM</a:t>
            </a:r>
            <a:r>
              <a:rPr lang="en-US" sz="1500" dirty="0">
                <a:solidFill>
                  <a:srgbClr val="003366"/>
                </a:solidFill>
                <a:latin typeface="Courier New" pitchFamily="34" charset="0"/>
                <a:ea typeface="Courier New" pitchFamily="34" charset="-122"/>
                <a:cs typeface="Courier New" pitchFamily="34" charset="-120"/>
              </a:rPr>
              <a:t> </a:t>
            </a:r>
            <a:r>
              <a:rPr lang="en-US" sz="1500" dirty="0" err="1">
                <a:solidFill>
                  <a:srgbClr val="003366"/>
                </a:solidFill>
                <a:latin typeface="Courier New" pitchFamily="34" charset="0"/>
                <a:ea typeface="Courier New" pitchFamily="34" charset="-122"/>
                <a:cs typeface="Courier New" pitchFamily="34" charset="-120"/>
              </a:rPr>
              <a:t>jadralec</a:t>
            </a:r>
            <a:endParaRPr lang="en-US" sz="1500" dirty="0"/>
          </a:p>
          <a:p>
            <a:pPr marL="0" indent="0" algn="l">
              <a:buNone/>
            </a:pPr>
            <a:r>
              <a:rPr lang="en-US" sz="1500" b="1" dirty="0">
                <a:solidFill>
                  <a:srgbClr val="003366"/>
                </a:solidFill>
                <a:latin typeface="Courier New" pitchFamily="34" charset="0"/>
                <a:ea typeface="Courier New" pitchFamily="34" charset="-122"/>
                <a:cs typeface="Courier New" pitchFamily="34" charset="-120"/>
              </a:rPr>
              <a:t>WHERE </a:t>
            </a:r>
            <a:r>
              <a:rPr lang="en-US" sz="1500" dirty="0">
                <a:solidFill>
                  <a:srgbClr val="003366"/>
                </a:solidFill>
                <a:latin typeface="Courier New" pitchFamily="34" charset="0"/>
                <a:ea typeface="Courier New" pitchFamily="34" charset="-122"/>
                <a:cs typeface="Courier New" pitchFamily="34" charset="-120"/>
              </a:rPr>
              <a:t>jid </a:t>
            </a:r>
            <a:r>
              <a:rPr lang="en-US" sz="1500" b="1" dirty="0">
                <a:solidFill>
                  <a:srgbClr val="003366"/>
                </a:solidFill>
                <a:latin typeface="Courier New" pitchFamily="34" charset="0"/>
                <a:ea typeface="Courier New" pitchFamily="34" charset="-122"/>
                <a:cs typeface="Courier New" pitchFamily="34" charset="-120"/>
              </a:rPr>
              <a:t>IN</a:t>
            </a:r>
            <a:r>
              <a:rPr lang="en-US" sz="1500" dirty="0">
                <a:solidFill>
                  <a:srgbClr val="003366"/>
                </a:solidFill>
                <a:latin typeface="Courier New" pitchFamily="34" charset="0"/>
                <a:ea typeface="Courier New" pitchFamily="34" charset="-122"/>
                <a:cs typeface="Courier New" pitchFamily="34" charset="-120"/>
              </a:rPr>
              <a:t> (22, 71);</a:t>
            </a:r>
            <a:endParaRPr lang="en-US" sz="1500" dirty="0"/>
          </a:p>
        </p:txBody>
      </p:sp>
    </p:spTree>
    <p:extLst>
      <p:ext uri="{BB962C8B-B14F-4D97-AF65-F5344CB8AC3E}">
        <p14:creationId xmlns:p14="http://schemas.microsoft.com/office/powerpoint/2010/main" val="12663079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endParaRPr lang="sl-SI"/>
          </a:p>
        </p:txBody>
      </p:sp>
      <p:sp>
        <p:nvSpPr>
          <p:cNvPr id="13314" name="AutoShape 2"/>
          <p:cNvSpPr>
            <a:spLocks noGrp="1" noChangeArrowheads="1"/>
          </p:cNvSpPr>
          <p:nvPr>
            <p:ph type="title"/>
          </p:nvPr>
        </p:nvSpPr>
        <p:spPr/>
        <p:txBody>
          <a:bodyPr/>
          <a:lstStyle/>
          <a:p>
            <a:r>
              <a:rPr lang="en-US" err="1"/>
              <a:t>Delo</a:t>
            </a:r>
            <a:r>
              <a:rPr lang="en-US"/>
              <a:t> z </a:t>
            </a:r>
            <a:r>
              <a:rPr lang="en-US" err="1"/>
              <a:t>datumi</a:t>
            </a:r>
            <a:endParaRPr lang="en-US"/>
          </a:p>
        </p:txBody>
      </p:sp>
      <p:sp>
        <p:nvSpPr>
          <p:cNvPr id="13315" name="Rectangle 3"/>
          <p:cNvSpPr>
            <a:spLocks noGrp="1" noChangeArrowheads="1"/>
          </p:cNvSpPr>
          <p:nvPr>
            <p:ph type="body" idx="1"/>
          </p:nvPr>
        </p:nvSpPr>
        <p:spPr>
          <a:xfrm>
            <a:off x="1066800" y="2871354"/>
            <a:ext cx="4495800" cy="609600"/>
          </a:xfrm>
        </p:spPr>
        <p:txBody>
          <a:bodyPr/>
          <a:lstStyle/>
          <a:p>
            <a:pPr marL="0" indent="0">
              <a:lnSpc>
                <a:spcPct val="90000"/>
              </a:lnSpc>
              <a:buNone/>
            </a:pPr>
            <a:r>
              <a:rPr lang="nl-NL" sz="1600" b="1">
                <a:latin typeface="Courier New" panose="02070309020205020404" pitchFamily="49" charset="0"/>
                <a:cs typeface="Courier New" panose="02070309020205020404" pitchFamily="49" charset="0"/>
              </a:rPr>
              <a:t>SELECT</a:t>
            </a:r>
            <a:r>
              <a:rPr lang="nl-NL" sz="1600">
                <a:latin typeface="Courier New" panose="02070309020205020404" pitchFamily="49" charset="0"/>
                <a:cs typeface="Courier New" panose="02070309020205020404" pitchFamily="49" charset="0"/>
              </a:rPr>
              <a:t> dan, dan + 3, </a:t>
            </a:r>
            <a:r>
              <a:rPr lang="nl-NL" sz="1600" b="1">
                <a:latin typeface="Courier New" panose="02070309020205020404" pitchFamily="49" charset="0"/>
                <a:cs typeface="Courier New" panose="02070309020205020404" pitchFamily="49" charset="0"/>
              </a:rPr>
              <a:t>DATE(dan</a:t>
            </a:r>
            <a:r>
              <a:rPr lang="nl-NL" sz="1600">
                <a:latin typeface="Courier New" panose="02070309020205020404" pitchFamily="49" charset="0"/>
                <a:cs typeface="Courier New" panose="02070309020205020404" pitchFamily="49" charset="0"/>
              </a:rPr>
              <a:t> + 3)</a:t>
            </a:r>
            <a:br>
              <a:rPr lang="nl-NL" sz="1600">
                <a:latin typeface="Courier New" panose="02070309020205020404" pitchFamily="49" charset="0"/>
                <a:cs typeface="Courier New" panose="02070309020205020404" pitchFamily="49" charset="0"/>
              </a:rPr>
            </a:br>
            <a:r>
              <a:rPr lang="nl-NL" sz="1600" b="1">
                <a:latin typeface="Courier New" panose="02070309020205020404" pitchFamily="49" charset="0"/>
                <a:cs typeface="Courier New" panose="02070309020205020404" pitchFamily="49" charset="0"/>
              </a:rPr>
              <a:t>FROM</a:t>
            </a:r>
            <a:r>
              <a:rPr lang="nl-NL" sz="1600">
                <a:latin typeface="Courier New" panose="02070309020205020404" pitchFamily="49" charset="0"/>
                <a:cs typeface="Courier New" panose="02070309020205020404" pitchFamily="49" charset="0"/>
              </a:rPr>
              <a:t> rezervacija;</a:t>
            </a:r>
            <a:endParaRPr lang="en-US" sz="1600">
              <a:latin typeface="Courier New" panose="02070309020205020404" pitchFamily="49" charset="0"/>
              <a:cs typeface="Courier New" panose="02070309020205020404" pitchFamily="49" charset="0"/>
            </a:endParaRPr>
          </a:p>
        </p:txBody>
      </p:sp>
      <p:sp>
        <p:nvSpPr>
          <p:cNvPr id="6" name="Rectangle 4"/>
          <p:cNvSpPr txBox="1">
            <a:spLocks noChangeArrowheads="1"/>
          </p:cNvSpPr>
          <p:nvPr/>
        </p:nvSpPr>
        <p:spPr>
          <a:xfrm>
            <a:off x="762000" y="2389909"/>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en-US" sz="2400" kern="0" err="1"/>
              <a:t>Povečaj</a:t>
            </a:r>
            <a:r>
              <a:rPr lang="en-US" sz="2400" kern="0"/>
              <a:t> datum </a:t>
            </a:r>
            <a:r>
              <a:rPr lang="en-US" sz="2400" kern="0" err="1"/>
              <a:t>jadralcev</a:t>
            </a:r>
            <a:r>
              <a:rPr lang="en-US" sz="2400" kern="0"/>
              <a:t> </a:t>
            </a:r>
            <a:r>
              <a:rPr lang="en-US" sz="2400" kern="0" err="1"/>
              <a:t>za</a:t>
            </a:r>
            <a:r>
              <a:rPr lang="en-US" sz="2400" kern="0"/>
              <a:t> 3 </a:t>
            </a:r>
            <a:r>
              <a:rPr lang="en-US" sz="2400" kern="0" err="1"/>
              <a:t>dni</a:t>
            </a:r>
            <a:r>
              <a:rPr lang="sl-SI" sz="2400" kern="0"/>
              <a:t>.</a:t>
            </a:r>
            <a:endParaRPr lang="en-US" sz="2400" kern="0"/>
          </a:p>
        </p:txBody>
      </p:sp>
      <p:sp>
        <p:nvSpPr>
          <p:cNvPr id="7" name="Rectangle 4"/>
          <p:cNvSpPr txBox="1">
            <a:spLocks noChangeArrowheads="1"/>
          </p:cNvSpPr>
          <p:nvPr/>
        </p:nvSpPr>
        <p:spPr>
          <a:xfrm>
            <a:off x="762000" y="3810000"/>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sl-SI" sz="2400" kern="0"/>
              <a:t>Zgornja rešitev je z</a:t>
            </a:r>
            <a:r>
              <a:rPr lang="en-US" sz="2400" kern="0" err="1"/>
              <a:t>avajujoč</a:t>
            </a:r>
            <a:r>
              <a:rPr lang="sl-SI" sz="2400" kern="0"/>
              <a:t>a</a:t>
            </a:r>
            <a:r>
              <a:rPr lang="en-US" sz="2400" kern="0"/>
              <a:t>, v </a:t>
            </a:r>
            <a:r>
              <a:rPr lang="en-US" sz="2400" kern="0" err="1"/>
              <a:t>splošnem</a:t>
            </a:r>
            <a:r>
              <a:rPr lang="en-US" sz="2400" kern="0"/>
              <a:t> ne </a:t>
            </a:r>
            <a:r>
              <a:rPr lang="en-US" sz="2400" kern="0" err="1"/>
              <a:t>deluje</a:t>
            </a:r>
            <a:r>
              <a:rPr lang="en-US" sz="2400" kern="0"/>
              <a:t>.</a:t>
            </a:r>
          </a:p>
        </p:txBody>
      </p:sp>
      <p:sp>
        <p:nvSpPr>
          <p:cNvPr id="9" name="Rectangle 3"/>
          <p:cNvSpPr txBox="1">
            <a:spLocks noChangeArrowheads="1"/>
          </p:cNvSpPr>
          <p:nvPr/>
        </p:nvSpPr>
        <p:spPr bwMode="auto">
          <a:xfrm>
            <a:off x="1143000" y="4620491"/>
            <a:ext cx="76962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marL="0" indent="0">
              <a:lnSpc>
                <a:spcPct val="90000"/>
              </a:lnSpc>
              <a:buNone/>
            </a:pPr>
            <a:r>
              <a:rPr lang="nl-NL" sz="1600" b="1" kern="0">
                <a:latin typeface="Courier New" panose="02070309020205020404" pitchFamily="49" charset="0"/>
                <a:cs typeface="Courier New" panose="02070309020205020404" pitchFamily="49" charset="0"/>
              </a:rPr>
              <a:t>SELECT</a:t>
            </a:r>
            <a:r>
              <a:rPr lang="nl-NL" sz="1600" kern="0">
                <a:latin typeface="Courier New" panose="02070309020205020404" pitchFamily="49" charset="0"/>
                <a:cs typeface="Courier New" panose="02070309020205020404" pitchFamily="49" charset="0"/>
              </a:rPr>
              <a:t> dan, dan + 3, </a:t>
            </a:r>
            <a:r>
              <a:rPr lang="nl-NL" sz="1600" b="1" kern="0">
                <a:latin typeface="Courier New" panose="02070309020205020404" pitchFamily="49" charset="0"/>
                <a:cs typeface="Courier New" panose="02070309020205020404" pitchFamily="49" charset="0"/>
              </a:rPr>
              <a:t>DATE</a:t>
            </a:r>
            <a:r>
              <a:rPr lang="nl-NL" sz="1600" kern="0">
                <a:latin typeface="Courier New" panose="02070309020205020404" pitchFamily="49" charset="0"/>
                <a:cs typeface="Courier New" panose="02070309020205020404" pitchFamily="49" charset="0"/>
              </a:rPr>
              <a:t>(dan + 3), </a:t>
            </a:r>
          </a:p>
          <a:p>
            <a:pPr marL="0" indent="0">
              <a:lnSpc>
                <a:spcPct val="90000"/>
              </a:lnSpc>
              <a:buNone/>
            </a:pPr>
            <a:r>
              <a:rPr lang="nl-NL" sz="1600" kern="0">
                <a:latin typeface="Courier New" panose="02070309020205020404" pitchFamily="49" charset="0"/>
                <a:cs typeface="Courier New" panose="02070309020205020404" pitchFamily="49" charset="0"/>
              </a:rPr>
              <a:t>	</a:t>
            </a:r>
            <a:r>
              <a:rPr lang="nl-NL" sz="1600" b="1" kern="0">
                <a:latin typeface="Courier New" panose="02070309020205020404" pitchFamily="49" charset="0"/>
                <a:cs typeface="Courier New" panose="02070309020205020404" pitchFamily="49" charset="0"/>
              </a:rPr>
              <a:t>DATE</a:t>
            </a:r>
            <a:r>
              <a:rPr lang="nl-NL" sz="1600" kern="0">
                <a:latin typeface="Courier New" panose="02070309020205020404" pitchFamily="49" charset="0"/>
                <a:cs typeface="Courier New" panose="02070309020205020404" pitchFamily="49" charset="0"/>
              </a:rPr>
              <a:t>(dan + 20), </a:t>
            </a:r>
            <a:r>
              <a:rPr lang="nl-NL" sz="1600" b="1" kern="0">
                <a:latin typeface="Courier New" panose="02070309020205020404" pitchFamily="49" charset="0"/>
                <a:cs typeface="Courier New" panose="02070309020205020404" pitchFamily="49" charset="0"/>
              </a:rPr>
              <a:t>DATE</a:t>
            </a:r>
            <a:r>
              <a:rPr lang="nl-NL" sz="1600" kern="0">
                <a:latin typeface="Courier New" panose="02070309020205020404" pitchFamily="49" charset="0"/>
                <a:cs typeface="Courier New" panose="02070309020205020404" pitchFamily="49" charset="0"/>
              </a:rPr>
              <a:t>(dan + 100)</a:t>
            </a:r>
          </a:p>
          <a:p>
            <a:pPr marL="0" indent="0">
              <a:lnSpc>
                <a:spcPct val="90000"/>
              </a:lnSpc>
              <a:buNone/>
            </a:pPr>
            <a:r>
              <a:rPr lang="nl-NL" sz="1600" b="1" kern="0">
                <a:latin typeface="Courier New" panose="02070309020205020404" pitchFamily="49" charset="0"/>
                <a:cs typeface="Courier New" panose="02070309020205020404" pitchFamily="49" charset="0"/>
              </a:rPr>
              <a:t>FROM</a:t>
            </a:r>
            <a:r>
              <a:rPr lang="nl-NL" sz="1600" kern="0">
                <a:latin typeface="Courier New" panose="02070309020205020404" pitchFamily="49" charset="0"/>
                <a:cs typeface="Courier New" panose="02070309020205020404" pitchFamily="49" charset="0"/>
              </a:rPr>
              <a:t> rezervacija;</a:t>
            </a:r>
            <a:endParaRPr lang="en-US" sz="1600" kern="0">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P spid="7" grpId="0"/>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314" name="AutoShape 2"/>
          <p:cNvSpPr>
            <a:spLocks noGrp="1" noChangeArrowheads="1"/>
          </p:cNvSpPr>
          <p:nvPr>
            <p:ph type="title"/>
          </p:nvPr>
        </p:nvSpPr>
        <p:spPr/>
        <p:txBody>
          <a:bodyPr/>
          <a:lstStyle/>
          <a:p>
            <a:r>
              <a:rPr lang="en-US" err="1"/>
              <a:t>Delo</a:t>
            </a:r>
            <a:r>
              <a:rPr lang="en-US"/>
              <a:t> z </a:t>
            </a:r>
            <a:r>
              <a:rPr lang="en-US" err="1"/>
              <a:t>datumi</a:t>
            </a:r>
            <a:endParaRPr lang="en-US"/>
          </a:p>
        </p:txBody>
      </p:sp>
      <p:sp>
        <p:nvSpPr>
          <p:cNvPr id="13315" name="Rectangle 3"/>
          <p:cNvSpPr>
            <a:spLocks noGrp="1" noChangeArrowheads="1"/>
          </p:cNvSpPr>
          <p:nvPr>
            <p:ph type="body" idx="1"/>
          </p:nvPr>
        </p:nvSpPr>
        <p:spPr>
          <a:xfrm>
            <a:off x="1066800" y="2871354"/>
            <a:ext cx="6934200" cy="1319646"/>
          </a:xfrm>
        </p:spPr>
        <p:txBody>
          <a:bodyPr/>
          <a:lstStyle/>
          <a:p>
            <a:pPr marL="0" indent="0">
              <a:lnSpc>
                <a:spcPct val="90000"/>
              </a:lnSpc>
              <a:buNone/>
            </a:pPr>
            <a:r>
              <a:rPr lang="en-US" sz="1600" b="1">
                <a:latin typeface="Courier New" panose="02070309020205020404" pitchFamily="49" charset="0"/>
                <a:cs typeface="Courier New" panose="02070309020205020404" pitchFamily="49" charset="0"/>
              </a:rPr>
              <a:t>SELECT</a:t>
            </a: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dan</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DATE_ADD</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dan</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INTERVAL</a:t>
            </a:r>
            <a:r>
              <a:rPr lang="en-US" sz="1600">
                <a:latin typeface="Courier New" panose="02070309020205020404" pitchFamily="49" charset="0"/>
                <a:cs typeface="Courier New" panose="02070309020205020404" pitchFamily="49" charset="0"/>
              </a:rPr>
              <a:t> 3 </a:t>
            </a:r>
            <a:r>
              <a:rPr lang="en-US" sz="1600" b="1">
                <a:latin typeface="Courier New" panose="02070309020205020404" pitchFamily="49" charset="0"/>
                <a:cs typeface="Courier New" panose="02070309020205020404" pitchFamily="49" charset="0"/>
              </a:rPr>
              <a:t>DAY</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DATE_ADD</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dan</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INTERVAL</a:t>
            </a:r>
            <a:r>
              <a:rPr lang="en-US" sz="1600">
                <a:latin typeface="Courier New" panose="02070309020205020404" pitchFamily="49" charset="0"/>
                <a:cs typeface="Courier New" panose="02070309020205020404" pitchFamily="49" charset="0"/>
              </a:rPr>
              <a:t> 3 </a:t>
            </a:r>
            <a:r>
              <a:rPr lang="en-US" sz="1600" b="1">
                <a:latin typeface="Courier New" panose="02070309020205020404" pitchFamily="49" charset="0"/>
                <a:cs typeface="Courier New" panose="02070309020205020404" pitchFamily="49" charset="0"/>
              </a:rPr>
              <a:t>WEEK</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DATE_ADD</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dan</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INTERVAL</a:t>
            </a:r>
            <a:r>
              <a:rPr lang="en-US" sz="1600">
                <a:latin typeface="Courier New" panose="02070309020205020404" pitchFamily="49" charset="0"/>
                <a:cs typeface="Courier New" panose="02070309020205020404" pitchFamily="49" charset="0"/>
              </a:rPr>
              <a:t> 3 </a:t>
            </a:r>
            <a:r>
              <a:rPr lang="en-US" sz="1600" b="1">
                <a:latin typeface="Courier New" panose="02070309020205020404" pitchFamily="49" charset="0"/>
                <a:cs typeface="Courier New" panose="02070309020205020404" pitchFamily="49" charset="0"/>
              </a:rPr>
              <a:t>MONTH</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DATE_ADD</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dan</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INTERVAL</a:t>
            </a:r>
            <a:r>
              <a:rPr lang="en-US" sz="1600">
                <a:latin typeface="Courier New" panose="02070309020205020404" pitchFamily="49" charset="0"/>
                <a:cs typeface="Courier New" panose="02070309020205020404" pitchFamily="49" charset="0"/>
              </a:rPr>
              <a:t> 3 </a:t>
            </a:r>
            <a:r>
              <a:rPr lang="en-US" sz="1600" b="1">
                <a:latin typeface="Courier New" panose="02070309020205020404" pitchFamily="49" charset="0"/>
                <a:cs typeface="Courier New" panose="02070309020205020404" pitchFamily="49" charset="0"/>
              </a:rPr>
              <a:t>YEAR</a:t>
            </a:r>
            <a:r>
              <a:rPr lang="en-US" sz="1600">
                <a:latin typeface="Courier New" panose="02070309020205020404" pitchFamily="49" charset="0"/>
                <a:cs typeface="Courier New" panose="02070309020205020404" pitchFamily="49" charset="0"/>
              </a:rPr>
              <a:t>)</a:t>
            </a:r>
          </a:p>
          <a:p>
            <a:pPr marL="0" indent="0">
              <a:lnSpc>
                <a:spcPct val="90000"/>
              </a:lnSpc>
              <a:buNone/>
            </a:pPr>
            <a:r>
              <a:rPr lang="en-US" sz="1600" b="1">
                <a:latin typeface="Courier New" panose="02070309020205020404" pitchFamily="49" charset="0"/>
                <a:cs typeface="Courier New" panose="02070309020205020404" pitchFamily="49" charset="0"/>
              </a:rPr>
              <a:t>FROM</a:t>
            </a: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rezervacija</a:t>
            </a:r>
            <a:r>
              <a:rPr lang="en-US" sz="1600">
                <a:latin typeface="Courier New" panose="02070309020205020404" pitchFamily="49" charset="0"/>
                <a:cs typeface="Courier New" panose="02070309020205020404" pitchFamily="49" charset="0"/>
              </a:rPr>
              <a:t>;</a:t>
            </a:r>
          </a:p>
        </p:txBody>
      </p:sp>
      <p:sp>
        <p:nvSpPr>
          <p:cNvPr id="6" name="Rectangle 4"/>
          <p:cNvSpPr txBox="1">
            <a:spLocks noChangeArrowheads="1"/>
          </p:cNvSpPr>
          <p:nvPr/>
        </p:nvSpPr>
        <p:spPr>
          <a:xfrm>
            <a:off x="762000" y="2389909"/>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en-US" sz="2400" kern="0"/>
              <a:t>P</a:t>
            </a:r>
            <a:r>
              <a:rPr lang="sl-SI" sz="2400" kern="0"/>
              <a:t>ravilno p</a:t>
            </a:r>
            <a:r>
              <a:rPr lang="en-US" sz="2400" kern="0" err="1"/>
              <a:t>oveč</a:t>
            </a:r>
            <a:r>
              <a:rPr lang="sl-SI" sz="2400" kern="0"/>
              <a:t>avanje</a:t>
            </a:r>
            <a:r>
              <a:rPr lang="en-US" sz="2400" kern="0"/>
              <a:t> </a:t>
            </a:r>
            <a:r>
              <a:rPr lang="en-US" sz="2400" kern="0" err="1"/>
              <a:t>datuma</a:t>
            </a:r>
            <a:r>
              <a:rPr lang="en-US" sz="2400" kern="0"/>
              <a:t>. </a:t>
            </a:r>
          </a:p>
        </p:txBody>
      </p:sp>
      <p:sp>
        <p:nvSpPr>
          <p:cNvPr id="7" name="Rectangle 4"/>
          <p:cNvSpPr txBox="1">
            <a:spLocks noChangeArrowheads="1"/>
          </p:cNvSpPr>
          <p:nvPr/>
        </p:nvSpPr>
        <p:spPr>
          <a:xfrm>
            <a:off x="762000" y="3810000"/>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endParaRPr lang="en-US" sz="2400" kern="0"/>
          </a:p>
        </p:txBody>
      </p:sp>
      <p:sp>
        <p:nvSpPr>
          <p:cNvPr id="8" name="Rectangle 4"/>
          <p:cNvSpPr txBox="1">
            <a:spLocks noChangeArrowheads="1"/>
          </p:cNvSpPr>
          <p:nvPr/>
        </p:nvSpPr>
        <p:spPr>
          <a:xfrm>
            <a:off x="795251" y="4224251"/>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en-US" sz="2400" kern="0" err="1"/>
              <a:t>Analogno</a:t>
            </a:r>
            <a:r>
              <a:rPr lang="en-US" sz="2400" kern="0"/>
              <a:t> </a:t>
            </a:r>
            <a:r>
              <a:rPr lang="en-US" sz="2400" kern="0" err="1"/>
              <a:t>deluje</a:t>
            </a:r>
            <a:r>
              <a:rPr lang="en-US" sz="2400" kern="0"/>
              <a:t> </a:t>
            </a:r>
            <a:r>
              <a:rPr lang="en-US" sz="2400" kern="0" err="1"/>
              <a:t>tudi</a:t>
            </a:r>
            <a:r>
              <a:rPr lang="en-US" sz="2400" kern="0"/>
              <a:t> </a:t>
            </a:r>
            <a:r>
              <a:rPr lang="en-US" sz="2400" kern="0" err="1"/>
              <a:t>funkcija</a:t>
            </a:r>
            <a:r>
              <a:rPr lang="en-US" sz="2400" kern="0"/>
              <a:t> </a:t>
            </a:r>
            <a:r>
              <a:rPr lang="en-US" sz="1600" b="1" kern="0">
                <a:latin typeface="Courier New" panose="02070309020205020404" pitchFamily="49" charset="0"/>
                <a:cs typeface="Courier New" panose="02070309020205020404" pitchFamily="49" charset="0"/>
              </a:rPr>
              <a:t>DATE_SUB()</a:t>
            </a:r>
            <a:r>
              <a:rPr lang="en-US" sz="2400" kern="0"/>
              <a:t> </a:t>
            </a:r>
            <a:r>
              <a:rPr lang="en-US" sz="2400" kern="0" err="1"/>
              <a:t>za</a:t>
            </a:r>
            <a:r>
              <a:rPr lang="en-US" sz="2400" kern="0"/>
              <a:t> </a:t>
            </a:r>
            <a:r>
              <a:rPr lang="en-US" sz="2400" kern="0" err="1"/>
              <a:t>odštevanje</a:t>
            </a:r>
            <a:r>
              <a:rPr lang="en-US" sz="2400" kern="0"/>
              <a:t> </a:t>
            </a:r>
            <a:r>
              <a:rPr lang="en-US" sz="2400" kern="0" err="1"/>
              <a:t>intervala</a:t>
            </a:r>
            <a:r>
              <a:rPr lang="en-US" sz="2400" kern="0"/>
              <a:t>.</a:t>
            </a:r>
          </a:p>
        </p:txBody>
      </p:sp>
    </p:spTree>
    <p:extLst>
      <p:ext uri="{BB962C8B-B14F-4D97-AF65-F5344CB8AC3E}">
        <p14:creationId xmlns:p14="http://schemas.microsoft.com/office/powerpoint/2010/main" val="3155675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endParaRPr lang="sl-SI"/>
          </a:p>
        </p:txBody>
      </p:sp>
      <p:sp>
        <p:nvSpPr>
          <p:cNvPr id="13314" name="AutoShape 2"/>
          <p:cNvSpPr>
            <a:spLocks noGrp="1" noChangeArrowheads="1"/>
          </p:cNvSpPr>
          <p:nvPr>
            <p:ph type="title"/>
          </p:nvPr>
        </p:nvSpPr>
        <p:spPr/>
        <p:txBody>
          <a:bodyPr/>
          <a:lstStyle/>
          <a:p>
            <a:r>
              <a:rPr lang="en-US" err="1"/>
              <a:t>Delo</a:t>
            </a:r>
            <a:r>
              <a:rPr lang="en-US"/>
              <a:t> z </a:t>
            </a:r>
            <a:r>
              <a:rPr lang="en-US" err="1"/>
              <a:t>datumi</a:t>
            </a:r>
            <a:endParaRPr lang="en-US"/>
          </a:p>
        </p:txBody>
      </p:sp>
      <p:sp>
        <p:nvSpPr>
          <p:cNvPr id="13315" name="Rectangle 3"/>
          <p:cNvSpPr>
            <a:spLocks noGrp="1" noChangeArrowheads="1"/>
          </p:cNvSpPr>
          <p:nvPr>
            <p:ph type="body" idx="1"/>
          </p:nvPr>
        </p:nvSpPr>
        <p:spPr>
          <a:xfrm>
            <a:off x="1066800" y="2871354"/>
            <a:ext cx="6934200" cy="415983"/>
          </a:xfrm>
        </p:spPr>
        <p:txBody>
          <a:bodyPr/>
          <a:lstStyle/>
          <a:p>
            <a:pPr marL="0" indent="0">
              <a:lnSpc>
                <a:spcPct val="90000"/>
              </a:lnSpc>
              <a:buNone/>
            </a:pPr>
            <a:r>
              <a:rPr lang="en-US" sz="1600" b="1">
                <a:latin typeface="Courier New" panose="02070309020205020404" pitchFamily="49" charset="0"/>
                <a:cs typeface="Courier New" panose="02070309020205020404" pitchFamily="49" charset="0"/>
              </a:rPr>
              <a:t>SELECT</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NOW</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CURDATE</a:t>
            </a:r>
            <a:r>
              <a:rPr lang="en-US" sz="1600">
                <a:latin typeface="Courier New" panose="02070309020205020404" pitchFamily="49" charset="0"/>
                <a:cs typeface="Courier New" panose="02070309020205020404" pitchFamily="49" charset="0"/>
              </a:rPr>
              <a:t>(), </a:t>
            </a:r>
            <a:r>
              <a:rPr lang="en-US" sz="1600" b="1">
                <a:latin typeface="Courier New" panose="02070309020205020404" pitchFamily="49" charset="0"/>
                <a:cs typeface="Courier New" panose="02070309020205020404" pitchFamily="49" charset="0"/>
              </a:rPr>
              <a:t>DATE</a:t>
            </a:r>
            <a:r>
              <a:rPr lang="en-US" sz="1600">
                <a:latin typeface="Courier New" panose="02070309020205020404" pitchFamily="49" charset="0"/>
                <a:cs typeface="Courier New" panose="02070309020205020404" pitchFamily="49" charset="0"/>
              </a:rPr>
              <a:t>(</a:t>
            </a:r>
            <a:r>
              <a:rPr lang="en-US" sz="1600" b="1">
                <a:latin typeface="Courier New" panose="02070309020205020404" pitchFamily="49" charset="0"/>
                <a:cs typeface="Courier New" panose="02070309020205020404" pitchFamily="49" charset="0"/>
              </a:rPr>
              <a:t>NOW</a:t>
            </a:r>
            <a:r>
              <a:rPr lang="en-US" sz="1600">
                <a:latin typeface="Courier New" panose="02070309020205020404" pitchFamily="49" charset="0"/>
                <a:cs typeface="Courier New" panose="02070309020205020404" pitchFamily="49" charset="0"/>
              </a:rPr>
              <a:t>());</a:t>
            </a:r>
          </a:p>
          <a:p>
            <a:pPr marL="0" indent="0">
              <a:lnSpc>
                <a:spcPct val="90000"/>
              </a:lnSpc>
              <a:buNone/>
            </a:pPr>
            <a:endParaRPr lang="en-US" sz="1600">
              <a:latin typeface="Courier New" panose="02070309020205020404" pitchFamily="49" charset="0"/>
              <a:cs typeface="Courier New" panose="02070309020205020404" pitchFamily="49" charset="0"/>
            </a:endParaRPr>
          </a:p>
        </p:txBody>
      </p:sp>
      <p:sp>
        <p:nvSpPr>
          <p:cNvPr id="6" name="Rectangle 4"/>
          <p:cNvSpPr txBox="1">
            <a:spLocks noChangeArrowheads="1"/>
          </p:cNvSpPr>
          <p:nvPr/>
        </p:nvSpPr>
        <p:spPr>
          <a:xfrm>
            <a:off x="762000" y="2389909"/>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en-US" sz="2400" kern="0" err="1"/>
              <a:t>Kateri</a:t>
            </a:r>
            <a:r>
              <a:rPr lang="en-US" sz="2400" kern="0"/>
              <a:t> </a:t>
            </a:r>
            <a:r>
              <a:rPr lang="en-US" sz="2400" kern="0" err="1"/>
              <a:t>dan</a:t>
            </a:r>
            <a:r>
              <a:rPr lang="en-US" sz="2400" kern="0"/>
              <a:t> je </a:t>
            </a:r>
            <a:r>
              <a:rPr lang="en-US" sz="2400" kern="0" err="1"/>
              <a:t>danes</a:t>
            </a:r>
            <a:r>
              <a:rPr lang="en-US" sz="2400" kern="0"/>
              <a:t>? </a:t>
            </a:r>
            <a:r>
              <a:rPr lang="en-US" sz="2400" kern="0" err="1"/>
              <a:t>Kaj</a:t>
            </a:r>
            <a:r>
              <a:rPr lang="en-US" sz="2400" kern="0"/>
              <a:t> pa </a:t>
            </a:r>
            <a:r>
              <a:rPr lang="en-US" sz="2400" kern="0" err="1"/>
              <a:t>čas</a:t>
            </a:r>
            <a:r>
              <a:rPr lang="en-US" sz="2400" kern="0"/>
              <a:t>?</a:t>
            </a:r>
          </a:p>
        </p:txBody>
      </p:sp>
      <p:sp>
        <p:nvSpPr>
          <p:cNvPr id="7" name="Rectangle 4"/>
          <p:cNvSpPr txBox="1">
            <a:spLocks noChangeArrowheads="1"/>
          </p:cNvSpPr>
          <p:nvPr/>
        </p:nvSpPr>
        <p:spPr>
          <a:xfrm>
            <a:off x="749531" y="4731674"/>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endParaRPr lang="en-US" sz="2400" kern="0"/>
          </a:p>
        </p:txBody>
      </p:sp>
      <p:sp>
        <p:nvSpPr>
          <p:cNvPr id="8" name="Rectangle 4"/>
          <p:cNvSpPr txBox="1">
            <a:spLocks noChangeArrowheads="1"/>
          </p:cNvSpPr>
          <p:nvPr/>
        </p:nvSpPr>
        <p:spPr>
          <a:xfrm>
            <a:off x="782782" y="5145925"/>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en-US" sz="2400" kern="0" err="1"/>
              <a:t>Število</a:t>
            </a:r>
            <a:r>
              <a:rPr lang="en-US" sz="2400" kern="0"/>
              <a:t> </a:t>
            </a:r>
            <a:r>
              <a:rPr lang="en-US" sz="2400" kern="0" err="1"/>
              <a:t>preteklih</a:t>
            </a:r>
            <a:r>
              <a:rPr lang="en-US" sz="2400" kern="0"/>
              <a:t> </a:t>
            </a:r>
            <a:r>
              <a:rPr lang="en-US" sz="2400" kern="0" err="1"/>
              <a:t>dni</a:t>
            </a:r>
            <a:r>
              <a:rPr lang="en-US" sz="2400" kern="0"/>
              <a:t> od </a:t>
            </a:r>
            <a:r>
              <a:rPr lang="en-US" sz="2400" kern="0" err="1"/>
              <a:t>leta</a:t>
            </a:r>
            <a:r>
              <a:rPr lang="en-US" sz="2400" kern="0"/>
              <a:t> 2000.</a:t>
            </a:r>
          </a:p>
        </p:txBody>
      </p:sp>
      <p:sp>
        <p:nvSpPr>
          <p:cNvPr id="9" name="Rectangle 3"/>
          <p:cNvSpPr txBox="1">
            <a:spLocks noChangeArrowheads="1"/>
          </p:cNvSpPr>
          <p:nvPr/>
        </p:nvSpPr>
        <p:spPr bwMode="auto">
          <a:xfrm>
            <a:off x="1122218" y="5697546"/>
            <a:ext cx="6934200" cy="4746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marL="0" indent="0">
              <a:lnSpc>
                <a:spcPct val="90000"/>
              </a:lnSpc>
              <a:buNone/>
            </a:pPr>
            <a:r>
              <a:rPr lang="en-US" sz="1600" b="1" kern="0" dirty="0">
                <a:latin typeface="Courier New" panose="02070309020205020404" pitchFamily="49" charset="0"/>
                <a:cs typeface="Courier New" panose="02070309020205020404" pitchFamily="49" charset="0"/>
              </a:rPr>
              <a:t>SELECT</a:t>
            </a:r>
            <a:r>
              <a:rPr lang="en-US" sz="1600" kern="0" dirty="0">
                <a:latin typeface="Courier New" panose="02070309020205020404" pitchFamily="49" charset="0"/>
                <a:cs typeface="Courier New" panose="02070309020205020404" pitchFamily="49" charset="0"/>
              </a:rPr>
              <a:t> </a:t>
            </a:r>
            <a:r>
              <a:rPr lang="en-US" sz="1600" b="1" kern="0" dirty="0">
                <a:latin typeface="Courier New" panose="02070309020205020404" pitchFamily="49" charset="0"/>
                <a:cs typeface="Courier New" panose="02070309020205020404" pitchFamily="49" charset="0"/>
              </a:rPr>
              <a:t>DATEDIFF</a:t>
            </a:r>
            <a:r>
              <a:rPr lang="en-US" sz="1600" kern="0" dirty="0">
                <a:latin typeface="Courier New" panose="02070309020205020404" pitchFamily="49" charset="0"/>
                <a:cs typeface="Courier New" panose="02070309020205020404" pitchFamily="49" charset="0"/>
              </a:rPr>
              <a:t>(</a:t>
            </a:r>
            <a:r>
              <a:rPr lang="en-US" sz="1600" b="1" kern="0" dirty="0">
                <a:latin typeface="Courier New" panose="02070309020205020404" pitchFamily="49" charset="0"/>
                <a:cs typeface="Courier New" panose="02070309020205020404" pitchFamily="49" charset="0"/>
              </a:rPr>
              <a:t>CURDATE</a:t>
            </a:r>
            <a:r>
              <a:rPr lang="en-US" sz="1600" kern="0" dirty="0">
                <a:latin typeface="Courier New" panose="02070309020205020404" pitchFamily="49" charset="0"/>
                <a:cs typeface="Courier New" panose="02070309020205020404" pitchFamily="49" charset="0"/>
              </a:rPr>
              <a:t>(), '2000-01-01') </a:t>
            </a:r>
            <a:r>
              <a:rPr lang="en-US" sz="1600" b="1" kern="0" dirty="0">
                <a:latin typeface="Courier New" panose="02070309020205020404" pitchFamily="49" charset="0"/>
                <a:cs typeface="Courier New" panose="02070309020205020404" pitchFamily="49" charset="0"/>
              </a:rPr>
              <a:t>AS</a:t>
            </a:r>
            <a:r>
              <a:rPr lang="en-US" sz="1600" kern="0" dirty="0">
                <a:latin typeface="Courier New" panose="02070309020205020404" pitchFamily="49" charset="0"/>
                <a:cs typeface="Courier New" panose="02070309020205020404" pitchFamily="49" charset="0"/>
              </a:rPr>
              <a:t> days;</a:t>
            </a:r>
          </a:p>
        </p:txBody>
      </p:sp>
      <p:sp>
        <p:nvSpPr>
          <p:cNvPr id="10" name="Rectangle 3"/>
          <p:cNvSpPr txBox="1">
            <a:spLocks noChangeArrowheads="1"/>
          </p:cNvSpPr>
          <p:nvPr/>
        </p:nvSpPr>
        <p:spPr bwMode="auto">
          <a:xfrm>
            <a:off x="1083426" y="3997037"/>
            <a:ext cx="6934200" cy="4159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marL="0" indent="0">
              <a:lnSpc>
                <a:spcPct val="90000"/>
              </a:lnSpc>
              <a:buFont typeface="Wingdings" pitchFamily="2" charset="2"/>
              <a:buNone/>
            </a:pPr>
            <a:r>
              <a:rPr lang="en-US" sz="1600" b="1" kern="0" dirty="0">
                <a:latin typeface="Courier New" panose="02070309020205020404" pitchFamily="49" charset="0"/>
                <a:cs typeface="Courier New" panose="02070309020205020404" pitchFamily="49" charset="0"/>
              </a:rPr>
              <a:t>SELECT</a:t>
            </a:r>
            <a:r>
              <a:rPr lang="en-US" sz="1600" kern="0" dirty="0">
                <a:latin typeface="Courier New" panose="02070309020205020404" pitchFamily="49" charset="0"/>
                <a:cs typeface="Courier New" panose="02070309020205020404" pitchFamily="49" charset="0"/>
              </a:rPr>
              <a:t> </a:t>
            </a:r>
            <a:r>
              <a:rPr lang="en-US" sz="1600" b="1" kern="0" dirty="0">
                <a:latin typeface="Courier New" panose="02070309020205020404" pitchFamily="49" charset="0"/>
                <a:cs typeface="Courier New" panose="02070309020205020404" pitchFamily="49" charset="0"/>
              </a:rPr>
              <a:t>DATE_FORMAT</a:t>
            </a:r>
            <a:r>
              <a:rPr lang="en-US" sz="1600" kern="0" dirty="0">
                <a:latin typeface="Courier New" panose="02070309020205020404" pitchFamily="49" charset="0"/>
                <a:cs typeface="Courier New" panose="02070309020205020404" pitchFamily="49" charset="0"/>
              </a:rPr>
              <a:t>(</a:t>
            </a:r>
            <a:r>
              <a:rPr lang="en-US" sz="1600" b="1" kern="0" dirty="0">
                <a:latin typeface="Courier New" panose="02070309020205020404" pitchFamily="49" charset="0"/>
                <a:cs typeface="Courier New" panose="02070309020205020404" pitchFamily="49" charset="0"/>
              </a:rPr>
              <a:t>CURDATE</a:t>
            </a:r>
            <a:r>
              <a:rPr lang="en-US" sz="1600" kern="0" dirty="0">
                <a:latin typeface="Courier New" panose="02070309020205020404" pitchFamily="49" charset="0"/>
                <a:cs typeface="Courier New" panose="02070309020205020404" pitchFamily="49" charset="0"/>
              </a:rPr>
              <a:t>(), '%d-%m-%y'),             	</a:t>
            </a:r>
            <a:r>
              <a:rPr lang="en-US" sz="1600" b="1" kern="0" dirty="0">
                <a:latin typeface="Courier New" panose="02070309020205020404" pitchFamily="49" charset="0"/>
                <a:cs typeface="Courier New" panose="02070309020205020404" pitchFamily="49" charset="0"/>
              </a:rPr>
              <a:t>DATE_FORMAT</a:t>
            </a:r>
            <a:r>
              <a:rPr lang="en-US" sz="1600" kern="0" dirty="0">
                <a:latin typeface="Courier New" panose="02070309020205020404" pitchFamily="49" charset="0"/>
                <a:cs typeface="Courier New" panose="02070309020205020404" pitchFamily="49" charset="0"/>
              </a:rPr>
              <a:t>(</a:t>
            </a:r>
            <a:r>
              <a:rPr lang="en-US" sz="1600" b="1" kern="0" dirty="0">
                <a:latin typeface="Courier New" panose="02070309020205020404" pitchFamily="49" charset="0"/>
                <a:cs typeface="Courier New" panose="02070309020205020404" pitchFamily="49" charset="0"/>
              </a:rPr>
              <a:t>CURDATE</a:t>
            </a:r>
            <a:r>
              <a:rPr lang="en-US" sz="1600" kern="0" dirty="0">
                <a:latin typeface="Courier New" panose="02070309020205020404" pitchFamily="49" charset="0"/>
                <a:cs typeface="Courier New" panose="02070309020205020404" pitchFamily="49" charset="0"/>
              </a:rPr>
              <a:t>(), '%D-%M-%Y');</a:t>
            </a:r>
          </a:p>
        </p:txBody>
      </p:sp>
      <p:sp>
        <p:nvSpPr>
          <p:cNvPr id="11" name="Rectangle 4"/>
          <p:cNvSpPr txBox="1">
            <a:spLocks noChangeArrowheads="1"/>
          </p:cNvSpPr>
          <p:nvPr/>
        </p:nvSpPr>
        <p:spPr>
          <a:xfrm>
            <a:off x="778626" y="3409605"/>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en-US" sz="2400" kern="0" err="1"/>
              <a:t>Polepšan</a:t>
            </a:r>
            <a:r>
              <a:rPr lang="en-US" sz="2400" kern="0"/>
              <a:t> </a:t>
            </a:r>
            <a:r>
              <a:rPr lang="en-US" sz="2400" kern="0" err="1"/>
              <a:t>izpis</a:t>
            </a:r>
            <a:r>
              <a:rPr lang="sl-SI" sz="2400" kern="0"/>
              <a:t> – formatiranje izpisa</a:t>
            </a:r>
            <a:r>
              <a:rPr lang="en-US" sz="2400" kern="0"/>
              <a:t>.</a:t>
            </a:r>
          </a:p>
        </p:txBody>
      </p:sp>
    </p:spTree>
    <p:extLst>
      <p:ext uri="{BB962C8B-B14F-4D97-AF65-F5344CB8AC3E}">
        <p14:creationId xmlns:p14="http://schemas.microsoft.com/office/powerpoint/2010/main" val="362154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P spid="8" grpId="0"/>
      <p:bldP spid="9" grpId="0"/>
      <p:bldP spid="10" grpId="0"/>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314" name="AutoShape 2"/>
          <p:cNvSpPr>
            <a:spLocks noGrp="1" noChangeArrowheads="1"/>
          </p:cNvSpPr>
          <p:nvPr>
            <p:ph type="title"/>
          </p:nvPr>
        </p:nvSpPr>
        <p:spPr/>
        <p:txBody>
          <a:bodyPr/>
          <a:lstStyle/>
          <a:p>
            <a:r>
              <a:rPr lang="en-US" err="1"/>
              <a:t>Delo</a:t>
            </a:r>
            <a:r>
              <a:rPr lang="en-US"/>
              <a:t> z </a:t>
            </a:r>
            <a:r>
              <a:rPr lang="en-US" err="1"/>
              <a:t>datumi</a:t>
            </a:r>
            <a:endParaRPr lang="en-US"/>
          </a:p>
        </p:txBody>
      </p:sp>
      <p:sp>
        <p:nvSpPr>
          <p:cNvPr id="13315" name="Rectangle 3"/>
          <p:cNvSpPr>
            <a:spLocks noGrp="1" noChangeArrowheads="1"/>
          </p:cNvSpPr>
          <p:nvPr>
            <p:ph type="body" idx="1"/>
          </p:nvPr>
        </p:nvSpPr>
        <p:spPr>
          <a:xfrm>
            <a:off x="1054331" y="3214254"/>
            <a:ext cx="6934200" cy="862446"/>
          </a:xfrm>
        </p:spPr>
        <p:txBody>
          <a:bodyPr/>
          <a:lstStyle/>
          <a:p>
            <a:pPr marL="0" indent="0">
              <a:lnSpc>
                <a:spcPct val="90000"/>
              </a:lnSpc>
              <a:buNone/>
            </a:pPr>
            <a:r>
              <a:rPr lang="nl-NL" sz="1600" b="1">
                <a:latin typeface="Courier New" panose="02070309020205020404" pitchFamily="49" charset="0"/>
                <a:cs typeface="Courier New" panose="02070309020205020404" pitchFamily="49" charset="0"/>
              </a:rPr>
              <a:t>SELECT</a:t>
            </a:r>
            <a:r>
              <a:rPr lang="nl-NL" sz="1600">
                <a:latin typeface="Courier New" panose="02070309020205020404" pitchFamily="49" charset="0"/>
                <a:cs typeface="Courier New" panose="02070309020205020404" pitchFamily="49" charset="0"/>
              </a:rPr>
              <a:t> dan, </a:t>
            </a:r>
            <a:r>
              <a:rPr lang="nl-NL" sz="1600" b="1">
                <a:latin typeface="Courier New" panose="02070309020205020404" pitchFamily="49" charset="0"/>
                <a:cs typeface="Courier New" panose="02070309020205020404" pitchFamily="49" charset="0"/>
              </a:rPr>
              <a:t>WEEK</a:t>
            </a:r>
            <a:r>
              <a:rPr lang="nl-NL" sz="1600">
                <a:latin typeface="Courier New" panose="02070309020205020404" pitchFamily="49" charset="0"/>
                <a:cs typeface="Courier New" panose="02070309020205020404" pitchFamily="49" charset="0"/>
              </a:rPr>
              <a:t>(dan), </a:t>
            </a:r>
            <a:r>
              <a:rPr lang="nl-NL" sz="1600" b="1">
                <a:latin typeface="Courier New" panose="02070309020205020404" pitchFamily="49" charset="0"/>
                <a:cs typeface="Courier New" panose="02070309020205020404" pitchFamily="49" charset="0"/>
              </a:rPr>
              <a:t>WEEKDAY</a:t>
            </a:r>
            <a:r>
              <a:rPr lang="nl-NL" sz="1600">
                <a:latin typeface="Courier New" panose="02070309020205020404" pitchFamily="49" charset="0"/>
                <a:cs typeface="Courier New" panose="02070309020205020404" pitchFamily="49" charset="0"/>
              </a:rPr>
              <a:t>(dan), </a:t>
            </a:r>
            <a:r>
              <a:rPr lang="nl-NL" sz="1600" b="1">
                <a:latin typeface="Courier New" panose="02070309020205020404" pitchFamily="49" charset="0"/>
                <a:cs typeface="Courier New" panose="02070309020205020404" pitchFamily="49" charset="0"/>
              </a:rPr>
              <a:t>QUARTER</a:t>
            </a:r>
            <a:r>
              <a:rPr lang="nl-NL" sz="1600">
                <a:latin typeface="Courier New" panose="02070309020205020404" pitchFamily="49" charset="0"/>
                <a:cs typeface="Courier New" panose="02070309020205020404" pitchFamily="49" charset="0"/>
              </a:rPr>
              <a:t>(dan), 	</a:t>
            </a:r>
            <a:r>
              <a:rPr lang="nl-NL" sz="1600" b="1">
                <a:latin typeface="Courier New" panose="02070309020205020404" pitchFamily="49" charset="0"/>
                <a:cs typeface="Courier New" panose="02070309020205020404" pitchFamily="49" charset="0"/>
              </a:rPr>
              <a:t>DAY</a:t>
            </a:r>
            <a:r>
              <a:rPr lang="nl-NL" sz="1600">
                <a:latin typeface="Courier New" panose="02070309020205020404" pitchFamily="49" charset="0"/>
                <a:cs typeface="Courier New" panose="02070309020205020404" pitchFamily="49" charset="0"/>
              </a:rPr>
              <a:t>(dan), </a:t>
            </a:r>
            <a:r>
              <a:rPr lang="nl-NL" sz="1600" b="1">
                <a:latin typeface="Courier New" panose="02070309020205020404" pitchFamily="49" charset="0"/>
                <a:cs typeface="Courier New" panose="02070309020205020404" pitchFamily="49" charset="0"/>
              </a:rPr>
              <a:t>MONTH</a:t>
            </a:r>
            <a:r>
              <a:rPr lang="nl-NL" sz="1600">
                <a:latin typeface="Courier New" panose="02070309020205020404" pitchFamily="49" charset="0"/>
                <a:cs typeface="Courier New" panose="02070309020205020404" pitchFamily="49" charset="0"/>
              </a:rPr>
              <a:t>(dan), </a:t>
            </a:r>
            <a:r>
              <a:rPr lang="nl-NL" sz="1600" b="1">
                <a:latin typeface="Courier New" panose="02070309020205020404" pitchFamily="49" charset="0"/>
                <a:cs typeface="Courier New" panose="02070309020205020404" pitchFamily="49" charset="0"/>
              </a:rPr>
              <a:t>YEAR</a:t>
            </a:r>
            <a:r>
              <a:rPr lang="nl-NL" sz="1600">
                <a:latin typeface="Courier New" panose="02070309020205020404" pitchFamily="49" charset="0"/>
                <a:cs typeface="Courier New" panose="02070309020205020404" pitchFamily="49" charset="0"/>
              </a:rPr>
              <a:t>(dan)</a:t>
            </a:r>
          </a:p>
          <a:p>
            <a:pPr marL="0" indent="0">
              <a:lnSpc>
                <a:spcPct val="90000"/>
              </a:lnSpc>
              <a:buNone/>
            </a:pPr>
            <a:r>
              <a:rPr lang="nl-NL" sz="1600" b="1">
                <a:latin typeface="Courier New" panose="02070309020205020404" pitchFamily="49" charset="0"/>
                <a:cs typeface="Courier New" panose="02070309020205020404" pitchFamily="49" charset="0"/>
              </a:rPr>
              <a:t>FROM</a:t>
            </a:r>
            <a:r>
              <a:rPr lang="nl-NL" sz="1600">
                <a:latin typeface="Courier New" panose="02070309020205020404" pitchFamily="49" charset="0"/>
                <a:cs typeface="Courier New" panose="02070309020205020404" pitchFamily="49" charset="0"/>
              </a:rPr>
              <a:t> rezervacija;</a:t>
            </a:r>
            <a:endParaRPr lang="en-US" sz="1600">
              <a:latin typeface="Courier New" panose="02070309020205020404" pitchFamily="49" charset="0"/>
              <a:cs typeface="Courier New" panose="02070309020205020404" pitchFamily="49" charset="0"/>
            </a:endParaRPr>
          </a:p>
        </p:txBody>
      </p:sp>
      <p:sp>
        <p:nvSpPr>
          <p:cNvPr id="6" name="Rectangle 4"/>
          <p:cNvSpPr txBox="1">
            <a:spLocks noChangeArrowheads="1"/>
          </p:cNvSpPr>
          <p:nvPr/>
        </p:nvSpPr>
        <p:spPr>
          <a:xfrm>
            <a:off x="762000" y="2389909"/>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en-US" sz="2400" kern="0" err="1"/>
              <a:t>Izločanje</a:t>
            </a:r>
            <a:r>
              <a:rPr lang="en-US" sz="2400" kern="0"/>
              <a:t> </a:t>
            </a:r>
            <a:r>
              <a:rPr lang="sl-SI" sz="2400" kern="0"/>
              <a:t>določenih </a:t>
            </a:r>
            <a:r>
              <a:rPr lang="en-US" sz="2400" kern="0" err="1"/>
              <a:t>vrednosti</a:t>
            </a:r>
            <a:r>
              <a:rPr lang="en-US" sz="2400" kern="0"/>
              <a:t> </a:t>
            </a:r>
            <a:r>
              <a:rPr lang="en-US" sz="2400" kern="0" err="1"/>
              <a:t>iz</a:t>
            </a:r>
            <a:r>
              <a:rPr lang="en-US" sz="2400" kern="0"/>
              <a:t> </a:t>
            </a:r>
            <a:r>
              <a:rPr lang="en-US" sz="2400" kern="0" err="1"/>
              <a:t>datuma</a:t>
            </a:r>
            <a:r>
              <a:rPr lang="en-US" sz="2400" kern="0"/>
              <a:t>.</a:t>
            </a:r>
          </a:p>
        </p:txBody>
      </p:sp>
      <p:sp>
        <p:nvSpPr>
          <p:cNvPr id="7" name="Rectangle 4"/>
          <p:cNvSpPr txBox="1">
            <a:spLocks noChangeArrowheads="1"/>
          </p:cNvSpPr>
          <p:nvPr/>
        </p:nvSpPr>
        <p:spPr>
          <a:xfrm>
            <a:off x="749531" y="4731674"/>
            <a:ext cx="7239000" cy="762000"/>
          </a:xfrm>
          <a:prstGeom prst="rect">
            <a:avLst/>
          </a:prstGeom>
        </p:spPr>
        <p:txBody>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endParaRPr lang="en-US" sz="2400" kern="0"/>
          </a:p>
        </p:txBody>
      </p:sp>
    </p:spTree>
    <p:extLst>
      <p:ext uri="{BB962C8B-B14F-4D97-AF65-F5344CB8AC3E}">
        <p14:creationId xmlns:p14="http://schemas.microsoft.com/office/powerpoint/2010/main" val="126946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endParaRPr lang="sl-SI"/>
          </a:p>
        </p:txBody>
      </p:sp>
      <p:sp>
        <p:nvSpPr>
          <p:cNvPr id="13314" name="AutoShape 2"/>
          <p:cNvSpPr>
            <a:spLocks noGrp="1" noChangeArrowheads="1"/>
          </p:cNvSpPr>
          <p:nvPr>
            <p:ph type="title"/>
          </p:nvPr>
        </p:nvSpPr>
        <p:spPr/>
        <p:txBody>
          <a:bodyPr/>
          <a:lstStyle/>
          <a:p>
            <a:r>
              <a:rPr lang="en-US" err="1"/>
              <a:t>Delo</a:t>
            </a:r>
            <a:r>
              <a:rPr lang="en-US"/>
              <a:t> z </a:t>
            </a:r>
            <a:r>
              <a:rPr lang="en-US" err="1"/>
              <a:t>vrednostjo</a:t>
            </a:r>
            <a:r>
              <a:rPr lang="en-US"/>
              <a:t> NULL</a:t>
            </a:r>
          </a:p>
        </p:txBody>
      </p:sp>
      <p:sp>
        <p:nvSpPr>
          <p:cNvPr id="13315" name="Rectangle 3"/>
          <p:cNvSpPr>
            <a:spLocks noGrp="1" noChangeArrowheads="1"/>
          </p:cNvSpPr>
          <p:nvPr>
            <p:ph type="body" idx="1"/>
          </p:nvPr>
        </p:nvSpPr>
        <p:spPr>
          <a:xfrm>
            <a:off x="838200" y="2362201"/>
            <a:ext cx="7693025" cy="914400"/>
          </a:xfrm>
        </p:spPr>
        <p:txBody>
          <a:bodyPr/>
          <a:lstStyle/>
          <a:p>
            <a:pPr>
              <a:lnSpc>
                <a:spcPct val="90000"/>
              </a:lnSpc>
            </a:pPr>
            <a:r>
              <a:rPr lang="en-US" err="1"/>
              <a:t>Tisti</a:t>
            </a:r>
            <a:r>
              <a:rPr lang="en-US"/>
              <a:t>, </a:t>
            </a:r>
            <a:r>
              <a:rPr lang="en-US" err="1"/>
              <a:t>ki</a:t>
            </a:r>
            <a:r>
              <a:rPr lang="en-US"/>
              <a:t> delate </a:t>
            </a:r>
            <a:r>
              <a:rPr lang="en-US" err="1"/>
              <a:t>na</a:t>
            </a:r>
            <a:r>
              <a:rPr lang="en-US"/>
              <a:t> </a:t>
            </a:r>
            <a:r>
              <a:rPr lang="en-US" err="1"/>
              <a:t>svoji</a:t>
            </a:r>
            <a:r>
              <a:rPr lang="en-US"/>
              <a:t> </a:t>
            </a:r>
            <a:r>
              <a:rPr lang="en-US" err="1"/>
              <a:t>bazi</a:t>
            </a:r>
            <a:r>
              <a:rPr lang="en-US"/>
              <a:t> </a:t>
            </a:r>
            <a:r>
              <a:rPr lang="en-US" err="1"/>
              <a:t>uporabite</a:t>
            </a:r>
            <a:r>
              <a:rPr lang="en-US"/>
              <a:t> </a:t>
            </a:r>
            <a:r>
              <a:rPr lang="en-US" err="1"/>
              <a:t>naslednje</a:t>
            </a:r>
            <a:r>
              <a:rPr lang="en-US"/>
              <a:t> </a:t>
            </a:r>
            <a:r>
              <a:rPr lang="en-US" err="1"/>
              <a:t>ukaza</a:t>
            </a:r>
            <a:r>
              <a:rPr lang="en-US"/>
              <a:t>, da </a:t>
            </a:r>
            <a:r>
              <a:rPr lang="en-US" err="1"/>
              <a:t>dodamo</a:t>
            </a:r>
            <a:r>
              <a:rPr lang="en-US"/>
              <a:t> NULL </a:t>
            </a:r>
            <a:r>
              <a:rPr lang="en-US" err="1"/>
              <a:t>vrednosti</a:t>
            </a:r>
            <a:r>
              <a:rPr lang="en-US"/>
              <a:t>.</a:t>
            </a:r>
          </a:p>
        </p:txBody>
      </p:sp>
      <p:sp>
        <p:nvSpPr>
          <p:cNvPr id="6" name="Rectangle 3"/>
          <p:cNvSpPr txBox="1">
            <a:spLocks noChangeArrowheads="1"/>
          </p:cNvSpPr>
          <p:nvPr/>
        </p:nvSpPr>
        <p:spPr bwMode="auto">
          <a:xfrm>
            <a:off x="1216025" y="3545373"/>
            <a:ext cx="7315200" cy="16230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marL="0" indent="0">
              <a:lnSpc>
                <a:spcPct val="90000"/>
              </a:lnSpc>
              <a:buNone/>
            </a:pPr>
            <a:r>
              <a:rPr lang="en-US" sz="1600" b="1" kern="0" dirty="0">
                <a:latin typeface="Courier New" panose="02070309020205020404" pitchFamily="49" charset="0"/>
                <a:cs typeface="Courier New" panose="02070309020205020404" pitchFamily="49" charset="0"/>
              </a:rPr>
              <a:t>ALTER</a:t>
            </a:r>
            <a:r>
              <a:rPr lang="en-US" sz="1600" kern="0" dirty="0">
                <a:latin typeface="Courier New" panose="02070309020205020404" pitchFamily="49" charset="0"/>
                <a:cs typeface="Courier New" panose="02070309020205020404" pitchFamily="49" charset="0"/>
              </a:rPr>
              <a:t> </a:t>
            </a:r>
            <a:r>
              <a:rPr lang="en-US" sz="1600" b="1" kern="0" dirty="0">
                <a:latin typeface="Courier New" panose="02070309020205020404" pitchFamily="49" charset="0"/>
                <a:cs typeface="Courier New" panose="02070309020205020404" pitchFamily="49" charset="0"/>
              </a:rPr>
              <a:t>TABLE</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jadralec</a:t>
            </a:r>
            <a:endParaRPr lang="en-US" sz="1600" kern="0" dirty="0">
              <a:latin typeface="Courier New" panose="02070309020205020404" pitchFamily="49" charset="0"/>
              <a:cs typeface="Courier New" panose="02070309020205020404" pitchFamily="49" charset="0"/>
            </a:endParaRPr>
          </a:p>
          <a:p>
            <a:pPr marL="0" indent="0">
              <a:lnSpc>
                <a:spcPct val="90000"/>
              </a:lnSpc>
              <a:buNone/>
            </a:pPr>
            <a:r>
              <a:rPr lang="en-US" sz="1600" b="1" kern="0" dirty="0">
                <a:latin typeface="Courier New" panose="02070309020205020404" pitchFamily="49" charset="0"/>
                <a:cs typeface="Courier New" panose="02070309020205020404" pitchFamily="49" charset="0"/>
              </a:rPr>
              <a:t>ADD</a:t>
            </a:r>
            <a:r>
              <a:rPr lang="en-US" sz="1600" kern="0" dirty="0">
                <a:latin typeface="Courier New" panose="02070309020205020404" pitchFamily="49" charset="0"/>
                <a:cs typeface="Courier New" panose="02070309020205020404" pitchFamily="49" charset="0"/>
              </a:rPr>
              <a:t> </a:t>
            </a:r>
            <a:r>
              <a:rPr lang="en-US" sz="1600" b="1" kern="0" dirty="0">
                <a:latin typeface="Courier New" panose="02070309020205020404" pitchFamily="49" charset="0"/>
                <a:cs typeface="Courier New" panose="02070309020205020404" pitchFamily="49" charset="0"/>
              </a:rPr>
              <a:t>COLUMN</a:t>
            </a:r>
            <a:r>
              <a:rPr lang="en-US" sz="1600" kern="0" dirty="0">
                <a:latin typeface="Courier New" panose="02070309020205020404" pitchFamily="49" charset="0"/>
                <a:cs typeface="Courier New" panose="02070309020205020404" pitchFamily="49" charset="0"/>
              </a:rPr>
              <a:t> rang char(1) </a:t>
            </a:r>
            <a:r>
              <a:rPr lang="en-US" sz="1600" b="1" kern="0" dirty="0">
                <a:latin typeface="Courier New" panose="02070309020205020404" pitchFamily="49" charset="0"/>
                <a:cs typeface="Courier New" panose="02070309020205020404" pitchFamily="49" charset="0"/>
              </a:rPr>
              <a:t>AFTER</a:t>
            </a:r>
            <a:r>
              <a:rPr lang="en-US" sz="1600" kern="0" dirty="0">
                <a:latin typeface="Courier New" panose="02070309020205020404" pitchFamily="49" charset="0"/>
                <a:cs typeface="Courier New" panose="02070309020205020404" pitchFamily="49" charset="0"/>
              </a:rPr>
              <a:t> rating;</a:t>
            </a:r>
          </a:p>
          <a:p>
            <a:pPr marL="0" indent="0">
              <a:lnSpc>
                <a:spcPct val="90000"/>
              </a:lnSpc>
              <a:buNone/>
            </a:pPr>
            <a:r>
              <a:rPr lang="en-US" sz="1600" b="1" kern="0" dirty="0">
                <a:latin typeface="Courier New" panose="02070309020205020404" pitchFamily="49" charset="0"/>
                <a:cs typeface="Courier New" panose="02070309020205020404" pitchFamily="49" charset="0"/>
              </a:rPr>
              <a:t>UPDATE</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jadralec</a:t>
            </a:r>
            <a:r>
              <a:rPr lang="en-US" sz="1600" kern="0" dirty="0">
                <a:latin typeface="Courier New" panose="02070309020205020404" pitchFamily="49" charset="0"/>
                <a:cs typeface="Courier New" panose="02070309020205020404" pitchFamily="49" charset="0"/>
              </a:rPr>
              <a:t> </a:t>
            </a:r>
            <a:r>
              <a:rPr lang="en-US" sz="1600" b="1" kern="0" dirty="0">
                <a:latin typeface="Courier New" panose="02070309020205020404" pitchFamily="49" charset="0"/>
                <a:cs typeface="Courier New" panose="02070309020205020404" pitchFamily="49" charset="0"/>
              </a:rPr>
              <a:t>SET</a:t>
            </a:r>
            <a:r>
              <a:rPr lang="en-US" sz="1600" kern="0" dirty="0">
                <a:latin typeface="Courier New" panose="02070309020205020404" pitchFamily="49" charset="0"/>
                <a:cs typeface="Courier New" panose="02070309020205020404" pitchFamily="49" charset="0"/>
              </a:rPr>
              <a:t> rang = 'C' </a:t>
            </a:r>
            <a:r>
              <a:rPr lang="en-US" sz="1600" b="1" kern="0" dirty="0">
                <a:latin typeface="Courier New" panose="02070309020205020404" pitchFamily="49" charset="0"/>
                <a:cs typeface="Courier New" panose="02070309020205020404" pitchFamily="49" charset="0"/>
              </a:rPr>
              <a:t>WHERE</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jid</a:t>
            </a:r>
            <a:r>
              <a:rPr lang="en-US" sz="1600" kern="0" dirty="0">
                <a:latin typeface="Courier New" panose="02070309020205020404" pitchFamily="49" charset="0"/>
                <a:cs typeface="Courier New" panose="02070309020205020404" pitchFamily="49" charset="0"/>
              </a:rPr>
              <a:t> = 22;</a:t>
            </a:r>
          </a:p>
          <a:p>
            <a:pPr marL="0" indent="0">
              <a:lnSpc>
                <a:spcPct val="90000"/>
              </a:lnSpc>
              <a:buNone/>
            </a:pPr>
            <a:r>
              <a:rPr lang="en-US" sz="1600" b="1" kern="0" dirty="0">
                <a:latin typeface="Courier New" panose="02070309020205020404" pitchFamily="49" charset="0"/>
                <a:cs typeface="Courier New" panose="02070309020205020404" pitchFamily="49" charset="0"/>
              </a:rPr>
              <a:t>UPDATE</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jadralec</a:t>
            </a:r>
            <a:r>
              <a:rPr lang="en-US" sz="1600" kern="0" dirty="0">
                <a:latin typeface="Courier New" panose="02070309020205020404" pitchFamily="49" charset="0"/>
                <a:cs typeface="Courier New" panose="02070309020205020404" pitchFamily="49" charset="0"/>
              </a:rPr>
              <a:t> </a:t>
            </a:r>
            <a:r>
              <a:rPr lang="en-US" sz="1600" b="1" kern="0" dirty="0">
                <a:latin typeface="Courier New" panose="02070309020205020404" pitchFamily="49" charset="0"/>
                <a:cs typeface="Courier New" panose="02070309020205020404" pitchFamily="49" charset="0"/>
              </a:rPr>
              <a:t>SET</a:t>
            </a:r>
            <a:r>
              <a:rPr lang="en-US" sz="1600" kern="0" dirty="0">
                <a:latin typeface="Courier New" panose="02070309020205020404" pitchFamily="49" charset="0"/>
                <a:cs typeface="Courier New" panose="02070309020205020404" pitchFamily="49" charset="0"/>
              </a:rPr>
              <a:t> rang = 'B' </a:t>
            </a:r>
            <a:r>
              <a:rPr lang="en-US" sz="1600" b="1" kern="0" dirty="0">
                <a:latin typeface="Courier New" panose="02070309020205020404" pitchFamily="49" charset="0"/>
                <a:cs typeface="Courier New" panose="02070309020205020404" pitchFamily="49" charset="0"/>
              </a:rPr>
              <a:t>WHERE</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jid</a:t>
            </a:r>
            <a:r>
              <a:rPr lang="en-US" sz="1600" kern="0" dirty="0">
                <a:latin typeface="Courier New" panose="02070309020205020404" pitchFamily="49" charset="0"/>
                <a:cs typeface="Courier New" panose="02070309020205020404" pitchFamily="49" charset="0"/>
              </a:rPr>
              <a:t> = 31 </a:t>
            </a:r>
            <a:r>
              <a:rPr lang="en-US" sz="1600" b="1" kern="0" dirty="0">
                <a:latin typeface="Courier New" panose="02070309020205020404" pitchFamily="49" charset="0"/>
                <a:cs typeface="Courier New" panose="02070309020205020404" pitchFamily="49" charset="0"/>
              </a:rPr>
              <a:t>OR</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jid</a:t>
            </a:r>
            <a:r>
              <a:rPr lang="en-US" sz="1600" kern="0" dirty="0">
                <a:latin typeface="Courier New" panose="02070309020205020404" pitchFamily="49" charset="0"/>
                <a:cs typeface="Courier New" panose="02070309020205020404" pitchFamily="49" charset="0"/>
              </a:rPr>
              <a:t> = 32;</a:t>
            </a:r>
          </a:p>
          <a:p>
            <a:pPr marL="0" indent="0">
              <a:lnSpc>
                <a:spcPct val="90000"/>
              </a:lnSpc>
              <a:buNone/>
            </a:pPr>
            <a:r>
              <a:rPr lang="en-US" sz="1600" b="1" kern="0" dirty="0">
                <a:latin typeface="Courier New" panose="02070309020205020404" pitchFamily="49" charset="0"/>
                <a:cs typeface="Courier New" panose="02070309020205020404" pitchFamily="49" charset="0"/>
              </a:rPr>
              <a:t>UPDATE</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jadralec</a:t>
            </a:r>
            <a:r>
              <a:rPr lang="en-US" sz="1600" kern="0" dirty="0">
                <a:latin typeface="Courier New" panose="02070309020205020404" pitchFamily="49" charset="0"/>
                <a:cs typeface="Courier New" panose="02070309020205020404" pitchFamily="49" charset="0"/>
              </a:rPr>
              <a:t> </a:t>
            </a:r>
            <a:r>
              <a:rPr lang="en-US" sz="1600" b="1" kern="0" dirty="0">
                <a:latin typeface="Courier New" panose="02070309020205020404" pitchFamily="49" charset="0"/>
                <a:cs typeface="Courier New" panose="02070309020205020404" pitchFamily="49" charset="0"/>
              </a:rPr>
              <a:t>SET</a:t>
            </a:r>
            <a:r>
              <a:rPr lang="en-US" sz="1600" kern="0" dirty="0">
                <a:latin typeface="Courier New" panose="02070309020205020404" pitchFamily="49" charset="0"/>
                <a:cs typeface="Courier New" panose="02070309020205020404" pitchFamily="49" charset="0"/>
              </a:rPr>
              <a:t> rang = 'A' </a:t>
            </a:r>
            <a:r>
              <a:rPr lang="en-US" sz="1600" b="1" kern="0" dirty="0">
                <a:latin typeface="Courier New" panose="02070309020205020404" pitchFamily="49" charset="0"/>
                <a:cs typeface="Courier New" panose="02070309020205020404" pitchFamily="49" charset="0"/>
              </a:rPr>
              <a:t>WHERE</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jid</a:t>
            </a:r>
            <a:r>
              <a:rPr lang="en-US" sz="1600" kern="0" dirty="0">
                <a:latin typeface="Courier New" panose="02070309020205020404" pitchFamily="49" charset="0"/>
                <a:cs typeface="Courier New" panose="02070309020205020404" pitchFamily="49" charset="0"/>
              </a:rPr>
              <a:t> = 58 </a:t>
            </a:r>
            <a:r>
              <a:rPr lang="en-US" sz="1600" b="1" kern="0" dirty="0">
                <a:latin typeface="Courier New" panose="02070309020205020404" pitchFamily="49" charset="0"/>
                <a:cs typeface="Courier New" panose="02070309020205020404" pitchFamily="49" charset="0"/>
              </a:rPr>
              <a:t>OR</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jid</a:t>
            </a:r>
            <a:r>
              <a:rPr lang="en-US" sz="1600" kern="0" dirty="0">
                <a:latin typeface="Courier New" panose="02070309020205020404" pitchFamily="49" charset="0"/>
                <a:cs typeface="Courier New" panose="02070309020205020404" pitchFamily="49" charset="0"/>
              </a:rPr>
              <a:t> = 71;</a:t>
            </a:r>
          </a:p>
        </p:txBody>
      </p:sp>
      <p:sp>
        <p:nvSpPr>
          <p:cNvPr id="7" name="Rectangle 3"/>
          <p:cNvSpPr txBox="1">
            <a:spLocks noChangeArrowheads="1"/>
          </p:cNvSpPr>
          <p:nvPr/>
        </p:nvSpPr>
        <p:spPr bwMode="auto">
          <a:xfrm>
            <a:off x="877887" y="4872643"/>
            <a:ext cx="7693025" cy="91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en-US" kern="0" err="1"/>
              <a:t>Ko</a:t>
            </a:r>
            <a:r>
              <a:rPr lang="en-US" kern="0"/>
              <a:t> </a:t>
            </a:r>
            <a:r>
              <a:rPr lang="en-US" kern="0" err="1"/>
              <a:t>končate</a:t>
            </a:r>
            <a:r>
              <a:rPr lang="en-US" kern="0"/>
              <a:t> z </a:t>
            </a:r>
            <a:r>
              <a:rPr lang="en-US" kern="0" err="1"/>
              <a:t>vajami</a:t>
            </a:r>
            <a:r>
              <a:rPr lang="en-US" kern="0"/>
              <a:t>, </a:t>
            </a:r>
            <a:r>
              <a:rPr lang="en-US" kern="0" err="1"/>
              <a:t>lahko</a:t>
            </a:r>
            <a:r>
              <a:rPr lang="en-US" kern="0"/>
              <a:t> </a:t>
            </a:r>
            <a:r>
              <a:rPr lang="en-US" kern="0" err="1"/>
              <a:t>spremembe</a:t>
            </a:r>
            <a:r>
              <a:rPr lang="en-US" kern="0"/>
              <a:t> </a:t>
            </a:r>
            <a:r>
              <a:rPr lang="en-US" kern="0" err="1"/>
              <a:t>odstranite</a:t>
            </a:r>
            <a:r>
              <a:rPr lang="en-US" kern="0"/>
              <a:t> z:</a:t>
            </a:r>
          </a:p>
        </p:txBody>
      </p:sp>
      <p:sp>
        <p:nvSpPr>
          <p:cNvPr id="8" name="Rectangle 3"/>
          <p:cNvSpPr txBox="1">
            <a:spLocks noChangeArrowheads="1"/>
          </p:cNvSpPr>
          <p:nvPr/>
        </p:nvSpPr>
        <p:spPr bwMode="auto">
          <a:xfrm>
            <a:off x="1216025" y="5708418"/>
            <a:ext cx="7165974" cy="6186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marL="0" indent="0">
              <a:lnSpc>
                <a:spcPct val="90000"/>
              </a:lnSpc>
              <a:buNone/>
            </a:pPr>
            <a:r>
              <a:rPr lang="en-US" sz="1600" b="1" kern="0" dirty="0">
                <a:latin typeface="Courier New" panose="02070309020205020404" pitchFamily="49" charset="0"/>
                <a:cs typeface="Courier New" panose="02070309020205020404" pitchFamily="49" charset="0"/>
              </a:rPr>
              <a:t>ALTER TABLE </a:t>
            </a:r>
            <a:r>
              <a:rPr lang="en-US" sz="1600" kern="0" dirty="0" err="1">
                <a:latin typeface="Courier New" panose="02070309020205020404" pitchFamily="49" charset="0"/>
                <a:cs typeface="Courier New" panose="02070309020205020404" pitchFamily="49" charset="0"/>
              </a:rPr>
              <a:t>jadralec</a:t>
            </a:r>
            <a:endParaRPr lang="en-US" sz="1600" kern="0" dirty="0">
              <a:latin typeface="Courier New" panose="02070309020205020404" pitchFamily="49" charset="0"/>
              <a:cs typeface="Courier New" panose="02070309020205020404" pitchFamily="49" charset="0"/>
            </a:endParaRPr>
          </a:p>
          <a:p>
            <a:pPr marL="0" indent="0">
              <a:lnSpc>
                <a:spcPct val="90000"/>
              </a:lnSpc>
              <a:buNone/>
            </a:pPr>
            <a:r>
              <a:rPr lang="en-US" sz="1600" b="1" kern="0" dirty="0">
                <a:latin typeface="Courier New" panose="02070309020205020404" pitchFamily="49" charset="0"/>
                <a:cs typeface="Courier New" panose="02070309020205020404" pitchFamily="49" charset="0"/>
              </a:rPr>
              <a:t>DROP COLUMN </a:t>
            </a:r>
            <a:r>
              <a:rPr lang="en-US" sz="1600" kern="0" dirty="0">
                <a:latin typeface="Courier New" panose="02070309020205020404" pitchFamily="49" charset="0"/>
                <a:cs typeface="Courier New" panose="02070309020205020404" pitchFamily="49" charset="0"/>
              </a:rPr>
              <a:t>rang</a:t>
            </a:r>
            <a:r>
              <a:rPr lang="en-US" sz="1600" b="1" kern="0" dirty="0">
                <a:latin typeface="Courier New" panose="02070309020205020404" pitchFamily="49" charset="0"/>
                <a:cs typeface="Courier New" panose="02070309020205020404" pitchFamily="49" charset="0"/>
              </a:rPr>
              <a:t>;</a:t>
            </a:r>
            <a:endParaRPr lang="en-US" sz="160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870703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314" name="AutoShape 2"/>
          <p:cNvSpPr>
            <a:spLocks noGrp="1" noChangeArrowheads="1"/>
          </p:cNvSpPr>
          <p:nvPr>
            <p:ph type="title"/>
          </p:nvPr>
        </p:nvSpPr>
        <p:spPr/>
        <p:txBody>
          <a:bodyPr/>
          <a:lstStyle/>
          <a:p>
            <a:r>
              <a:rPr lang="en-US" err="1"/>
              <a:t>Delo</a:t>
            </a:r>
            <a:r>
              <a:rPr lang="en-US"/>
              <a:t> z </a:t>
            </a:r>
            <a:r>
              <a:rPr lang="en-US" err="1"/>
              <a:t>vrednostjo</a:t>
            </a:r>
            <a:r>
              <a:rPr lang="en-US"/>
              <a:t> NULL</a:t>
            </a:r>
          </a:p>
        </p:txBody>
      </p:sp>
      <p:sp>
        <p:nvSpPr>
          <p:cNvPr id="13315" name="Rectangle 3"/>
          <p:cNvSpPr>
            <a:spLocks noGrp="1" noChangeArrowheads="1"/>
          </p:cNvSpPr>
          <p:nvPr>
            <p:ph type="body" idx="1"/>
          </p:nvPr>
        </p:nvSpPr>
        <p:spPr>
          <a:xfrm>
            <a:off x="838200" y="2362201"/>
            <a:ext cx="7693025" cy="914400"/>
          </a:xfrm>
        </p:spPr>
        <p:txBody>
          <a:bodyPr/>
          <a:lstStyle/>
          <a:p>
            <a:pPr>
              <a:lnSpc>
                <a:spcPct val="90000"/>
              </a:lnSpc>
            </a:pPr>
            <a:r>
              <a:rPr lang="en-US" err="1"/>
              <a:t>Izberi</a:t>
            </a:r>
            <a:r>
              <a:rPr lang="en-US"/>
              <a:t> </a:t>
            </a:r>
            <a:r>
              <a:rPr lang="en-US" err="1"/>
              <a:t>jadralce</a:t>
            </a:r>
            <a:r>
              <a:rPr lang="en-US"/>
              <a:t>, </a:t>
            </a:r>
            <a:r>
              <a:rPr lang="en-US" err="1"/>
              <a:t>ki</a:t>
            </a:r>
            <a:r>
              <a:rPr lang="en-US"/>
              <a:t> </a:t>
            </a:r>
            <a:r>
              <a:rPr lang="en-US" err="1"/>
              <a:t>imajo</a:t>
            </a:r>
            <a:r>
              <a:rPr lang="en-US"/>
              <a:t> </a:t>
            </a:r>
            <a:r>
              <a:rPr lang="en-US" err="1"/>
              <a:t>neznano</a:t>
            </a:r>
            <a:r>
              <a:rPr lang="en-US"/>
              <a:t> </a:t>
            </a:r>
            <a:r>
              <a:rPr lang="en-US" err="1"/>
              <a:t>vrednost</a:t>
            </a:r>
            <a:r>
              <a:rPr lang="en-US"/>
              <a:t> </a:t>
            </a:r>
            <a:r>
              <a:rPr lang="en-US" err="1"/>
              <a:t>ranga</a:t>
            </a:r>
            <a:r>
              <a:rPr lang="en-US"/>
              <a:t>.</a:t>
            </a:r>
          </a:p>
        </p:txBody>
      </p:sp>
      <p:sp>
        <p:nvSpPr>
          <p:cNvPr id="6" name="Rectangle 3"/>
          <p:cNvSpPr txBox="1">
            <a:spLocks noChangeArrowheads="1"/>
          </p:cNvSpPr>
          <p:nvPr/>
        </p:nvSpPr>
        <p:spPr bwMode="auto">
          <a:xfrm>
            <a:off x="1179576" y="3552039"/>
            <a:ext cx="7202424" cy="85274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marL="0" indent="0">
              <a:lnSpc>
                <a:spcPct val="90000"/>
              </a:lnSpc>
              <a:buNone/>
            </a:pPr>
            <a:r>
              <a:rPr lang="en-US" sz="1600" b="1" kern="0" dirty="0">
                <a:latin typeface="Courier New" panose="02070309020205020404" pitchFamily="49" charset="0"/>
                <a:cs typeface="Courier New" panose="02070309020205020404" pitchFamily="49" charset="0"/>
              </a:rPr>
              <a:t>SELECT </a:t>
            </a:r>
            <a:r>
              <a:rPr lang="en-US" sz="1600" kern="0" dirty="0">
                <a:latin typeface="Courier New" panose="02070309020205020404" pitchFamily="49" charset="0"/>
                <a:cs typeface="Courier New" panose="02070309020205020404" pitchFamily="49" charset="0"/>
              </a:rPr>
              <a:t>*</a:t>
            </a:r>
            <a:r>
              <a:rPr lang="en-US" sz="1600" b="1" kern="0" dirty="0">
                <a:latin typeface="Courier New" panose="02070309020205020404" pitchFamily="49" charset="0"/>
                <a:cs typeface="Courier New" panose="02070309020205020404" pitchFamily="49" charset="0"/>
              </a:rPr>
              <a:t> </a:t>
            </a:r>
            <a:br>
              <a:rPr lang="en-US" sz="1600" b="1" kern="0" dirty="0">
                <a:latin typeface="Courier New" panose="02070309020205020404" pitchFamily="49" charset="0"/>
                <a:cs typeface="Courier New" panose="02070309020205020404" pitchFamily="49" charset="0"/>
              </a:rPr>
            </a:br>
            <a:r>
              <a:rPr lang="en-US" sz="1600" b="1" kern="0" dirty="0">
                <a:latin typeface="Courier New" panose="02070309020205020404" pitchFamily="49" charset="0"/>
                <a:cs typeface="Courier New" panose="02070309020205020404" pitchFamily="49" charset="0"/>
              </a:rPr>
              <a:t>FROM </a:t>
            </a:r>
            <a:r>
              <a:rPr lang="en-US" sz="1600" kern="0" dirty="0" err="1">
                <a:latin typeface="Courier New" panose="02070309020205020404" pitchFamily="49" charset="0"/>
                <a:cs typeface="Courier New" panose="02070309020205020404" pitchFamily="49" charset="0"/>
              </a:rPr>
              <a:t>jadralec</a:t>
            </a:r>
            <a:br>
              <a:rPr lang="en-US" sz="1600" b="1" kern="0" dirty="0">
                <a:latin typeface="Courier New" panose="02070309020205020404" pitchFamily="49" charset="0"/>
                <a:cs typeface="Courier New" panose="02070309020205020404" pitchFamily="49" charset="0"/>
              </a:rPr>
            </a:br>
            <a:r>
              <a:rPr lang="en-US" sz="1600" b="1" kern="0" dirty="0">
                <a:latin typeface="Courier New" panose="02070309020205020404" pitchFamily="49" charset="0"/>
                <a:cs typeface="Courier New" panose="02070309020205020404" pitchFamily="49" charset="0"/>
              </a:rPr>
              <a:t>WHERE </a:t>
            </a:r>
            <a:r>
              <a:rPr lang="en-US" sz="1600" kern="0" dirty="0">
                <a:latin typeface="Courier New" panose="02070309020205020404" pitchFamily="49" charset="0"/>
                <a:cs typeface="Courier New" panose="02070309020205020404" pitchFamily="49" charset="0"/>
              </a:rPr>
              <a:t>rang</a:t>
            </a:r>
            <a:r>
              <a:rPr lang="en-US" sz="1600" b="1" kern="0" dirty="0">
                <a:latin typeface="Courier New" panose="02070309020205020404" pitchFamily="49" charset="0"/>
                <a:cs typeface="Courier New" panose="02070309020205020404" pitchFamily="49" charset="0"/>
              </a:rPr>
              <a:t> IS NULL;</a:t>
            </a:r>
            <a:endParaRPr lang="en-US" sz="160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47882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314" name="AutoShape 2"/>
          <p:cNvSpPr>
            <a:spLocks noGrp="1" noChangeArrowheads="1"/>
          </p:cNvSpPr>
          <p:nvPr>
            <p:ph type="title"/>
          </p:nvPr>
        </p:nvSpPr>
        <p:spPr/>
        <p:txBody>
          <a:bodyPr/>
          <a:lstStyle/>
          <a:p>
            <a:r>
              <a:rPr lang="en-US" err="1"/>
              <a:t>Delo</a:t>
            </a:r>
            <a:r>
              <a:rPr lang="en-US"/>
              <a:t> z </a:t>
            </a:r>
            <a:r>
              <a:rPr lang="en-US" err="1"/>
              <a:t>vrednostjo</a:t>
            </a:r>
            <a:r>
              <a:rPr lang="en-US"/>
              <a:t> NULL</a:t>
            </a:r>
          </a:p>
        </p:txBody>
      </p:sp>
      <p:sp>
        <p:nvSpPr>
          <p:cNvPr id="13315" name="Rectangle 3"/>
          <p:cNvSpPr>
            <a:spLocks noGrp="1" noChangeArrowheads="1"/>
          </p:cNvSpPr>
          <p:nvPr>
            <p:ph type="body" idx="1"/>
          </p:nvPr>
        </p:nvSpPr>
        <p:spPr>
          <a:xfrm>
            <a:off x="838200" y="2362201"/>
            <a:ext cx="7693025" cy="914400"/>
          </a:xfrm>
        </p:spPr>
        <p:txBody>
          <a:bodyPr/>
          <a:lstStyle/>
          <a:p>
            <a:pPr>
              <a:lnSpc>
                <a:spcPct val="90000"/>
              </a:lnSpc>
            </a:pPr>
            <a:r>
              <a:rPr lang="en-US" dirty="0" err="1"/>
              <a:t>Izberi</a:t>
            </a:r>
            <a:r>
              <a:rPr lang="en-US" dirty="0"/>
              <a:t> </a:t>
            </a:r>
            <a:r>
              <a:rPr lang="en-US" dirty="0" err="1"/>
              <a:t>vse</a:t>
            </a:r>
            <a:r>
              <a:rPr lang="en-US" dirty="0"/>
              <a:t> </a:t>
            </a:r>
            <a:r>
              <a:rPr lang="en-US" dirty="0" err="1"/>
              <a:t>jadralce</a:t>
            </a:r>
            <a:r>
              <a:rPr lang="en-US" dirty="0"/>
              <a:t>, ki </a:t>
            </a:r>
            <a:r>
              <a:rPr lang="en-US" dirty="0" err="1"/>
              <a:t>niso</a:t>
            </a:r>
            <a:r>
              <a:rPr lang="en-US" dirty="0"/>
              <a:t> ‘A’ </a:t>
            </a:r>
            <a:r>
              <a:rPr lang="en-US" dirty="0" err="1"/>
              <a:t>ranga</a:t>
            </a:r>
            <a:r>
              <a:rPr lang="en-US" dirty="0"/>
              <a:t>.</a:t>
            </a:r>
          </a:p>
        </p:txBody>
      </p:sp>
      <p:sp>
        <p:nvSpPr>
          <p:cNvPr id="6" name="Rectangle 3"/>
          <p:cNvSpPr txBox="1">
            <a:spLocks noChangeArrowheads="1"/>
          </p:cNvSpPr>
          <p:nvPr/>
        </p:nvSpPr>
        <p:spPr bwMode="auto">
          <a:xfrm>
            <a:off x="1207008" y="2962447"/>
            <a:ext cx="7172220" cy="85274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marL="0" indent="0">
              <a:lnSpc>
                <a:spcPct val="90000"/>
              </a:lnSpc>
              <a:buNone/>
            </a:pPr>
            <a:r>
              <a:rPr lang="en-US" sz="1600" b="1" kern="0" dirty="0">
                <a:latin typeface="Courier New" panose="02070309020205020404" pitchFamily="49" charset="0"/>
                <a:cs typeface="Courier New" panose="02070309020205020404" pitchFamily="49" charset="0"/>
              </a:rPr>
              <a:t>SELECT </a:t>
            </a:r>
            <a:r>
              <a:rPr lang="en-US" sz="1600" kern="0" dirty="0">
                <a:latin typeface="Courier New" panose="02070309020205020404" pitchFamily="49" charset="0"/>
                <a:cs typeface="Courier New" panose="02070309020205020404" pitchFamily="49" charset="0"/>
              </a:rPr>
              <a:t>*</a:t>
            </a:r>
            <a:br>
              <a:rPr lang="en-US" sz="1600" kern="0" dirty="0">
                <a:latin typeface="Courier New" panose="02070309020205020404" pitchFamily="49" charset="0"/>
                <a:cs typeface="Courier New" panose="02070309020205020404" pitchFamily="49" charset="0"/>
              </a:rPr>
            </a:br>
            <a:r>
              <a:rPr lang="en-US" sz="1600" b="1" kern="0" dirty="0">
                <a:latin typeface="Courier New" panose="02070309020205020404" pitchFamily="49" charset="0"/>
                <a:cs typeface="Courier New" panose="02070309020205020404" pitchFamily="49" charset="0"/>
              </a:rPr>
              <a:t>FROM </a:t>
            </a:r>
            <a:r>
              <a:rPr lang="en-US" sz="1600" kern="0" dirty="0" err="1">
                <a:latin typeface="Courier New" panose="02070309020205020404" pitchFamily="49" charset="0"/>
                <a:cs typeface="Courier New" panose="02070309020205020404" pitchFamily="49" charset="0"/>
              </a:rPr>
              <a:t>jadralec</a:t>
            </a:r>
            <a:br>
              <a:rPr lang="en-US" sz="1600" kern="0" dirty="0">
                <a:latin typeface="Courier New" panose="02070309020205020404" pitchFamily="49" charset="0"/>
                <a:cs typeface="Courier New" panose="02070309020205020404" pitchFamily="49" charset="0"/>
              </a:rPr>
            </a:br>
            <a:r>
              <a:rPr lang="en-US" sz="1600" b="1" kern="0" dirty="0">
                <a:latin typeface="Courier New" panose="02070309020205020404" pitchFamily="49" charset="0"/>
                <a:cs typeface="Courier New" panose="02070309020205020404" pitchFamily="49" charset="0"/>
              </a:rPr>
              <a:t>WHERE </a:t>
            </a:r>
            <a:r>
              <a:rPr lang="en-US" sz="1600" kern="0" dirty="0">
                <a:latin typeface="Courier New" panose="02070309020205020404" pitchFamily="49" charset="0"/>
                <a:cs typeface="Courier New" panose="02070309020205020404" pitchFamily="49" charset="0"/>
              </a:rPr>
              <a:t>rang != 'A';</a:t>
            </a:r>
          </a:p>
        </p:txBody>
      </p:sp>
      <p:sp>
        <p:nvSpPr>
          <p:cNvPr id="7" name="Rectangle 3"/>
          <p:cNvSpPr txBox="1">
            <a:spLocks noChangeArrowheads="1"/>
          </p:cNvSpPr>
          <p:nvPr/>
        </p:nvSpPr>
        <p:spPr bwMode="auto">
          <a:xfrm>
            <a:off x="838200" y="3714405"/>
            <a:ext cx="7616825" cy="78139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a:lnSpc>
                <a:spcPct val="90000"/>
              </a:lnSpc>
            </a:pPr>
            <a:r>
              <a:rPr lang="en-US" kern="0" dirty="0" err="1"/>
              <a:t>Zakaj</a:t>
            </a:r>
            <a:r>
              <a:rPr lang="en-US" kern="0" dirty="0"/>
              <a:t> </a:t>
            </a:r>
            <a:r>
              <a:rPr lang="en-US" kern="0" dirty="0" err="1"/>
              <a:t>ni</a:t>
            </a:r>
            <a:r>
              <a:rPr lang="en-US" kern="0" dirty="0"/>
              <a:t> </a:t>
            </a:r>
            <a:r>
              <a:rPr lang="en-US" kern="0" dirty="0" err="1"/>
              <a:t>jadralcev</a:t>
            </a:r>
            <a:r>
              <a:rPr lang="en-US" kern="0" dirty="0"/>
              <a:t> z </a:t>
            </a:r>
            <a:r>
              <a:rPr lang="en-US" kern="0" dirty="0" err="1"/>
              <a:t>vrednostjo</a:t>
            </a:r>
            <a:r>
              <a:rPr lang="en-US" kern="0" dirty="0"/>
              <a:t> NULL? </a:t>
            </a:r>
            <a:r>
              <a:rPr lang="sl-SI" kern="0" dirty="0"/>
              <a:t>(</a:t>
            </a:r>
            <a:r>
              <a:rPr lang="sl-SI" kern="0" dirty="0" err="1"/>
              <a:t>Trinivojska</a:t>
            </a:r>
            <a:r>
              <a:rPr lang="sl-SI" kern="0" dirty="0"/>
              <a:t> logika)</a:t>
            </a:r>
            <a:endParaRPr lang="en-US" sz="1600" kern="0" dirty="0">
              <a:latin typeface="Courier New" panose="02070309020205020404" pitchFamily="49" charset="0"/>
              <a:cs typeface="Courier New" panose="02070309020205020404" pitchFamily="49" charset="0"/>
            </a:endParaRPr>
          </a:p>
        </p:txBody>
      </p:sp>
      <p:sp>
        <p:nvSpPr>
          <p:cNvPr id="8" name="Rectangle 3"/>
          <p:cNvSpPr txBox="1">
            <a:spLocks noChangeArrowheads="1"/>
          </p:cNvSpPr>
          <p:nvPr/>
        </p:nvSpPr>
        <p:spPr bwMode="auto">
          <a:xfrm>
            <a:off x="1207008" y="4753492"/>
            <a:ext cx="7172220" cy="11139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marL="0" indent="0">
              <a:lnSpc>
                <a:spcPct val="90000"/>
              </a:lnSpc>
              <a:buNone/>
            </a:pPr>
            <a:r>
              <a:rPr lang="en-US" sz="1600" b="1" kern="0" dirty="0">
                <a:latin typeface="Courier New" panose="02070309020205020404" pitchFamily="49" charset="0"/>
                <a:cs typeface="Courier New" panose="02070309020205020404" pitchFamily="49" charset="0"/>
              </a:rPr>
              <a:t>SELECT </a:t>
            </a:r>
            <a:r>
              <a:rPr lang="en-US" sz="1600" kern="0" dirty="0">
                <a:latin typeface="Courier New" panose="02070309020205020404" pitchFamily="49" charset="0"/>
                <a:cs typeface="Courier New" panose="02070309020205020404" pitchFamily="49" charset="0"/>
              </a:rPr>
              <a:t>*</a:t>
            </a:r>
            <a:br>
              <a:rPr lang="en-US" sz="1600" kern="0" dirty="0">
                <a:latin typeface="Courier New" panose="02070309020205020404" pitchFamily="49" charset="0"/>
                <a:cs typeface="Courier New" panose="02070309020205020404" pitchFamily="49" charset="0"/>
              </a:rPr>
            </a:br>
            <a:r>
              <a:rPr lang="en-US" sz="1600" b="1" kern="0" dirty="0">
                <a:latin typeface="Courier New" panose="02070309020205020404" pitchFamily="49" charset="0"/>
                <a:cs typeface="Courier New" panose="02070309020205020404" pitchFamily="49" charset="0"/>
              </a:rPr>
              <a:t>FROM </a:t>
            </a:r>
            <a:r>
              <a:rPr lang="en-US" sz="1600" kern="0" dirty="0" err="1">
                <a:latin typeface="Courier New" panose="02070309020205020404" pitchFamily="49" charset="0"/>
                <a:cs typeface="Courier New" panose="02070309020205020404" pitchFamily="49" charset="0"/>
              </a:rPr>
              <a:t>jadralec</a:t>
            </a:r>
            <a:br>
              <a:rPr lang="en-US" sz="1600" kern="0" dirty="0">
                <a:latin typeface="Courier New" panose="02070309020205020404" pitchFamily="49" charset="0"/>
                <a:cs typeface="Courier New" panose="02070309020205020404" pitchFamily="49" charset="0"/>
              </a:rPr>
            </a:br>
            <a:r>
              <a:rPr lang="en-US" sz="1600" b="1" kern="0" dirty="0">
                <a:latin typeface="Courier New" panose="02070309020205020404" pitchFamily="49" charset="0"/>
                <a:cs typeface="Courier New" panose="02070309020205020404" pitchFamily="49" charset="0"/>
              </a:rPr>
              <a:t>WHERE </a:t>
            </a:r>
            <a:r>
              <a:rPr lang="en-US" sz="1600" kern="0" dirty="0">
                <a:latin typeface="Courier New" panose="02070309020205020404" pitchFamily="49" charset="0"/>
                <a:cs typeface="Courier New" panose="02070309020205020404" pitchFamily="49" charset="0"/>
              </a:rPr>
              <a:t>rang != 'A' </a:t>
            </a:r>
            <a:r>
              <a:rPr lang="en-US" sz="1600" b="1" kern="0" dirty="0">
                <a:latin typeface="Courier New" panose="02070309020205020404" pitchFamily="49" charset="0"/>
                <a:cs typeface="Courier New" panose="02070309020205020404" pitchFamily="49" charset="0"/>
              </a:rPr>
              <a:t>OR </a:t>
            </a:r>
            <a:r>
              <a:rPr lang="en-US" sz="1600" kern="0" dirty="0">
                <a:latin typeface="Courier New" panose="02070309020205020404" pitchFamily="49" charset="0"/>
                <a:cs typeface="Courier New" panose="02070309020205020404" pitchFamily="49" charset="0"/>
              </a:rPr>
              <a:t>rang </a:t>
            </a:r>
            <a:r>
              <a:rPr lang="en-US" sz="1600" b="1" kern="0" dirty="0">
                <a:latin typeface="Courier New" panose="02070309020205020404" pitchFamily="49" charset="0"/>
                <a:cs typeface="Courier New" panose="02070309020205020404" pitchFamily="49" charset="0"/>
              </a:rPr>
              <a:t>IS NULL</a:t>
            </a:r>
            <a:r>
              <a:rPr lang="en-US" sz="160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29381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7DC7-8930-2F37-16B7-291D55CF3DE4}"/>
              </a:ext>
            </a:extLst>
          </p:cNvPr>
          <p:cNvSpPr>
            <a:spLocks noGrp="1"/>
          </p:cNvSpPr>
          <p:nvPr>
            <p:ph type="title"/>
          </p:nvPr>
        </p:nvSpPr>
        <p:spPr/>
        <p:txBody>
          <a:bodyPr/>
          <a:lstStyle/>
          <a:p>
            <a:r>
              <a:rPr lang="en-GB" dirty="0"/>
              <a:t>NULL </a:t>
            </a:r>
            <a:r>
              <a:rPr lang="en-GB" dirty="0" err="1"/>
              <a:t>funkcije</a:t>
            </a:r>
            <a:endParaRPr lang="en-SI" dirty="0"/>
          </a:p>
        </p:txBody>
      </p:sp>
      <p:sp>
        <p:nvSpPr>
          <p:cNvPr id="3" name="Content Placeholder 2">
            <a:extLst>
              <a:ext uri="{FF2B5EF4-FFF2-40B4-BE49-F238E27FC236}">
                <a16:creationId xmlns:a16="http://schemas.microsoft.com/office/drawing/2014/main" id="{D384CA9A-304A-994F-2AAA-78C4EAE1DD45}"/>
              </a:ext>
            </a:extLst>
          </p:cNvPr>
          <p:cNvSpPr>
            <a:spLocks noGrp="1"/>
          </p:cNvSpPr>
          <p:nvPr>
            <p:ph idx="1"/>
          </p:nvPr>
        </p:nvSpPr>
        <p:spPr>
          <a:xfrm>
            <a:off x="838200" y="2290526"/>
            <a:ext cx="7693025" cy="3805473"/>
          </a:xfrm>
        </p:spPr>
        <p:txBody>
          <a:bodyPr/>
          <a:lstStyle/>
          <a:p>
            <a:r>
              <a:rPr lang="en-US" dirty="0"/>
              <a:t>IFNULL() — </a:t>
            </a:r>
            <a:r>
              <a:rPr lang="en-US" dirty="0" err="1"/>
              <a:t>nadomesti</a:t>
            </a:r>
            <a:r>
              <a:rPr lang="en-US" dirty="0"/>
              <a:t> NULL</a:t>
            </a:r>
          </a:p>
          <a:p>
            <a:endParaRPr lang="en-US" dirty="0"/>
          </a:p>
          <a:p>
            <a:endParaRPr lang="en-US" dirty="0"/>
          </a:p>
          <a:p>
            <a:endParaRPr lang="en-US" dirty="0"/>
          </a:p>
          <a:p>
            <a:r>
              <a:rPr lang="en-US" dirty="0"/>
              <a:t>COALESCE() — </a:t>
            </a:r>
            <a:r>
              <a:rPr lang="en-US" dirty="0" err="1"/>
              <a:t>prvi</a:t>
            </a:r>
            <a:r>
              <a:rPr lang="en-US" dirty="0"/>
              <a:t> ne-NULL argument</a:t>
            </a:r>
          </a:p>
          <a:p>
            <a:endParaRPr lang="en-US" dirty="0"/>
          </a:p>
          <a:p>
            <a:endParaRPr lang="en-US" dirty="0"/>
          </a:p>
          <a:p>
            <a:endParaRPr lang="en-US" dirty="0"/>
          </a:p>
          <a:p>
            <a:endParaRPr lang="en-SI" dirty="0"/>
          </a:p>
        </p:txBody>
      </p:sp>
      <p:sp>
        <p:nvSpPr>
          <p:cNvPr id="4" name="Footer Placeholder 3">
            <a:extLst>
              <a:ext uri="{FF2B5EF4-FFF2-40B4-BE49-F238E27FC236}">
                <a16:creationId xmlns:a16="http://schemas.microsoft.com/office/drawing/2014/main" id="{6BD5F9DA-EE8D-9CAB-4E98-5CE139C6AE89}"/>
              </a:ext>
            </a:extLst>
          </p:cNvPr>
          <p:cNvSpPr>
            <a:spLocks noGrp="1"/>
          </p:cNvSpPr>
          <p:nvPr>
            <p:ph type="ftr" sz="quarter" idx="11"/>
          </p:nvPr>
        </p:nvSpPr>
        <p:spPr/>
        <p:txBody>
          <a:bodyPr/>
          <a:lstStyle/>
          <a:p>
            <a:r>
              <a:rPr lang="en-US"/>
              <a:t>© Matjaž Kukar, Matej Pičulin, Luka Šajn 2026</a:t>
            </a:r>
          </a:p>
        </p:txBody>
      </p:sp>
      <p:sp>
        <p:nvSpPr>
          <p:cNvPr id="5" name="Text 7">
            <a:extLst>
              <a:ext uri="{FF2B5EF4-FFF2-40B4-BE49-F238E27FC236}">
                <a16:creationId xmlns:a16="http://schemas.microsoft.com/office/drawing/2014/main" id="{F878CE16-85E9-08A7-53F7-4FC73DB15F92}"/>
              </a:ext>
            </a:extLst>
          </p:cNvPr>
          <p:cNvSpPr/>
          <p:nvPr/>
        </p:nvSpPr>
        <p:spPr>
          <a:xfrm>
            <a:off x="1310941" y="2919878"/>
            <a:ext cx="7108781" cy="1018244"/>
          </a:xfrm>
          <a:prstGeom prst="rect">
            <a:avLst/>
          </a:prstGeom>
          <a:noFill/>
          <a:ln/>
        </p:spPr>
        <p:txBody>
          <a:bodyPr wrap="square" lIns="0" tIns="0" rIns="0" bIns="0" rtlCol="0" anchor="ctr"/>
          <a:lstStyle/>
          <a:p>
            <a:pPr marL="0" indent="0" algn="l">
              <a:buNone/>
            </a:pPr>
            <a:r>
              <a:rPr lang="en-US" sz="1400" b="1" dirty="0">
                <a:solidFill>
                  <a:srgbClr val="003366"/>
                </a:solidFill>
                <a:latin typeface="Courier New" pitchFamily="34" charset="0"/>
                <a:ea typeface="Courier New" pitchFamily="34" charset="-122"/>
                <a:cs typeface="Courier New" pitchFamily="34" charset="-120"/>
              </a:rPr>
              <a:t>SELECT</a:t>
            </a:r>
            <a:r>
              <a:rPr lang="en-US" sz="1400" dirty="0">
                <a:solidFill>
                  <a:srgbClr val="003366"/>
                </a:solidFill>
                <a:latin typeface="Courier New" pitchFamily="34" charset="0"/>
                <a:ea typeface="Courier New" pitchFamily="34" charset="-122"/>
                <a:cs typeface="Courier New" pitchFamily="34" charset="-120"/>
              </a:rPr>
              <a:t> jid, ime,</a:t>
            </a:r>
            <a:endParaRPr lang="en-US" sz="1400" dirty="0"/>
          </a:p>
          <a:p>
            <a:pPr marL="0" indent="0" algn="l">
              <a:buNone/>
            </a:pPr>
            <a:r>
              <a:rPr lang="en-US" sz="1400" dirty="0">
                <a:solidFill>
                  <a:srgbClr val="003366"/>
                </a:solidFill>
                <a:latin typeface="Courier New" pitchFamily="34" charset="0"/>
                <a:ea typeface="Courier New" pitchFamily="34" charset="-122"/>
                <a:cs typeface="Courier New" pitchFamily="34" charset="-120"/>
              </a:rPr>
              <a:t>       </a:t>
            </a:r>
            <a:r>
              <a:rPr lang="en-US" sz="1400" b="1" dirty="0">
                <a:solidFill>
                  <a:srgbClr val="003366"/>
                </a:solidFill>
                <a:latin typeface="Courier New" pitchFamily="34" charset="0"/>
                <a:ea typeface="Courier New" pitchFamily="34" charset="-122"/>
                <a:cs typeface="Courier New" pitchFamily="34" charset="-120"/>
              </a:rPr>
              <a:t>IFNULL</a:t>
            </a:r>
            <a:r>
              <a:rPr lang="en-US" sz="1400" dirty="0">
                <a:solidFill>
                  <a:srgbClr val="003366"/>
                </a:solidFill>
                <a:latin typeface="Courier New" pitchFamily="34" charset="0"/>
                <a:ea typeface="Courier New" pitchFamily="34" charset="-122"/>
                <a:cs typeface="Courier New" pitchFamily="34" charset="-120"/>
              </a:rPr>
              <a:t>(rang, '</a:t>
            </a:r>
            <a:r>
              <a:rPr lang="en-US" sz="1400" dirty="0" err="1">
                <a:solidFill>
                  <a:srgbClr val="003366"/>
                </a:solidFill>
                <a:latin typeface="Courier New" pitchFamily="34" charset="0"/>
                <a:ea typeface="Courier New" pitchFamily="34" charset="-122"/>
                <a:cs typeface="Courier New" pitchFamily="34" charset="-120"/>
              </a:rPr>
              <a:t>brez</a:t>
            </a:r>
            <a:r>
              <a:rPr lang="en-US" sz="1400" dirty="0">
                <a:solidFill>
                  <a:srgbClr val="003366"/>
                </a:solidFill>
                <a:latin typeface="Courier New" pitchFamily="34" charset="0"/>
                <a:ea typeface="Courier New" pitchFamily="34" charset="-122"/>
                <a:cs typeface="Courier New" pitchFamily="34" charset="-120"/>
              </a:rPr>
              <a:t> </a:t>
            </a:r>
            <a:r>
              <a:rPr lang="en-US" sz="1400" dirty="0" err="1">
                <a:solidFill>
                  <a:srgbClr val="003366"/>
                </a:solidFill>
                <a:latin typeface="Courier New" pitchFamily="34" charset="0"/>
                <a:ea typeface="Courier New" pitchFamily="34" charset="-122"/>
                <a:cs typeface="Courier New" pitchFamily="34" charset="-120"/>
              </a:rPr>
              <a:t>ranga</a:t>
            </a:r>
            <a:r>
              <a:rPr lang="en-US" sz="1400" dirty="0">
                <a:solidFill>
                  <a:srgbClr val="003366"/>
                </a:solidFill>
                <a:latin typeface="Courier New" pitchFamily="34" charset="0"/>
                <a:ea typeface="Courier New" pitchFamily="34" charset="-122"/>
                <a:cs typeface="Courier New" pitchFamily="34" charset="-120"/>
              </a:rPr>
              <a:t>') </a:t>
            </a:r>
            <a:r>
              <a:rPr lang="en-US" sz="1400" b="1" dirty="0">
                <a:solidFill>
                  <a:srgbClr val="003366"/>
                </a:solidFill>
                <a:latin typeface="Courier New" pitchFamily="34" charset="0"/>
                <a:ea typeface="Courier New" pitchFamily="34" charset="-122"/>
                <a:cs typeface="Courier New" pitchFamily="34" charset="-120"/>
              </a:rPr>
              <a:t>AS</a:t>
            </a:r>
            <a:r>
              <a:rPr lang="en-US" sz="1400" dirty="0">
                <a:solidFill>
                  <a:srgbClr val="003366"/>
                </a:solidFill>
                <a:latin typeface="Courier New" pitchFamily="34" charset="0"/>
                <a:ea typeface="Courier New" pitchFamily="34" charset="-122"/>
                <a:cs typeface="Courier New" pitchFamily="34" charset="-120"/>
              </a:rPr>
              <a:t> rang1</a:t>
            </a:r>
            <a:endParaRPr lang="en-US" sz="1400" dirty="0"/>
          </a:p>
          <a:p>
            <a:pPr marL="0" indent="0" algn="l">
              <a:buNone/>
            </a:pPr>
            <a:r>
              <a:rPr lang="en-US" sz="1400" b="1" dirty="0">
                <a:solidFill>
                  <a:srgbClr val="003366"/>
                </a:solidFill>
                <a:latin typeface="Courier New" pitchFamily="34" charset="0"/>
                <a:ea typeface="Courier New" pitchFamily="34" charset="-122"/>
                <a:cs typeface="Courier New" pitchFamily="34" charset="-120"/>
              </a:rPr>
              <a:t>FROM </a:t>
            </a:r>
            <a:r>
              <a:rPr lang="en-US" sz="1400" dirty="0" err="1">
                <a:solidFill>
                  <a:srgbClr val="003366"/>
                </a:solidFill>
                <a:latin typeface="Courier New" pitchFamily="34" charset="0"/>
                <a:ea typeface="Courier New" pitchFamily="34" charset="-122"/>
                <a:cs typeface="Courier New" pitchFamily="34" charset="-120"/>
              </a:rPr>
              <a:t>jadralec</a:t>
            </a:r>
            <a:endParaRPr lang="en-US" sz="1400" dirty="0"/>
          </a:p>
          <a:p>
            <a:pPr marL="0" indent="0" algn="l">
              <a:buNone/>
            </a:pPr>
            <a:r>
              <a:rPr lang="en-US" sz="1400" b="1" dirty="0">
                <a:solidFill>
                  <a:srgbClr val="003366"/>
                </a:solidFill>
                <a:latin typeface="Courier New" pitchFamily="34" charset="0"/>
                <a:ea typeface="Courier New" pitchFamily="34" charset="-122"/>
                <a:cs typeface="Courier New" pitchFamily="34" charset="-120"/>
              </a:rPr>
              <a:t>ORDER BY </a:t>
            </a:r>
            <a:r>
              <a:rPr lang="en-US" sz="1400" dirty="0">
                <a:solidFill>
                  <a:srgbClr val="003366"/>
                </a:solidFill>
                <a:latin typeface="Courier New" pitchFamily="34" charset="0"/>
                <a:ea typeface="Courier New" pitchFamily="34" charset="-122"/>
                <a:cs typeface="Courier New" pitchFamily="34" charset="-120"/>
              </a:rPr>
              <a:t>jid;</a:t>
            </a:r>
            <a:endParaRPr lang="en-US" sz="1400" dirty="0"/>
          </a:p>
        </p:txBody>
      </p:sp>
      <p:sp>
        <p:nvSpPr>
          <p:cNvPr id="6" name="Text 7">
            <a:extLst>
              <a:ext uri="{FF2B5EF4-FFF2-40B4-BE49-F238E27FC236}">
                <a16:creationId xmlns:a16="http://schemas.microsoft.com/office/drawing/2014/main" id="{75DCAC61-14FE-53D8-A590-784152C36936}"/>
              </a:ext>
            </a:extLst>
          </p:cNvPr>
          <p:cNvSpPr/>
          <p:nvPr/>
        </p:nvSpPr>
        <p:spPr>
          <a:xfrm>
            <a:off x="1310941" y="4845631"/>
            <a:ext cx="6176275" cy="637515"/>
          </a:xfrm>
          <a:prstGeom prst="rect">
            <a:avLst/>
          </a:prstGeom>
          <a:noFill/>
          <a:ln/>
        </p:spPr>
        <p:txBody>
          <a:bodyPr wrap="square" lIns="0" tIns="0" rIns="0" bIns="0" rtlCol="0" anchor="ctr"/>
          <a:lstStyle/>
          <a:p>
            <a:pPr algn="l"/>
            <a:r>
              <a:rPr lang="it-IT" sz="1400" dirty="0">
                <a:solidFill>
                  <a:srgbClr val="003366"/>
                </a:solidFill>
                <a:latin typeface="Courier New"/>
              </a:rPr>
              <a:t>#enostaven primer:</a:t>
            </a:r>
          </a:p>
          <a:p>
            <a:pPr algn="l"/>
            <a:r>
              <a:rPr lang="it-IT" sz="1400" b="1" dirty="0" err="1">
                <a:solidFill>
                  <a:srgbClr val="003366"/>
                </a:solidFill>
                <a:latin typeface="Courier New"/>
              </a:rPr>
              <a:t>select</a:t>
            </a:r>
            <a:r>
              <a:rPr lang="it-IT" sz="1400" dirty="0">
                <a:solidFill>
                  <a:srgbClr val="003366"/>
                </a:solidFill>
                <a:latin typeface="Courier New"/>
              </a:rPr>
              <a:t> </a:t>
            </a:r>
            <a:r>
              <a:rPr lang="it-IT" sz="1400" b="1" dirty="0" err="1">
                <a:solidFill>
                  <a:srgbClr val="003366"/>
                </a:solidFill>
                <a:latin typeface="Courier New"/>
              </a:rPr>
              <a:t>coalesce</a:t>
            </a:r>
            <a:r>
              <a:rPr lang="it-IT" sz="1400" dirty="0">
                <a:solidFill>
                  <a:srgbClr val="003366"/>
                </a:solidFill>
                <a:latin typeface="Courier New"/>
              </a:rPr>
              <a:t>(</a:t>
            </a:r>
            <a:r>
              <a:rPr lang="it-IT" sz="1400" b="1" dirty="0">
                <a:solidFill>
                  <a:srgbClr val="003366"/>
                </a:solidFill>
                <a:latin typeface="Courier New"/>
              </a:rPr>
              <a:t>null</a:t>
            </a:r>
            <a:r>
              <a:rPr lang="it-IT" sz="1400" dirty="0">
                <a:solidFill>
                  <a:srgbClr val="003366"/>
                </a:solidFill>
                <a:latin typeface="Courier New"/>
              </a:rPr>
              <a:t>,</a:t>
            </a:r>
            <a:r>
              <a:rPr lang="it-IT" sz="1400" b="1" dirty="0">
                <a:solidFill>
                  <a:srgbClr val="003366"/>
                </a:solidFill>
                <a:latin typeface="Courier New"/>
              </a:rPr>
              <a:t>null</a:t>
            </a:r>
            <a:r>
              <a:rPr lang="it-IT" sz="1400" dirty="0">
                <a:solidFill>
                  <a:srgbClr val="003366"/>
                </a:solidFill>
                <a:latin typeface="Courier New"/>
              </a:rPr>
              <a:t>,3,</a:t>
            </a:r>
            <a:r>
              <a:rPr lang="it-IT" sz="1400" b="1" dirty="0">
                <a:solidFill>
                  <a:srgbClr val="003366"/>
                </a:solidFill>
                <a:latin typeface="Courier New"/>
              </a:rPr>
              <a:t>null</a:t>
            </a:r>
            <a:r>
              <a:rPr lang="it-IT" sz="1400" dirty="0">
                <a:solidFill>
                  <a:srgbClr val="003366"/>
                </a:solidFill>
                <a:latin typeface="Courier New"/>
              </a:rPr>
              <a:t>,4);</a:t>
            </a:r>
            <a:endParaRPr sz="1400" dirty="0">
              <a:solidFill>
                <a:srgbClr val="003366"/>
              </a:solidFill>
              <a:latin typeface="Courier New"/>
            </a:endParaRPr>
          </a:p>
        </p:txBody>
      </p:sp>
    </p:spTree>
    <p:extLst>
      <p:ext uri="{BB962C8B-B14F-4D97-AF65-F5344CB8AC3E}">
        <p14:creationId xmlns:p14="http://schemas.microsoft.com/office/powerpoint/2010/main" val="34539151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endParaRPr lang="sl-SI"/>
          </a:p>
        </p:txBody>
      </p:sp>
      <p:sp>
        <p:nvSpPr>
          <p:cNvPr id="13314" name="AutoShape 2"/>
          <p:cNvSpPr>
            <a:spLocks noGrp="1" noChangeArrowheads="1"/>
          </p:cNvSpPr>
          <p:nvPr>
            <p:ph type="title"/>
          </p:nvPr>
        </p:nvSpPr>
        <p:spPr/>
        <p:txBody>
          <a:bodyPr/>
          <a:lstStyle/>
          <a:p>
            <a:r>
              <a:rPr lang="en-US"/>
              <a:t>IF </a:t>
            </a:r>
            <a:r>
              <a:rPr lang="en-US" err="1"/>
              <a:t>stavek</a:t>
            </a:r>
            <a:r>
              <a:rPr lang="en-US"/>
              <a:t> v SELECT </a:t>
            </a:r>
            <a:r>
              <a:rPr lang="en-US" err="1"/>
              <a:t>delu</a:t>
            </a:r>
            <a:endParaRPr lang="en-US"/>
          </a:p>
        </p:txBody>
      </p:sp>
      <p:sp>
        <p:nvSpPr>
          <p:cNvPr id="13315" name="Rectangle 3"/>
          <p:cNvSpPr>
            <a:spLocks noGrp="1" noChangeArrowheads="1"/>
          </p:cNvSpPr>
          <p:nvPr>
            <p:ph type="body" idx="1"/>
          </p:nvPr>
        </p:nvSpPr>
        <p:spPr>
          <a:xfrm>
            <a:off x="838200" y="2362201"/>
            <a:ext cx="7693025" cy="914400"/>
          </a:xfrm>
        </p:spPr>
        <p:txBody>
          <a:bodyPr/>
          <a:lstStyle/>
          <a:p>
            <a:pPr>
              <a:lnSpc>
                <a:spcPct val="90000"/>
              </a:lnSpc>
            </a:pPr>
            <a:r>
              <a:rPr lang="en-US" err="1"/>
              <a:t>Dodaj</a:t>
            </a:r>
            <a:r>
              <a:rPr lang="en-US"/>
              <a:t> </a:t>
            </a:r>
            <a:r>
              <a:rPr lang="en-US" err="1"/>
              <a:t>stolpec</a:t>
            </a:r>
            <a:r>
              <a:rPr lang="en-US"/>
              <a:t>, ki </a:t>
            </a:r>
            <a:r>
              <a:rPr lang="en-US" err="1"/>
              <a:t>določa</a:t>
            </a:r>
            <a:r>
              <a:rPr lang="en-US"/>
              <a:t> </a:t>
            </a:r>
            <a:r>
              <a:rPr lang="sl-SI"/>
              <a:t>pokaže polnoletnost</a:t>
            </a:r>
            <a:r>
              <a:rPr lang="en-US"/>
              <a:t> </a:t>
            </a:r>
            <a:r>
              <a:rPr lang="en-US" err="1"/>
              <a:t>jadralcev</a:t>
            </a:r>
            <a:r>
              <a:rPr lang="sl-SI"/>
              <a:t> pri izpisu</a:t>
            </a:r>
            <a:r>
              <a:rPr lang="en-US"/>
              <a:t>.</a:t>
            </a:r>
          </a:p>
        </p:txBody>
      </p:sp>
      <p:sp>
        <p:nvSpPr>
          <p:cNvPr id="6" name="Rectangle 3"/>
          <p:cNvSpPr txBox="1">
            <a:spLocks noChangeArrowheads="1"/>
          </p:cNvSpPr>
          <p:nvPr/>
        </p:nvSpPr>
        <p:spPr bwMode="auto">
          <a:xfrm>
            <a:off x="1149947" y="3429000"/>
            <a:ext cx="7693025" cy="127640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pPr marL="0" indent="0">
              <a:lnSpc>
                <a:spcPct val="90000"/>
              </a:lnSpc>
              <a:buNone/>
            </a:pPr>
            <a:r>
              <a:rPr lang="en-US" sz="1600" b="1" kern="0" dirty="0">
                <a:latin typeface="Courier New" panose="02070309020205020404" pitchFamily="49" charset="0"/>
                <a:cs typeface="Courier New" panose="02070309020205020404" pitchFamily="49" charset="0"/>
              </a:rPr>
              <a:t>SELECT</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jadralec</a:t>
            </a:r>
            <a:r>
              <a:rPr lang="en-US" sz="1600" kern="0" dirty="0">
                <a:latin typeface="Courier New" panose="02070309020205020404" pitchFamily="49" charset="0"/>
                <a:cs typeface="Courier New" panose="02070309020205020404" pitchFamily="49" charset="0"/>
              </a:rPr>
              <a:t>.*, </a:t>
            </a:r>
          </a:p>
          <a:p>
            <a:pPr marL="0" indent="0">
              <a:lnSpc>
                <a:spcPct val="90000"/>
              </a:lnSpc>
              <a:buNone/>
            </a:pPr>
            <a:r>
              <a:rPr lang="en-US" sz="1600" kern="0" dirty="0">
                <a:latin typeface="Courier New" panose="02070309020205020404" pitchFamily="49" charset="0"/>
                <a:cs typeface="Courier New" panose="02070309020205020404" pitchFamily="49" charset="0"/>
              </a:rPr>
              <a:t>	</a:t>
            </a:r>
            <a:r>
              <a:rPr lang="en-US" sz="1600" b="1" kern="0" dirty="0">
                <a:latin typeface="Courier New" panose="02070309020205020404" pitchFamily="49" charset="0"/>
                <a:cs typeface="Courier New" panose="02070309020205020404" pitchFamily="49" charset="0"/>
              </a:rPr>
              <a:t>IF</a:t>
            </a:r>
            <a:r>
              <a:rPr lang="en-US" sz="1600" kern="0" dirty="0">
                <a:latin typeface="Courier New" panose="02070309020205020404" pitchFamily="49" charset="0"/>
                <a:cs typeface="Courier New" panose="02070309020205020404" pitchFamily="49" charset="0"/>
              </a:rPr>
              <a:t>(starost &gt;= 18, '</a:t>
            </a:r>
            <a:r>
              <a:rPr lang="en-US" sz="1600" kern="0" dirty="0" err="1">
                <a:latin typeface="Courier New" panose="02070309020205020404" pitchFamily="49" charset="0"/>
                <a:cs typeface="Courier New" panose="02070309020205020404" pitchFamily="49" charset="0"/>
              </a:rPr>
              <a:t>Polnoleten</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Mladoleten</a:t>
            </a:r>
            <a:r>
              <a:rPr lang="en-US" sz="1600" kern="0" dirty="0">
                <a:latin typeface="Courier New" panose="02070309020205020404" pitchFamily="49" charset="0"/>
                <a:cs typeface="Courier New" panose="02070309020205020404" pitchFamily="49" charset="0"/>
              </a:rPr>
              <a:t>') </a:t>
            </a:r>
            <a:r>
              <a:rPr lang="en-US" sz="1600" b="1" kern="0" dirty="0">
                <a:latin typeface="Courier New" panose="02070309020205020404" pitchFamily="49" charset="0"/>
                <a:cs typeface="Courier New" panose="02070309020205020404" pitchFamily="49" charset="0"/>
              </a:rPr>
              <a:t>AS</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Polnoletnost</a:t>
            </a:r>
            <a:endParaRPr lang="en-US" sz="1600" kern="0" dirty="0">
              <a:latin typeface="Courier New" panose="02070309020205020404" pitchFamily="49" charset="0"/>
              <a:cs typeface="Courier New" panose="02070309020205020404" pitchFamily="49" charset="0"/>
            </a:endParaRPr>
          </a:p>
          <a:p>
            <a:pPr marL="0" indent="0">
              <a:lnSpc>
                <a:spcPct val="90000"/>
              </a:lnSpc>
              <a:buNone/>
            </a:pPr>
            <a:r>
              <a:rPr lang="en-US" sz="1600" b="1" kern="0" dirty="0">
                <a:latin typeface="Courier New" panose="02070309020205020404" pitchFamily="49" charset="0"/>
                <a:cs typeface="Courier New" panose="02070309020205020404" pitchFamily="49" charset="0"/>
              </a:rPr>
              <a:t>FROM</a:t>
            </a:r>
            <a:r>
              <a:rPr lang="en-US" sz="1600" kern="0" dirty="0">
                <a:latin typeface="Courier New" panose="02070309020205020404" pitchFamily="49" charset="0"/>
                <a:cs typeface="Courier New" panose="02070309020205020404" pitchFamily="49" charset="0"/>
              </a:rPr>
              <a:t> </a:t>
            </a:r>
            <a:r>
              <a:rPr lang="en-US" sz="1600" kern="0" dirty="0" err="1">
                <a:latin typeface="Courier New" panose="02070309020205020404" pitchFamily="49" charset="0"/>
                <a:cs typeface="Courier New" panose="02070309020205020404" pitchFamily="49" charset="0"/>
              </a:rPr>
              <a:t>jadralec</a:t>
            </a:r>
            <a:r>
              <a:rPr lang="en-US" sz="160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564848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endParaRPr lang="sl-SI"/>
          </a:p>
        </p:txBody>
      </p:sp>
      <p:sp>
        <p:nvSpPr>
          <p:cNvPr id="13314" name="AutoShape 2"/>
          <p:cNvSpPr>
            <a:spLocks noGrp="1" noChangeArrowheads="1"/>
          </p:cNvSpPr>
          <p:nvPr>
            <p:ph type="title"/>
          </p:nvPr>
        </p:nvSpPr>
        <p:spPr/>
        <p:txBody>
          <a:bodyPr/>
          <a:lstStyle/>
          <a:p>
            <a:r>
              <a:rPr lang="sl-SI"/>
              <a:t>Relacijski podatkovni model (RPM)</a:t>
            </a:r>
            <a:endParaRPr lang="en-US"/>
          </a:p>
        </p:txBody>
      </p:sp>
      <p:sp>
        <p:nvSpPr>
          <p:cNvPr id="13315" name="Rectangle 3"/>
          <p:cNvSpPr>
            <a:spLocks noGrp="1" noChangeArrowheads="1"/>
          </p:cNvSpPr>
          <p:nvPr>
            <p:ph type="body" idx="1"/>
          </p:nvPr>
        </p:nvSpPr>
        <p:spPr>
          <a:xfrm>
            <a:off x="838201" y="2362201"/>
            <a:ext cx="7391400" cy="1981200"/>
          </a:xfrm>
        </p:spPr>
        <p:txBody>
          <a:bodyPr/>
          <a:lstStyle/>
          <a:p>
            <a:pPr>
              <a:lnSpc>
                <a:spcPct val="90000"/>
              </a:lnSpc>
            </a:pPr>
            <a:r>
              <a:rPr lang="sl-SI"/>
              <a:t>Relacije in operacije nad njimi predstavljajo </a:t>
            </a:r>
            <a:r>
              <a:rPr lang="en-US" err="1"/>
              <a:t>formalno</a:t>
            </a:r>
            <a:r>
              <a:rPr lang="en-US"/>
              <a:t> </a:t>
            </a:r>
            <a:r>
              <a:rPr lang="sl-SI"/>
              <a:t>logično osnovo številnih povpraševalnih jezikov (npr. SQL)</a:t>
            </a:r>
            <a:r>
              <a:rPr lang="en-US"/>
              <a:t>; </a:t>
            </a:r>
            <a:r>
              <a:rPr lang="en-US" err="1"/>
              <a:t>formalna</a:t>
            </a:r>
            <a:r>
              <a:rPr lang="en-US"/>
              <a:t> </a:t>
            </a:r>
            <a:r>
              <a:rPr lang="en-US" err="1"/>
              <a:t>osnova</a:t>
            </a:r>
            <a:r>
              <a:rPr lang="en-US"/>
              <a:t> </a:t>
            </a:r>
            <a:r>
              <a:rPr lang="en-US" err="1"/>
              <a:t>omogo</a:t>
            </a:r>
            <a:r>
              <a:rPr lang="sl-SI"/>
              <a:t>č</a:t>
            </a:r>
            <a:r>
              <a:rPr lang="en-US"/>
              <a:t>a</a:t>
            </a:r>
            <a:r>
              <a:rPr lang="sl-SI"/>
              <a:t> številne možnosti optimizacije povpraševanj!</a:t>
            </a:r>
          </a:p>
          <a:p>
            <a:pPr>
              <a:lnSpc>
                <a:spcPct val="90000"/>
              </a:lnSpc>
            </a:pPr>
            <a:r>
              <a:rPr lang="sl-SI"/>
              <a:t>Dve vrsti operacij:</a:t>
            </a:r>
          </a:p>
          <a:p>
            <a:pPr lvl="1">
              <a:lnSpc>
                <a:spcPct val="90000"/>
              </a:lnSpc>
            </a:pPr>
            <a:r>
              <a:rPr lang="sl-SI">
                <a:solidFill>
                  <a:srgbClr val="008080"/>
                </a:solidFill>
              </a:rPr>
              <a:t>Relacijska algebra: operativna; opišemo načrt izvajanja operacij</a:t>
            </a:r>
            <a:r>
              <a:rPr lang="en-US">
                <a:solidFill>
                  <a:srgbClr val="008080"/>
                </a:solidFill>
              </a:rPr>
              <a:t> (SQL)</a:t>
            </a:r>
            <a:endParaRPr lang="sl-SI">
              <a:solidFill>
                <a:srgbClr val="008080"/>
              </a:solidFill>
            </a:endParaRPr>
          </a:p>
          <a:p>
            <a:pPr lvl="1">
              <a:lnSpc>
                <a:spcPct val="90000"/>
              </a:lnSpc>
            </a:pPr>
            <a:r>
              <a:rPr lang="sl-SI"/>
              <a:t>Relacijski račun: neoperativen, deklarativen; opišemo želen rezultat</a:t>
            </a:r>
            <a:r>
              <a:rPr lang="en-US"/>
              <a:t> (QBE)</a:t>
            </a:r>
            <a:endParaRPr lang="sl-SI"/>
          </a:p>
          <a:p>
            <a:pPr lvl="2">
              <a:lnSpc>
                <a:spcPct val="90000"/>
              </a:lnSpc>
            </a:pPr>
            <a:endParaRPr lang="en-US"/>
          </a:p>
        </p:txBody>
      </p:sp>
    </p:spTree>
    <p:extLst>
      <p:ext uri="{BB962C8B-B14F-4D97-AF65-F5344CB8AC3E}">
        <p14:creationId xmlns:p14="http://schemas.microsoft.com/office/powerpoint/2010/main" val="20183277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4338" name="AutoShape 2"/>
          <p:cNvSpPr>
            <a:spLocks noGrp="1" noChangeArrowheads="1"/>
          </p:cNvSpPr>
          <p:nvPr>
            <p:ph type="title"/>
          </p:nvPr>
        </p:nvSpPr>
        <p:spPr/>
        <p:txBody>
          <a:bodyPr/>
          <a:lstStyle/>
          <a:p>
            <a:r>
              <a:rPr lang="sl-SI"/>
              <a:t>Osnovni koncepti RPM</a:t>
            </a:r>
            <a:endParaRPr lang="en-US"/>
          </a:p>
        </p:txBody>
      </p:sp>
      <p:sp>
        <p:nvSpPr>
          <p:cNvPr id="14339" name="Rectangle 3"/>
          <p:cNvSpPr>
            <a:spLocks noGrp="1" noChangeArrowheads="1"/>
          </p:cNvSpPr>
          <p:nvPr>
            <p:ph type="body" idx="1"/>
          </p:nvPr>
        </p:nvSpPr>
        <p:spPr/>
        <p:txBody>
          <a:bodyPr/>
          <a:lstStyle/>
          <a:p>
            <a:r>
              <a:rPr lang="sl-SI"/>
              <a:t>Relacija in relacijska shema</a:t>
            </a:r>
          </a:p>
          <a:p>
            <a:r>
              <a:rPr lang="sl-SI"/>
              <a:t>Atribut</a:t>
            </a:r>
          </a:p>
          <a:p>
            <a:r>
              <a:rPr lang="sl-SI"/>
              <a:t>Vrednostna množica (območje) atributa</a:t>
            </a:r>
          </a:p>
          <a:p>
            <a:r>
              <a:rPr lang="sl-SI"/>
              <a:t>Odvisnosti med atributi</a:t>
            </a:r>
          </a:p>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362" name="AutoShape 2"/>
          <p:cNvSpPr>
            <a:spLocks noGrp="1" noChangeArrowheads="1"/>
          </p:cNvSpPr>
          <p:nvPr>
            <p:ph type="title"/>
          </p:nvPr>
        </p:nvSpPr>
        <p:spPr/>
        <p:txBody>
          <a:bodyPr/>
          <a:lstStyle/>
          <a:p>
            <a:r>
              <a:rPr lang="sl-SI"/>
              <a:t>Relacija</a:t>
            </a:r>
            <a:endParaRPr lang="en-US"/>
          </a:p>
        </p:txBody>
      </p:sp>
      <p:sp>
        <p:nvSpPr>
          <p:cNvPr id="15366" name="Rectangle 6"/>
          <p:cNvSpPr>
            <a:spLocks noGrp="1" noChangeArrowheads="1"/>
          </p:cNvSpPr>
          <p:nvPr>
            <p:ph type="body" idx="1"/>
          </p:nvPr>
        </p:nvSpPr>
        <p:spPr/>
        <p:txBody>
          <a:bodyPr/>
          <a:lstStyle/>
          <a:p>
            <a:r>
              <a:rPr lang="sl-SI"/>
              <a:t>Preslikava kartezičnega produkta vrednostnih množic </a:t>
            </a:r>
            <a:r>
              <a:rPr lang="sl-SI" err="1"/>
              <a:t>D</a:t>
            </a:r>
            <a:r>
              <a:rPr lang="sl-SI" baseline="-25000" err="1"/>
              <a:t>i</a:t>
            </a:r>
            <a:r>
              <a:rPr lang="sl-SI"/>
              <a:t>.</a:t>
            </a:r>
          </a:p>
          <a:p>
            <a:endParaRPr lang="sl-SI"/>
          </a:p>
          <a:p>
            <a:r>
              <a:rPr lang="sl-SI"/>
              <a:t>Množica resničnih trditev</a:t>
            </a:r>
            <a:r>
              <a:rPr lang="en-US"/>
              <a:t>:</a:t>
            </a:r>
          </a:p>
          <a:p>
            <a:pPr>
              <a:buFont typeface="Wingdings" pitchFamily="2" charset="2"/>
              <a:buNone/>
            </a:pPr>
            <a:r>
              <a:rPr lang="en-US"/>
              <a:t>	</a:t>
            </a:r>
            <a:r>
              <a:rPr lang="en-US" err="1"/>
              <a:t>je_oseba</a:t>
            </a:r>
            <a:r>
              <a:rPr lang="en-US"/>
              <a:t>={</a:t>
            </a:r>
            <a:r>
              <a:rPr lang="en-US" err="1"/>
              <a:t>Janez</a:t>
            </a:r>
            <a:r>
              <a:rPr lang="en-US"/>
              <a:t>, Peter}</a:t>
            </a:r>
            <a:br>
              <a:rPr lang="sl-SI"/>
            </a:br>
            <a:r>
              <a:rPr lang="sl-SI"/>
              <a:t>je</a:t>
            </a:r>
            <a:r>
              <a:rPr lang="en-US"/>
              <a:t>_</a:t>
            </a:r>
            <a:r>
              <a:rPr lang="sl-SI"/>
              <a:t>pes</a:t>
            </a:r>
            <a:r>
              <a:rPr lang="en-US"/>
              <a:t>={Rex}</a:t>
            </a:r>
            <a:endParaRPr lang="sl-SI"/>
          </a:p>
          <a:p>
            <a:pPr>
              <a:buFont typeface="Wingdings" pitchFamily="2" charset="2"/>
              <a:buNone/>
            </a:pPr>
            <a:endParaRPr lang="sl-SI"/>
          </a:p>
          <a:p>
            <a:pPr>
              <a:buFont typeface="Wingdings" pitchFamily="2" charset="2"/>
              <a:buNone/>
            </a:pPr>
            <a:endParaRPr lang="en-US"/>
          </a:p>
        </p:txBody>
      </p:sp>
      <p:graphicFrame>
        <p:nvGraphicFramePr>
          <p:cNvPr id="15364" name="Object 4"/>
          <p:cNvGraphicFramePr>
            <a:graphicFrameLocks noGrp="1" noChangeAspect="1"/>
          </p:cNvGraphicFramePr>
          <p:nvPr>
            <p:ph idx="4294967295"/>
          </p:nvPr>
        </p:nvGraphicFramePr>
        <p:xfrm>
          <a:off x="1295400" y="3200400"/>
          <a:ext cx="5586413" cy="677863"/>
        </p:xfrm>
        <a:graphic>
          <a:graphicData uri="http://schemas.openxmlformats.org/presentationml/2006/ole">
            <mc:AlternateContent xmlns:mc="http://schemas.openxmlformats.org/markup-compatibility/2006">
              <mc:Choice xmlns:v="urn:schemas-microsoft-com:vml" Requires="v">
                <p:oleObj name="Equation" r:id="rId2" imgW="2095500" imgH="254000" progId="">
                  <p:embed/>
                </p:oleObj>
              </mc:Choice>
              <mc:Fallback>
                <p:oleObj name="Equation" r:id="rId2" imgW="2095500" imgH="254000" progId="">
                  <p:embed/>
                  <p:pic>
                    <p:nvPicPr>
                      <p:cNvPr id="15364"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200400"/>
                        <a:ext cx="5586413" cy="677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7" name="Text Box 7"/>
          <p:cNvSpPr txBox="1">
            <a:spLocks noChangeArrowheads="1"/>
          </p:cNvSpPr>
          <p:nvPr/>
        </p:nvSpPr>
        <p:spPr bwMode="auto">
          <a:xfrm>
            <a:off x="6019800" y="5334000"/>
            <a:ext cx="2954338" cy="1200151"/>
          </a:xfrm>
          <a:prstGeom prst="rect">
            <a:avLst/>
          </a:prstGeom>
          <a:noFill/>
          <a:ln w="9525" algn="ctr">
            <a:noFill/>
            <a:miter lim="800000"/>
            <a:headEnd/>
            <a:tailEnd/>
          </a:ln>
          <a:effectLst/>
        </p:spPr>
        <p:txBody>
          <a:bodyPr wrap="none">
            <a:spAutoFit/>
          </a:bodyPr>
          <a:lstStyle/>
          <a:p>
            <a:pPr algn="l"/>
            <a:r>
              <a:rPr lang="sl-SI" u="sng"/>
              <a:t>Objekt</a:t>
            </a:r>
            <a:r>
              <a:rPr lang="sl-SI"/>
              <a:t>                  </a:t>
            </a:r>
            <a:r>
              <a:rPr lang="sl-SI" u="sng"/>
              <a:t>Relacija</a:t>
            </a:r>
            <a:r>
              <a:rPr lang="sl-SI"/>
              <a:t> </a:t>
            </a:r>
            <a:endParaRPr lang="sl-SI" u="sng"/>
          </a:p>
          <a:p>
            <a:pPr algn="l"/>
            <a:r>
              <a:rPr lang="sl-SI"/>
              <a:t>Janez		Oseba	</a:t>
            </a:r>
          </a:p>
          <a:p>
            <a:pPr algn="l"/>
            <a:r>
              <a:rPr lang="sl-SI"/>
              <a:t>Peter		</a:t>
            </a:r>
          </a:p>
          <a:p>
            <a:pPr algn="l"/>
            <a:r>
              <a:rPr lang="sl-SI"/>
              <a:t>Rex		Pes</a:t>
            </a:r>
            <a:endParaRPr lang="en-US"/>
          </a:p>
        </p:txBody>
      </p:sp>
      <p:grpSp>
        <p:nvGrpSpPr>
          <p:cNvPr id="2" name="Group 11"/>
          <p:cNvGrpSpPr/>
          <p:nvPr/>
        </p:nvGrpSpPr>
        <p:grpSpPr>
          <a:xfrm>
            <a:off x="6781800" y="5791200"/>
            <a:ext cx="1066800" cy="609601"/>
            <a:chOff x="6781800" y="5486400"/>
            <a:chExt cx="1066800" cy="609601"/>
          </a:xfrm>
        </p:grpSpPr>
        <p:sp>
          <p:nvSpPr>
            <p:cNvPr id="15370" name="Line 10"/>
            <p:cNvSpPr>
              <a:spLocks noChangeShapeType="1"/>
            </p:cNvSpPr>
            <p:nvPr/>
          </p:nvSpPr>
          <p:spPr bwMode="auto">
            <a:xfrm>
              <a:off x="6781800" y="5486400"/>
              <a:ext cx="1066800" cy="0"/>
            </a:xfrm>
            <a:prstGeom prst="line">
              <a:avLst/>
            </a:prstGeom>
            <a:noFill/>
            <a:ln w="9525">
              <a:solidFill>
                <a:schemeClr val="tx1"/>
              </a:solidFill>
              <a:round/>
              <a:headEnd type="triangle"/>
              <a:tailEnd type="none"/>
            </a:ln>
            <a:effectLst/>
          </p:spPr>
          <p:txBody>
            <a:bodyPr/>
            <a:lstStyle/>
            <a:p>
              <a:endParaRPr lang="en-US"/>
            </a:p>
          </p:txBody>
        </p:sp>
        <p:sp>
          <p:nvSpPr>
            <p:cNvPr id="15371" name="Line 11"/>
            <p:cNvSpPr>
              <a:spLocks noChangeShapeType="1"/>
            </p:cNvSpPr>
            <p:nvPr/>
          </p:nvSpPr>
          <p:spPr bwMode="auto">
            <a:xfrm flipV="1">
              <a:off x="6781800" y="5562600"/>
              <a:ext cx="1066800" cy="228600"/>
            </a:xfrm>
            <a:prstGeom prst="line">
              <a:avLst/>
            </a:prstGeom>
            <a:noFill/>
            <a:ln w="9525">
              <a:solidFill>
                <a:schemeClr val="tx1"/>
              </a:solidFill>
              <a:round/>
              <a:headEnd type="triangle"/>
              <a:tailEnd type="none"/>
            </a:ln>
            <a:effectLst/>
          </p:spPr>
          <p:txBody>
            <a:bodyPr/>
            <a:lstStyle/>
            <a:p>
              <a:endParaRPr lang="en-US"/>
            </a:p>
          </p:txBody>
        </p:sp>
        <p:sp>
          <p:nvSpPr>
            <p:cNvPr id="15372" name="Line 12"/>
            <p:cNvSpPr>
              <a:spLocks noChangeShapeType="1"/>
            </p:cNvSpPr>
            <p:nvPr/>
          </p:nvSpPr>
          <p:spPr bwMode="auto">
            <a:xfrm>
              <a:off x="6781800" y="6096000"/>
              <a:ext cx="1066800" cy="1"/>
            </a:xfrm>
            <a:prstGeom prst="line">
              <a:avLst/>
            </a:prstGeom>
            <a:noFill/>
            <a:ln w="9525">
              <a:solidFill>
                <a:schemeClr val="tx1"/>
              </a:solidFill>
              <a:round/>
              <a:headEnd type="triangle"/>
              <a:tailEnd type="none"/>
            </a:ln>
            <a:effectLst/>
          </p:spPr>
          <p:txBody>
            <a:bodyPr/>
            <a:lstStyle/>
            <a:p>
              <a:endParaRPr lang="en-US"/>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0482" name="AutoShape 2"/>
          <p:cNvSpPr>
            <a:spLocks noGrp="1" noChangeArrowheads="1"/>
          </p:cNvSpPr>
          <p:nvPr>
            <p:ph type="title"/>
          </p:nvPr>
        </p:nvSpPr>
        <p:spPr/>
        <p:txBody>
          <a:bodyPr/>
          <a:lstStyle/>
          <a:p>
            <a:r>
              <a:rPr lang="sl-SI"/>
              <a:t>Predstavitev relacije</a:t>
            </a:r>
            <a:endParaRPr lang="en-US"/>
          </a:p>
        </p:txBody>
      </p:sp>
      <p:sp>
        <p:nvSpPr>
          <p:cNvPr id="20483" name="Rectangle 3"/>
          <p:cNvSpPr>
            <a:spLocks noGrp="1" noChangeArrowheads="1"/>
          </p:cNvSpPr>
          <p:nvPr>
            <p:ph type="body" idx="1"/>
          </p:nvPr>
        </p:nvSpPr>
        <p:spPr/>
        <p:txBody>
          <a:bodyPr/>
          <a:lstStyle/>
          <a:p>
            <a:pPr>
              <a:lnSpc>
                <a:spcPct val="90000"/>
              </a:lnSpc>
            </a:pPr>
            <a:r>
              <a:rPr lang="en-US" sz="2400" err="1"/>
              <a:t>Predikatni</a:t>
            </a:r>
            <a:r>
              <a:rPr lang="en-US" sz="2400"/>
              <a:t> </a:t>
            </a:r>
            <a:r>
              <a:rPr lang="en-US" sz="2400" err="1"/>
              <a:t>zapis</a:t>
            </a:r>
            <a:r>
              <a:rPr lang="en-US" sz="2400"/>
              <a:t>:</a:t>
            </a:r>
            <a:endParaRPr lang="sl-SI" sz="2400"/>
          </a:p>
          <a:p>
            <a:pPr lvl="1">
              <a:lnSpc>
                <a:spcPct val="90000"/>
              </a:lnSpc>
            </a:pPr>
            <a:r>
              <a:rPr lang="sl-SI" sz="2000"/>
              <a:t>Shema: je</a:t>
            </a:r>
            <a:r>
              <a:rPr lang="en-US" sz="2000"/>
              <a:t>_</a:t>
            </a:r>
            <a:r>
              <a:rPr lang="en-US" sz="2000" err="1"/>
              <a:t>oseba</a:t>
            </a:r>
            <a:r>
              <a:rPr lang="en-US" sz="2000"/>
              <a:t>(</a:t>
            </a:r>
            <a:r>
              <a:rPr lang="en-US" sz="2000" err="1"/>
              <a:t>oseba</a:t>
            </a:r>
            <a:r>
              <a:rPr lang="en-US" sz="2000"/>
              <a:t>)</a:t>
            </a:r>
          </a:p>
          <a:p>
            <a:pPr lvl="1">
              <a:lnSpc>
                <a:spcPct val="90000"/>
              </a:lnSpc>
            </a:pPr>
            <a:r>
              <a:rPr lang="sl-SI" sz="2000"/>
              <a:t>je</a:t>
            </a:r>
            <a:r>
              <a:rPr lang="en-US" sz="2000"/>
              <a:t>_</a:t>
            </a:r>
            <a:r>
              <a:rPr lang="en-US" sz="2000" err="1"/>
              <a:t>oseba</a:t>
            </a:r>
            <a:r>
              <a:rPr lang="en-US" sz="2000"/>
              <a:t>(</a:t>
            </a:r>
            <a:r>
              <a:rPr lang="en-US" sz="2000" err="1"/>
              <a:t>Janez</a:t>
            </a:r>
            <a:r>
              <a:rPr lang="en-US" sz="2000"/>
              <a:t>)</a:t>
            </a:r>
          </a:p>
          <a:p>
            <a:pPr lvl="1">
              <a:lnSpc>
                <a:spcPct val="90000"/>
              </a:lnSpc>
            </a:pPr>
            <a:r>
              <a:rPr lang="en-US" sz="2000" err="1"/>
              <a:t>je_oseba</a:t>
            </a:r>
            <a:r>
              <a:rPr lang="en-US" sz="2000"/>
              <a:t>(Peter)</a:t>
            </a:r>
          </a:p>
          <a:p>
            <a:pPr>
              <a:lnSpc>
                <a:spcPct val="90000"/>
              </a:lnSpc>
            </a:pPr>
            <a:r>
              <a:rPr lang="en-US" sz="2400" err="1"/>
              <a:t>Predikatni</a:t>
            </a:r>
            <a:r>
              <a:rPr lang="en-US" sz="2400"/>
              <a:t> </a:t>
            </a:r>
            <a:r>
              <a:rPr lang="en-US" sz="2400" err="1"/>
              <a:t>zapis</a:t>
            </a:r>
            <a:r>
              <a:rPr lang="sl-SI" sz="2400"/>
              <a:t>:</a:t>
            </a:r>
            <a:r>
              <a:rPr lang="en-US" sz="2400"/>
              <a:t> </a:t>
            </a:r>
            <a:r>
              <a:rPr lang="en-US" sz="2400" err="1"/>
              <a:t>opis</a:t>
            </a:r>
            <a:r>
              <a:rPr lang="en-US" sz="2400"/>
              <a:t> </a:t>
            </a:r>
            <a:r>
              <a:rPr lang="en-US" sz="2400" err="1"/>
              <a:t>objektov</a:t>
            </a:r>
            <a:r>
              <a:rPr lang="en-US" sz="2400"/>
              <a:t> z </a:t>
            </a:r>
            <a:r>
              <a:rPr lang="en-US" sz="2400" err="1"/>
              <a:t>atributi</a:t>
            </a:r>
            <a:r>
              <a:rPr lang="en-US" sz="2400"/>
              <a:t>:</a:t>
            </a:r>
          </a:p>
          <a:p>
            <a:pPr lvl="1">
              <a:lnSpc>
                <a:spcPct val="90000"/>
              </a:lnSpc>
            </a:pPr>
            <a:r>
              <a:rPr lang="en-US" sz="2000" err="1"/>
              <a:t>Shema</a:t>
            </a:r>
            <a:r>
              <a:rPr lang="en-US" sz="2000"/>
              <a:t>: </a:t>
            </a:r>
            <a:r>
              <a:rPr lang="en-US" sz="2000" err="1"/>
              <a:t>je_oseba</a:t>
            </a:r>
            <a:r>
              <a:rPr lang="en-US" sz="2000"/>
              <a:t>(</a:t>
            </a:r>
            <a:r>
              <a:rPr lang="en-US" sz="2000" err="1"/>
              <a:t>ime</a:t>
            </a:r>
            <a:r>
              <a:rPr lang="en-US" sz="2000"/>
              <a:t>, </a:t>
            </a:r>
            <a:r>
              <a:rPr lang="en-US" sz="2000" err="1"/>
              <a:t>priimek</a:t>
            </a:r>
            <a:r>
              <a:rPr lang="en-US" sz="2000"/>
              <a:t>, </a:t>
            </a:r>
            <a:r>
              <a:rPr lang="en-US" sz="2000" err="1"/>
              <a:t>kraj</a:t>
            </a:r>
            <a:r>
              <a:rPr lang="en-US" sz="2000"/>
              <a:t> </a:t>
            </a:r>
            <a:r>
              <a:rPr lang="en-US" sz="2000" err="1"/>
              <a:t>bivanja</a:t>
            </a:r>
            <a:r>
              <a:rPr lang="en-US" sz="2000"/>
              <a:t>)</a:t>
            </a:r>
          </a:p>
          <a:p>
            <a:pPr lvl="1">
              <a:lnSpc>
                <a:spcPct val="90000"/>
              </a:lnSpc>
            </a:pPr>
            <a:r>
              <a:rPr lang="sl-SI" sz="2000"/>
              <a:t>je</a:t>
            </a:r>
            <a:r>
              <a:rPr lang="en-US" sz="2000"/>
              <a:t>_</a:t>
            </a:r>
            <a:r>
              <a:rPr lang="en-US" sz="2000" err="1"/>
              <a:t>oseba</a:t>
            </a:r>
            <a:r>
              <a:rPr lang="en-US" sz="2000"/>
              <a:t>(</a:t>
            </a:r>
            <a:r>
              <a:rPr lang="en-US" sz="2000" err="1"/>
              <a:t>Janez</a:t>
            </a:r>
            <a:r>
              <a:rPr lang="en-US" sz="2000"/>
              <a:t>,</a:t>
            </a:r>
            <a:r>
              <a:rPr lang="sl-SI" sz="2000"/>
              <a:t> </a:t>
            </a:r>
            <a:r>
              <a:rPr lang="en-US" sz="2000"/>
              <a:t>Novak,</a:t>
            </a:r>
            <a:r>
              <a:rPr lang="sl-SI" sz="2000"/>
              <a:t> </a:t>
            </a:r>
            <a:r>
              <a:rPr lang="en-US" sz="2000"/>
              <a:t>Ljubljana)</a:t>
            </a:r>
          </a:p>
          <a:p>
            <a:pPr lvl="1">
              <a:lnSpc>
                <a:spcPct val="90000"/>
              </a:lnSpc>
            </a:pPr>
            <a:r>
              <a:rPr lang="en-US" sz="2000" err="1"/>
              <a:t>je_oseba</a:t>
            </a:r>
            <a:r>
              <a:rPr lang="en-US" sz="2000"/>
              <a:t>(Peter,</a:t>
            </a:r>
            <a:r>
              <a:rPr lang="sl-SI" sz="2000"/>
              <a:t> </a:t>
            </a:r>
            <a:r>
              <a:rPr lang="en-US" sz="2000" err="1"/>
              <a:t>Klepec</a:t>
            </a:r>
            <a:r>
              <a:rPr lang="en-US" sz="2000"/>
              <a:t>,</a:t>
            </a:r>
            <a:r>
              <a:rPr lang="sl-SI" sz="2000"/>
              <a:t> </a:t>
            </a:r>
            <a:r>
              <a:rPr lang="en-US" sz="2000" err="1"/>
              <a:t>Celje</a:t>
            </a:r>
            <a:r>
              <a:rPr lang="en-US" sz="2000"/>
              <a:t>)</a:t>
            </a:r>
          </a:p>
          <a:p>
            <a:pPr>
              <a:lnSpc>
                <a:spcPct val="90000"/>
              </a:lnSpc>
              <a:buSzTx/>
              <a:buFont typeface="Symbol" pitchFamily="18" charset="2"/>
              <a:buChar char="Þ"/>
            </a:pPr>
            <a:r>
              <a:rPr lang="en-US" sz="2400"/>
              <a:t>Na</a:t>
            </a:r>
            <a:r>
              <a:rPr lang="sl-SI" sz="2400"/>
              <a:t>štejemo n-terice, za katere velja relacija</a:t>
            </a:r>
          </a:p>
          <a:p>
            <a:pPr>
              <a:lnSpc>
                <a:spcPct val="90000"/>
              </a:lnSpc>
              <a:buSzTx/>
              <a:buFont typeface="Symbol" pitchFamily="18" charset="2"/>
              <a:buChar char="Þ"/>
            </a:pPr>
            <a:r>
              <a:rPr lang="sl-SI" sz="2400"/>
              <a:t>Kakšen je pomen gornjih relacij</a:t>
            </a:r>
            <a:r>
              <a:rPr lang="en-US" sz="2400"/>
              <a:t>?</a:t>
            </a:r>
            <a:endParaRPr lang="sl-SI" sz="2400"/>
          </a:p>
          <a:p>
            <a:pPr marL="0" indent="0">
              <a:lnSpc>
                <a:spcPct val="90000"/>
              </a:lnSpc>
              <a:buSzTx/>
              <a:buNone/>
            </a:pPr>
            <a:endParaRPr lang="en-US" sz="2400"/>
          </a:p>
          <a:p>
            <a:pPr>
              <a:lnSpc>
                <a:spcPct val="90000"/>
              </a:lnSpc>
            </a:pPr>
            <a:endParaRPr lang="en-US" sz="2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8434" name="AutoShape 2"/>
          <p:cNvSpPr>
            <a:spLocks noGrp="1" noChangeArrowheads="1"/>
          </p:cNvSpPr>
          <p:nvPr>
            <p:ph type="title"/>
          </p:nvPr>
        </p:nvSpPr>
        <p:spPr/>
        <p:txBody>
          <a:bodyPr/>
          <a:lstStyle/>
          <a:p>
            <a:r>
              <a:rPr lang="sl-SI"/>
              <a:t>Predstavitev relacije s tabelo</a:t>
            </a:r>
            <a:endParaRPr lang="en-US"/>
          </a:p>
        </p:txBody>
      </p:sp>
      <p:graphicFrame>
        <p:nvGraphicFramePr>
          <p:cNvPr id="18500" name="Group 68"/>
          <p:cNvGraphicFramePr>
            <a:graphicFrameLocks noGrp="1"/>
          </p:cNvGraphicFramePr>
          <p:nvPr>
            <p:ph sz="half" idx="1"/>
          </p:nvPr>
        </p:nvGraphicFramePr>
        <p:xfrm>
          <a:off x="838200" y="2514600"/>
          <a:ext cx="3770313" cy="1992313"/>
        </p:xfrm>
        <a:graphic>
          <a:graphicData uri="http://schemas.openxmlformats.org/drawingml/2006/table">
            <a:tbl>
              <a:tblPr/>
              <a:tblGrid>
                <a:gridCol w="3770313">
                  <a:extLst>
                    <a:ext uri="{9D8B030D-6E8A-4147-A177-3AD203B41FA5}">
                      <a16:colId xmlns:a16="http://schemas.microsoft.com/office/drawing/2014/main" val="20000"/>
                    </a:ext>
                  </a:extLst>
                </a:gridCol>
              </a:tblGrid>
              <a:tr h="33655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Oseba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67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Janez </a:t>
                      </a:r>
                      <a:r>
                        <a:rPr kumimoji="0" lang="en-US" sz="2400" b="0" i="0" u="none" strike="noStrike" cap="none" normalizeH="0" baseline="0">
                          <a:ln>
                            <a:noFill/>
                          </a:ln>
                          <a:solidFill>
                            <a:schemeClr val="tx1"/>
                          </a:solidFill>
                          <a:effectLst/>
                          <a:latin typeface="Arial" charset="0"/>
                          <a:cs typeface="Arial" charset="0"/>
                        </a:rPr>
                        <a:t>(v celoti)</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835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Peter</a:t>
                      </a:r>
                      <a:r>
                        <a:rPr kumimoji="0" lang="en-US" sz="2400" b="0" i="0" u="none" strike="noStrike" cap="none" normalizeH="0" baseline="0">
                          <a:ln>
                            <a:noFill/>
                          </a:ln>
                          <a:solidFill>
                            <a:schemeClr val="tx1"/>
                          </a:solidFill>
                          <a:effectLst/>
                          <a:latin typeface="Arial" charset="0"/>
                          <a:cs typeface="Arial" charset="0"/>
                        </a:rPr>
                        <a:t> (v celoti)</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499" name="Group 67"/>
          <p:cNvGraphicFramePr>
            <a:graphicFrameLocks noGrp="1"/>
          </p:cNvGraphicFramePr>
          <p:nvPr>
            <p:ph sz="half" idx="2"/>
          </p:nvPr>
        </p:nvGraphicFramePr>
        <p:xfrm>
          <a:off x="4800600" y="2514600"/>
          <a:ext cx="3770313" cy="2003426"/>
        </p:xfrm>
        <a:graphic>
          <a:graphicData uri="http://schemas.openxmlformats.org/drawingml/2006/table">
            <a:tbl>
              <a:tblPr/>
              <a:tblGrid>
                <a:gridCol w="1257300">
                  <a:extLst>
                    <a:ext uri="{9D8B030D-6E8A-4147-A177-3AD203B41FA5}">
                      <a16:colId xmlns:a16="http://schemas.microsoft.com/office/drawing/2014/main" val="20000"/>
                    </a:ext>
                  </a:extLst>
                </a:gridCol>
                <a:gridCol w="1255713">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tblGrid>
              <a:tr h="363538">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Ime</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Priimek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Naslov</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7311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000" b="0" i="0" u="none" strike="noStrike" cap="none" normalizeH="0" baseline="0">
                          <a:ln>
                            <a:noFill/>
                          </a:ln>
                          <a:solidFill>
                            <a:schemeClr val="tx1"/>
                          </a:solidFill>
                          <a:effectLst/>
                          <a:latin typeface="Arial" charset="0"/>
                          <a:cs typeface="Arial" charset="0"/>
                        </a:rPr>
                        <a:t>Janez</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000" b="0" i="0" u="none" strike="noStrike" cap="none" normalizeH="0" baseline="0">
                          <a:ln>
                            <a:noFill/>
                          </a:ln>
                          <a:solidFill>
                            <a:schemeClr val="tx1"/>
                          </a:solidFill>
                          <a:effectLst/>
                          <a:latin typeface="Arial" charset="0"/>
                          <a:cs typeface="Arial" charset="0"/>
                        </a:rPr>
                        <a:t>Novak</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000" b="0" i="0" u="none" strike="noStrike" cap="none" normalizeH="0" baseline="0">
                          <a:ln>
                            <a:noFill/>
                          </a:ln>
                          <a:solidFill>
                            <a:schemeClr val="tx1"/>
                          </a:solidFill>
                          <a:effectLst/>
                          <a:latin typeface="Arial" charset="0"/>
                          <a:cs typeface="Arial" charset="0"/>
                        </a:rPr>
                        <a:t>Ljubljana</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311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000" b="0" i="0" u="none" strike="noStrike" cap="none" normalizeH="0" baseline="0">
                          <a:ln>
                            <a:noFill/>
                          </a:ln>
                          <a:solidFill>
                            <a:schemeClr val="tx1"/>
                          </a:solidFill>
                          <a:effectLst/>
                          <a:latin typeface="Arial" charset="0"/>
                          <a:cs typeface="Arial" charset="0"/>
                        </a:rPr>
                        <a:t>Peter </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000" b="0" i="0" u="none" strike="noStrike" cap="none" normalizeH="0" baseline="0">
                          <a:ln>
                            <a:noFill/>
                          </a:ln>
                          <a:solidFill>
                            <a:schemeClr val="tx1"/>
                          </a:solidFill>
                          <a:effectLst/>
                          <a:latin typeface="Arial" charset="0"/>
                          <a:cs typeface="Arial" charset="0"/>
                        </a:rPr>
                        <a:t>Klepec</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000" b="0" i="0" u="none" strike="noStrike" cap="none" normalizeH="0" baseline="0">
                          <a:ln>
                            <a:noFill/>
                          </a:ln>
                          <a:solidFill>
                            <a:schemeClr val="tx1"/>
                          </a:solidFill>
                          <a:effectLst/>
                          <a:latin typeface="Arial" charset="0"/>
                          <a:cs typeface="Arial" charset="0"/>
                        </a:rPr>
                        <a:t>Celje</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8494" name="Text Box 62"/>
          <p:cNvSpPr txBox="1">
            <a:spLocks noChangeArrowheads="1"/>
          </p:cNvSpPr>
          <p:nvPr/>
        </p:nvSpPr>
        <p:spPr bwMode="auto">
          <a:xfrm>
            <a:off x="1050925" y="4876800"/>
            <a:ext cx="2980303" cy="369332"/>
          </a:xfrm>
          <a:prstGeom prst="rect">
            <a:avLst/>
          </a:prstGeom>
          <a:noFill/>
          <a:ln w="9525">
            <a:noFill/>
            <a:miter lim="800000"/>
            <a:headEnd/>
            <a:tailEnd/>
          </a:ln>
          <a:effectLst/>
        </p:spPr>
        <p:txBody>
          <a:bodyPr wrap="none">
            <a:spAutoFit/>
          </a:bodyPr>
          <a:lstStyle/>
          <a:p>
            <a:pPr algn="l"/>
            <a:r>
              <a:rPr lang="sl-SI"/>
              <a:t>Objekti</a:t>
            </a:r>
            <a:r>
              <a:rPr lang="en-US"/>
              <a:t> (</a:t>
            </a:r>
            <a:r>
              <a:rPr lang="en-US" err="1"/>
              <a:t>elementi</a:t>
            </a:r>
            <a:r>
              <a:rPr lang="en-US"/>
              <a:t> </a:t>
            </a:r>
            <a:r>
              <a:rPr lang="en-US" err="1"/>
              <a:t>mno</a:t>
            </a:r>
            <a:r>
              <a:rPr lang="sl-SI"/>
              <a:t>žice).</a:t>
            </a:r>
            <a:endParaRPr lang="en-US"/>
          </a:p>
        </p:txBody>
      </p:sp>
      <p:sp>
        <p:nvSpPr>
          <p:cNvPr id="18495" name="Text Box 63"/>
          <p:cNvSpPr txBox="1">
            <a:spLocks noChangeArrowheads="1"/>
          </p:cNvSpPr>
          <p:nvPr/>
        </p:nvSpPr>
        <p:spPr bwMode="auto">
          <a:xfrm>
            <a:off x="4800600" y="4876800"/>
            <a:ext cx="3788217" cy="1477328"/>
          </a:xfrm>
          <a:prstGeom prst="rect">
            <a:avLst/>
          </a:prstGeom>
          <a:noFill/>
          <a:ln w="9525">
            <a:noFill/>
            <a:miter lim="800000"/>
            <a:headEnd/>
            <a:tailEnd/>
          </a:ln>
          <a:effectLst/>
        </p:spPr>
        <p:txBody>
          <a:bodyPr wrap="none">
            <a:spAutoFit/>
          </a:bodyPr>
          <a:lstStyle/>
          <a:p>
            <a:pPr algn="l"/>
            <a:r>
              <a:rPr lang="sl-SI"/>
              <a:t>Atributni opis objektov (elementov):</a:t>
            </a:r>
          </a:p>
          <a:p>
            <a:pPr algn="l"/>
            <a:r>
              <a:rPr lang="en-US">
                <a:solidFill>
                  <a:srgbClr val="C00000"/>
                </a:solidFill>
              </a:rPr>
              <a:t>e</a:t>
            </a:r>
            <a:r>
              <a:rPr lang="sl-SI">
                <a:solidFill>
                  <a:srgbClr val="C00000"/>
                </a:solidFill>
              </a:rPr>
              <a:t>na vrstica</a:t>
            </a:r>
            <a:r>
              <a:rPr lang="en-US">
                <a:solidFill>
                  <a:srgbClr val="C00000"/>
                </a:solidFill>
              </a:rPr>
              <a:t> = en </a:t>
            </a:r>
            <a:r>
              <a:rPr lang="en-US" err="1">
                <a:solidFill>
                  <a:srgbClr val="C00000"/>
                </a:solidFill>
              </a:rPr>
              <a:t>objekt</a:t>
            </a:r>
            <a:r>
              <a:rPr lang="en-US">
                <a:solidFill>
                  <a:srgbClr val="C00000"/>
                </a:solidFill>
              </a:rPr>
              <a:t> !</a:t>
            </a:r>
            <a:endParaRPr lang="sl-SI">
              <a:solidFill>
                <a:srgbClr val="C00000"/>
              </a:solidFill>
            </a:endParaRPr>
          </a:p>
          <a:p>
            <a:pPr algn="l"/>
            <a:r>
              <a:rPr lang="sl-SI"/>
              <a:t>Tabela predstavlja množico </a:t>
            </a:r>
          </a:p>
          <a:p>
            <a:pPr algn="l"/>
            <a:r>
              <a:rPr lang="sl-SI"/>
              <a:t>resničnih trditev:</a:t>
            </a:r>
          </a:p>
          <a:p>
            <a:pPr algn="l"/>
            <a:r>
              <a:rPr lang="sl-SI">
                <a:solidFill>
                  <a:srgbClr val="C00000"/>
                </a:solidFill>
              </a:rPr>
              <a:t>tabela = relacija!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44034" name="AutoShape 2"/>
          <p:cNvSpPr>
            <a:spLocks noGrp="1" noChangeArrowheads="1"/>
          </p:cNvSpPr>
          <p:nvPr>
            <p:ph type="title"/>
          </p:nvPr>
        </p:nvSpPr>
        <p:spPr/>
        <p:txBody>
          <a:bodyPr/>
          <a:lstStyle/>
          <a:p>
            <a:r>
              <a:rPr lang="en-US" err="1"/>
              <a:t>Pomen</a:t>
            </a:r>
            <a:r>
              <a:rPr lang="en-US"/>
              <a:t> </a:t>
            </a:r>
            <a:r>
              <a:rPr lang="en-US" err="1"/>
              <a:t>relacije</a:t>
            </a:r>
            <a:endParaRPr lang="en-US"/>
          </a:p>
        </p:txBody>
      </p:sp>
      <p:sp>
        <p:nvSpPr>
          <p:cNvPr id="44035" name="Rectangle 3"/>
          <p:cNvSpPr>
            <a:spLocks noGrp="1" noChangeArrowheads="1"/>
          </p:cNvSpPr>
          <p:nvPr>
            <p:ph type="body" idx="1"/>
          </p:nvPr>
        </p:nvSpPr>
        <p:spPr/>
        <p:txBody>
          <a:bodyPr/>
          <a:lstStyle/>
          <a:p>
            <a:r>
              <a:rPr lang="en-US" err="1"/>
              <a:t>Relacija</a:t>
            </a:r>
            <a:r>
              <a:rPr lang="en-US"/>
              <a:t> v </a:t>
            </a:r>
            <a:r>
              <a:rPr lang="sl-SI"/>
              <a:t>dobesednem pomenu:</a:t>
            </a:r>
          </a:p>
          <a:p>
            <a:pPr lvl="1"/>
            <a:r>
              <a:rPr lang="sl-SI"/>
              <a:t>Elementi relacije (objekti, vrstice) izpolnjujejo določene pogoje. (</a:t>
            </a:r>
            <a:r>
              <a:rPr lang="sl-SI" err="1"/>
              <a:t>coln</a:t>
            </a:r>
            <a:r>
              <a:rPr lang="sl-SI"/>
              <a:t> in jadralec)</a:t>
            </a:r>
          </a:p>
          <a:p>
            <a:r>
              <a:rPr lang="sl-SI"/>
              <a:t>Relacija v p</a:t>
            </a:r>
            <a:r>
              <a:rPr lang="en-US" err="1"/>
              <a:t>ovezovalnem</a:t>
            </a:r>
            <a:r>
              <a:rPr lang="sl-SI"/>
              <a:t> pomenu:</a:t>
            </a:r>
          </a:p>
          <a:p>
            <a:pPr lvl="1"/>
            <a:r>
              <a:rPr lang="sl-SI"/>
              <a:t>Elementi v vrstici (celice) relacije (tabele) so med seboj v nekem razmerju. (rezervacija)</a:t>
            </a:r>
          </a:p>
          <a:p>
            <a:pPr lvl="1"/>
            <a:r>
              <a:rPr lang="sl-SI"/>
              <a:t>Uporaba za povezovanje elementov drugih relacij (tabel) med seboj. (rezervacija)</a:t>
            </a:r>
            <a:endParaRPr lang="en-US"/>
          </a:p>
        </p:txBody>
      </p:sp>
      <p:sp>
        <p:nvSpPr>
          <p:cNvPr id="44036" name="Text Box 4"/>
          <p:cNvSpPr txBox="1">
            <a:spLocks noChangeArrowheads="1"/>
          </p:cNvSpPr>
          <p:nvPr/>
        </p:nvSpPr>
        <p:spPr bwMode="auto">
          <a:xfrm>
            <a:off x="1676400" y="6096000"/>
            <a:ext cx="2520950" cy="366712"/>
          </a:xfrm>
          <a:prstGeom prst="rect">
            <a:avLst/>
          </a:prstGeom>
          <a:noFill/>
          <a:ln w="9525" algn="ctr">
            <a:noFill/>
            <a:miter lim="800000"/>
            <a:headEnd/>
            <a:tailEnd/>
          </a:ln>
          <a:effectLst/>
        </p:spPr>
        <p:txBody>
          <a:bodyPr wrap="none">
            <a:spAutoFit/>
          </a:bodyPr>
          <a:lstStyle/>
          <a:p>
            <a:r>
              <a:rPr lang="sl-SI"/>
              <a:t>zakonec(Janez, Micka)</a:t>
            </a:r>
            <a:endParaRPr lang="en-US"/>
          </a:p>
        </p:txBody>
      </p:sp>
      <p:grpSp>
        <p:nvGrpSpPr>
          <p:cNvPr id="12" name="Group 11"/>
          <p:cNvGrpSpPr/>
          <p:nvPr/>
        </p:nvGrpSpPr>
        <p:grpSpPr>
          <a:xfrm>
            <a:off x="5257800" y="5791200"/>
            <a:ext cx="2839239" cy="674132"/>
            <a:chOff x="5257800" y="5791200"/>
            <a:chExt cx="2839239" cy="674132"/>
          </a:xfrm>
        </p:grpSpPr>
        <p:grpSp>
          <p:nvGrpSpPr>
            <p:cNvPr id="10" name="Group 9"/>
            <p:cNvGrpSpPr/>
            <p:nvPr/>
          </p:nvGrpSpPr>
          <p:grpSpPr>
            <a:xfrm>
              <a:off x="5257800" y="6096000"/>
              <a:ext cx="2839239" cy="369332"/>
              <a:chOff x="5555855" y="5638800"/>
              <a:chExt cx="2839239" cy="369332"/>
            </a:xfrm>
          </p:grpSpPr>
          <p:sp>
            <p:nvSpPr>
              <p:cNvPr id="7" name="Text Box 4"/>
              <p:cNvSpPr txBox="1">
                <a:spLocks noChangeArrowheads="1"/>
              </p:cNvSpPr>
              <p:nvPr/>
            </p:nvSpPr>
            <p:spPr bwMode="auto">
              <a:xfrm>
                <a:off x="5555855" y="5638800"/>
                <a:ext cx="2839239" cy="369332"/>
              </a:xfrm>
              <a:prstGeom prst="rect">
                <a:avLst/>
              </a:prstGeom>
              <a:noFill/>
              <a:ln w="9525" algn="ctr">
                <a:noFill/>
                <a:miter lim="800000"/>
                <a:headEnd/>
                <a:tailEnd/>
              </a:ln>
              <a:effectLst/>
            </p:spPr>
            <p:txBody>
              <a:bodyPr wrap="none">
                <a:spAutoFit/>
              </a:bodyPr>
              <a:lstStyle/>
              <a:p>
                <a:r>
                  <a:rPr lang="sl-SI"/>
                  <a:t>Janez</a:t>
                </a:r>
                <a:r>
                  <a:rPr lang="en-US"/>
                  <a:t>			  </a:t>
                </a:r>
                <a:r>
                  <a:rPr lang="sl-SI"/>
                  <a:t>Micka</a:t>
                </a:r>
                <a:endParaRPr lang="en-US"/>
              </a:p>
            </p:txBody>
          </p:sp>
          <p:cxnSp>
            <p:nvCxnSpPr>
              <p:cNvPr id="9" name="Straight Connector 8"/>
              <p:cNvCxnSpPr/>
              <p:nvPr/>
            </p:nvCxnSpPr>
            <p:spPr bwMode="auto">
              <a:xfrm>
                <a:off x="6400800" y="5791200"/>
                <a:ext cx="1143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1" name="TextBox 10"/>
            <p:cNvSpPr txBox="1"/>
            <p:nvPr/>
          </p:nvSpPr>
          <p:spPr>
            <a:xfrm>
              <a:off x="6096000" y="5791200"/>
              <a:ext cx="1043877" cy="369332"/>
            </a:xfrm>
            <a:prstGeom prst="rect">
              <a:avLst/>
            </a:prstGeom>
            <a:noFill/>
          </p:spPr>
          <p:txBody>
            <a:bodyPr wrap="none" rtlCol="0">
              <a:spAutoFit/>
            </a:bodyPr>
            <a:lstStyle/>
            <a:p>
              <a:r>
                <a:rPr lang="en-US" err="1"/>
                <a:t>zakonec</a:t>
              </a:r>
              <a:endParaRPr lang="sl-SI"/>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1506" name="AutoShape 2"/>
          <p:cNvSpPr>
            <a:spLocks noGrp="1" noChangeArrowheads="1"/>
          </p:cNvSpPr>
          <p:nvPr>
            <p:ph type="title"/>
          </p:nvPr>
        </p:nvSpPr>
        <p:spPr/>
        <p:txBody>
          <a:bodyPr/>
          <a:lstStyle/>
          <a:p>
            <a:r>
              <a:rPr lang="en-US"/>
              <a:t>Atribut</a:t>
            </a:r>
          </a:p>
        </p:txBody>
      </p:sp>
      <p:sp>
        <p:nvSpPr>
          <p:cNvPr id="21507" name="Rectangle 3"/>
          <p:cNvSpPr>
            <a:spLocks noGrp="1" noChangeArrowheads="1"/>
          </p:cNvSpPr>
          <p:nvPr>
            <p:ph type="body" idx="1"/>
          </p:nvPr>
        </p:nvSpPr>
        <p:spPr/>
        <p:txBody>
          <a:bodyPr/>
          <a:lstStyle/>
          <a:p>
            <a:r>
              <a:rPr lang="en-US" err="1"/>
              <a:t>Vsaka</a:t>
            </a:r>
            <a:r>
              <a:rPr lang="en-US"/>
              <a:t> n-</a:t>
            </a:r>
            <a:r>
              <a:rPr lang="en-US" err="1"/>
              <a:t>terica</a:t>
            </a:r>
            <a:r>
              <a:rPr lang="en-US"/>
              <a:t> </a:t>
            </a:r>
            <a:r>
              <a:rPr lang="sl-SI"/>
              <a:t>v relaciji predstavlja določen objekt.</a:t>
            </a:r>
          </a:p>
          <a:p>
            <a:r>
              <a:rPr lang="sl-SI"/>
              <a:t>Vsak objekt opišemo z lastnostmi – atributi.</a:t>
            </a:r>
          </a:p>
          <a:p>
            <a:r>
              <a:rPr lang="sl-SI"/>
              <a:t>Atribut kot preslikava lastnosti objekta v pripadajočo domeno:</a:t>
            </a:r>
          </a:p>
          <a:p>
            <a:endParaRPr lang="sl-SI"/>
          </a:p>
          <a:p>
            <a:pPr>
              <a:buFont typeface="Wingdings" pitchFamily="2" charset="2"/>
              <a:buNone/>
            </a:pPr>
            <a:endParaRPr lang="en-US"/>
          </a:p>
        </p:txBody>
      </p:sp>
      <p:graphicFrame>
        <p:nvGraphicFramePr>
          <p:cNvPr id="21508" name="Object 4"/>
          <p:cNvGraphicFramePr>
            <a:graphicFrameLocks noGrp="1" noChangeAspect="1"/>
          </p:cNvGraphicFramePr>
          <p:nvPr>
            <p:ph sz="half" idx="4294967295"/>
          </p:nvPr>
        </p:nvGraphicFramePr>
        <p:xfrm>
          <a:off x="1295400" y="4724400"/>
          <a:ext cx="1828800" cy="566738"/>
        </p:xfrm>
        <a:graphic>
          <a:graphicData uri="http://schemas.openxmlformats.org/presentationml/2006/ole">
            <mc:AlternateContent xmlns:mc="http://schemas.openxmlformats.org/markup-compatibility/2006">
              <mc:Choice xmlns:v="urn:schemas-microsoft-com:vml" Requires="v">
                <p:oleObj name="Equation" r:id="rId2" imgW="736600" imgH="228600" progId="">
                  <p:embed/>
                </p:oleObj>
              </mc:Choice>
              <mc:Fallback>
                <p:oleObj name="Equation" r:id="rId2" imgW="736600" imgH="228600" progId="">
                  <p:embed/>
                  <p:pic>
                    <p:nvPicPr>
                      <p:cNvPr id="21508"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724400"/>
                        <a:ext cx="1828800" cy="566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4578" name="AutoShape 2"/>
          <p:cNvSpPr>
            <a:spLocks noGrp="1" noChangeArrowheads="1"/>
          </p:cNvSpPr>
          <p:nvPr>
            <p:ph type="title"/>
          </p:nvPr>
        </p:nvSpPr>
        <p:spPr/>
        <p:txBody>
          <a:bodyPr/>
          <a:lstStyle/>
          <a:p>
            <a:r>
              <a:rPr lang="sl-SI"/>
              <a:t>Relacijska shema</a:t>
            </a:r>
            <a:endParaRPr lang="en-US"/>
          </a:p>
        </p:txBody>
      </p:sp>
      <p:sp>
        <p:nvSpPr>
          <p:cNvPr id="24579" name="Rectangle 3"/>
          <p:cNvSpPr>
            <a:spLocks noGrp="1" noChangeArrowheads="1"/>
          </p:cNvSpPr>
          <p:nvPr>
            <p:ph type="body" idx="1"/>
          </p:nvPr>
        </p:nvSpPr>
        <p:spPr>
          <a:xfrm>
            <a:off x="838200" y="2362201"/>
            <a:ext cx="7693025" cy="1981200"/>
          </a:xfrm>
        </p:spPr>
        <p:txBody>
          <a:bodyPr/>
          <a:lstStyle/>
          <a:p>
            <a:r>
              <a:rPr lang="sl-SI"/>
              <a:t>Vsaki relaciji </a:t>
            </a:r>
            <a:r>
              <a:rPr lang="sl-SI" i="1"/>
              <a:t>r</a:t>
            </a:r>
            <a:r>
              <a:rPr lang="sl-SI"/>
              <a:t> pripada natanko ena relacijska shema, sestavljena iz oznake sheme R in iz oznak imen in domen atributov. Domene atributov lahko izpustimo.</a:t>
            </a:r>
          </a:p>
          <a:p>
            <a:endParaRPr lang="sl-SI"/>
          </a:p>
          <a:p>
            <a:endParaRPr lang="sl-SI"/>
          </a:p>
          <a:p>
            <a:r>
              <a:rPr lang="sl-SI"/>
              <a:t>Eni shemi lahko pripada več relacij!</a:t>
            </a:r>
          </a:p>
          <a:p>
            <a:r>
              <a:rPr lang="sl-SI"/>
              <a:t>Shema relacije </a:t>
            </a:r>
            <a:r>
              <a:rPr lang="en-US"/>
              <a:t>= </a:t>
            </a:r>
            <a:r>
              <a:rPr lang="en-US" err="1"/>
              <a:t>glava</a:t>
            </a:r>
            <a:r>
              <a:rPr lang="en-US"/>
              <a:t> </a:t>
            </a:r>
            <a:r>
              <a:rPr lang="en-US" err="1"/>
              <a:t>tabele</a:t>
            </a:r>
            <a:r>
              <a:rPr lang="sl-SI"/>
              <a:t>.</a:t>
            </a:r>
          </a:p>
          <a:p>
            <a:endParaRPr lang="sl-SI"/>
          </a:p>
          <a:p>
            <a:pPr>
              <a:buFont typeface="Wingdings" pitchFamily="2" charset="2"/>
              <a:buNone/>
            </a:pPr>
            <a:endParaRPr lang="sl-SI"/>
          </a:p>
          <a:p>
            <a:pPr>
              <a:buFont typeface="Wingdings" pitchFamily="2" charset="2"/>
              <a:buNone/>
            </a:pPr>
            <a:endParaRPr lang="sl-SI"/>
          </a:p>
          <a:p>
            <a:endParaRPr lang="en-US"/>
          </a:p>
        </p:txBody>
      </p:sp>
      <p:graphicFrame>
        <p:nvGraphicFramePr>
          <p:cNvPr id="24584" name="Object 8"/>
          <p:cNvGraphicFramePr>
            <a:graphicFrameLocks noGrp="1" noChangeAspect="1"/>
          </p:cNvGraphicFramePr>
          <p:nvPr>
            <p:ph sz="half" idx="4294967295"/>
            <p:extLst>
              <p:ext uri="{D42A27DB-BD31-4B8C-83A1-F6EECF244321}">
                <p14:modId xmlns:p14="http://schemas.microsoft.com/office/powerpoint/2010/main" val="336581996"/>
              </p:ext>
            </p:extLst>
          </p:nvPr>
        </p:nvGraphicFramePr>
        <p:xfrm>
          <a:off x="1219200" y="4343401"/>
          <a:ext cx="4191000" cy="550863"/>
        </p:xfrm>
        <a:graphic>
          <a:graphicData uri="http://schemas.openxmlformats.org/presentationml/2006/ole">
            <mc:AlternateContent xmlns:mc="http://schemas.openxmlformats.org/markup-compatibility/2006">
              <mc:Choice xmlns:v="urn:schemas-microsoft-com:vml" Requires="v">
                <p:oleObj name="Equation" r:id="rId3" imgW="1739900" imgH="228600" progId="">
                  <p:embed/>
                </p:oleObj>
              </mc:Choice>
              <mc:Fallback>
                <p:oleObj name="Equation" r:id="rId3" imgW="1739900" imgH="228600" progId="">
                  <p:embed/>
                  <p:pic>
                    <p:nvPicPr>
                      <p:cNvPr id="24584" name="Object 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343401"/>
                        <a:ext cx="4191000"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1746" name="AutoShape 2"/>
          <p:cNvSpPr>
            <a:spLocks noGrp="1" noChangeArrowheads="1"/>
          </p:cNvSpPr>
          <p:nvPr>
            <p:ph type="title"/>
          </p:nvPr>
        </p:nvSpPr>
        <p:spPr/>
        <p:txBody>
          <a:bodyPr/>
          <a:lstStyle/>
          <a:p>
            <a:r>
              <a:rPr lang="en-US"/>
              <a:t>Odvisnosti med atributi</a:t>
            </a:r>
          </a:p>
        </p:txBody>
      </p:sp>
      <p:sp>
        <p:nvSpPr>
          <p:cNvPr id="31747" name="Rectangle 3"/>
          <p:cNvSpPr>
            <a:spLocks noGrp="1" noChangeArrowheads="1"/>
          </p:cNvSpPr>
          <p:nvPr>
            <p:ph type="body" idx="1"/>
          </p:nvPr>
        </p:nvSpPr>
        <p:spPr/>
        <p:txBody>
          <a:bodyPr/>
          <a:lstStyle/>
          <a:p>
            <a:r>
              <a:rPr lang="en-US" err="1"/>
              <a:t>Omejevanje</a:t>
            </a:r>
            <a:r>
              <a:rPr lang="en-US"/>
              <a:t> </a:t>
            </a:r>
            <a:r>
              <a:rPr lang="en-US" err="1"/>
              <a:t>vrednosti</a:t>
            </a:r>
            <a:r>
              <a:rPr lang="en-US"/>
              <a:t> </a:t>
            </a:r>
            <a:r>
              <a:rPr lang="en-US" err="1"/>
              <a:t>relacij</a:t>
            </a:r>
            <a:endParaRPr lang="en-US"/>
          </a:p>
          <a:p>
            <a:pPr lvl="1"/>
            <a:r>
              <a:rPr lang="en-US" err="1">
                <a:solidFill>
                  <a:srgbClr val="008080"/>
                </a:solidFill>
              </a:rPr>
              <a:t>Funkcionalne</a:t>
            </a:r>
            <a:endParaRPr lang="en-US">
              <a:solidFill>
                <a:srgbClr val="008080"/>
              </a:solidFill>
            </a:endParaRPr>
          </a:p>
          <a:p>
            <a:pPr lvl="1"/>
            <a:r>
              <a:rPr lang="en-US" err="1"/>
              <a:t>Ve</a:t>
            </a:r>
            <a:r>
              <a:rPr lang="sl-SI"/>
              <a:t>čvrednostne</a:t>
            </a:r>
          </a:p>
          <a:p>
            <a:pPr lvl="1"/>
            <a:r>
              <a:rPr lang="sl-SI"/>
              <a:t>Stične</a:t>
            </a:r>
          </a:p>
          <a:p>
            <a:r>
              <a:rPr lang="sl-SI"/>
              <a:t>Veljajo v shemi R; torej v </a:t>
            </a:r>
            <a:r>
              <a:rPr lang="sl-SI">
                <a:solidFill>
                  <a:srgbClr val="008080"/>
                </a:solidFill>
              </a:rPr>
              <a:t>vseh</a:t>
            </a:r>
            <a:r>
              <a:rPr lang="sl-SI"/>
              <a:t> relacijah </a:t>
            </a:r>
            <a:r>
              <a:rPr lang="sl-SI" i="1"/>
              <a:t>r</a:t>
            </a:r>
            <a:r>
              <a:rPr lang="sl-SI"/>
              <a:t>, katerih shema je R.</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2770" name="AutoShape 2"/>
          <p:cNvSpPr>
            <a:spLocks noGrp="1" noChangeArrowheads="1"/>
          </p:cNvSpPr>
          <p:nvPr>
            <p:ph type="title"/>
          </p:nvPr>
        </p:nvSpPr>
        <p:spPr/>
        <p:txBody>
          <a:bodyPr/>
          <a:lstStyle/>
          <a:p>
            <a:r>
              <a:rPr lang="sl-SI"/>
              <a:t>Funkcionalne odvisnosti</a:t>
            </a:r>
            <a:endParaRPr lang="en-US"/>
          </a:p>
        </p:txBody>
      </p:sp>
      <p:sp>
        <p:nvSpPr>
          <p:cNvPr id="32771" name="Rectangle 3"/>
          <p:cNvSpPr>
            <a:spLocks noGrp="1" noChangeArrowheads="1"/>
          </p:cNvSpPr>
          <p:nvPr>
            <p:ph type="body" idx="1"/>
          </p:nvPr>
        </p:nvSpPr>
        <p:spPr/>
        <p:txBody>
          <a:bodyPr/>
          <a:lstStyle/>
          <a:p>
            <a:r>
              <a:rPr lang="sl-SI" sz="2400"/>
              <a:t>Množica atributov </a:t>
            </a:r>
            <a:r>
              <a:rPr lang="en-US" sz="2400"/>
              <a:t>{X} </a:t>
            </a:r>
            <a:r>
              <a:rPr lang="en-US" sz="2400" err="1"/>
              <a:t>funkcionalno</a:t>
            </a:r>
            <a:r>
              <a:rPr lang="en-US" sz="2400"/>
              <a:t> </a:t>
            </a:r>
            <a:r>
              <a:rPr lang="en-US" sz="2400" err="1"/>
              <a:t>dolo</a:t>
            </a:r>
            <a:r>
              <a:rPr lang="sl-SI" sz="2400" err="1"/>
              <a:t>ča</a:t>
            </a:r>
            <a:r>
              <a:rPr lang="sl-SI" sz="2400"/>
              <a:t> množico atributov </a:t>
            </a:r>
            <a:r>
              <a:rPr lang="en-US" sz="2400"/>
              <a:t>{Y}</a:t>
            </a:r>
            <a:r>
              <a:rPr lang="sl-SI" sz="2400"/>
              <a:t> če v nobeni relaciji s shemo R ne obstajata n-terici, ki bi se ujemali v vrednosti atributov </a:t>
            </a:r>
            <a:r>
              <a:rPr lang="en-US" sz="2400"/>
              <a:t>{</a:t>
            </a:r>
            <a:r>
              <a:rPr lang="sl-SI" sz="2400"/>
              <a:t>X</a:t>
            </a:r>
            <a:r>
              <a:rPr lang="en-US" sz="2400"/>
              <a:t>}</a:t>
            </a:r>
            <a:r>
              <a:rPr lang="sl-SI" sz="2400"/>
              <a:t> in ne ujemali v vrednosti atributov </a:t>
            </a:r>
            <a:r>
              <a:rPr lang="en-US" sz="2400"/>
              <a:t>{Y}</a:t>
            </a:r>
            <a:r>
              <a:rPr lang="sl-SI" sz="2400"/>
              <a:t>.</a:t>
            </a:r>
          </a:p>
          <a:p>
            <a:r>
              <a:rPr lang="sl-SI" sz="2400"/>
              <a:t>Z</a:t>
            </a:r>
            <a:r>
              <a:rPr lang="en-US" sz="2400" err="1"/>
              <a:t>api</a:t>
            </a:r>
            <a:r>
              <a:rPr lang="sl-SI" sz="2400"/>
              <a:t>šemo </a:t>
            </a:r>
            <a:r>
              <a:rPr lang="en-US" sz="2400"/>
              <a:t>{X}</a:t>
            </a:r>
            <a:r>
              <a:rPr lang="en-US" sz="2400">
                <a:sym typeface="Symbol" pitchFamily="18" charset="2"/>
              </a:rPr>
              <a:t></a:t>
            </a:r>
            <a:r>
              <a:rPr lang="en-US" sz="2400"/>
              <a:t>{Y}</a:t>
            </a:r>
            <a:r>
              <a:rPr lang="sl-SI" sz="2400"/>
              <a:t> ali krajše </a:t>
            </a:r>
            <a:r>
              <a:rPr lang="en-US" sz="2400"/>
              <a:t>X</a:t>
            </a:r>
            <a:r>
              <a:rPr lang="en-US" sz="2400">
                <a:sym typeface="Symbol" pitchFamily="18" charset="2"/>
              </a:rPr>
              <a:t></a:t>
            </a:r>
            <a:r>
              <a:rPr lang="en-US" sz="2400"/>
              <a:t>Y</a:t>
            </a:r>
            <a:r>
              <a:rPr lang="sl-SI" sz="2400"/>
              <a:t>.</a:t>
            </a:r>
          </a:p>
          <a:p>
            <a:r>
              <a:rPr lang="sl-SI" sz="2400"/>
              <a:t>Množico vseh funkcionalnih odvisnosti v shemi R označimo s F(R).</a:t>
            </a:r>
            <a:endParaRPr lang="en-US" sz="2400"/>
          </a:p>
        </p:txBody>
      </p:sp>
      <p:graphicFrame>
        <p:nvGraphicFramePr>
          <p:cNvPr id="32772" name="Object 4"/>
          <p:cNvGraphicFramePr>
            <a:graphicFrameLocks noGrp="1" noChangeAspect="1"/>
          </p:cNvGraphicFramePr>
          <p:nvPr>
            <p:ph sz="half" idx="4294967295"/>
          </p:nvPr>
        </p:nvGraphicFramePr>
        <p:xfrm>
          <a:off x="1295400" y="5334000"/>
          <a:ext cx="7543800" cy="390525"/>
        </p:xfrm>
        <a:graphic>
          <a:graphicData uri="http://schemas.openxmlformats.org/presentationml/2006/ole">
            <mc:AlternateContent xmlns:mc="http://schemas.openxmlformats.org/markup-compatibility/2006">
              <mc:Choice xmlns:v="urn:schemas-microsoft-com:vml" Requires="v">
                <p:oleObj name="Equation" r:id="rId2" imgW="4914900" imgH="254000" progId="">
                  <p:embed/>
                </p:oleObj>
              </mc:Choice>
              <mc:Fallback>
                <p:oleObj name="Equation" r:id="rId2" imgW="4914900" imgH="254000" progId="">
                  <p:embed/>
                  <p:pic>
                    <p:nvPicPr>
                      <p:cNvPr id="32772"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5334000"/>
                        <a:ext cx="75438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5842" name="AutoShape 2"/>
          <p:cNvSpPr>
            <a:spLocks noGrp="1" noChangeArrowheads="1"/>
          </p:cNvSpPr>
          <p:nvPr>
            <p:ph type="title"/>
          </p:nvPr>
        </p:nvSpPr>
        <p:spPr/>
        <p:txBody>
          <a:bodyPr/>
          <a:lstStyle/>
          <a:p>
            <a:r>
              <a:rPr lang="sl-SI"/>
              <a:t>Ključ relacijske sheme</a:t>
            </a:r>
            <a:endParaRPr lang="en-US"/>
          </a:p>
        </p:txBody>
      </p:sp>
      <p:sp>
        <p:nvSpPr>
          <p:cNvPr id="35843" name="Rectangle 3"/>
          <p:cNvSpPr>
            <a:spLocks noGrp="1" noChangeArrowheads="1"/>
          </p:cNvSpPr>
          <p:nvPr>
            <p:ph type="body" idx="1"/>
          </p:nvPr>
        </p:nvSpPr>
        <p:spPr>
          <a:xfrm>
            <a:off x="838200" y="2286000"/>
            <a:ext cx="7693025" cy="3724275"/>
          </a:xfrm>
        </p:spPr>
        <p:txBody>
          <a:bodyPr/>
          <a:lstStyle/>
          <a:p>
            <a:pPr marL="533400" indent="-533400">
              <a:lnSpc>
                <a:spcPct val="90000"/>
              </a:lnSpc>
            </a:pPr>
            <a:r>
              <a:rPr lang="en-US" sz="2400" err="1"/>
              <a:t>Relacija</a:t>
            </a:r>
            <a:r>
              <a:rPr lang="en-US" sz="2400"/>
              <a:t> je </a:t>
            </a:r>
            <a:r>
              <a:rPr lang="en-US" sz="2400" err="1"/>
              <a:t>mno</a:t>
            </a:r>
            <a:r>
              <a:rPr lang="sl-SI" sz="2400"/>
              <a:t>žica, torej morajo biti vsi elementi (</a:t>
            </a:r>
            <a:r>
              <a:rPr lang="sl-SI" sz="2400" i="1"/>
              <a:t>n</a:t>
            </a:r>
            <a:r>
              <a:rPr lang="sl-SI" sz="2400"/>
              <a:t>-terice) unikatni.</a:t>
            </a:r>
          </a:p>
          <a:p>
            <a:pPr marL="533400" indent="-533400">
              <a:lnSpc>
                <a:spcPct val="90000"/>
              </a:lnSpc>
            </a:pPr>
            <a:r>
              <a:rPr lang="sl-SI" sz="2400"/>
              <a:t>Minimalna podmnožica atributov, ki enolično identificira vsako </a:t>
            </a:r>
            <a:r>
              <a:rPr lang="sl-SI" sz="2400" i="1"/>
              <a:t>n</a:t>
            </a:r>
            <a:r>
              <a:rPr lang="sl-SI" sz="2400"/>
              <a:t>-terico je ključ.</a:t>
            </a:r>
          </a:p>
          <a:p>
            <a:pPr marL="533400" indent="-533400">
              <a:lnSpc>
                <a:spcPct val="90000"/>
              </a:lnSpc>
            </a:pPr>
            <a:r>
              <a:rPr lang="sl-SI" sz="2400"/>
              <a:t>Ključ:</a:t>
            </a:r>
          </a:p>
          <a:p>
            <a:pPr marL="1295400" lvl="2" indent="-381000">
              <a:lnSpc>
                <a:spcPct val="90000"/>
              </a:lnSpc>
              <a:buFont typeface="Wingdings" pitchFamily="2" charset="2"/>
              <a:buAutoNum type="arabicPeriod"/>
            </a:pPr>
            <a:r>
              <a:rPr lang="sl-SI" sz="2400"/>
              <a:t>X</a:t>
            </a:r>
            <a:r>
              <a:rPr lang="sl-SI" sz="2400">
                <a:sym typeface="Symbol" pitchFamily="18" charset="2"/>
              </a:rPr>
              <a:t>R</a:t>
            </a:r>
          </a:p>
          <a:p>
            <a:pPr marL="1295400" lvl="2" indent="-381000">
              <a:lnSpc>
                <a:spcPct val="90000"/>
              </a:lnSpc>
              <a:buFont typeface="Wingdings" pitchFamily="2" charset="2"/>
              <a:buAutoNum type="arabicPeriod"/>
            </a:pPr>
            <a:r>
              <a:rPr lang="sl-SI" sz="1800">
                <a:sym typeface="Symbol" pitchFamily="18" charset="2"/>
              </a:rPr>
              <a:t> </a:t>
            </a:r>
          </a:p>
          <a:p>
            <a:pPr marL="533400" indent="-533400">
              <a:lnSpc>
                <a:spcPct val="90000"/>
              </a:lnSpc>
            </a:pPr>
            <a:r>
              <a:rPr lang="sl-SI" sz="2400">
                <a:sym typeface="Symbol" pitchFamily="18" charset="2"/>
              </a:rPr>
              <a:t>Nadključ: ključ, ki vsebuje vsaj en ključ.</a:t>
            </a:r>
          </a:p>
          <a:p>
            <a:pPr marL="1295400" lvl="2" indent="-381000">
              <a:lnSpc>
                <a:spcPct val="90000"/>
              </a:lnSpc>
              <a:buFont typeface="Wingdings" pitchFamily="2" charset="2"/>
              <a:buAutoNum type="arabicPeriod"/>
            </a:pPr>
            <a:endParaRPr lang="sl-SI" sz="1800">
              <a:sym typeface="Symbol" pitchFamily="18" charset="2"/>
            </a:endParaRPr>
          </a:p>
          <a:p>
            <a:pPr marL="533400" indent="-533400">
              <a:lnSpc>
                <a:spcPct val="90000"/>
              </a:lnSpc>
              <a:buFont typeface="Wingdings" pitchFamily="2" charset="2"/>
              <a:buNone/>
            </a:pPr>
            <a:endParaRPr lang="en-US" sz="2400"/>
          </a:p>
        </p:txBody>
      </p:sp>
      <p:graphicFrame>
        <p:nvGraphicFramePr>
          <p:cNvPr id="35848" name="Object 8"/>
          <p:cNvGraphicFramePr>
            <a:graphicFrameLocks noGrp="1" noChangeAspect="1"/>
          </p:cNvGraphicFramePr>
          <p:nvPr>
            <p:ph sz="quarter" idx="4294967295"/>
          </p:nvPr>
        </p:nvGraphicFramePr>
        <p:xfrm>
          <a:off x="2057400" y="4419600"/>
          <a:ext cx="3810000" cy="500063"/>
        </p:xfrm>
        <a:graphic>
          <a:graphicData uri="http://schemas.openxmlformats.org/presentationml/2006/ole">
            <mc:AlternateContent xmlns:mc="http://schemas.openxmlformats.org/markup-compatibility/2006">
              <mc:Choice xmlns:v="urn:schemas-microsoft-com:vml" Requires="v">
                <p:oleObj name="Equation" r:id="rId2" imgW="1739900" imgH="228600" progId="">
                  <p:embed/>
                </p:oleObj>
              </mc:Choice>
              <mc:Fallback>
                <p:oleObj name="Equation" r:id="rId2" imgW="1739900" imgH="228600" progId="">
                  <p:embed/>
                  <p:pic>
                    <p:nvPicPr>
                      <p:cNvPr id="35848" name="Object 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419600"/>
                        <a:ext cx="38100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5842" name="AutoShape 2"/>
          <p:cNvSpPr>
            <a:spLocks noGrp="1" noChangeArrowheads="1"/>
          </p:cNvSpPr>
          <p:nvPr>
            <p:ph type="title"/>
          </p:nvPr>
        </p:nvSpPr>
        <p:spPr/>
        <p:txBody>
          <a:bodyPr/>
          <a:lstStyle/>
          <a:p>
            <a:r>
              <a:rPr lang="sl-SI"/>
              <a:t>Primarni in tuji ključ</a:t>
            </a:r>
            <a:endParaRPr lang="en-US"/>
          </a:p>
        </p:txBody>
      </p:sp>
      <p:sp>
        <p:nvSpPr>
          <p:cNvPr id="35843" name="Rectangle 3"/>
          <p:cNvSpPr>
            <a:spLocks noGrp="1" noChangeArrowheads="1"/>
          </p:cNvSpPr>
          <p:nvPr>
            <p:ph type="body" idx="1"/>
          </p:nvPr>
        </p:nvSpPr>
        <p:spPr>
          <a:xfrm>
            <a:off x="838200" y="2286000"/>
            <a:ext cx="7693025" cy="3724275"/>
          </a:xfrm>
        </p:spPr>
        <p:txBody>
          <a:bodyPr/>
          <a:lstStyle/>
          <a:p>
            <a:pPr>
              <a:lnSpc>
                <a:spcPct val="90000"/>
              </a:lnSpc>
            </a:pPr>
            <a:r>
              <a:rPr lang="sl-SI" sz="2400"/>
              <a:t>Primarni ključ: Ključ, ki ga izberemo za enolično identifikacijo vsake n-terice.</a:t>
            </a:r>
            <a:endParaRPr lang="sl-SI" sz="1800">
              <a:sym typeface="Symbol" pitchFamily="18" charset="2"/>
            </a:endParaRPr>
          </a:p>
          <a:p>
            <a:pPr marL="0" indent="0">
              <a:lnSpc>
                <a:spcPct val="90000"/>
              </a:lnSpc>
              <a:buNone/>
            </a:pPr>
            <a:r>
              <a:rPr lang="sl-SI" sz="2400">
                <a:sym typeface="Symbol" pitchFamily="18" charset="2"/>
              </a:rPr>
              <a:t>    </a:t>
            </a:r>
            <a:r>
              <a:rPr lang="en-US" sz="2400">
                <a:sym typeface="Symbol" pitchFamily="18" charset="2"/>
              </a:rPr>
              <a:t>V </a:t>
            </a:r>
            <a:r>
              <a:rPr lang="en-US" sz="2400" err="1">
                <a:sym typeface="Symbol" pitchFamily="18" charset="2"/>
              </a:rPr>
              <a:t>relacijski</a:t>
            </a:r>
            <a:r>
              <a:rPr lang="en-US" sz="2400">
                <a:sym typeface="Symbol" pitchFamily="18" charset="2"/>
              </a:rPr>
              <a:t> </a:t>
            </a:r>
            <a:r>
              <a:rPr lang="en-US" sz="2400" err="1">
                <a:sym typeface="Symbol" pitchFamily="18" charset="2"/>
              </a:rPr>
              <a:t>shemi</a:t>
            </a:r>
            <a:r>
              <a:rPr lang="en-US" sz="2400">
                <a:sym typeface="Symbol" pitchFamily="18" charset="2"/>
              </a:rPr>
              <a:t> </a:t>
            </a:r>
            <a:r>
              <a:rPr lang="sl-SI" sz="2400">
                <a:sym typeface="Symbol" pitchFamily="18" charset="2"/>
              </a:rPr>
              <a:t>primarni </a:t>
            </a:r>
            <a:r>
              <a:rPr lang="en-US" sz="2400" err="1">
                <a:sym typeface="Symbol" pitchFamily="18" charset="2"/>
              </a:rPr>
              <a:t>klju</a:t>
            </a:r>
            <a:r>
              <a:rPr lang="sl-SI" sz="2400">
                <a:sym typeface="Symbol" pitchFamily="18" charset="2"/>
              </a:rPr>
              <a:t>č </a:t>
            </a:r>
            <a:r>
              <a:rPr lang="sl-SI" sz="2400" u="sng">
                <a:sym typeface="Symbol" pitchFamily="18" charset="2"/>
              </a:rPr>
              <a:t>podčrtamo.</a:t>
            </a:r>
          </a:p>
          <a:p>
            <a:pPr>
              <a:lnSpc>
                <a:spcPct val="90000"/>
              </a:lnSpc>
            </a:pPr>
            <a:r>
              <a:rPr lang="sl-SI" sz="2400">
                <a:sym typeface="Symbol" pitchFamily="18" charset="2"/>
              </a:rPr>
              <a:t>Tuji ključ: Množica atributov v relaciji, ki je enaka ključu druge relacije (ali iste).</a:t>
            </a:r>
          </a:p>
          <a:p>
            <a:pPr marL="0" indent="0">
              <a:lnSpc>
                <a:spcPct val="90000"/>
              </a:lnSpc>
              <a:buNone/>
            </a:pPr>
            <a:r>
              <a:rPr lang="sl-SI" sz="2400">
                <a:sym typeface="Symbol" pitchFamily="18" charset="2"/>
              </a:rPr>
              <a:t>    V relacijski shemi tuje ključe označimo z #.</a:t>
            </a:r>
            <a:endParaRPr lang="sl-SI" sz="2400" u="sng">
              <a:sym typeface="Symbol" pitchFamily="18" charset="2"/>
            </a:endParaRPr>
          </a:p>
          <a:p>
            <a:pPr marL="533400" indent="-533400">
              <a:lnSpc>
                <a:spcPct val="90000"/>
              </a:lnSpc>
              <a:buFont typeface="Wingdings" pitchFamily="2" charset="2"/>
              <a:buNone/>
            </a:pPr>
            <a:r>
              <a:rPr lang="sl-SI" sz="2400"/>
              <a:t>Primer: rezervacija(#</a:t>
            </a:r>
            <a:r>
              <a:rPr lang="sl-SI" sz="2400" u="sng" err="1"/>
              <a:t>jid</a:t>
            </a:r>
            <a:r>
              <a:rPr lang="sl-SI" sz="2400"/>
              <a:t>, #</a:t>
            </a:r>
            <a:r>
              <a:rPr lang="sl-SI" sz="2400" u="sng" err="1"/>
              <a:t>cid</a:t>
            </a:r>
            <a:r>
              <a:rPr lang="sl-SI" sz="2400"/>
              <a:t>, </a:t>
            </a:r>
            <a:r>
              <a:rPr lang="sl-SI" sz="2400" u="sng"/>
              <a:t>dan</a:t>
            </a:r>
            <a:r>
              <a:rPr lang="sl-SI" sz="2400"/>
              <a:t>)</a:t>
            </a:r>
          </a:p>
          <a:p>
            <a:pPr marL="533400" indent="-533400">
              <a:lnSpc>
                <a:spcPct val="90000"/>
              </a:lnSpc>
              <a:buFont typeface="Wingdings" pitchFamily="2" charset="2"/>
              <a:buNone/>
            </a:pPr>
            <a:r>
              <a:rPr lang="sl-SI" sz="2400"/>
              <a:t>(</a:t>
            </a:r>
            <a:r>
              <a:rPr lang="sl-SI" sz="2400" err="1"/>
              <a:t>jid</a:t>
            </a:r>
            <a:r>
              <a:rPr lang="sl-SI" sz="2400"/>
              <a:t>, </a:t>
            </a:r>
            <a:r>
              <a:rPr lang="sl-SI" sz="2400" err="1"/>
              <a:t>cid</a:t>
            </a:r>
            <a:r>
              <a:rPr lang="sl-SI" sz="2400"/>
              <a:t>, dan) so skupaj primarni ključ.</a:t>
            </a:r>
          </a:p>
          <a:p>
            <a:pPr marL="533400" indent="-533400">
              <a:lnSpc>
                <a:spcPct val="90000"/>
              </a:lnSpc>
              <a:buFont typeface="Wingdings" pitchFamily="2" charset="2"/>
              <a:buNone/>
            </a:pPr>
            <a:r>
              <a:rPr lang="sl-SI" sz="2400"/>
              <a:t>(</a:t>
            </a:r>
            <a:r>
              <a:rPr lang="sl-SI" sz="2400" err="1"/>
              <a:t>jid</a:t>
            </a:r>
            <a:r>
              <a:rPr lang="sl-SI" sz="2400"/>
              <a:t>) je tuji ključ, ki kaže na relacijo jadralec.</a:t>
            </a:r>
          </a:p>
          <a:p>
            <a:pPr marL="533400" indent="-533400">
              <a:lnSpc>
                <a:spcPct val="90000"/>
              </a:lnSpc>
              <a:buFont typeface="Wingdings" pitchFamily="2" charset="2"/>
              <a:buNone/>
            </a:pPr>
            <a:r>
              <a:rPr lang="sl-SI" sz="2400"/>
              <a:t>(</a:t>
            </a:r>
            <a:r>
              <a:rPr lang="sl-SI" sz="2400" err="1"/>
              <a:t>cid</a:t>
            </a:r>
            <a:r>
              <a:rPr lang="sl-SI" sz="2400"/>
              <a:t>) je tuji ključ, ki kaže na relacijo </a:t>
            </a:r>
            <a:r>
              <a:rPr lang="sl-SI" sz="2400" err="1"/>
              <a:t>coln</a:t>
            </a:r>
            <a:r>
              <a:rPr lang="sl-SI" sz="2400"/>
              <a:t>.</a:t>
            </a:r>
            <a:endParaRPr lang="en-US" sz="2400"/>
          </a:p>
        </p:txBody>
      </p:sp>
    </p:spTree>
    <p:extLst>
      <p:ext uri="{BB962C8B-B14F-4D97-AF65-F5344CB8AC3E}">
        <p14:creationId xmlns:p14="http://schemas.microsoft.com/office/powerpoint/2010/main" val="5681291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6866" name="AutoShape 2"/>
          <p:cNvSpPr>
            <a:spLocks noGrp="1" noChangeArrowheads="1"/>
          </p:cNvSpPr>
          <p:nvPr>
            <p:ph type="title"/>
          </p:nvPr>
        </p:nvSpPr>
        <p:spPr/>
        <p:txBody>
          <a:bodyPr/>
          <a:lstStyle/>
          <a:p>
            <a:r>
              <a:rPr lang="sl-SI" sz="3200"/>
              <a:t>Operacije nad relacijami – </a:t>
            </a:r>
            <a:br>
              <a:rPr lang="sl-SI" sz="3200"/>
            </a:br>
            <a:r>
              <a:rPr lang="sl-SI" sz="3200"/>
              <a:t>relacijska algebra</a:t>
            </a:r>
            <a:endParaRPr lang="en-US" sz="3200"/>
          </a:p>
        </p:txBody>
      </p:sp>
      <p:sp>
        <p:nvSpPr>
          <p:cNvPr id="36867" name="Rectangle 3"/>
          <p:cNvSpPr>
            <a:spLocks noGrp="1" noChangeArrowheads="1"/>
          </p:cNvSpPr>
          <p:nvPr>
            <p:ph type="body" idx="1"/>
          </p:nvPr>
        </p:nvSpPr>
        <p:spPr/>
        <p:txBody>
          <a:bodyPr/>
          <a:lstStyle/>
          <a:p>
            <a:r>
              <a:rPr lang="sl-SI"/>
              <a:t>Tradicionalni operatorji za delo z množicami: unija </a:t>
            </a:r>
            <a:r>
              <a:rPr lang="sl-SI">
                <a:sym typeface="Symbol" pitchFamily="18" charset="2"/>
              </a:rPr>
              <a:t></a:t>
            </a:r>
            <a:r>
              <a:rPr lang="sl-SI"/>
              <a:t>, presek </a:t>
            </a:r>
            <a:r>
              <a:rPr lang="sl-SI">
                <a:sym typeface="Symbol" pitchFamily="18" charset="2"/>
              </a:rPr>
              <a:t></a:t>
            </a:r>
            <a:r>
              <a:rPr lang="sl-SI"/>
              <a:t>, razlika -, kartezični produkt </a:t>
            </a:r>
            <a:r>
              <a:rPr lang="sl-SI">
                <a:sym typeface="Symbol" pitchFamily="18" charset="2"/>
              </a:rPr>
              <a:t></a:t>
            </a:r>
            <a:endParaRPr lang="sl-SI"/>
          </a:p>
          <a:p>
            <a:r>
              <a:rPr lang="sl-SI"/>
              <a:t>Posebni relacijski operatorji: selekcija </a:t>
            </a:r>
            <a:r>
              <a:rPr lang="sl-SI">
                <a:sym typeface="Symbol" pitchFamily="18" charset="2"/>
              </a:rPr>
              <a:t></a:t>
            </a:r>
            <a:r>
              <a:rPr lang="sl-SI"/>
              <a:t>, projekcija </a:t>
            </a:r>
            <a:r>
              <a:rPr lang="sl-SI">
                <a:sym typeface="Symbol" pitchFamily="18" charset="2"/>
              </a:rPr>
              <a:t>, </a:t>
            </a:r>
            <a:r>
              <a:rPr lang="sl-SI"/>
              <a:t>stik ⋈</a:t>
            </a:r>
            <a:r>
              <a:rPr lang="en-US"/>
              <a:t> </a:t>
            </a:r>
            <a:r>
              <a:rPr lang="en-US" err="1"/>
              <a:t>ali</a:t>
            </a:r>
            <a:r>
              <a:rPr lang="en-US"/>
              <a:t> </a:t>
            </a:r>
            <a:r>
              <a:rPr lang="en-US">
                <a:sym typeface="Symbol" pitchFamily="18" charset="2"/>
              </a:rPr>
              <a:t></a:t>
            </a:r>
            <a:r>
              <a:rPr lang="sl-SI"/>
              <a:t> </a:t>
            </a:r>
            <a:r>
              <a:rPr lang="sl-SI">
                <a:sym typeface="Symbol" pitchFamily="18" charset="2"/>
              </a:rPr>
              <a:t></a:t>
            </a:r>
            <a:r>
              <a:rPr lang="sl-SI"/>
              <a:t> </a:t>
            </a:r>
            <a:r>
              <a:rPr lang="en-US">
                <a:sym typeface="Symbol" pitchFamily="18" charset="2"/>
              </a:rPr>
              <a:t></a:t>
            </a:r>
            <a:r>
              <a:rPr lang="sl-SI"/>
              <a:t>, deljenje</a:t>
            </a:r>
            <a:r>
              <a:rPr lang="en-US"/>
              <a:t> </a:t>
            </a:r>
            <a:r>
              <a:rPr lang="en-US">
                <a:sym typeface="Symbol" pitchFamily="18" charset="2"/>
              </a:rPr>
              <a:t></a:t>
            </a:r>
            <a:endParaRPr lang="sl-SI">
              <a:sym typeface="Symbol" pitchFamily="18" charset="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45058" name="AutoShape 2"/>
          <p:cNvSpPr>
            <a:spLocks noGrp="1" noChangeArrowheads="1"/>
          </p:cNvSpPr>
          <p:nvPr>
            <p:ph type="title"/>
          </p:nvPr>
        </p:nvSpPr>
        <p:spPr/>
        <p:txBody>
          <a:bodyPr/>
          <a:lstStyle/>
          <a:p>
            <a:r>
              <a:rPr lang="sl-SI"/>
              <a:t>Množiški operatorji</a:t>
            </a:r>
            <a:endParaRPr lang="en-US"/>
          </a:p>
        </p:txBody>
      </p:sp>
      <p:graphicFrame>
        <p:nvGraphicFramePr>
          <p:cNvPr id="45111" name="Group 55"/>
          <p:cNvGraphicFramePr>
            <a:graphicFrameLocks noGrp="1"/>
          </p:cNvGraphicFramePr>
          <p:nvPr>
            <p:ph sz="half" idx="1"/>
            <p:extLst>
              <p:ext uri="{D42A27DB-BD31-4B8C-83A1-F6EECF244321}">
                <p14:modId xmlns:p14="http://schemas.microsoft.com/office/powerpoint/2010/main" val="2356158489"/>
              </p:ext>
            </p:extLst>
          </p:nvPr>
        </p:nvGraphicFramePr>
        <p:xfrm>
          <a:off x="838200" y="2971800"/>
          <a:ext cx="3770313" cy="2687638"/>
        </p:xfrm>
        <a:graphic>
          <a:graphicData uri="http://schemas.openxmlformats.org/drawingml/2006/table">
            <a:tbl>
              <a:tblPr/>
              <a:tblGrid>
                <a:gridCol w="1257300">
                  <a:extLst>
                    <a:ext uri="{9D8B030D-6E8A-4147-A177-3AD203B41FA5}">
                      <a16:colId xmlns:a16="http://schemas.microsoft.com/office/drawing/2014/main" val="20000"/>
                    </a:ext>
                  </a:extLst>
                </a:gridCol>
                <a:gridCol w="1255713">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tblGrid>
              <a:tr h="43656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295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45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f</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4295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45113" name="Group 57"/>
          <p:cNvGraphicFramePr>
            <a:graphicFrameLocks noGrp="1"/>
          </p:cNvGraphicFramePr>
          <p:nvPr>
            <p:ph sz="half" idx="2"/>
            <p:extLst>
              <p:ext uri="{D42A27DB-BD31-4B8C-83A1-F6EECF244321}">
                <p14:modId xmlns:p14="http://schemas.microsoft.com/office/powerpoint/2010/main" val="186963689"/>
              </p:ext>
            </p:extLst>
          </p:nvPr>
        </p:nvGraphicFramePr>
        <p:xfrm>
          <a:off x="4724400" y="2971800"/>
          <a:ext cx="3770313" cy="1943100"/>
        </p:xfrm>
        <a:graphic>
          <a:graphicData uri="http://schemas.openxmlformats.org/drawingml/2006/table">
            <a:tbl>
              <a:tblPr/>
              <a:tblGrid>
                <a:gridCol w="1257300">
                  <a:extLst>
                    <a:ext uri="{9D8B030D-6E8A-4147-A177-3AD203B41FA5}">
                      <a16:colId xmlns:a16="http://schemas.microsoft.com/office/drawing/2014/main" val="20000"/>
                    </a:ext>
                  </a:extLst>
                </a:gridCol>
                <a:gridCol w="1255713">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tblGrid>
              <a:tr h="43656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E</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F</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295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g</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295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f</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5114" name="Text Box 58"/>
          <p:cNvSpPr txBox="1">
            <a:spLocks noChangeArrowheads="1"/>
          </p:cNvSpPr>
          <p:nvPr/>
        </p:nvSpPr>
        <p:spPr bwMode="auto">
          <a:xfrm>
            <a:off x="914400" y="2438400"/>
            <a:ext cx="1200150" cy="366713"/>
          </a:xfrm>
          <a:prstGeom prst="rect">
            <a:avLst/>
          </a:prstGeom>
          <a:noFill/>
          <a:ln w="9525">
            <a:noFill/>
            <a:miter lim="800000"/>
            <a:headEnd/>
            <a:tailEnd/>
          </a:ln>
          <a:effectLst/>
        </p:spPr>
        <p:txBody>
          <a:bodyPr wrap="none">
            <a:spAutoFit/>
          </a:bodyPr>
          <a:lstStyle/>
          <a:p>
            <a:pPr algn="l"/>
            <a:r>
              <a:rPr lang="sl-SI"/>
              <a:t>Relacija r:</a:t>
            </a:r>
            <a:endParaRPr lang="en-US"/>
          </a:p>
        </p:txBody>
      </p:sp>
      <p:sp>
        <p:nvSpPr>
          <p:cNvPr id="45115" name="Text Box 59"/>
          <p:cNvSpPr txBox="1">
            <a:spLocks noChangeArrowheads="1"/>
          </p:cNvSpPr>
          <p:nvPr/>
        </p:nvSpPr>
        <p:spPr bwMode="auto">
          <a:xfrm>
            <a:off x="4800600" y="2438400"/>
            <a:ext cx="1238250" cy="366713"/>
          </a:xfrm>
          <a:prstGeom prst="rect">
            <a:avLst/>
          </a:prstGeom>
          <a:noFill/>
          <a:ln w="9525">
            <a:noFill/>
            <a:miter lim="800000"/>
            <a:headEnd/>
            <a:tailEnd/>
          </a:ln>
          <a:effectLst/>
        </p:spPr>
        <p:txBody>
          <a:bodyPr wrap="none">
            <a:spAutoFit/>
          </a:bodyPr>
          <a:lstStyle/>
          <a:p>
            <a:pPr algn="l"/>
            <a:r>
              <a:rPr lang="sl-SI"/>
              <a:t>Relacija s:</a:t>
            </a:r>
            <a:endParaRPr lang="en-US"/>
          </a:p>
        </p:txBody>
      </p:sp>
      <p:sp>
        <p:nvSpPr>
          <p:cNvPr id="45116" name="Text Box 60"/>
          <p:cNvSpPr txBox="1">
            <a:spLocks noChangeArrowheads="1"/>
          </p:cNvSpPr>
          <p:nvPr/>
        </p:nvSpPr>
        <p:spPr bwMode="auto">
          <a:xfrm>
            <a:off x="822325" y="5903913"/>
            <a:ext cx="3879850" cy="366712"/>
          </a:xfrm>
          <a:prstGeom prst="rect">
            <a:avLst/>
          </a:prstGeom>
          <a:noFill/>
          <a:ln w="9525">
            <a:noFill/>
            <a:miter lim="800000"/>
            <a:headEnd/>
            <a:tailEnd/>
          </a:ln>
          <a:effectLst/>
        </p:spPr>
        <p:txBody>
          <a:bodyPr wrap="none">
            <a:spAutoFit/>
          </a:bodyPr>
          <a:lstStyle/>
          <a:p>
            <a:pPr algn="l"/>
            <a:r>
              <a:rPr lang="sl-SI"/>
              <a:t>Pomembna kompatibilnost atributov!</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47106" name="AutoShape 2"/>
          <p:cNvSpPr>
            <a:spLocks noGrp="1" noChangeArrowheads="1"/>
          </p:cNvSpPr>
          <p:nvPr>
            <p:ph type="title"/>
          </p:nvPr>
        </p:nvSpPr>
        <p:spPr/>
        <p:txBody>
          <a:bodyPr/>
          <a:lstStyle/>
          <a:p>
            <a:r>
              <a:rPr lang="sl-SI"/>
              <a:t>Unija, presek, razlika</a:t>
            </a:r>
            <a:endParaRPr lang="en-US"/>
          </a:p>
        </p:txBody>
      </p:sp>
      <p:graphicFrame>
        <p:nvGraphicFramePr>
          <p:cNvPr id="47207" name="Group 103"/>
          <p:cNvGraphicFramePr>
            <a:graphicFrameLocks noGrp="1"/>
          </p:cNvGraphicFramePr>
          <p:nvPr>
            <p:ph sz="half" idx="1"/>
            <p:extLst>
              <p:ext uri="{D42A27DB-BD31-4B8C-83A1-F6EECF244321}">
                <p14:modId xmlns:p14="http://schemas.microsoft.com/office/powerpoint/2010/main" val="4281093144"/>
              </p:ext>
            </p:extLst>
          </p:nvPr>
        </p:nvGraphicFramePr>
        <p:xfrm>
          <a:off x="838200" y="2971800"/>
          <a:ext cx="3770313" cy="3138490"/>
        </p:xfrm>
        <a:graphic>
          <a:graphicData uri="http://schemas.openxmlformats.org/drawingml/2006/table">
            <a:tbl>
              <a:tblPr/>
              <a:tblGrid>
                <a:gridCol w="1257300">
                  <a:extLst>
                    <a:ext uri="{9D8B030D-6E8A-4147-A177-3AD203B41FA5}">
                      <a16:colId xmlns:a16="http://schemas.microsoft.com/office/drawing/2014/main" val="20000"/>
                    </a:ext>
                  </a:extLst>
                </a:gridCol>
                <a:gridCol w="1255713">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tblGrid>
              <a:tr h="43338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G</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H</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I</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98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816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f</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498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816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g</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498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f</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47209" name="Group 105"/>
          <p:cNvGraphicFramePr>
            <a:graphicFrameLocks noGrp="1"/>
          </p:cNvGraphicFramePr>
          <p:nvPr>
            <p:ph sz="quarter" idx="2"/>
            <p:extLst>
              <p:ext uri="{D42A27DB-BD31-4B8C-83A1-F6EECF244321}">
                <p14:modId xmlns:p14="http://schemas.microsoft.com/office/powerpoint/2010/main" val="3173150300"/>
              </p:ext>
            </p:extLst>
          </p:nvPr>
        </p:nvGraphicFramePr>
        <p:xfrm>
          <a:off x="4800600" y="2971800"/>
          <a:ext cx="3770313" cy="976313"/>
        </p:xfrm>
        <a:graphic>
          <a:graphicData uri="http://schemas.openxmlformats.org/drawingml/2006/table">
            <a:tbl>
              <a:tblPr/>
              <a:tblGrid>
                <a:gridCol w="1257300">
                  <a:extLst>
                    <a:ext uri="{9D8B030D-6E8A-4147-A177-3AD203B41FA5}">
                      <a16:colId xmlns:a16="http://schemas.microsoft.com/office/drawing/2014/main" val="20000"/>
                    </a:ext>
                  </a:extLst>
                </a:gridCol>
                <a:gridCol w="1255713">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tblGrid>
              <a:tr h="24288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G</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H</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I</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f</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7147" name="Text Box 43"/>
          <p:cNvSpPr txBox="1">
            <a:spLocks noChangeArrowheads="1"/>
          </p:cNvSpPr>
          <p:nvPr/>
        </p:nvSpPr>
        <p:spPr bwMode="auto">
          <a:xfrm>
            <a:off x="914400" y="2435225"/>
            <a:ext cx="1617663" cy="366713"/>
          </a:xfrm>
          <a:prstGeom prst="rect">
            <a:avLst/>
          </a:prstGeom>
          <a:noFill/>
          <a:ln w="9525">
            <a:noFill/>
            <a:miter lim="800000"/>
            <a:headEnd/>
            <a:tailEnd/>
          </a:ln>
          <a:effectLst/>
        </p:spPr>
        <p:txBody>
          <a:bodyPr wrap="none">
            <a:spAutoFit/>
          </a:bodyPr>
          <a:lstStyle/>
          <a:p>
            <a:pPr algn="l"/>
            <a:r>
              <a:rPr lang="sl-SI"/>
              <a:t>Relacija r </a:t>
            </a:r>
            <a:r>
              <a:rPr lang="sl-SI">
                <a:sym typeface="Symbol" pitchFamily="18" charset="2"/>
              </a:rPr>
              <a:t></a:t>
            </a:r>
            <a:r>
              <a:rPr lang="sl-SI"/>
              <a:t> s:</a:t>
            </a:r>
            <a:endParaRPr lang="en-US"/>
          </a:p>
        </p:txBody>
      </p:sp>
      <p:sp>
        <p:nvSpPr>
          <p:cNvPr id="47148" name="Text Box 44"/>
          <p:cNvSpPr txBox="1">
            <a:spLocks noChangeArrowheads="1"/>
          </p:cNvSpPr>
          <p:nvPr/>
        </p:nvSpPr>
        <p:spPr bwMode="auto">
          <a:xfrm>
            <a:off x="4800600" y="2435225"/>
            <a:ext cx="1617663" cy="366713"/>
          </a:xfrm>
          <a:prstGeom prst="rect">
            <a:avLst/>
          </a:prstGeom>
          <a:noFill/>
          <a:ln w="9525">
            <a:noFill/>
            <a:miter lim="800000"/>
            <a:headEnd/>
            <a:tailEnd/>
          </a:ln>
          <a:effectLst/>
        </p:spPr>
        <p:txBody>
          <a:bodyPr wrap="none">
            <a:spAutoFit/>
          </a:bodyPr>
          <a:lstStyle/>
          <a:p>
            <a:pPr algn="l"/>
            <a:r>
              <a:rPr lang="sl-SI"/>
              <a:t>Relacija r </a:t>
            </a:r>
            <a:r>
              <a:rPr lang="sl-SI">
                <a:sym typeface="Symbol" pitchFamily="18" charset="2"/>
              </a:rPr>
              <a:t></a:t>
            </a:r>
            <a:r>
              <a:rPr lang="sl-SI"/>
              <a:t> s:</a:t>
            </a:r>
            <a:endParaRPr lang="en-US"/>
          </a:p>
        </p:txBody>
      </p:sp>
      <p:graphicFrame>
        <p:nvGraphicFramePr>
          <p:cNvPr id="47228" name="Group 124"/>
          <p:cNvGraphicFramePr>
            <a:graphicFrameLocks noGrp="1"/>
          </p:cNvGraphicFramePr>
          <p:nvPr>
            <p:ph sz="quarter" idx="3"/>
            <p:extLst>
              <p:ext uri="{D42A27DB-BD31-4B8C-83A1-F6EECF244321}">
                <p14:modId xmlns:p14="http://schemas.microsoft.com/office/powerpoint/2010/main" val="4077151499"/>
              </p:ext>
            </p:extLst>
          </p:nvPr>
        </p:nvGraphicFramePr>
        <p:xfrm>
          <a:off x="4724400" y="4724400"/>
          <a:ext cx="3770313" cy="1371600"/>
        </p:xfrm>
        <a:graphic>
          <a:graphicData uri="http://schemas.openxmlformats.org/drawingml/2006/table">
            <a:tbl>
              <a:tblPr/>
              <a:tblGrid>
                <a:gridCol w="1257300">
                  <a:extLst>
                    <a:ext uri="{9D8B030D-6E8A-4147-A177-3AD203B41FA5}">
                      <a16:colId xmlns:a16="http://schemas.microsoft.com/office/drawing/2014/main" val="20000"/>
                    </a:ext>
                  </a:extLst>
                </a:gridCol>
                <a:gridCol w="1255713">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tblGrid>
              <a:tr h="3032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G</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H</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I</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78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8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7210" name="Text Box 106"/>
          <p:cNvSpPr txBox="1">
            <a:spLocks noChangeArrowheads="1"/>
          </p:cNvSpPr>
          <p:nvPr/>
        </p:nvSpPr>
        <p:spPr bwMode="auto">
          <a:xfrm>
            <a:off x="4876800" y="4194175"/>
            <a:ext cx="1517650" cy="366713"/>
          </a:xfrm>
          <a:prstGeom prst="rect">
            <a:avLst/>
          </a:prstGeom>
          <a:noFill/>
          <a:ln w="9525">
            <a:noFill/>
            <a:miter lim="800000"/>
            <a:headEnd/>
            <a:tailEnd/>
          </a:ln>
          <a:effectLst/>
        </p:spPr>
        <p:txBody>
          <a:bodyPr wrap="none">
            <a:spAutoFit/>
          </a:bodyPr>
          <a:lstStyle/>
          <a:p>
            <a:pPr algn="l"/>
            <a:r>
              <a:rPr lang="sl-SI"/>
              <a:t>Relacija r </a:t>
            </a:r>
            <a:r>
              <a:rPr lang="sl-SI">
                <a:sym typeface="Symbol" pitchFamily="18" charset="2"/>
              </a:rPr>
              <a:t>-</a:t>
            </a:r>
            <a:r>
              <a:rPr lang="sl-SI"/>
              <a:t> s:</a:t>
            </a:r>
            <a:endParaRPr lang="en-US"/>
          </a:p>
        </p:txBody>
      </p:sp>
      <p:sp>
        <p:nvSpPr>
          <p:cNvPr id="47230" name="Line 126"/>
          <p:cNvSpPr>
            <a:spLocks noChangeShapeType="1"/>
          </p:cNvSpPr>
          <p:nvPr/>
        </p:nvSpPr>
        <p:spPr bwMode="auto">
          <a:xfrm>
            <a:off x="1295400" y="5791200"/>
            <a:ext cx="2895600" cy="0"/>
          </a:xfrm>
          <a:prstGeom prst="line">
            <a:avLst/>
          </a:prstGeom>
          <a:noFill/>
          <a:ln w="9525">
            <a:solidFill>
              <a:schemeClr val="tx1"/>
            </a:solidFill>
            <a:round/>
            <a:headEnd/>
            <a:tailEnd/>
          </a:ln>
          <a:effectLst/>
        </p:spPr>
        <p:txBody>
          <a:bodyPr/>
          <a:lstStyle/>
          <a:p>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49154" name="AutoShape 2"/>
          <p:cNvSpPr>
            <a:spLocks noGrp="1" noChangeArrowheads="1"/>
          </p:cNvSpPr>
          <p:nvPr>
            <p:ph type="title"/>
          </p:nvPr>
        </p:nvSpPr>
        <p:spPr/>
        <p:txBody>
          <a:bodyPr/>
          <a:lstStyle/>
          <a:p>
            <a:r>
              <a:rPr lang="sl-SI"/>
              <a:t>Kartezični produkt</a:t>
            </a:r>
            <a:endParaRPr lang="en-US"/>
          </a:p>
        </p:txBody>
      </p:sp>
      <p:graphicFrame>
        <p:nvGraphicFramePr>
          <p:cNvPr id="49423" name="Group 271"/>
          <p:cNvGraphicFramePr>
            <a:graphicFrameLocks noGrp="1"/>
          </p:cNvGraphicFramePr>
          <p:nvPr>
            <p:ph sz="half" idx="1"/>
            <p:extLst>
              <p:ext uri="{D42A27DB-BD31-4B8C-83A1-F6EECF244321}">
                <p14:modId xmlns:p14="http://schemas.microsoft.com/office/powerpoint/2010/main" val="1962370523"/>
              </p:ext>
            </p:extLst>
          </p:nvPr>
        </p:nvGraphicFramePr>
        <p:xfrm>
          <a:off x="1066800" y="3048000"/>
          <a:ext cx="7466013" cy="2133600"/>
        </p:xfrm>
        <a:graphic>
          <a:graphicData uri="http://schemas.openxmlformats.org/drawingml/2006/table">
            <a:tbl>
              <a:tblPr/>
              <a:tblGrid>
                <a:gridCol w="1181100">
                  <a:extLst>
                    <a:ext uri="{9D8B030D-6E8A-4147-A177-3AD203B41FA5}">
                      <a16:colId xmlns:a16="http://schemas.microsoft.com/office/drawing/2014/main" val="20000"/>
                    </a:ext>
                  </a:extLst>
                </a:gridCol>
                <a:gridCol w="1255713">
                  <a:extLst>
                    <a:ext uri="{9D8B030D-6E8A-4147-A177-3AD203B41FA5}">
                      <a16:colId xmlns:a16="http://schemas.microsoft.com/office/drawing/2014/main" val="20001"/>
                    </a:ext>
                  </a:extLst>
                </a:gridCol>
                <a:gridCol w="1296987">
                  <a:extLst>
                    <a:ext uri="{9D8B030D-6E8A-4147-A177-3AD203B41FA5}">
                      <a16:colId xmlns:a16="http://schemas.microsoft.com/office/drawing/2014/main" val="20002"/>
                    </a:ext>
                  </a:extLst>
                </a:gridCol>
                <a:gridCol w="1217613">
                  <a:extLst>
                    <a:ext uri="{9D8B030D-6E8A-4147-A177-3AD203B41FA5}">
                      <a16:colId xmlns:a16="http://schemas.microsoft.com/office/drawing/2014/main" val="20003"/>
                    </a:ext>
                  </a:extLst>
                </a:gridCol>
                <a:gridCol w="1257300">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tblGrid>
              <a:tr h="2651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E</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21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g</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21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g</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21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g</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21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21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21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9199" name="Text Box 47"/>
          <p:cNvSpPr txBox="1">
            <a:spLocks noChangeArrowheads="1"/>
          </p:cNvSpPr>
          <p:nvPr/>
        </p:nvSpPr>
        <p:spPr bwMode="auto">
          <a:xfrm>
            <a:off x="914400" y="2362200"/>
            <a:ext cx="5734050" cy="641350"/>
          </a:xfrm>
          <a:prstGeom prst="rect">
            <a:avLst/>
          </a:prstGeom>
          <a:noFill/>
          <a:ln w="9525">
            <a:noFill/>
            <a:miter lim="800000"/>
            <a:headEnd/>
            <a:tailEnd/>
          </a:ln>
          <a:effectLst/>
        </p:spPr>
        <p:txBody>
          <a:bodyPr wrap="none">
            <a:spAutoFit/>
          </a:bodyPr>
          <a:lstStyle/>
          <a:p>
            <a:pPr algn="l"/>
            <a:r>
              <a:rPr lang="sl-SI"/>
              <a:t>Velja</a:t>
            </a:r>
            <a:r>
              <a:rPr lang="en-US"/>
              <a:t> </a:t>
            </a:r>
            <a:r>
              <a:rPr lang="en-US" err="1"/>
              <a:t>asociativnost</a:t>
            </a:r>
            <a:r>
              <a:rPr lang="sl-SI"/>
              <a:t>: </a:t>
            </a:r>
            <a:r>
              <a:rPr lang="en-US"/>
              <a:t>(r </a:t>
            </a:r>
            <a:r>
              <a:rPr lang="sl-SI">
                <a:sym typeface="Symbol" pitchFamily="18" charset="2"/>
              </a:rPr>
              <a:t></a:t>
            </a:r>
            <a:r>
              <a:rPr lang="en-US"/>
              <a:t> s) </a:t>
            </a:r>
            <a:r>
              <a:rPr lang="sl-SI">
                <a:sym typeface="Symbol" pitchFamily="18" charset="2"/>
              </a:rPr>
              <a:t></a:t>
            </a:r>
            <a:r>
              <a:rPr lang="en-US"/>
              <a:t> t = r </a:t>
            </a:r>
            <a:r>
              <a:rPr lang="sl-SI">
                <a:sym typeface="Symbol" pitchFamily="18" charset="2"/>
              </a:rPr>
              <a:t></a:t>
            </a:r>
            <a:r>
              <a:rPr lang="en-US"/>
              <a:t>(s </a:t>
            </a:r>
            <a:r>
              <a:rPr lang="sl-SI">
                <a:sym typeface="Symbol" pitchFamily="18" charset="2"/>
              </a:rPr>
              <a:t></a:t>
            </a:r>
            <a:r>
              <a:rPr lang="en-US"/>
              <a:t> t).		 </a:t>
            </a:r>
          </a:p>
          <a:p>
            <a:pPr algn="l"/>
            <a:r>
              <a:rPr lang="sl-SI"/>
              <a:t>Relacija r </a:t>
            </a:r>
            <a:r>
              <a:rPr lang="sl-SI">
                <a:sym typeface="Symbol" pitchFamily="18" charset="2"/>
              </a:rPr>
              <a:t></a:t>
            </a:r>
            <a:r>
              <a:rPr lang="sl-SI"/>
              <a:t> s:</a:t>
            </a: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0178" name="AutoShape 2"/>
          <p:cNvSpPr>
            <a:spLocks noGrp="1" noChangeArrowheads="1"/>
          </p:cNvSpPr>
          <p:nvPr>
            <p:ph type="title"/>
          </p:nvPr>
        </p:nvSpPr>
        <p:spPr/>
        <p:txBody>
          <a:bodyPr/>
          <a:lstStyle/>
          <a:p>
            <a:r>
              <a:rPr lang="en-US"/>
              <a:t>Relacijski operatorji</a:t>
            </a:r>
          </a:p>
        </p:txBody>
      </p:sp>
      <p:sp>
        <p:nvSpPr>
          <p:cNvPr id="50179" name="Rectangle 3"/>
          <p:cNvSpPr>
            <a:spLocks noGrp="1" noChangeArrowheads="1"/>
          </p:cNvSpPr>
          <p:nvPr>
            <p:ph type="body" idx="1"/>
          </p:nvPr>
        </p:nvSpPr>
        <p:spPr/>
        <p:txBody>
          <a:bodyPr/>
          <a:lstStyle/>
          <a:p>
            <a:pPr>
              <a:lnSpc>
                <a:spcPct val="90000"/>
              </a:lnSpc>
            </a:pPr>
            <a:r>
              <a:rPr lang="en-US"/>
              <a:t>P</a:t>
            </a:r>
            <a:r>
              <a:rPr lang="sl-SI"/>
              <a:t>rojekcija </a:t>
            </a:r>
            <a:r>
              <a:rPr lang="sl-SI">
                <a:sym typeface="Symbol" pitchFamily="18" charset="2"/>
              </a:rPr>
              <a:t></a:t>
            </a:r>
            <a:r>
              <a:rPr lang="en-US">
                <a:sym typeface="Symbol" pitchFamily="18" charset="2"/>
              </a:rPr>
              <a:t>: </a:t>
            </a:r>
            <a:r>
              <a:rPr lang="en-US" err="1">
                <a:sym typeface="Symbol" pitchFamily="18" charset="2"/>
              </a:rPr>
              <a:t>zmanj</a:t>
            </a:r>
            <a:r>
              <a:rPr lang="sl-SI">
                <a:sym typeface="Symbol" pitchFamily="18" charset="2"/>
              </a:rPr>
              <a:t>ševanje števila stolpcev</a:t>
            </a:r>
            <a:endParaRPr lang="en-US">
              <a:sym typeface="Symbol" pitchFamily="18" charset="2"/>
            </a:endParaRPr>
          </a:p>
          <a:p>
            <a:pPr>
              <a:lnSpc>
                <a:spcPct val="90000"/>
              </a:lnSpc>
            </a:pPr>
            <a:r>
              <a:rPr lang="en-US"/>
              <a:t>S</a:t>
            </a:r>
            <a:r>
              <a:rPr lang="sl-SI"/>
              <a:t>elekcija </a:t>
            </a:r>
            <a:r>
              <a:rPr lang="sl-SI">
                <a:sym typeface="Symbol" pitchFamily="18" charset="2"/>
              </a:rPr>
              <a:t>: zmanjševanje števila vrstic</a:t>
            </a:r>
          </a:p>
          <a:p>
            <a:pPr>
              <a:lnSpc>
                <a:spcPct val="90000"/>
              </a:lnSpc>
            </a:pPr>
            <a:r>
              <a:rPr lang="sl-SI"/>
              <a:t>Stik </a:t>
            </a:r>
            <a:r>
              <a:rPr lang="en-US">
                <a:sym typeface="Symbol" pitchFamily="18" charset="2"/>
              </a:rPr>
              <a:t></a:t>
            </a:r>
            <a:r>
              <a:rPr lang="sl-SI"/>
              <a:t> </a:t>
            </a:r>
            <a:r>
              <a:rPr lang="sl-SI">
                <a:sym typeface="Symbol" pitchFamily="18" charset="2"/>
              </a:rPr>
              <a:t></a:t>
            </a:r>
            <a:r>
              <a:rPr lang="sl-SI"/>
              <a:t> </a:t>
            </a:r>
            <a:r>
              <a:rPr lang="en-US">
                <a:sym typeface="Symbol" pitchFamily="18" charset="2"/>
              </a:rPr>
              <a:t></a:t>
            </a:r>
            <a:r>
              <a:rPr lang="sl-SI">
                <a:sym typeface="Symbol" pitchFamily="18" charset="2"/>
              </a:rPr>
              <a:t>: zmanjševanje števila stolpcev in vrstic kartezičnega produkta; zelo pogosta operacija, ki jo lahko realiziramo z drugimi operatorji</a:t>
            </a:r>
          </a:p>
          <a:p>
            <a:pPr>
              <a:lnSpc>
                <a:spcPct val="90000"/>
              </a:lnSpc>
            </a:pPr>
            <a:r>
              <a:rPr lang="sl-SI"/>
              <a:t>Deljenje</a:t>
            </a:r>
            <a:r>
              <a:rPr lang="en-US"/>
              <a:t> </a:t>
            </a:r>
            <a:r>
              <a:rPr lang="en-US">
                <a:sym typeface="Symbol" pitchFamily="18" charset="2"/>
              </a:rPr>
              <a:t></a:t>
            </a:r>
            <a:r>
              <a:rPr lang="sl-SI">
                <a:sym typeface="Symbol" pitchFamily="18" charset="2"/>
              </a:rPr>
              <a:t>, ki ga lahko realiziramo z drugimi operatorji</a:t>
            </a:r>
          </a:p>
          <a:p>
            <a:pPr>
              <a:lnSpc>
                <a:spcPct val="90000"/>
              </a:lnSpc>
            </a:pPr>
            <a:endParaRPr lang="sl-SI">
              <a:sym typeface="Symbol" pitchFamily="18" charset="2"/>
            </a:endParaRPr>
          </a:p>
          <a:p>
            <a:pPr>
              <a:lnSpc>
                <a:spcPct val="90000"/>
              </a:lnSpc>
            </a:pP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7"/>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1266" name="AutoShape 66"/>
          <p:cNvSpPr>
            <a:spLocks noGrp="1" noChangeArrowheads="1"/>
          </p:cNvSpPr>
          <p:nvPr>
            <p:ph type="title" sz="quarter"/>
          </p:nvPr>
        </p:nvSpPr>
        <p:spPr/>
        <p:txBody>
          <a:bodyPr/>
          <a:lstStyle/>
          <a:p>
            <a:r>
              <a:rPr lang="sl-SI"/>
              <a:t>Projekcija </a:t>
            </a:r>
            <a:r>
              <a:rPr lang="sl-SI" sz="5400">
                <a:sym typeface="Symbol" pitchFamily="18" charset="2"/>
              </a:rPr>
              <a:t></a:t>
            </a:r>
            <a:endParaRPr lang="en-US" sz="5400">
              <a:sym typeface="Symbol" pitchFamily="18" charset="2"/>
            </a:endParaRPr>
          </a:p>
        </p:txBody>
      </p:sp>
      <p:graphicFrame>
        <p:nvGraphicFramePr>
          <p:cNvPr id="51272" name="Group 72"/>
          <p:cNvGraphicFramePr>
            <a:graphicFrameLocks noGrp="1"/>
          </p:cNvGraphicFramePr>
          <p:nvPr>
            <p:ph sz="quarter" idx="1"/>
          </p:nvPr>
        </p:nvGraphicFramePr>
        <p:xfrm>
          <a:off x="990600" y="3429000"/>
          <a:ext cx="3770313" cy="1917701"/>
        </p:xfrm>
        <a:graphic>
          <a:graphicData uri="http://schemas.openxmlformats.org/drawingml/2006/table">
            <a:tbl>
              <a:tblPr/>
              <a:tblGrid>
                <a:gridCol w="1885950">
                  <a:extLst>
                    <a:ext uri="{9D8B030D-6E8A-4147-A177-3AD203B41FA5}">
                      <a16:colId xmlns:a16="http://schemas.microsoft.com/office/drawing/2014/main" val="20000"/>
                    </a:ext>
                  </a:extLst>
                </a:gridCol>
                <a:gridCol w="1884363">
                  <a:extLst>
                    <a:ext uri="{9D8B030D-6E8A-4147-A177-3AD203B41FA5}">
                      <a16:colId xmlns:a16="http://schemas.microsoft.com/office/drawing/2014/main" val="20001"/>
                    </a:ext>
                  </a:extLst>
                </a:gridCol>
              </a:tblGrid>
              <a:tr h="2873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5775">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36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736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1271" name="Group 71"/>
          <p:cNvGraphicFramePr>
            <a:graphicFrameLocks noGrp="1"/>
          </p:cNvGraphicFramePr>
          <p:nvPr>
            <p:ph sz="quarter" idx="2"/>
          </p:nvPr>
        </p:nvGraphicFramePr>
        <p:xfrm>
          <a:off x="5029200" y="3429000"/>
          <a:ext cx="3770313" cy="1909763"/>
        </p:xfrm>
        <a:graphic>
          <a:graphicData uri="http://schemas.openxmlformats.org/drawingml/2006/table">
            <a:tbl>
              <a:tblPr/>
              <a:tblGrid>
                <a:gridCol w="3770313">
                  <a:extLst>
                    <a:ext uri="{9D8B030D-6E8A-4147-A177-3AD203B41FA5}">
                      <a16:colId xmlns:a16="http://schemas.microsoft.com/office/drawing/2014/main" val="20000"/>
                    </a:ext>
                  </a:extLst>
                </a:gridCol>
              </a:tblGrid>
              <a:tr h="3032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56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816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1261" name="Object 61"/>
          <p:cNvGraphicFramePr>
            <a:graphicFrameLocks noGrp="1" noChangeAspect="1"/>
          </p:cNvGraphicFramePr>
          <p:nvPr>
            <p:ph sz="quarter" idx="3"/>
          </p:nvPr>
        </p:nvGraphicFramePr>
        <p:xfrm>
          <a:off x="1635125" y="2406650"/>
          <a:ext cx="1301750" cy="650875"/>
        </p:xfrm>
        <a:graphic>
          <a:graphicData uri="http://schemas.openxmlformats.org/presentationml/2006/ole">
            <mc:AlternateContent xmlns:mc="http://schemas.openxmlformats.org/markup-compatibility/2006">
              <mc:Choice xmlns:v="urn:schemas-microsoft-com:vml" Requires="v">
                <p:oleObj name="Equation" r:id="rId2" imgW="482391" imgH="241195" progId="">
                  <p:embed/>
                </p:oleObj>
              </mc:Choice>
              <mc:Fallback>
                <p:oleObj name="Equation" r:id="rId2" imgW="482391" imgH="241195" progId="">
                  <p:embed/>
                  <p:pic>
                    <p:nvPicPr>
                      <p:cNvPr id="51261" name="Object 6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25" y="2406650"/>
                        <a:ext cx="1301750"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60" name="Line 60"/>
          <p:cNvSpPr>
            <a:spLocks noChangeShapeType="1"/>
          </p:cNvSpPr>
          <p:nvPr/>
        </p:nvSpPr>
        <p:spPr bwMode="auto">
          <a:xfrm>
            <a:off x="6705600" y="5029200"/>
            <a:ext cx="457200" cy="0"/>
          </a:xfrm>
          <a:prstGeom prst="line">
            <a:avLst/>
          </a:prstGeom>
          <a:noFill/>
          <a:ln w="9525">
            <a:solidFill>
              <a:schemeClr val="tx1"/>
            </a:solidFill>
            <a:round/>
            <a:headEnd/>
            <a:tailEnd/>
          </a:ln>
          <a:effectLst/>
        </p:spPr>
        <p:txBody>
          <a:bodyPr/>
          <a:lstStyle/>
          <a:p>
            <a:endParaRPr lang="en-US"/>
          </a:p>
        </p:txBody>
      </p:sp>
      <p:graphicFrame>
        <p:nvGraphicFramePr>
          <p:cNvPr id="51265" name="Object 65"/>
          <p:cNvGraphicFramePr>
            <a:graphicFrameLocks noGrp="1" noChangeAspect="1"/>
          </p:cNvGraphicFramePr>
          <p:nvPr>
            <p:ph sz="quarter" idx="4"/>
          </p:nvPr>
        </p:nvGraphicFramePr>
        <p:xfrm>
          <a:off x="6359525" y="2432050"/>
          <a:ext cx="1071563" cy="622300"/>
        </p:xfrm>
        <a:graphic>
          <a:graphicData uri="http://schemas.openxmlformats.org/presentationml/2006/ole">
            <mc:AlternateContent xmlns:mc="http://schemas.openxmlformats.org/markup-compatibility/2006">
              <mc:Choice xmlns:v="urn:schemas-microsoft-com:vml" Requires="v">
                <p:oleObj name="Equation" r:id="rId4" imgW="393529" imgH="228501" progId="">
                  <p:embed/>
                </p:oleObj>
              </mc:Choice>
              <mc:Fallback>
                <p:oleObj name="Equation" r:id="rId4" imgW="393529" imgH="228501" progId="">
                  <p:embed/>
                  <p:pic>
                    <p:nvPicPr>
                      <p:cNvPr id="51265" name="Object 6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9525" y="2432050"/>
                        <a:ext cx="1071563"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73" name="Text Box 73"/>
          <p:cNvSpPr txBox="1">
            <a:spLocks noChangeArrowheads="1"/>
          </p:cNvSpPr>
          <p:nvPr/>
        </p:nvSpPr>
        <p:spPr bwMode="auto">
          <a:xfrm>
            <a:off x="1066800" y="5562600"/>
            <a:ext cx="4981575" cy="976313"/>
          </a:xfrm>
          <a:prstGeom prst="rect">
            <a:avLst/>
          </a:prstGeom>
          <a:noFill/>
          <a:ln w="9525">
            <a:noFill/>
            <a:miter lim="800000"/>
            <a:headEnd/>
            <a:tailEnd/>
          </a:ln>
          <a:effectLst/>
        </p:spPr>
        <p:txBody>
          <a:bodyPr wrap="none">
            <a:spAutoFit/>
          </a:bodyPr>
          <a:lstStyle/>
          <a:p>
            <a:pPr algn="l"/>
            <a:r>
              <a:rPr lang="sl-SI" sz="2000"/>
              <a:t>Sintaksa: </a:t>
            </a:r>
            <a:r>
              <a:rPr lang="sl-SI" sz="2000">
                <a:sym typeface="Symbol" pitchFamily="18" charset="2"/>
              </a:rPr>
              <a:t></a:t>
            </a:r>
            <a:r>
              <a:rPr lang="sl-SI" sz="2000" baseline="-25000">
                <a:sym typeface="Symbol" pitchFamily="18" charset="2"/>
              </a:rPr>
              <a:t>A1,A2,...Ak </a:t>
            </a:r>
            <a:r>
              <a:rPr lang="sl-SI"/>
              <a:t>- naštejemo atribute</a:t>
            </a:r>
          </a:p>
          <a:p>
            <a:pPr algn="l"/>
            <a:r>
              <a:rPr lang="sl-SI"/>
              <a:t>                    </a:t>
            </a:r>
            <a:endParaRPr lang="sl-SI" sz="2000" baseline="-25000"/>
          </a:p>
          <a:p>
            <a:pPr algn="l"/>
            <a:r>
              <a:rPr lang="sl-SI" sz="2000"/>
              <a:t>Včasih se lahko zmanjša tudi število vrstic!</a:t>
            </a:r>
            <a:endParaRPr lang="en-US" sz="20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7"/>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6322" name="AutoShape 2"/>
          <p:cNvSpPr>
            <a:spLocks noGrp="1" noChangeArrowheads="1"/>
          </p:cNvSpPr>
          <p:nvPr>
            <p:ph type="title" sz="quarter"/>
          </p:nvPr>
        </p:nvSpPr>
        <p:spPr/>
        <p:txBody>
          <a:bodyPr/>
          <a:lstStyle/>
          <a:p>
            <a:r>
              <a:rPr lang="sl-SI"/>
              <a:t>Selekcija </a:t>
            </a:r>
            <a:r>
              <a:rPr lang="sl-SI" sz="6600">
                <a:sym typeface="Symbol" pitchFamily="18" charset="2"/>
              </a:rPr>
              <a:t></a:t>
            </a:r>
            <a:endParaRPr lang="en-US" sz="6600">
              <a:sym typeface="Symbol" pitchFamily="18" charset="2"/>
            </a:endParaRPr>
          </a:p>
        </p:txBody>
      </p:sp>
      <p:graphicFrame>
        <p:nvGraphicFramePr>
          <p:cNvPr id="56352" name="Object 32"/>
          <p:cNvGraphicFramePr>
            <a:graphicFrameLocks noGrp="1" noChangeAspect="1"/>
          </p:cNvGraphicFramePr>
          <p:nvPr>
            <p:ph sz="quarter" idx="3"/>
          </p:nvPr>
        </p:nvGraphicFramePr>
        <p:xfrm>
          <a:off x="2182813" y="2590800"/>
          <a:ext cx="1273175" cy="587375"/>
        </p:xfrm>
        <a:graphic>
          <a:graphicData uri="http://schemas.openxmlformats.org/presentationml/2006/ole">
            <mc:AlternateContent xmlns:mc="http://schemas.openxmlformats.org/markup-compatibility/2006">
              <mc:Choice xmlns:v="urn:schemas-microsoft-com:vml" Requires="v">
                <p:oleObj name="Equation" r:id="rId2" imgW="495085" imgH="228501" progId="">
                  <p:embed/>
                </p:oleObj>
              </mc:Choice>
              <mc:Fallback>
                <p:oleObj name="Equation" r:id="rId2" imgW="495085" imgH="228501" progId="">
                  <p:embed/>
                  <p:pic>
                    <p:nvPicPr>
                      <p:cNvPr id="56352" name="Object 3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813" y="2590800"/>
                        <a:ext cx="1273175"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54" name="Object 34"/>
          <p:cNvGraphicFramePr>
            <a:graphicFrameLocks noGrp="1" noChangeAspect="1"/>
          </p:cNvGraphicFramePr>
          <p:nvPr>
            <p:ph sz="quarter" idx="4"/>
          </p:nvPr>
        </p:nvGraphicFramePr>
        <p:xfrm>
          <a:off x="5672138" y="2514600"/>
          <a:ext cx="1989137" cy="617538"/>
        </p:xfrm>
        <a:graphic>
          <a:graphicData uri="http://schemas.openxmlformats.org/presentationml/2006/ole">
            <mc:AlternateContent xmlns:mc="http://schemas.openxmlformats.org/markup-compatibility/2006">
              <mc:Choice xmlns:v="urn:schemas-microsoft-com:vml" Requires="v">
                <p:oleObj name="Equation" r:id="rId4" imgW="736600" imgH="228600" progId="">
                  <p:embed/>
                </p:oleObj>
              </mc:Choice>
              <mc:Fallback>
                <p:oleObj name="Equation" r:id="rId4" imgW="736600" imgH="228600" progId="">
                  <p:embed/>
                  <p:pic>
                    <p:nvPicPr>
                      <p:cNvPr id="56354" name="Object 3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2138" y="2514600"/>
                        <a:ext cx="1989137" cy="617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55" name="Text Box 35"/>
          <p:cNvSpPr txBox="1">
            <a:spLocks noChangeArrowheads="1"/>
          </p:cNvSpPr>
          <p:nvPr/>
        </p:nvSpPr>
        <p:spPr bwMode="auto">
          <a:xfrm>
            <a:off x="990600" y="5080000"/>
            <a:ext cx="5395913" cy="701675"/>
          </a:xfrm>
          <a:prstGeom prst="rect">
            <a:avLst/>
          </a:prstGeom>
          <a:noFill/>
          <a:ln w="9525">
            <a:noFill/>
            <a:miter lim="800000"/>
            <a:headEnd/>
            <a:tailEnd/>
          </a:ln>
          <a:effectLst/>
        </p:spPr>
        <p:txBody>
          <a:bodyPr wrap="none">
            <a:spAutoFit/>
          </a:bodyPr>
          <a:lstStyle/>
          <a:p>
            <a:pPr algn="l"/>
            <a:r>
              <a:rPr lang="sl-SI" sz="2000"/>
              <a:t>Sintaksa: </a:t>
            </a:r>
            <a:r>
              <a:rPr lang="sl-SI" sz="2000">
                <a:sym typeface="Symbol" pitchFamily="18" charset="2"/>
              </a:rPr>
              <a:t></a:t>
            </a:r>
            <a:r>
              <a:rPr lang="sl-SI" sz="2000" i="1" baseline="-25000">
                <a:sym typeface="Symbol" pitchFamily="18" charset="2"/>
              </a:rPr>
              <a:t>P</a:t>
            </a:r>
            <a:r>
              <a:rPr lang="sl-SI" sz="2000"/>
              <a:t>(r)</a:t>
            </a:r>
          </a:p>
          <a:p>
            <a:pPr algn="l"/>
            <a:r>
              <a:rPr lang="sl-SI" sz="2000"/>
              <a:t>Logični pogoj </a:t>
            </a:r>
            <a:r>
              <a:rPr lang="sl-SI" sz="2000" i="1"/>
              <a:t>P</a:t>
            </a:r>
            <a:r>
              <a:rPr lang="sl-SI" sz="2000"/>
              <a:t> je lahko poljubno kompleksen!</a:t>
            </a:r>
            <a:endParaRPr lang="en-US" sz="2000"/>
          </a:p>
        </p:txBody>
      </p:sp>
      <p:graphicFrame>
        <p:nvGraphicFramePr>
          <p:cNvPr id="56405" name="Group 85"/>
          <p:cNvGraphicFramePr>
            <a:graphicFrameLocks noGrp="1"/>
          </p:cNvGraphicFramePr>
          <p:nvPr>
            <p:ph sz="quarter" idx="1"/>
            <p:extLst>
              <p:ext uri="{D42A27DB-BD31-4B8C-83A1-F6EECF244321}">
                <p14:modId xmlns:p14="http://schemas.microsoft.com/office/powerpoint/2010/main" val="1153283770"/>
              </p:ext>
            </p:extLst>
          </p:nvPr>
        </p:nvGraphicFramePr>
        <p:xfrm>
          <a:off x="990600" y="3352800"/>
          <a:ext cx="3770313" cy="952500"/>
        </p:xfrm>
        <a:graphic>
          <a:graphicData uri="http://schemas.openxmlformats.org/drawingml/2006/table">
            <a:tbl>
              <a:tblPr/>
              <a:tblGrid>
                <a:gridCol w="1257300">
                  <a:extLst>
                    <a:ext uri="{9D8B030D-6E8A-4147-A177-3AD203B41FA5}">
                      <a16:colId xmlns:a16="http://schemas.microsoft.com/office/drawing/2014/main" val="20000"/>
                    </a:ext>
                  </a:extLst>
                </a:gridCol>
                <a:gridCol w="1255713">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tblGrid>
              <a:tr h="3032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f</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6407" name="Group 87"/>
          <p:cNvGraphicFramePr>
            <a:graphicFrameLocks noGrp="1"/>
          </p:cNvGraphicFramePr>
          <p:nvPr>
            <p:ph sz="quarter" idx="2"/>
            <p:extLst>
              <p:ext uri="{D42A27DB-BD31-4B8C-83A1-F6EECF244321}">
                <p14:modId xmlns:p14="http://schemas.microsoft.com/office/powerpoint/2010/main" val="4196904454"/>
              </p:ext>
            </p:extLst>
          </p:nvPr>
        </p:nvGraphicFramePr>
        <p:xfrm>
          <a:off x="4913313" y="3352800"/>
          <a:ext cx="3770312" cy="950913"/>
        </p:xfrm>
        <a:graphic>
          <a:graphicData uri="http://schemas.openxmlformats.org/drawingml/2006/table">
            <a:tbl>
              <a:tblPr/>
              <a:tblGrid>
                <a:gridCol w="1257300">
                  <a:extLst>
                    <a:ext uri="{9D8B030D-6E8A-4147-A177-3AD203B41FA5}">
                      <a16:colId xmlns:a16="http://schemas.microsoft.com/office/drawing/2014/main" val="20000"/>
                    </a:ext>
                  </a:extLst>
                </a:gridCol>
                <a:gridCol w="1255712">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tblGrid>
              <a:tr h="3032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37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b</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7346" name="AutoShape 2"/>
          <p:cNvSpPr>
            <a:spLocks noGrp="1" noChangeArrowheads="1"/>
          </p:cNvSpPr>
          <p:nvPr>
            <p:ph type="title"/>
          </p:nvPr>
        </p:nvSpPr>
        <p:spPr/>
        <p:txBody>
          <a:bodyPr/>
          <a:lstStyle/>
          <a:p>
            <a:r>
              <a:rPr lang="sl-SI"/>
              <a:t>Pogojni (theta) stik</a:t>
            </a:r>
            <a:endParaRPr lang="en-US"/>
          </a:p>
        </p:txBody>
      </p:sp>
      <p:sp>
        <p:nvSpPr>
          <p:cNvPr id="57352" name="Rectangle 8"/>
          <p:cNvSpPr>
            <a:spLocks noGrp="1" noChangeArrowheads="1"/>
          </p:cNvSpPr>
          <p:nvPr>
            <p:ph type="body" idx="1"/>
          </p:nvPr>
        </p:nvSpPr>
        <p:spPr>
          <a:xfrm>
            <a:off x="838200" y="3429000"/>
            <a:ext cx="7693025" cy="2657475"/>
          </a:xfrm>
        </p:spPr>
        <p:txBody>
          <a:bodyPr/>
          <a:lstStyle/>
          <a:p>
            <a:r>
              <a:rPr lang="sl-SI"/>
              <a:t>Alternativna sintaksa: </a:t>
            </a:r>
            <a:r>
              <a:rPr lang="en-US">
                <a:sym typeface="Symbol" pitchFamily="18" charset="2"/>
              </a:rPr>
              <a:t></a:t>
            </a:r>
            <a:r>
              <a:rPr lang="sl-SI"/>
              <a:t> </a:t>
            </a:r>
            <a:r>
              <a:rPr lang="sl-SI">
                <a:sym typeface="Symbol" pitchFamily="18" charset="2"/>
              </a:rPr>
              <a:t></a:t>
            </a:r>
            <a:r>
              <a:rPr lang="sl-SI"/>
              <a:t> </a:t>
            </a:r>
            <a:r>
              <a:rPr lang="en-US">
                <a:sym typeface="Symbol" pitchFamily="18" charset="2"/>
              </a:rPr>
              <a:t></a:t>
            </a:r>
            <a:r>
              <a:rPr lang="sl-SI">
                <a:sym typeface="Symbol" pitchFamily="18" charset="2"/>
              </a:rPr>
              <a:t> </a:t>
            </a:r>
            <a:r>
              <a:rPr lang="en-US">
                <a:sym typeface="Symbol" pitchFamily="18" charset="2"/>
              </a:rPr>
              <a:t>je </a:t>
            </a:r>
            <a:r>
              <a:rPr lang="en-US" err="1">
                <a:sym typeface="Symbol" pitchFamily="18" charset="2"/>
              </a:rPr>
              <a:t>isto</a:t>
            </a:r>
            <a:r>
              <a:rPr lang="en-US">
                <a:sym typeface="Symbol" pitchFamily="18" charset="2"/>
              </a:rPr>
              <a:t> </a:t>
            </a:r>
            <a:r>
              <a:rPr lang="en-US" err="1">
                <a:sym typeface="Symbol" pitchFamily="18" charset="2"/>
              </a:rPr>
              <a:t>kot</a:t>
            </a:r>
            <a:r>
              <a:rPr lang="en-US">
                <a:sym typeface="Symbol" pitchFamily="18" charset="2"/>
              </a:rPr>
              <a:t> </a:t>
            </a:r>
            <a:r>
              <a:rPr lang="sl-SI"/>
              <a:t>⋈</a:t>
            </a:r>
            <a:endParaRPr lang="en-US">
              <a:sym typeface="Symbol" pitchFamily="18" charset="2"/>
            </a:endParaRPr>
          </a:p>
        </p:txBody>
      </p:sp>
      <p:graphicFrame>
        <p:nvGraphicFramePr>
          <p:cNvPr id="57350" name="Object 6"/>
          <p:cNvGraphicFramePr>
            <a:graphicFrameLocks noGrp="1" noChangeAspect="1"/>
          </p:cNvGraphicFramePr>
          <p:nvPr>
            <p:ph idx="4294967295"/>
          </p:nvPr>
        </p:nvGraphicFramePr>
        <p:xfrm>
          <a:off x="914400" y="2362200"/>
          <a:ext cx="5586413" cy="952500"/>
        </p:xfrm>
        <a:graphic>
          <a:graphicData uri="http://schemas.openxmlformats.org/presentationml/2006/ole">
            <mc:AlternateContent xmlns:mc="http://schemas.openxmlformats.org/markup-compatibility/2006">
              <mc:Choice xmlns:v="urn:schemas-microsoft-com:vml" Requires="v">
                <p:oleObj name="Equation" r:id="rId2" imgW="1638300" imgH="279400" progId="">
                  <p:embed/>
                </p:oleObj>
              </mc:Choice>
              <mc:Fallback>
                <p:oleObj name="Equation" r:id="rId2" imgW="1638300" imgH="279400" progId="">
                  <p:embed/>
                  <p:pic>
                    <p:nvPicPr>
                      <p:cNvPr id="57350" name="Object 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62200"/>
                        <a:ext cx="5586413"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61442" name="AutoShape 2"/>
          <p:cNvSpPr>
            <a:spLocks noGrp="1" noChangeArrowheads="1"/>
          </p:cNvSpPr>
          <p:nvPr>
            <p:ph type="title"/>
          </p:nvPr>
        </p:nvSpPr>
        <p:spPr/>
        <p:txBody>
          <a:bodyPr/>
          <a:lstStyle/>
          <a:p>
            <a:r>
              <a:rPr lang="en-US"/>
              <a:t>Pogojni stik (1. korak)</a:t>
            </a:r>
          </a:p>
        </p:txBody>
      </p:sp>
      <p:graphicFrame>
        <p:nvGraphicFramePr>
          <p:cNvPr id="61549" name="Group 109"/>
          <p:cNvGraphicFramePr>
            <a:graphicFrameLocks noGrp="1"/>
          </p:cNvGraphicFramePr>
          <p:nvPr>
            <p:ph sz="half" idx="1"/>
            <p:extLst>
              <p:ext uri="{D42A27DB-BD31-4B8C-83A1-F6EECF244321}">
                <p14:modId xmlns:p14="http://schemas.microsoft.com/office/powerpoint/2010/main" val="3555307101"/>
              </p:ext>
            </p:extLst>
          </p:nvPr>
        </p:nvGraphicFramePr>
        <p:xfrm>
          <a:off x="3733800" y="2514600"/>
          <a:ext cx="3770313" cy="2439990"/>
        </p:xfrm>
        <a:graphic>
          <a:graphicData uri="http://schemas.openxmlformats.org/drawingml/2006/table">
            <a:tbl>
              <a:tblPr/>
              <a:tblGrid>
                <a:gridCol w="628650">
                  <a:extLst>
                    <a:ext uri="{9D8B030D-6E8A-4147-A177-3AD203B41FA5}">
                      <a16:colId xmlns:a16="http://schemas.microsoft.com/office/drawing/2014/main" val="20000"/>
                    </a:ext>
                  </a:extLst>
                </a:gridCol>
                <a:gridCol w="627063">
                  <a:extLst>
                    <a:ext uri="{9D8B030D-6E8A-4147-A177-3AD203B41FA5}">
                      <a16:colId xmlns:a16="http://schemas.microsoft.com/office/drawing/2014/main" val="20001"/>
                    </a:ext>
                  </a:extLst>
                </a:gridCol>
                <a:gridCol w="649287">
                  <a:extLst>
                    <a:ext uri="{9D8B030D-6E8A-4147-A177-3AD203B41FA5}">
                      <a16:colId xmlns:a16="http://schemas.microsoft.com/office/drawing/2014/main" val="20002"/>
                    </a:ext>
                  </a:extLst>
                </a:gridCol>
                <a:gridCol w="608013">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628650">
                  <a:extLst>
                    <a:ext uri="{9D8B030D-6E8A-4147-A177-3AD203B41FA5}">
                      <a16:colId xmlns:a16="http://schemas.microsoft.com/office/drawing/2014/main" val="20005"/>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E</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725">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g</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g</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g</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61530" name="Object 90"/>
          <p:cNvGraphicFramePr>
            <a:graphicFrameLocks noGrp="1" noChangeAspect="1"/>
          </p:cNvGraphicFramePr>
          <p:nvPr>
            <p:ph sz="half" idx="2"/>
          </p:nvPr>
        </p:nvGraphicFramePr>
        <p:xfrm>
          <a:off x="1536700" y="3719513"/>
          <a:ext cx="1892300" cy="876300"/>
        </p:xfrm>
        <a:graphic>
          <a:graphicData uri="http://schemas.openxmlformats.org/presentationml/2006/ole">
            <mc:AlternateContent xmlns:mc="http://schemas.openxmlformats.org/markup-compatibility/2006">
              <mc:Choice xmlns:v="urn:schemas-microsoft-com:vml" Requires="v">
                <p:oleObj name="Equation" r:id="rId2" imgW="850531" imgH="393529" progId="">
                  <p:embed/>
                </p:oleObj>
              </mc:Choice>
              <mc:Fallback>
                <p:oleObj name="Equation" r:id="rId2" imgW="850531" imgH="393529" progId="">
                  <p:embed/>
                  <p:pic>
                    <p:nvPicPr>
                      <p:cNvPr id="61530" name="Object 90"/>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6700" y="3719513"/>
                        <a:ext cx="18923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63490" name="AutoShape 2"/>
          <p:cNvSpPr>
            <a:spLocks noGrp="1" noChangeArrowheads="1"/>
          </p:cNvSpPr>
          <p:nvPr>
            <p:ph type="title"/>
          </p:nvPr>
        </p:nvSpPr>
        <p:spPr/>
        <p:txBody>
          <a:bodyPr/>
          <a:lstStyle/>
          <a:p>
            <a:r>
              <a:rPr lang="en-US"/>
              <a:t>Pogojni stik (2. korak)</a:t>
            </a:r>
          </a:p>
        </p:txBody>
      </p:sp>
      <p:graphicFrame>
        <p:nvGraphicFramePr>
          <p:cNvPr id="63588" name="Group 100"/>
          <p:cNvGraphicFramePr>
            <a:graphicFrameLocks noGrp="1"/>
          </p:cNvGraphicFramePr>
          <p:nvPr>
            <p:ph sz="half" idx="1"/>
            <p:extLst>
              <p:ext uri="{D42A27DB-BD31-4B8C-83A1-F6EECF244321}">
                <p14:modId xmlns:p14="http://schemas.microsoft.com/office/powerpoint/2010/main" val="3081198019"/>
              </p:ext>
            </p:extLst>
          </p:nvPr>
        </p:nvGraphicFramePr>
        <p:xfrm>
          <a:off x="3733800" y="2514600"/>
          <a:ext cx="3770313" cy="2439990"/>
        </p:xfrm>
        <a:graphic>
          <a:graphicData uri="http://schemas.openxmlformats.org/drawingml/2006/table">
            <a:tbl>
              <a:tblPr/>
              <a:tblGrid>
                <a:gridCol w="628650">
                  <a:extLst>
                    <a:ext uri="{9D8B030D-6E8A-4147-A177-3AD203B41FA5}">
                      <a16:colId xmlns:a16="http://schemas.microsoft.com/office/drawing/2014/main" val="20000"/>
                    </a:ext>
                  </a:extLst>
                </a:gridCol>
                <a:gridCol w="627063">
                  <a:extLst>
                    <a:ext uri="{9D8B030D-6E8A-4147-A177-3AD203B41FA5}">
                      <a16:colId xmlns:a16="http://schemas.microsoft.com/office/drawing/2014/main" val="20001"/>
                    </a:ext>
                  </a:extLst>
                </a:gridCol>
                <a:gridCol w="649287">
                  <a:extLst>
                    <a:ext uri="{9D8B030D-6E8A-4147-A177-3AD203B41FA5}">
                      <a16:colId xmlns:a16="http://schemas.microsoft.com/office/drawing/2014/main" val="20002"/>
                    </a:ext>
                  </a:extLst>
                </a:gridCol>
                <a:gridCol w="608013">
                  <a:extLst>
                    <a:ext uri="{9D8B030D-6E8A-4147-A177-3AD203B41FA5}">
                      <a16:colId xmlns:a16="http://schemas.microsoft.com/office/drawing/2014/main" val="20003"/>
                    </a:ext>
                  </a:extLst>
                </a:gridCol>
                <a:gridCol w="611187">
                  <a:extLst>
                    <a:ext uri="{9D8B030D-6E8A-4147-A177-3AD203B41FA5}">
                      <a16:colId xmlns:a16="http://schemas.microsoft.com/office/drawing/2014/main" val="20004"/>
                    </a:ext>
                  </a:extLst>
                </a:gridCol>
                <a:gridCol w="646113">
                  <a:extLst>
                    <a:ext uri="{9D8B030D-6E8A-4147-A177-3AD203B41FA5}">
                      <a16:colId xmlns:a16="http://schemas.microsoft.com/office/drawing/2014/main" val="20005"/>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E</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725">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g</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g</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g</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9050" cap="flat" cmpd="sng" algn="ctr">
                      <a:solidFill>
                        <a:srgbClr val="0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9050" cap="flat" cmpd="sng" algn="ctr">
                      <a:solidFill>
                        <a:srgbClr val="0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63577" name="Object 89"/>
          <p:cNvGraphicFramePr>
            <a:graphicFrameLocks noGrp="1" noChangeAspect="1"/>
          </p:cNvGraphicFramePr>
          <p:nvPr>
            <p:ph sz="half" idx="2"/>
          </p:nvPr>
        </p:nvGraphicFramePr>
        <p:xfrm>
          <a:off x="1536700" y="3719513"/>
          <a:ext cx="1892300" cy="876300"/>
        </p:xfrm>
        <a:graphic>
          <a:graphicData uri="http://schemas.openxmlformats.org/presentationml/2006/ole">
            <mc:AlternateContent xmlns:mc="http://schemas.openxmlformats.org/markup-compatibility/2006">
              <mc:Choice xmlns:v="urn:schemas-microsoft-com:vml" Requires="v">
                <p:oleObj name="Equation" r:id="rId2" imgW="850531" imgH="393529" progId="">
                  <p:embed/>
                </p:oleObj>
              </mc:Choice>
              <mc:Fallback>
                <p:oleObj name="Equation" r:id="rId2" imgW="850531" imgH="393529" progId="">
                  <p:embed/>
                  <p:pic>
                    <p:nvPicPr>
                      <p:cNvPr id="63577" name="Object 89"/>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6700" y="3719513"/>
                        <a:ext cx="18923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578" name="Line 90"/>
          <p:cNvSpPr>
            <a:spLocks noChangeShapeType="1"/>
          </p:cNvSpPr>
          <p:nvPr/>
        </p:nvSpPr>
        <p:spPr bwMode="auto">
          <a:xfrm>
            <a:off x="3810000" y="3429000"/>
            <a:ext cx="3581400" cy="0"/>
          </a:xfrm>
          <a:prstGeom prst="line">
            <a:avLst/>
          </a:prstGeom>
          <a:noFill/>
          <a:ln w="25400">
            <a:solidFill>
              <a:schemeClr val="tx1"/>
            </a:solidFill>
            <a:round/>
            <a:headEnd/>
            <a:tailEnd/>
          </a:ln>
          <a:effectLst/>
        </p:spPr>
        <p:txBody>
          <a:bodyPr/>
          <a:lstStyle/>
          <a:p>
            <a:endParaRPr lang="en-US"/>
          </a:p>
        </p:txBody>
      </p:sp>
      <p:sp>
        <p:nvSpPr>
          <p:cNvPr id="63580" name="Line 92"/>
          <p:cNvSpPr>
            <a:spLocks noChangeShapeType="1"/>
          </p:cNvSpPr>
          <p:nvPr/>
        </p:nvSpPr>
        <p:spPr bwMode="auto">
          <a:xfrm>
            <a:off x="3810000" y="4800600"/>
            <a:ext cx="3581400" cy="0"/>
          </a:xfrm>
          <a:prstGeom prst="line">
            <a:avLst/>
          </a:prstGeom>
          <a:noFill/>
          <a:ln w="25400">
            <a:solidFill>
              <a:schemeClr val="tx1"/>
            </a:solidFill>
            <a:round/>
            <a:headEnd/>
            <a:tailEnd/>
          </a:ln>
          <a:effectLst/>
        </p:spPr>
        <p:txBody>
          <a:bodyPr/>
          <a:lstStyle/>
          <a:p>
            <a:endParaRPr lang="en-US"/>
          </a:p>
        </p:txBody>
      </p:sp>
      <p:sp>
        <p:nvSpPr>
          <p:cNvPr id="63581" name="Line 93"/>
          <p:cNvSpPr>
            <a:spLocks noChangeShapeType="1"/>
          </p:cNvSpPr>
          <p:nvPr/>
        </p:nvSpPr>
        <p:spPr bwMode="auto">
          <a:xfrm>
            <a:off x="3810000" y="4419600"/>
            <a:ext cx="3581400" cy="0"/>
          </a:xfrm>
          <a:prstGeom prst="line">
            <a:avLst/>
          </a:prstGeom>
          <a:noFill/>
          <a:ln w="25400">
            <a:solidFill>
              <a:schemeClr val="tx1"/>
            </a:solidFill>
            <a:round/>
            <a:headEnd/>
            <a:tailEnd/>
          </a:ln>
          <a:effectLst/>
        </p:spPr>
        <p:txBody>
          <a:bodyPr/>
          <a:lstStyle/>
          <a:p>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64514" name="AutoShape 2"/>
          <p:cNvSpPr>
            <a:spLocks noGrp="1" noChangeArrowheads="1"/>
          </p:cNvSpPr>
          <p:nvPr>
            <p:ph type="title"/>
          </p:nvPr>
        </p:nvSpPr>
        <p:spPr/>
        <p:txBody>
          <a:bodyPr/>
          <a:lstStyle/>
          <a:p>
            <a:r>
              <a:rPr lang="en-US"/>
              <a:t>Ekvistik in naravni stik</a:t>
            </a:r>
          </a:p>
        </p:txBody>
      </p:sp>
      <p:sp>
        <p:nvSpPr>
          <p:cNvPr id="64515" name="Rectangle 3"/>
          <p:cNvSpPr>
            <a:spLocks noGrp="1" noChangeArrowheads="1"/>
          </p:cNvSpPr>
          <p:nvPr>
            <p:ph type="body" idx="1"/>
          </p:nvPr>
        </p:nvSpPr>
        <p:spPr/>
        <p:txBody>
          <a:bodyPr/>
          <a:lstStyle/>
          <a:p>
            <a:r>
              <a:rPr lang="en-US" err="1"/>
              <a:t>Ekvistik</a:t>
            </a:r>
            <a:r>
              <a:rPr lang="en-US"/>
              <a:t>: v </a:t>
            </a:r>
            <a:r>
              <a:rPr lang="en-US" err="1"/>
              <a:t>pogoju</a:t>
            </a:r>
            <a:r>
              <a:rPr lang="en-US"/>
              <a:t> </a:t>
            </a:r>
            <a:r>
              <a:rPr lang="en-US" err="1"/>
              <a:t>lahko</a:t>
            </a:r>
            <a:r>
              <a:rPr lang="en-US"/>
              <a:t> od </a:t>
            </a:r>
            <a:r>
              <a:rPr lang="en-US" err="1"/>
              <a:t>operatorjev</a:t>
            </a:r>
            <a:r>
              <a:rPr lang="en-US"/>
              <a:t> </a:t>
            </a:r>
            <a:r>
              <a:rPr lang="en-US" err="1"/>
              <a:t>nastopajo</a:t>
            </a:r>
            <a:r>
              <a:rPr lang="en-US"/>
              <a:t> </a:t>
            </a:r>
            <a:r>
              <a:rPr lang="en-US" err="1"/>
              <a:t>samo</a:t>
            </a:r>
            <a:r>
              <a:rPr lang="en-US"/>
              <a:t> </a:t>
            </a:r>
            <a:r>
              <a:rPr lang="en-US" err="1"/>
              <a:t>ena</a:t>
            </a:r>
            <a:r>
              <a:rPr lang="sl-SI"/>
              <a:t>čaji.</a:t>
            </a:r>
          </a:p>
          <a:p>
            <a:r>
              <a:rPr lang="sl-SI"/>
              <a:t>Naravni stik: </a:t>
            </a:r>
            <a:r>
              <a:rPr lang="sl-SI" err="1"/>
              <a:t>ekvistik</a:t>
            </a:r>
            <a:r>
              <a:rPr lang="sl-SI"/>
              <a:t> po vseh istoimenskih atributih</a:t>
            </a:r>
          </a:p>
          <a:p>
            <a:pPr lvl="1"/>
            <a:r>
              <a:rPr lang="sl-SI"/>
              <a:t>Oznaka brez pogoja </a:t>
            </a:r>
            <a:r>
              <a:rPr lang="sl-SI" i="1"/>
              <a:t>P</a:t>
            </a:r>
            <a:r>
              <a:rPr lang="sl-SI"/>
              <a:t>: </a:t>
            </a:r>
            <a:r>
              <a:rPr lang="en-US">
                <a:sym typeface="Symbol" pitchFamily="18" charset="2"/>
              </a:rPr>
              <a:t></a:t>
            </a:r>
            <a:r>
              <a:rPr lang="sl-SI"/>
              <a:t> </a:t>
            </a:r>
            <a:r>
              <a:rPr lang="sl-SI">
                <a:sym typeface="Symbol" pitchFamily="18" charset="2"/>
              </a:rPr>
              <a:t></a:t>
            </a:r>
            <a:r>
              <a:rPr lang="sl-SI"/>
              <a:t> </a:t>
            </a:r>
            <a:r>
              <a:rPr lang="en-US">
                <a:sym typeface="Symbol" pitchFamily="18" charset="2"/>
              </a:rPr>
              <a:t> </a:t>
            </a:r>
            <a:r>
              <a:rPr lang="en-US" err="1">
                <a:sym typeface="Symbol" pitchFamily="18" charset="2"/>
              </a:rPr>
              <a:t>ali</a:t>
            </a:r>
            <a:r>
              <a:rPr lang="en-US">
                <a:sym typeface="Symbol" pitchFamily="18" charset="2"/>
              </a:rPr>
              <a:t> </a:t>
            </a:r>
            <a:r>
              <a:rPr lang="sl-SI"/>
              <a:t>⋈</a:t>
            </a:r>
          </a:p>
          <a:p>
            <a:pPr lvl="1"/>
            <a:r>
              <a:rPr lang="sl-SI"/>
              <a:t>Ker je nekaj atributov po naravnem stiku odveč, jih izločimo</a:t>
            </a:r>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65635" name="AutoShape 99"/>
          <p:cNvSpPr>
            <a:spLocks noGrp="1" noChangeArrowheads="1"/>
          </p:cNvSpPr>
          <p:nvPr>
            <p:ph type="title"/>
          </p:nvPr>
        </p:nvSpPr>
        <p:spPr/>
        <p:txBody>
          <a:bodyPr/>
          <a:lstStyle/>
          <a:p>
            <a:r>
              <a:rPr lang="sl-SI"/>
              <a:t>Naravni stik</a:t>
            </a:r>
            <a:r>
              <a:rPr lang="en-US"/>
              <a:t> (1. korak)</a:t>
            </a:r>
          </a:p>
        </p:txBody>
      </p:sp>
      <p:graphicFrame>
        <p:nvGraphicFramePr>
          <p:cNvPr id="65646" name="Group 110"/>
          <p:cNvGraphicFramePr>
            <a:graphicFrameLocks noGrp="1"/>
          </p:cNvGraphicFramePr>
          <p:nvPr>
            <p:ph sz="half" idx="1"/>
            <p:extLst>
              <p:ext uri="{D42A27DB-BD31-4B8C-83A1-F6EECF244321}">
                <p14:modId xmlns:p14="http://schemas.microsoft.com/office/powerpoint/2010/main" val="1835644251"/>
              </p:ext>
            </p:extLst>
          </p:nvPr>
        </p:nvGraphicFramePr>
        <p:xfrm>
          <a:off x="838200" y="2362200"/>
          <a:ext cx="1524000" cy="2895600"/>
        </p:xfrm>
        <a:graphic>
          <a:graphicData uri="http://schemas.openxmlformats.org/drawingml/2006/table">
            <a:tbl>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tblGrid>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65711" name="Group 175"/>
          <p:cNvGraphicFramePr>
            <a:graphicFrameLocks noGrp="1"/>
          </p:cNvGraphicFramePr>
          <p:nvPr>
            <p:ph sz="quarter" idx="2"/>
            <p:extLst>
              <p:ext uri="{D42A27DB-BD31-4B8C-83A1-F6EECF244321}">
                <p14:modId xmlns:p14="http://schemas.microsoft.com/office/powerpoint/2010/main" val="66736710"/>
              </p:ext>
            </p:extLst>
          </p:nvPr>
        </p:nvGraphicFramePr>
        <p:xfrm>
          <a:off x="2971800" y="2362200"/>
          <a:ext cx="1447800" cy="2895600"/>
        </p:xfrm>
        <a:graphic>
          <a:graphicData uri="http://schemas.openxmlformats.org/drawingml/2006/table">
            <a:tbl>
              <a:tblPr/>
              <a:tblGrid>
                <a:gridCol w="482600">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e</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65751" name="Group 215"/>
          <p:cNvGraphicFramePr>
            <a:graphicFrameLocks noGrp="1"/>
          </p:cNvGraphicFramePr>
          <p:nvPr>
            <p:ph sz="quarter" idx="3"/>
            <p:extLst>
              <p:ext uri="{D42A27DB-BD31-4B8C-83A1-F6EECF244321}">
                <p14:modId xmlns:p14="http://schemas.microsoft.com/office/powerpoint/2010/main" val="3878501350"/>
              </p:ext>
            </p:extLst>
          </p:nvPr>
        </p:nvGraphicFramePr>
        <p:xfrm>
          <a:off x="5181600" y="2362200"/>
          <a:ext cx="3657600" cy="28575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tblGrid>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e</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65752" name="Picture 216"/>
          <p:cNvPicPr>
            <a:picLocks noChangeAspect="1" noChangeArrowheads="1"/>
          </p:cNvPicPr>
          <p:nvPr/>
        </p:nvPicPr>
        <p:blipFill>
          <a:blip r:embed="rId2" cstate="print"/>
          <a:srcRect/>
          <a:stretch>
            <a:fillRect/>
          </a:stretch>
        </p:blipFill>
        <p:spPr bwMode="auto">
          <a:xfrm>
            <a:off x="2438400" y="3733800"/>
            <a:ext cx="457200" cy="296863"/>
          </a:xfrm>
          <a:prstGeom prst="rect">
            <a:avLst/>
          </a:prstGeom>
          <a:noFill/>
          <a:ln w="9525">
            <a:noFill/>
            <a:miter lim="800000"/>
            <a:headEnd/>
            <a:tailEnd/>
          </a:ln>
          <a:effectLst/>
        </p:spPr>
      </p:pic>
      <p:sp>
        <p:nvSpPr>
          <p:cNvPr id="65753" name="Text Box 217"/>
          <p:cNvSpPr txBox="1">
            <a:spLocks noChangeArrowheads="1"/>
          </p:cNvSpPr>
          <p:nvPr/>
        </p:nvSpPr>
        <p:spPr bwMode="auto">
          <a:xfrm>
            <a:off x="4572000" y="3657600"/>
            <a:ext cx="392113" cy="519113"/>
          </a:xfrm>
          <a:prstGeom prst="rect">
            <a:avLst/>
          </a:prstGeom>
          <a:noFill/>
          <a:ln w="9525">
            <a:noFill/>
            <a:miter lim="800000"/>
            <a:headEnd/>
            <a:tailEnd/>
          </a:ln>
          <a:effectLst/>
        </p:spPr>
        <p:txBody>
          <a:bodyPr wrap="none">
            <a:spAutoFit/>
          </a:bodyPr>
          <a:lstStyle/>
          <a:p>
            <a:pPr algn="l"/>
            <a:r>
              <a:rPr lang="en-US" sz="2800"/>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1682" name="AutoShape 2"/>
          <p:cNvSpPr>
            <a:spLocks noGrp="1" noChangeArrowheads="1"/>
          </p:cNvSpPr>
          <p:nvPr>
            <p:ph type="title"/>
          </p:nvPr>
        </p:nvSpPr>
        <p:spPr/>
        <p:txBody>
          <a:bodyPr/>
          <a:lstStyle/>
          <a:p>
            <a:r>
              <a:rPr lang="sl-SI"/>
              <a:t>Naravni stik</a:t>
            </a:r>
            <a:r>
              <a:rPr lang="en-US"/>
              <a:t> (2. korak)</a:t>
            </a:r>
          </a:p>
        </p:txBody>
      </p:sp>
      <p:graphicFrame>
        <p:nvGraphicFramePr>
          <p:cNvPr id="71683" name="Group 3"/>
          <p:cNvGraphicFramePr>
            <a:graphicFrameLocks noGrp="1"/>
          </p:cNvGraphicFramePr>
          <p:nvPr>
            <p:ph sz="half" idx="1"/>
          </p:nvPr>
        </p:nvGraphicFramePr>
        <p:xfrm>
          <a:off x="838200" y="2362200"/>
          <a:ext cx="1524000" cy="2895600"/>
        </p:xfrm>
        <a:graphic>
          <a:graphicData uri="http://schemas.openxmlformats.org/drawingml/2006/table">
            <a:tbl>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tblGrid>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71713" name="Group 33"/>
          <p:cNvGraphicFramePr>
            <a:graphicFrameLocks noGrp="1"/>
          </p:cNvGraphicFramePr>
          <p:nvPr>
            <p:ph sz="quarter" idx="2"/>
          </p:nvPr>
        </p:nvGraphicFramePr>
        <p:xfrm>
          <a:off x="2971800" y="2362200"/>
          <a:ext cx="1447800" cy="2895600"/>
        </p:xfrm>
        <a:graphic>
          <a:graphicData uri="http://schemas.openxmlformats.org/drawingml/2006/table">
            <a:tbl>
              <a:tblPr/>
              <a:tblGrid>
                <a:gridCol w="482600">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e</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71799" name="Group 119"/>
          <p:cNvGraphicFramePr>
            <a:graphicFrameLocks noGrp="1"/>
          </p:cNvGraphicFramePr>
          <p:nvPr>
            <p:ph sz="quarter" idx="3"/>
            <p:extLst>
              <p:ext uri="{D42A27DB-BD31-4B8C-83A1-F6EECF244321}">
                <p14:modId xmlns:p14="http://schemas.microsoft.com/office/powerpoint/2010/main" val="554645117"/>
              </p:ext>
            </p:extLst>
          </p:nvPr>
        </p:nvGraphicFramePr>
        <p:xfrm>
          <a:off x="5181600" y="3505200"/>
          <a:ext cx="3657600" cy="14097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tblGrid>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e </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y </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71794" name="Picture 114"/>
          <p:cNvPicPr>
            <a:picLocks noChangeAspect="1" noChangeArrowheads="1"/>
          </p:cNvPicPr>
          <p:nvPr/>
        </p:nvPicPr>
        <p:blipFill>
          <a:blip r:embed="rId2" cstate="print"/>
          <a:srcRect/>
          <a:stretch>
            <a:fillRect/>
          </a:stretch>
        </p:blipFill>
        <p:spPr bwMode="auto">
          <a:xfrm>
            <a:off x="2438400" y="3733800"/>
            <a:ext cx="457200" cy="296863"/>
          </a:xfrm>
          <a:prstGeom prst="rect">
            <a:avLst/>
          </a:prstGeom>
          <a:noFill/>
          <a:ln w="9525">
            <a:noFill/>
            <a:miter lim="800000"/>
            <a:headEnd/>
            <a:tailEnd/>
          </a:ln>
          <a:effectLst/>
        </p:spPr>
      </p:pic>
      <p:sp>
        <p:nvSpPr>
          <p:cNvPr id="71795" name="Text Box 115"/>
          <p:cNvSpPr txBox="1">
            <a:spLocks noChangeArrowheads="1"/>
          </p:cNvSpPr>
          <p:nvPr/>
        </p:nvSpPr>
        <p:spPr bwMode="auto">
          <a:xfrm>
            <a:off x="4572000" y="3657600"/>
            <a:ext cx="392113" cy="519113"/>
          </a:xfrm>
          <a:prstGeom prst="rect">
            <a:avLst/>
          </a:prstGeom>
          <a:noFill/>
          <a:ln w="9525">
            <a:noFill/>
            <a:miter lim="800000"/>
            <a:headEnd/>
            <a:tailEnd/>
          </a:ln>
          <a:effectLst/>
        </p:spPr>
        <p:txBody>
          <a:bodyPr wrap="none">
            <a:spAutoFit/>
          </a:bodyPr>
          <a:lstStyle/>
          <a:p>
            <a:pPr algn="l"/>
            <a:r>
              <a:rPr lang="en-US" sz="2800"/>
              <a:t>=</a:t>
            </a:r>
          </a:p>
        </p:txBody>
      </p:sp>
      <p:sp>
        <p:nvSpPr>
          <p:cNvPr id="71807" name="Oval 127"/>
          <p:cNvSpPr>
            <a:spLocks noChangeArrowheads="1"/>
          </p:cNvSpPr>
          <p:nvPr/>
        </p:nvSpPr>
        <p:spPr bwMode="auto">
          <a:xfrm>
            <a:off x="7086600" y="2957513"/>
            <a:ext cx="1066800" cy="2438400"/>
          </a:xfrm>
          <a:prstGeom prst="ellipse">
            <a:avLst/>
          </a:prstGeom>
          <a:noFill/>
          <a:ln w="28575">
            <a:solidFill>
              <a:srgbClr val="FF0000"/>
            </a:solidFill>
            <a:round/>
            <a:headEnd/>
            <a:tailEnd/>
          </a:ln>
          <a:effectLst/>
        </p:spPr>
        <p:txBody>
          <a:bodyPr wrap="none" anchor="ctr"/>
          <a:lstStyle/>
          <a:p>
            <a:endParaRPr lang="en-US"/>
          </a:p>
        </p:txBody>
      </p:sp>
      <p:sp>
        <p:nvSpPr>
          <p:cNvPr id="71808" name="Text Box 128"/>
          <p:cNvSpPr txBox="1">
            <a:spLocks noChangeArrowheads="1"/>
          </p:cNvSpPr>
          <p:nvPr/>
        </p:nvSpPr>
        <p:spPr bwMode="auto">
          <a:xfrm>
            <a:off x="6689725" y="5294313"/>
            <a:ext cx="1949450" cy="366712"/>
          </a:xfrm>
          <a:prstGeom prst="rect">
            <a:avLst/>
          </a:prstGeom>
          <a:noFill/>
          <a:ln w="9525">
            <a:noFill/>
            <a:miter lim="800000"/>
            <a:headEnd/>
            <a:tailEnd/>
          </a:ln>
          <a:effectLst/>
        </p:spPr>
        <p:txBody>
          <a:bodyPr wrap="none">
            <a:spAutoFit/>
          </a:bodyPr>
          <a:lstStyle/>
          <a:p>
            <a:pPr algn="l"/>
            <a:r>
              <a:rPr lang="en-US"/>
              <a:t>Odve</a:t>
            </a:r>
            <a:r>
              <a:rPr lang="sl-SI"/>
              <a:t>čna stolpca!</a:t>
            </a:r>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2706" name="AutoShape 2"/>
          <p:cNvSpPr>
            <a:spLocks noGrp="1" noChangeArrowheads="1"/>
          </p:cNvSpPr>
          <p:nvPr>
            <p:ph type="title"/>
          </p:nvPr>
        </p:nvSpPr>
        <p:spPr/>
        <p:txBody>
          <a:bodyPr/>
          <a:lstStyle/>
          <a:p>
            <a:r>
              <a:rPr lang="sl-SI"/>
              <a:t>Naravni stik</a:t>
            </a:r>
            <a:r>
              <a:rPr lang="en-US"/>
              <a:t> (</a:t>
            </a:r>
            <a:r>
              <a:rPr lang="sl-SI"/>
              <a:t>3</a:t>
            </a:r>
            <a:r>
              <a:rPr lang="en-US"/>
              <a:t>. korak)</a:t>
            </a:r>
          </a:p>
        </p:txBody>
      </p:sp>
      <p:graphicFrame>
        <p:nvGraphicFramePr>
          <p:cNvPr id="72707" name="Group 3"/>
          <p:cNvGraphicFramePr>
            <a:graphicFrameLocks noGrp="1"/>
          </p:cNvGraphicFramePr>
          <p:nvPr>
            <p:ph sz="half" idx="1"/>
            <p:extLst>
              <p:ext uri="{D42A27DB-BD31-4B8C-83A1-F6EECF244321}">
                <p14:modId xmlns:p14="http://schemas.microsoft.com/office/powerpoint/2010/main" val="3363407591"/>
              </p:ext>
            </p:extLst>
          </p:nvPr>
        </p:nvGraphicFramePr>
        <p:xfrm>
          <a:off x="838200" y="2362200"/>
          <a:ext cx="1524000" cy="2895600"/>
        </p:xfrm>
        <a:graphic>
          <a:graphicData uri="http://schemas.openxmlformats.org/drawingml/2006/table">
            <a:tbl>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tblGrid>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 </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 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 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72737" name="Group 33"/>
          <p:cNvGraphicFramePr>
            <a:graphicFrameLocks noGrp="1"/>
          </p:cNvGraphicFramePr>
          <p:nvPr>
            <p:ph sz="quarter" idx="2"/>
          </p:nvPr>
        </p:nvGraphicFramePr>
        <p:xfrm>
          <a:off x="2971800" y="2362200"/>
          <a:ext cx="1447800" cy="2895600"/>
        </p:xfrm>
        <a:graphic>
          <a:graphicData uri="http://schemas.openxmlformats.org/drawingml/2006/table">
            <a:tbl>
              <a:tblPr/>
              <a:tblGrid>
                <a:gridCol w="482600">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e</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72792" name="Group 88"/>
          <p:cNvGraphicFramePr>
            <a:graphicFrameLocks noGrp="1"/>
          </p:cNvGraphicFramePr>
          <p:nvPr>
            <p:ph sz="quarter" idx="3"/>
            <p:extLst>
              <p:ext uri="{D42A27DB-BD31-4B8C-83A1-F6EECF244321}">
                <p14:modId xmlns:p14="http://schemas.microsoft.com/office/powerpoint/2010/main" val="1171186653"/>
              </p:ext>
            </p:extLst>
          </p:nvPr>
        </p:nvGraphicFramePr>
        <p:xfrm>
          <a:off x="5181600" y="3505200"/>
          <a:ext cx="2438400" cy="14097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C</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D</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a </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 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 f</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e</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 x</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72790" name="Picture 86"/>
          <p:cNvPicPr>
            <a:picLocks noChangeAspect="1" noChangeArrowheads="1"/>
          </p:cNvPicPr>
          <p:nvPr/>
        </p:nvPicPr>
        <p:blipFill>
          <a:blip r:embed="rId2" cstate="print"/>
          <a:srcRect/>
          <a:stretch>
            <a:fillRect/>
          </a:stretch>
        </p:blipFill>
        <p:spPr bwMode="auto">
          <a:xfrm>
            <a:off x="2438400" y="3733800"/>
            <a:ext cx="457200" cy="296863"/>
          </a:xfrm>
          <a:prstGeom prst="rect">
            <a:avLst/>
          </a:prstGeom>
          <a:noFill/>
          <a:ln w="9525">
            <a:noFill/>
            <a:miter lim="800000"/>
            <a:headEnd/>
            <a:tailEnd/>
          </a:ln>
          <a:effectLst/>
        </p:spPr>
      </p:pic>
      <p:sp>
        <p:nvSpPr>
          <p:cNvPr id="72791" name="Text Box 87"/>
          <p:cNvSpPr txBox="1">
            <a:spLocks noChangeArrowheads="1"/>
          </p:cNvSpPr>
          <p:nvPr/>
        </p:nvSpPr>
        <p:spPr bwMode="auto">
          <a:xfrm>
            <a:off x="4572000" y="3657600"/>
            <a:ext cx="392113" cy="519113"/>
          </a:xfrm>
          <a:prstGeom prst="rect">
            <a:avLst/>
          </a:prstGeom>
          <a:noFill/>
          <a:ln w="9525">
            <a:noFill/>
            <a:miter lim="800000"/>
            <a:headEnd/>
            <a:tailEnd/>
          </a:ln>
          <a:effectLst/>
        </p:spPr>
        <p:txBody>
          <a:bodyPr wrap="none">
            <a:spAutoFit/>
          </a:bodyPr>
          <a:lstStyle/>
          <a:p>
            <a:pPr algn="l"/>
            <a:r>
              <a:rPr lang="en-US" sz="2800"/>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8850" name="AutoShape 2"/>
          <p:cNvSpPr>
            <a:spLocks noGrp="1" noChangeArrowheads="1"/>
          </p:cNvSpPr>
          <p:nvPr>
            <p:ph type="title"/>
          </p:nvPr>
        </p:nvSpPr>
        <p:spPr/>
        <p:txBody>
          <a:bodyPr/>
          <a:lstStyle/>
          <a:p>
            <a:r>
              <a:rPr lang="en-US"/>
              <a:t>Deljenje /</a:t>
            </a:r>
          </a:p>
        </p:txBody>
      </p:sp>
      <p:sp>
        <p:nvSpPr>
          <p:cNvPr id="78851" name="Rectangle 3"/>
          <p:cNvSpPr>
            <a:spLocks noGrp="1" noChangeArrowheads="1"/>
          </p:cNvSpPr>
          <p:nvPr>
            <p:ph type="body" idx="1"/>
          </p:nvPr>
        </p:nvSpPr>
        <p:spPr>
          <a:xfrm>
            <a:off x="838200" y="2362200"/>
            <a:ext cx="7693025" cy="4114800"/>
          </a:xfrm>
        </p:spPr>
        <p:txBody>
          <a:bodyPr/>
          <a:lstStyle/>
          <a:p>
            <a:pPr>
              <a:lnSpc>
                <a:spcPct val="80000"/>
              </a:lnSpc>
            </a:pPr>
            <a:r>
              <a:rPr lang="en-US" sz="2400" err="1"/>
              <a:t>Imejmo</a:t>
            </a:r>
            <a:r>
              <a:rPr lang="en-US" sz="2400"/>
              <a:t> </a:t>
            </a:r>
            <a:r>
              <a:rPr lang="en-US" sz="2400" err="1"/>
              <a:t>relaciji</a:t>
            </a:r>
            <a:r>
              <a:rPr lang="en-US" sz="2400"/>
              <a:t> A z </a:t>
            </a:r>
            <a:r>
              <a:rPr lang="en-US" sz="2400" err="1"/>
              <a:t>atributi</a:t>
            </a:r>
            <a:r>
              <a:rPr lang="en-US" sz="2400"/>
              <a:t> XY in B z </a:t>
            </a:r>
            <a:r>
              <a:rPr lang="en-US" sz="2400" err="1"/>
              <a:t>atributi</a:t>
            </a:r>
            <a:r>
              <a:rPr lang="en-US" sz="2400"/>
              <a:t> Y</a:t>
            </a:r>
            <a:r>
              <a:rPr lang="sl-SI" sz="2400"/>
              <a:t> </a:t>
            </a:r>
            <a:r>
              <a:rPr lang="en-US" sz="2400"/>
              <a:t>(X in Y </a:t>
            </a:r>
            <a:r>
              <a:rPr lang="en-US" sz="2400" err="1"/>
              <a:t>sta</a:t>
            </a:r>
            <a:r>
              <a:rPr lang="en-US" sz="2400"/>
              <a:t> </a:t>
            </a:r>
            <a:r>
              <a:rPr lang="en-US" sz="2400" err="1"/>
              <a:t>mno</a:t>
            </a:r>
            <a:r>
              <a:rPr lang="sl-SI" sz="2400"/>
              <a:t>žici atributov)</a:t>
            </a:r>
            <a:endParaRPr lang="en-US" sz="2400"/>
          </a:p>
          <a:p>
            <a:pPr>
              <a:lnSpc>
                <a:spcPct val="80000"/>
              </a:lnSpc>
            </a:pPr>
            <a:r>
              <a:rPr lang="en-US" sz="2400"/>
              <a:t>A</a:t>
            </a:r>
            <a:r>
              <a:rPr lang="sl-SI" sz="2400"/>
              <a:t> </a:t>
            </a:r>
            <a:r>
              <a:rPr lang="en-US" sz="2400"/>
              <a:t>/</a:t>
            </a:r>
            <a:r>
              <a:rPr lang="sl-SI" sz="2400"/>
              <a:t> </a:t>
            </a:r>
            <a:r>
              <a:rPr lang="en-US" sz="2400"/>
              <a:t>B </a:t>
            </a:r>
            <a:r>
              <a:rPr lang="en-US" sz="2400" err="1"/>
              <a:t>definiramo</a:t>
            </a:r>
            <a:r>
              <a:rPr lang="en-US" sz="2400"/>
              <a:t> </a:t>
            </a:r>
            <a:r>
              <a:rPr lang="en-US" sz="2400" err="1"/>
              <a:t>kot</a:t>
            </a:r>
            <a:r>
              <a:rPr lang="en-US" sz="2400"/>
              <a:t> </a:t>
            </a:r>
            <a:r>
              <a:rPr lang="sl-SI" sz="2400"/>
              <a:t>množico tistih vrednosti X, za katere velja, da za vsako vrednost Y v B obstaja XY v A</a:t>
            </a:r>
          </a:p>
          <a:p>
            <a:pPr>
              <a:lnSpc>
                <a:spcPct val="80000"/>
              </a:lnSpc>
            </a:pPr>
            <a:endParaRPr lang="sl-SI" sz="2400"/>
          </a:p>
          <a:p>
            <a:pPr>
              <a:lnSpc>
                <a:spcPct val="80000"/>
              </a:lnSpc>
            </a:pPr>
            <a:endParaRPr lang="sl-SI" sz="2400"/>
          </a:p>
          <a:p>
            <a:pPr>
              <a:lnSpc>
                <a:spcPct val="80000"/>
              </a:lnSpc>
            </a:pPr>
            <a:endParaRPr lang="sl-SI" sz="2400"/>
          </a:p>
          <a:p>
            <a:pPr>
              <a:lnSpc>
                <a:spcPct val="80000"/>
              </a:lnSpc>
            </a:pPr>
            <a:r>
              <a:rPr lang="sl-SI" sz="2400"/>
              <a:t>Deljenje ni prav pogosta operacija in nima ekvivalenta v SQL</a:t>
            </a:r>
          </a:p>
          <a:p>
            <a:pPr>
              <a:lnSpc>
                <a:spcPct val="80000"/>
              </a:lnSpc>
              <a:buFont typeface="Wingdings" pitchFamily="2" charset="2"/>
              <a:buNone/>
            </a:pPr>
            <a:r>
              <a:rPr lang="sl-SI" sz="2400"/>
              <a:t> </a:t>
            </a:r>
            <a:endParaRPr lang="en-US" sz="2400"/>
          </a:p>
        </p:txBody>
      </p:sp>
      <p:graphicFrame>
        <p:nvGraphicFramePr>
          <p:cNvPr id="78852" name="Object 4"/>
          <p:cNvGraphicFramePr>
            <a:graphicFrameLocks noGrp="1" noChangeAspect="1"/>
          </p:cNvGraphicFramePr>
          <p:nvPr>
            <p:ph sz="half" idx="4294967295"/>
          </p:nvPr>
        </p:nvGraphicFramePr>
        <p:xfrm>
          <a:off x="1143000" y="4114800"/>
          <a:ext cx="7315200" cy="739775"/>
        </p:xfrm>
        <a:graphic>
          <a:graphicData uri="http://schemas.openxmlformats.org/presentationml/2006/ole">
            <mc:AlternateContent xmlns:mc="http://schemas.openxmlformats.org/markup-compatibility/2006">
              <mc:Choice xmlns:v="urn:schemas-microsoft-com:vml" Requires="v">
                <p:oleObj name="Equation" r:id="rId2" imgW="2260600" imgH="228600" progId="">
                  <p:embed/>
                </p:oleObj>
              </mc:Choice>
              <mc:Fallback>
                <p:oleObj name="Equation" r:id="rId2" imgW="2260600" imgH="228600" progId="">
                  <p:embed/>
                  <p:pic>
                    <p:nvPicPr>
                      <p:cNvPr id="78852"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114800"/>
                        <a:ext cx="7315200" cy="73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4754" name="AutoShape 2"/>
          <p:cNvSpPr>
            <a:spLocks noGrp="1" noChangeArrowheads="1"/>
          </p:cNvSpPr>
          <p:nvPr>
            <p:ph type="title"/>
          </p:nvPr>
        </p:nvSpPr>
        <p:spPr/>
        <p:txBody>
          <a:bodyPr/>
          <a:lstStyle/>
          <a:p>
            <a:r>
              <a:rPr lang="en-US"/>
              <a:t>Primeri relacijske algebre</a:t>
            </a:r>
          </a:p>
        </p:txBody>
      </p:sp>
      <p:sp>
        <p:nvSpPr>
          <p:cNvPr id="74755" name="Rectangle 3"/>
          <p:cNvSpPr>
            <a:spLocks noGrp="1" noChangeArrowheads="1"/>
          </p:cNvSpPr>
          <p:nvPr>
            <p:ph type="body" idx="1"/>
          </p:nvPr>
        </p:nvSpPr>
        <p:spPr/>
        <p:txBody>
          <a:bodyPr/>
          <a:lstStyle/>
          <a:p>
            <a:r>
              <a:rPr lang="en-US" dirty="0" err="1"/>
              <a:t>Sheme</a:t>
            </a:r>
            <a:r>
              <a:rPr lang="en-US" dirty="0"/>
              <a:t> za </a:t>
            </a:r>
            <a:r>
              <a:rPr lang="en-US" dirty="0" err="1"/>
              <a:t>primere</a:t>
            </a:r>
            <a:r>
              <a:rPr lang="en-US" dirty="0"/>
              <a:t> rel. </a:t>
            </a:r>
            <a:r>
              <a:rPr lang="en-US" dirty="0" err="1"/>
              <a:t>algebre</a:t>
            </a:r>
            <a:r>
              <a:rPr lang="en-US" dirty="0"/>
              <a:t>:</a:t>
            </a:r>
            <a:endParaRPr lang="en-US" dirty="0">
              <a:latin typeface="Courier New" pitchFamily="49" charset="0"/>
            </a:endParaRPr>
          </a:p>
          <a:p>
            <a:pPr lvl="1">
              <a:buFontTx/>
              <a:buNone/>
            </a:pPr>
            <a:r>
              <a:rPr lang="sl-SI" dirty="0">
                <a:latin typeface="Courier New" pitchFamily="49" charset="0"/>
              </a:rPr>
              <a:t>jadralec(</a:t>
            </a:r>
            <a:r>
              <a:rPr lang="sl-SI" u="sng" dirty="0" err="1">
                <a:latin typeface="Courier New" pitchFamily="49" charset="0"/>
              </a:rPr>
              <a:t>jid</a:t>
            </a:r>
            <a:r>
              <a:rPr lang="sl-SI" dirty="0">
                <a:latin typeface="Courier New" pitchFamily="49" charset="0"/>
              </a:rPr>
              <a:t>, ime, rating, starost)</a:t>
            </a:r>
          </a:p>
          <a:p>
            <a:pPr lvl="1">
              <a:buFontTx/>
              <a:buNone/>
            </a:pPr>
            <a:r>
              <a:rPr lang="sl-SI" dirty="0" err="1">
                <a:latin typeface="Courier New" pitchFamily="49" charset="0"/>
              </a:rPr>
              <a:t>coln</a:t>
            </a:r>
            <a:r>
              <a:rPr lang="sl-SI" dirty="0">
                <a:latin typeface="Courier New" pitchFamily="49" charset="0"/>
              </a:rPr>
              <a:t>(</a:t>
            </a:r>
            <a:r>
              <a:rPr lang="sl-SI" u="sng" dirty="0" err="1">
                <a:latin typeface="Courier New" pitchFamily="49" charset="0"/>
              </a:rPr>
              <a:t>cid</a:t>
            </a:r>
            <a:r>
              <a:rPr lang="sl-SI" dirty="0">
                <a:latin typeface="Courier New" pitchFamily="49" charset="0"/>
              </a:rPr>
              <a:t>, ime, </a:t>
            </a:r>
            <a:r>
              <a:rPr lang="sl-SI" dirty="0" err="1">
                <a:latin typeface="Courier New" pitchFamily="49" charset="0"/>
              </a:rPr>
              <a:t>dolzina</a:t>
            </a:r>
            <a:r>
              <a:rPr lang="sl-SI" dirty="0">
                <a:latin typeface="Courier New" pitchFamily="49" charset="0"/>
              </a:rPr>
              <a:t>, barva) </a:t>
            </a:r>
          </a:p>
          <a:p>
            <a:pPr lvl="1">
              <a:buFontTx/>
              <a:buNone/>
            </a:pPr>
            <a:r>
              <a:rPr lang="sl-SI" dirty="0">
                <a:latin typeface="Courier New" pitchFamily="49" charset="0"/>
              </a:rPr>
              <a:t>rezervacija(</a:t>
            </a:r>
            <a:r>
              <a:rPr lang="sl-SI" u="sng" dirty="0" err="1">
                <a:latin typeface="Courier New" pitchFamily="49" charset="0"/>
              </a:rPr>
              <a:t>jid</a:t>
            </a:r>
            <a:r>
              <a:rPr lang="sl-SI" u="sng" dirty="0">
                <a:latin typeface="Courier New" pitchFamily="49" charset="0"/>
              </a:rPr>
              <a:t>, </a:t>
            </a:r>
            <a:r>
              <a:rPr lang="sl-SI" u="sng" dirty="0" err="1">
                <a:latin typeface="Courier New" pitchFamily="49" charset="0"/>
              </a:rPr>
              <a:t>cid</a:t>
            </a:r>
            <a:r>
              <a:rPr lang="sl-SI" u="sng" dirty="0">
                <a:latin typeface="Courier New" pitchFamily="49" charset="0"/>
              </a:rPr>
              <a:t>, dan</a:t>
            </a:r>
            <a:r>
              <a:rPr lang="sl-SI" dirty="0">
                <a:latin typeface="Courier New" pitchFamily="49" charset="0"/>
              </a:rPr>
              <a:t>)</a:t>
            </a:r>
            <a:endParaRPr lang="en-US" dirty="0">
              <a:latin typeface="Courier New" pitchFamily="49" charset="0"/>
            </a:endParaRPr>
          </a:p>
          <a:p>
            <a:r>
              <a:rPr lang="en-US" dirty="0"/>
              <a:t>Pomen in </a:t>
            </a:r>
            <a:r>
              <a:rPr lang="en-US" dirty="0" err="1"/>
              <a:t>povezava</a:t>
            </a:r>
            <a:r>
              <a:rPr lang="en-US" dirty="0"/>
              <a:t> </a:t>
            </a:r>
            <a:r>
              <a:rPr lang="en-US" dirty="0" err="1"/>
              <a:t>relacij</a:t>
            </a:r>
            <a:r>
              <a:rPr lang="en-US" dirty="0"/>
              <a:t>:</a:t>
            </a:r>
          </a:p>
        </p:txBody>
      </p:sp>
      <p:grpSp>
        <p:nvGrpSpPr>
          <p:cNvPr id="74766" name="Group 14"/>
          <p:cNvGrpSpPr>
            <a:grpSpLocks/>
          </p:cNvGrpSpPr>
          <p:nvPr/>
        </p:nvGrpSpPr>
        <p:grpSpPr bwMode="auto">
          <a:xfrm>
            <a:off x="1600200" y="5257800"/>
            <a:ext cx="5791200" cy="914400"/>
            <a:chOff x="1008" y="3312"/>
            <a:chExt cx="3648" cy="576"/>
          </a:xfrm>
        </p:grpSpPr>
        <p:sp>
          <p:nvSpPr>
            <p:cNvPr id="74756" name="Rectangle 4"/>
            <p:cNvSpPr>
              <a:spLocks noChangeArrowheads="1"/>
            </p:cNvSpPr>
            <p:nvPr/>
          </p:nvSpPr>
          <p:spPr bwMode="auto">
            <a:xfrm>
              <a:off x="1008" y="3312"/>
              <a:ext cx="576" cy="576"/>
            </a:xfrm>
            <a:prstGeom prst="rect">
              <a:avLst/>
            </a:prstGeom>
            <a:solidFill>
              <a:schemeClr val="accent1"/>
            </a:solidFill>
            <a:ln w="9525">
              <a:solidFill>
                <a:schemeClr val="tx1"/>
              </a:solidFill>
              <a:miter lim="800000"/>
              <a:headEnd/>
              <a:tailEnd/>
            </a:ln>
            <a:effectLst/>
          </p:spPr>
          <p:txBody>
            <a:bodyPr wrap="none" anchor="ctr"/>
            <a:lstStyle/>
            <a:p>
              <a:r>
                <a:rPr lang="en-US" dirty="0" err="1"/>
                <a:t>jadralec</a:t>
              </a:r>
              <a:endParaRPr lang="en-US" dirty="0"/>
            </a:p>
          </p:txBody>
        </p:sp>
        <p:sp>
          <p:nvSpPr>
            <p:cNvPr id="74757" name="Rectangle 5"/>
            <p:cNvSpPr>
              <a:spLocks noChangeArrowheads="1"/>
            </p:cNvSpPr>
            <p:nvPr/>
          </p:nvSpPr>
          <p:spPr bwMode="auto">
            <a:xfrm>
              <a:off x="2544" y="3312"/>
              <a:ext cx="576" cy="576"/>
            </a:xfrm>
            <a:prstGeom prst="rect">
              <a:avLst/>
            </a:prstGeom>
            <a:solidFill>
              <a:schemeClr val="accent1"/>
            </a:solidFill>
            <a:ln w="9525">
              <a:solidFill>
                <a:schemeClr val="tx1"/>
              </a:solidFill>
              <a:miter lim="800000"/>
              <a:headEnd/>
              <a:tailEnd/>
            </a:ln>
            <a:effectLst/>
          </p:spPr>
          <p:txBody>
            <a:bodyPr wrap="none" anchor="ctr"/>
            <a:lstStyle/>
            <a:p>
              <a:r>
                <a:rPr lang="en-US"/>
                <a:t> Rezerva </a:t>
              </a:r>
            </a:p>
            <a:p>
              <a:r>
                <a:rPr lang="en-US"/>
                <a:t>cija</a:t>
              </a:r>
            </a:p>
          </p:txBody>
        </p:sp>
        <p:sp>
          <p:nvSpPr>
            <p:cNvPr id="74758" name="Rectangle 6"/>
            <p:cNvSpPr>
              <a:spLocks noChangeArrowheads="1"/>
            </p:cNvSpPr>
            <p:nvPr/>
          </p:nvSpPr>
          <p:spPr bwMode="auto">
            <a:xfrm>
              <a:off x="4080" y="3312"/>
              <a:ext cx="576" cy="576"/>
            </a:xfrm>
            <a:prstGeom prst="rect">
              <a:avLst/>
            </a:prstGeom>
            <a:solidFill>
              <a:schemeClr val="accent1"/>
            </a:solidFill>
            <a:ln w="9525">
              <a:solidFill>
                <a:schemeClr val="tx1"/>
              </a:solidFill>
              <a:miter lim="800000"/>
              <a:headEnd/>
              <a:tailEnd/>
            </a:ln>
            <a:effectLst/>
          </p:spPr>
          <p:txBody>
            <a:bodyPr wrap="none" anchor="ctr"/>
            <a:lstStyle/>
            <a:p>
              <a:r>
                <a:rPr lang="en-US" dirty="0" err="1"/>
                <a:t>coln</a:t>
              </a:r>
              <a:endParaRPr lang="en-US" dirty="0"/>
            </a:p>
          </p:txBody>
        </p:sp>
        <p:sp>
          <p:nvSpPr>
            <p:cNvPr id="74759" name="Line 7"/>
            <p:cNvSpPr>
              <a:spLocks noChangeShapeType="1"/>
            </p:cNvSpPr>
            <p:nvPr/>
          </p:nvSpPr>
          <p:spPr bwMode="auto">
            <a:xfrm flipH="1">
              <a:off x="1584" y="3600"/>
              <a:ext cx="960" cy="0"/>
            </a:xfrm>
            <a:prstGeom prst="line">
              <a:avLst/>
            </a:prstGeom>
            <a:noFill/>
            <a:ln w="9525">
              <a:solidFill>
                <a:schemeClr val="tx1"/>
              </a:solidFill>
              <a:round/>
              <a:headEnd/>
              <a:tailEnd/>
            </a:ln>
            <a:effectLst/>
          </p:spPr>
          <p:txBody>
            <a:bodyPr/>
            <a:lstStyle/>
            <a:p>
              <a:endParaRPr lang="en-US"/>
            </a:p>
          </p:txBody>
        </p:sp>
        <p:sp>
          <p:nvSpPr>
            <p:cNvPr id="74760" name="Line 8"/>
            <p:cNvSpPr>
              <a:spLocks noChangeShapeType="1"/>
            </p:cNvSpPr>
            <p:nvPr/>
          </p:nvSpPr>
          <p:spPr bwMode="auto">
            <a:xfrm flipH="1">
              <a:off x="3120" y="3600"/>
              <a:ext cx="960" cy="0"/>
            </a:xfrm>
            <a:prstGeom prst="line">
              <a:avLst/>
            </a:prstGeom>
            <a:noFill/>
            <a:ln w="9525">
              <a:solidFill>
                <a:schemeClr val="tx1"/>
              </a:solidFill>
              <a:round/>
              <a:headEnd/>
              <a:tailEnd/>
            </a:ln>
            <a:effectLst/>
          </p:spPr>
          <p:txBody>
            <a:bodyPr/>
            <a:lstStyle/>
            <a:p>
              <a:endParaRPr lang="en-US"/>
            </a:p>
          </p:txBody>
        </p:sp>
        <p:sp>
          <p:nvSpPr>
            <p:cNvPr id="74764" name="Text Box 12"/>
            <p:cNvSpPr txBox="1">
              <a:spLocks noChangeArrowheads="1"/>
            </p:cNvSpPr>
            <p:nvPr/>
          </p:nvSpPr>
          <p:spPr bwMode="auto">
            <a:xfrm>
              <a:off x="1814" y="3335"/>
              <a:ext cx="260" cy="231"/>
            </a:xfrm>
            <a:prstGeom prst="rect">
              <a:avLst/>
            </a:prstGeom>
            <a:noFill/>
            <a:ln w="9525">
              <a:noFill/>
              <a:miter lim="800000"/>
              <a:headEnd/>
              <a:tailEnd/>
            </a:ln>
            <a:effectLst/>
          </p:spPr>
          <p:txBody>
            <a:bodyPr wrap="none">
              <a:spAutoFit/>
            </a:bodyPr>
            <a:lstStyle/>
            <a:p>
              <a:pPr algn="l"/>
              <a:r>
                <a:rPr lang="en-US"/>
                <a:t>jid</a:t>
              </a:r>
            </a:p>
          </p:txBody>
        </p:sp>
        <p:sp>
          <p:nvSpPr>
            <p:cNvPr id="74765" name="Text Box 13"/>
            <p:cNvSpPr txBox="1">
              <a:spLocks noChangeArrowheads="1"/>
            </p:cNvSpPr>
            <p:nvPr/>
          </p:nvSpPr>
          <p:spPr bwMode="auto">
            <a:xfrm>
              <a:off x="3350" y="3335"/>
              <a:ext cx="300" cy="231"/>
            </a:xfrm>
            <a:prstGeom prst="rect">
              <a:avLst/>
            </a:prstGeom>
            <a:noFill/>
            <a:ln w="9525">
              <a:noFill/>
              <a:miter lim="800000"/>
              <a:headEnd/>
              <a:tailEnd/>
            </a:ln>
            <a:effectLst/>
          </p:spPr>
          <p:txBody>
            <a:bodyPr wrap="none">
              <a:spAutoFit/>
            </a:bodyPr>
            <a:lstStyle/>
            <a:p>
              <a:pPr algn="l"/>
              <a:r>
                <a:rPr lang="en-US"/>
                <a:t>cid</a:t>
              </a: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6804" name="AutoShape 4"/>
          <p:cNvSpPr>
            <a:spLocks noGrp="1" noChangeArrowheads="1"/>
          </p:cNvSpPr>
          <p:nvPr>
            <p:ph type="title"/>
          </p:nvPr>
        </p:nvSpPr>
        <p:spPr/>
        <p:txBody>
          <a:bodyPr/>
          <a:lstStyle/>
          <a:p>
            <a:r>
              <a:rPr lang="en-US" err="1"/>
              <a:t>Primeri</a:t>
            </a:r>
            <a:r>
              <a:rPr lang="en-US"/>
              <a:t> </a:t>
            </a:r>
            <a:r>
              <a:rPr lang="sl-SI"/>
              <a:t>relacij (v obliki </a:t>
            </a:r>
            <a:r>
              <a:rPr lang="en-US" err="1"/>
              <a:t>tabel</a:t>
            </a:r>
            <a:r>
              <a:rPr lang="sl-SI"/>
              <a:t>)</a:t>
            </a:r>
            <a:endParaRPr lang="en-US"/>
          </a:p>
        </p:txBody>
      </p:sp>
      <p:sp>
        <p:nvSpPr>
          <p:cNvPr id="76805" name="Rectangle 5"/>
          <p:cNvSpPr>
            <a:spLocks noGrp="1" noChangeArrowheads="1"/>
          </p:cNvSpPr>
          <p:nvPr>
            <p:ph type="body" sz="half" idx="1"/>
          </p:nvPr>
        </p:nvSpPr>
        <p:spPr>
          <a:xfrm>
            <a:off x="838200" y="2286000"/>
            <a:ext cx="5029200" cy="4495800"/>
          </a:xfrm>
        </p:spPr>
        <p:txBody>
          <a:bodyPr/>
          <a:lstStyle/>
          <a:p>
            <a:pPr>
              <a:lnSpc>
                <a:spcPct val="80000"/>
              </a:lnSpc>
              <a:buFont typeface="Wingdings" pitchFamily="2" charset="2"/>
              <a:buNone/>
            </a:pPr>
            <a:r>
              <a:rPr lang="en-US" sz="1200" dirty="0" err="1">
                <a:latin typeface="Courier New" pitchFamily="49" charset="0"/>
              </a:rPr>
              <a:t>jadralec</a:t>
            </a: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 </a:t>
            </a:r>
            <a:r>
              <a:rPr lang="en-US" sz="1200" u="sng" dirty="0" err="1">
                <a:latin typeface="Courier New" pitchFamily="49" charset="0"/>
              </a:rPr>
              <a:t>jid</a:t>
            </a:r>
            <a:r>
              <a:rPr lang="en-US" sz="1200" dirty="0">
                <a:latin typeface="Courier New" pitchFamily="49" charset="0"/>
              </a:rPr>
              <a:t> | </a:t>
            </a:r>
            <a:r>
              <a:rPr lang="en-US" sz="1200" dirty="0" err="1">
                <a:latin typeface="Courier New" pitchFamily="49" charset="0"/>
              </a:rPr>
              <a:t>ime</a:t>
            </a:r>
            <a:r>
              <a:rPr lang="en-US" sz="1200" dirty="0">
                <a:latin typeface="Courier New" pitchFamily="49" charset="0"/>
              </a:rPr>
              <a:t>     | rating | starost |</a:t>
            </a:r>
          </a:p>
          <a:p>
            <a:pPr>
              <a:lnSpc>
                <a:spcPct val="80000"/>
              </a:lnSpc>
              <a:buFont typeface="Wingdings" pitchFamily="2" charset="2"/>
              <a:buNone/>
            </a:pP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  22 | Darko   |      7 |      45 |</a:t>
            </a:r>
          </a:p>
          <a:p>
            <a:pPr>
              <a:lnSpc>
                <a:spcPct val="80000"/>
              </a:lnSpc>
              <a:buFont typeface="Wingdings" pitchFamily="2" charset="2"/>
              <a:buNone/>
            </a:pPr>
            <a:r>
              <a:rPr lang="en-US" sz="1200" dirty="0">
                <a:latin typeface="Courier New" pitchFamily="49" charset="0"/>
              </a:rPr>
              <a:t>|  29 | Borut   |      1 |      33 |</a:t>
            </a:r>
          </a:p>
          <a:p>
            <a:pPr>
              <a:lnSpc>
                <a:spcPct val="80000"/>
              </a:lnSpc>
              <a:buFont typeface="Wingdings" pitchFamily="2" charset="2"/>
              <a:buNone/>
            </a:pPr>
            <a:r>
              <a:rPr lang="en-US" sz="1200" dirty="0">
                <a:latin typeface="Courier New" pitchFamily="49" charset="0"/>
              </a:rPr>
              <a:t>|  31 | Lojze   |      8 |    55.5 |</a:t>
            </a:r>
          </a:p>
          <a:p>
            <a:pPr>
              <a:lnSpc>
                <a:spcPct val="80000"/>
              </a:lnSpc>
              <a:buFont typeface="Wingdings" pitchFamily="2" charset="2"/>
              <a:buNone/>
            </a:pPr>
            <a:r>
              <a:rPr lang="en-US" sz="1200" dirty="0">
                <a:latin typeface="Courier New" pitchFamily="49" charset="0"/>
              </a:rPr>
              <a:t>|  32 | Andrej  |      8 |    25.5 |</a:t>
            </a:r>
          </a:p>
          <a:p>
            <a:pPr>
              <a:lnSpc>
                <a:spcPct val="80000"/>
              </a:lnSpc>
              <a:buFont typeface="Wingdings" pitchFamily="2" charset="2"/>
              <a:buNone/>
            </a:pPr>
            <a:r>
              <a:rPr lang="en-US" sz="1200" dirty="0">
                <a:latin typeface="Courier New" pitchFamily="49" charset="0"/>
              </a:rPr>
              <a:t>|  58 | Rajko   |     10 |      35 |</a:t>
            </a:r>
          </a:p>
          <a:p>
            <a:pPr>
              <a:lnSpc>
                <a:spcPct val="80000"/>
              </a:lnSpc>
              <a:buFont typeface="Wingdings" pitchFamily="2" charset="2"/>
              <a:buNone/>
            </a:pPr>
            <a:r>
              <a:rPr lang="en-US" sz="1200" dirty="0">
                <a:latin typeface="Courier New" pitchFamily="49" charset="0"/>
              </a:rPr>
              <a:t>|  64 | Henrik  |      7 |      35 |</a:t>
            </a:r>
          </a:p>
          <a:p>
            <a:pPr>
              <a:lnSpc>
                <a:spcPct val="80000"/>
              </a:lnSpc>
              <a:buFont typeface="Wingdings" pitchFamily="2" charset="2"/>
              <a:buNone/>
            </a:pPr>
            <a:r>
              <a:rPr lang="en-US" sz="1200" dirty="0">
                <a:latin typeface="Courier New" pitchFamily="49" charset="0"/>
              </a:rPr>
              <a:t>|  71 | Zdravko |     10 |      16 |</a:t>
            </a:r>
          </a:p>
          <a:p>
            <a:pPr>
              <a:lnSpc>
                <a:spcPct val="80000"/>
              </a:lnSpc>
              <a:buFont typeface="Wingdings" pitchFamily="2" charset="2"/>
              <a:buNone/>
            </a:pPr>
            <a:r>
              <a:rPr lang="en-US" sz="1200" dirty="0">
                <a:latin typeface="Courier New" pitchFamily="49" charset="0"/>
              </a:rPr>
              <a:t>|  74 | Henrik  |      9 |      35 |</a:t>
            </a:r>
          </a:p>
          <a:p>
            <a:pPr>
              <a:lnSpc>
                <a:spcPct val="80000"/>
              </a:lnSpc>
              <a:buFont typeface="Wingdings" pitchFamily="2" charset="2"/>
              <a:buNone/>
            </a:pPr>
            <a:r>
              <a:rPr lang="en-US" sz="1200" dirty="0">
                <a:latin typeface="Courier New" pitchFamily="49" charset="0"/>
              </a:rPr>
              <a:t>|  85 | Anze    |      3 |    25.5 |</a:t>
            </a:r>
          </a:p>
          <a:p>
            <a:pPr>
              <a:lnSpc>
                <a:spcPct val="80000"/>
              </a:lnSpc>
              <a:buFont typeface="Wingdings" pitchFamily="2" charset="2"/>
              <a:buNone/>
            </a:pPr>
            <a:r>
              <a:rPr lang="en-US" sz="1200" dirty="0">
                <a:latin typeface="Courier New" pitchFamily="49" charset="0"/>
              </a:rPr>
              <a:t>|  95 | Bine    |      3 |    63.5 |</a:t>
            </a:r>
          </a:p>
          <a:p>
            <a:pPr>
              <a:lnSpc>
                <a:spcPct val="80000"/>
              </a:lnSpc>
              <a:buFont typeface="Wingdings" pitchFamily="2" charset="2"/>
              <a:buNone/>
            </a:pPr>
            <a:r>
              <a:rPr lang="en-US" sz="1200" dirty="0">
                <a:latin typeface="Courier New" pitchFamily="49" charset="0"/>
              </a:rPr>
              <a:t>+-----+---------+--------+---------+</a:t>
            </a:r>
          </a:p>
          <a:p>
            <a:pPr>
              <a:lnSpc>
                <a:spcPct val="110000"/>
              </a:lnSpc>
              <a:buFont typeface="Wingdings" pitchFamily="2" charset="2"/>
              <a:buNone/>
            </a:pPr>
            <a:r>
              <a:rPr lang="en-US" sz="1200" dirty="0" err="1">
                <a:latin typeface="Courier New" pitchFamily="49" charset="0"/>
              </a:rPr>
              <a:t>coln</a:t>
            </a: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 </a:t>
            </a:r>
            <a:r>
              <a:rPr lang="en-US" sz="1200" u="sng" dirty="0" err="1">
                <a:latin typeface="Courier New" pitchFamily="49" charset="0"/>
              </a:rPr>
              <a:t>cid</a:t>
            </a:r>
            <a:r>
              <a:rPr lang="en-US" sz="1200" dirty="0">
                <a:latin typeface="Courier New" pitchFamily="49" charset="0"/>
              </a:rPr>
              <a:t> | </a:t>
            </a:r>
            <a:r>
              <a:rPr lang="en-US" sz="1200" dirty="0" err="1">
                <a:latin typeface="Courier New" pitchFamily="49" charset="0"/>
              </a:rPr>
              <a:t>ime</a:t>
            </a:r>
            <a:r>
              <a:rPr lang="en-US" sz="1200" dirty="0">
                <a:latin typeface="Courier New" pitchFamily="49" charset="0"/>
              </a:rPr>
              <a:t>         | </a:t>
            </a:r>
            <a:r>
              <a:rPr lang="en-US" sz="1200" dirty="0" err="1">
                <a:latin typeface="Courier New" pitchFamily="49" charset="0"/>
              </a:rPr>
              <a:t>dolzina</a:t>
            </a:r>
            <a:r>
              <a:rPr lang="en-US" sz="1200" dirty="0">
                <a:latin typeface="Courier New" pitchFamily="49" charset="0"/>
              </a:rPr>
              <a:t> | </a:t>
            </a:r>
            <a:r>
              <a:rPr lang="en-US" sz="1200" dirty="0" err="1">
                <a:latin typeface="Courier New" pitchFamily="49" charset="0"/>
              </a:rPr>
              <a:t>barva</a:t>
            </a:r>
            <a:r>
              <a:rPr lang="en-US" sz="1200" dirty="0">
                <a:latin typeface="Courier New" pitchFamily="49" charset="0"/>
              </a:rPr>
              <a:t>  |</a:t>
            </a:r>
          </a:p>
          <a:p>
            <a:pPr>
              <a:lnSpc>
                <a:spcPct val="80000"/>
              </a:lnSpc>
              <a:buFont typeface="Wingdings" pitchFamily="2" charset="2"/>
              <a:buNone/>
            </a:pP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 101 | Elan        |      34 | </a:t>
            </a:r>
            <a:r>
              <a:rPr lang="en-US" sz="1200" dirty="0" err="1">
                <a:latin typeface="Courier New" pitchFamily="49" charset="0"/>
              </a:rPr>
              <a:t>modra</a:t>
            </a:r>
            <a:r>
              <a:rPr lang="en-US" sz="1200" dirty="0">
                <a:latin typeface="Courier New" pitchFamily="49" charset="0"/>
              </a:rPr>
              <a:t>  |</a:t>
            </a:r>
          </a:p>
          <a:p>
            <a:pPr>
              <a:lnSpc>
                <a:spcPct val="80000"/>
              </a:lnSpc>
              <a:buFont typeface="Wingdings" pitchFamily="2" charset="2"/>
              <a:buNone/>
            </a:pPr>
            <a:r>
              <a:rPr lang="en-US" sz="1200" dirty="0">
                <a:latin typeface="Courier New" pitchFamily="49" charset="0"/>
              </a:rPr>
              <a:t>| 102 | Elan        |      34 | </a:t>
            </a:r>
            <a:r>
              <a:rPr lang="en-US" sz="1200" dirty="0" err="1">
                <a:latin typeface="Courier New" pitchFamily="49" charset="0"/>
              </a:rPr>
              <a:t>rdeca</a:t>
            </a:r>
            <a:r>
              <a:rPr lang="en-US" sz="1200" dirty="0">
                <a:latin typeface="Courier New" pitchFamily="49" charset="0"/>
              </a:rPr>
              <a:t>  |</a:t>
            </a:r>
          </a:p>
          <a:p>
            <a:pPr>
              <a:lnSpc>
                <a:spcPct val="80000"/>
              </a:lnSpc>
              <a:buFont typeface="Wingdings" pitchFamily="2" charset="2"/>
              <a:buNone/>
            </a:pPr>
            <a:r>
              <a:rPr lang="en-US" sz="1200" dirty="0">
                <a:latin typeface="Courier New" pitchFamily="49" charset="0"/>
              </a:rPr>
              <a:t>| 103 | Sun Odyssey |      37 | </a:t>
            </a:r>
            <a:r>
              <a:rPr lang="en-US" sz="1200" dirty="0" err="1">
                <a:latin typeface="Courier New" pitchFamily="49" charset="0"/>
              </a:rPr>
              <a:t>zelena</a:t>
            </a:r>
            <a:r>
              <a:rPr lang="en-US" sz="1200" dirty="0">
                <a:latin typeface="Courier New" pitchFamily="49" charset="0"/>
              </a:rPr>
              <a:t> |</a:t>
            </a:r>
          </a:p>
          <a:p>
            <a:pPr>
              <a:lnSpc>
                <a:spcPct val="80000"/>
              </a:lnSpc>
              <a:buFont typeface="Wingdings" pitchFamily="2" charset="2"/>
              <a:buNone/>
            </a:pPr>
            <a:r>
              <a:rPr lang="en-US" sz="1200" dirty="0">
                <a:latin typeface="Courier New" pitchFamily="49" charset="0"/>
              </a:rPr>
              <a:t>| 104 | Bavaria     |      50 | </a:t>
            </a:r>
            <a:r>
              <a:rPr lang="en-US" sz="1200" dirty="0" err="1">
                <a:latin typeface="Courier New" pitchFamily="49" charset="0"/>
              </a:rPr>
              <a:t>rdeca</a:t>
            </a:r>
            <a:r>
              <a:rPr lang="en-US" sz="1200" dirty="0">
                <a:latin typeface="Courier New" pitchFamily="49" charset="0"/>
              </a:rPr>
              <a:t>  |</a:t>
            </a:r>
          </a:p>
          <a:p>
            <a:pPr>
              <a:lnSpc>
                <a:spcPct val="80000"/>
              </a:lnSpc>
              <a:buFont typeface="Wingdings" pitchFamily="2" charset="2"/>
              <a:buNone/>
            </a:pPr>
            <a:r>
              <a:rPr lang="en-US" sz="1200" dirty="0">
                <a:latin typeface="Courier New" pitchFamily="49" charset="0"/>
              </a:rPr>
              <a:t>+-----+-------------+---------+--------+</a:t>
            </a:r>
          </a:p>
        </p:txBody>
      </p:sp>
      <p:sp>
        <p:nvSpPr>
          <p:cNvPr id="76806" name="Rectangle 6"/>
          <p:cNvSpPr>
            <a:spLocks noGrp="1" noChangeArrowheads="1"/>
          </p:cNvSpPr>
          <p:nvPr>
            <p:ph type="body" sz="half" idx="2"/>
          </p:nvPr>
        </p:nvSpPr>
        <p:spPr>
          <a:xfrm>
            <a:off x="5943600" y="2286000"/>
            <a:ext cx="2587625" cy="3724275"/>
          </a:xfrm>
        </p:spPr>
        <p:txBody>
          <a:bodyPr/>
          <a:lstStyle/>
          <a:p>
            <a:pPr>
              <a:lnSpc>
                <a:spcPct val="80000"/>
              </a:lnSpc>
              <a:buFont typeface="Wingdings" pitchFamily="2" charset="2"/>
              <a:buNone/>
            </a:pPr>
            <a:r>
              <a:rPr lang="en-US" sz="1200" dirty="0" err="1">
                <a:latin typeface="Courier New" pitchFamily="49" charset="0"/>
              </a:rPr>
              <a:t>rezervacija</a:t>
            </a: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 </a:t>
            </a:r>
            <a:r>
              <a:rPr lang="en-US" sz="1200" u="sng" dirty="0" err="1">
                <a:latin typeface="Courier New" pitchFamily="49" charset="0"/>
              </a:rPr>
              <a:t>jid</a:t>
            </a:r>
            <a:r>
              <a:rPr lang="en-US" sz="1200" dirty="0">
                <a:latin typeface="Courier New" pitchFamily="49" charset="0"/>
              </a:rPr>
              <a:t> | </a:t>
            </a:r>
            <a:r>
              <a:rPr lang="en-US" sz="1200" u="sng" dirty="0" err="1">
                <a:latin typeface="Courier New" pitchFamily="49" charset="0"/>
              </a:rPr>
              <a:t>cid</a:t>
            </a:r>
            <a:r>
              <a:rPr lang="en-US" sz="1200" dirty="0">
                <a:latin typeface="Courier New" pitchFamily="49" charset="0"/>
              </a:rPr>
              <a:t> | </a:t>
            </a:r>
            <a:r>
              <a:rPr lang="en-US" sz="1200" u="sng" dirty="0">
                <a:latin typeface="Courier New" pitchFamily="49" charset="0"/>
              </a:rPr>
              <a:t>dan</a:t>
            </a:r>
            <a:r>
              <a:rPr lang="en-US" sz="1200" dirty="0">
                <a:latin typeface="Courier New" pitchFamily="49" charset="0"/>
              </a:rPr>
              <a:t>        |</a:t>
            </a:r>
          </a:p>
          <a:p>
            <a:pPr>
              <a:lnSpc>
                <a:spcPct val="80000"/>
              </a:lnSpc>
              <a:buFont typeface="Wingdings" pitchFamily="2" charset="2"/>
              <a:buNone/>
            </a:pPr>
            <a:r>
              <a:rPr lang="en-US" sz="1200" dirty="0">
                <a:latin typeface="Courier New" pitchFamily="49" charset="0"/>
              </a:rPr>
              <a:t>+-----+-----+------------+</a:t>
            </a:r>
          </a:p>
          <a:p>
            <a:pPr>
              <a:lnSpc>
                <a:spcPct val="80000"/>
              </a:lnSpc>
              <a:buFont typeface="Wingdings" pitchFamily="2" charset="2"/>
              <a:buNone/>
            </a:pPr>
            <a:r>
              <a:rPr lang="en-US" sz="1200" dirty="0">
                <a:latin typeface="Courier New" pitchFamily="49" charset="0"/>
              </a:rPr>
              <a:t>|  22 | 101 | 2006-10-10 |</a:t>
            </a:r>
          </a:p>
          <a:p>
            <a:pPr>
              <a:lnSpc>
                <a:spcPct val="80000"/>
              </a:lnSpc>
              <a:buFont typeface="Wingdings" pitchFamily="2" charset="2"/>
              <a:buNone/>
            </a:pPr>
            <a:r>
              <a:rPr lang="en-US" sz="1200" dirty="0">
                <a:latin typeface="Courier New" pitchFamily="49" charset="0"/>
              </a:rPr>
              <a:t>|  22 | 102 | 2006-10-10 |</a:t>
            </a:r>
          </a:p>
          <a:p>
            <a:pPr>
              <a:lnSpc>
                <a:spcPct val="80000"/>
              </a:lnSpc>
              <a:buFont typeface="Wingdings" pitchFamily="2" charset="2"/>
              <a:buNone/>
            </a:pPr>
            <a:r>
              <a:rPr lang="en-US" sz="1200" dirty="0">
                <a:latin typeface="Courier New" pitchFamily="49" charset="0"/>
              </a:rPr>
              <a:t>|  22 | 103 | 2006-10-08 |</a:t>
            </a:r>
          </a:p>
          <a:p>
            <a:pPr>
              <a:lnSpc>
                <a:spcPct val="80000"/>
              </a:lnSpc>
              <a:buFont typeface="Wingdings" pitchFamily="2" charset="2"/>
              <a:buNone/>
            </a:pPr>
            <a:r>
              <a:rPr lang="en-US" sz="1200" dirty="0">
                <a:latin typeface="Courier New" pitchFamily="49" charset="0"/>
              </a:rPr>
              <a:t>|  22 | 104 | 2006-10-07 |</a:t>
            </a:r>
          </a:p>
          <a:p>
            <a:pPr>
              <a:lnSpc>
                <a:spcPct val="80000"/>
              </a:lnSpc>
              <a:buFont typeface="Wingdings" pitchFamily="2" charset="2"/>
              <a:buNone/>
            </a:pPr>
            <a:r>
              <a:rPr lang="en-US" sz="1200" dirty="0">
                <a:latin typeface="Courier New" pitchFamily="49" charset="0"/>
              </a:rPr>
              <a:t>|  31 | 102 | 2006-11-10 |</a:t>
            </a:r>
          </a:p>
          <a:p>
            <a:pPr>
              <a:lnSpc>
                <a:spcPct val="80000"/>
              </a:lnSpc>
              <a:buFont typeface="Wingdings" pitchFamily="2" charset="2"/>
              <a:buNone/>
            </a:pPr>
            <a:r>
              <a:rPr lang="en-US" sz="1200" dirty="0">
                <a:latin typeface="Courier New" pitchFamily="49" charset="0"/>
              </a:rPr>
              <a:t>|  31 | 103 | 2006-11-06 |</a:t>
            </a:r>
          </a:p>
          <a:p>
            <a:pPr>
              <a:lnSpc>
                <a:spcPct val="80000"/>
              </a:lnSpc>
              <a:buFont typeface="Wingdings" pitchFamily="2" charset="2"/>
              <a:buNone/>
            </a:pPr>
            <a:r>
              <a:rPr lang="en-US" sz="1200" dirty="0">
                <a:latin typeface="Courier New" pitchFamily="49" charset="0"/>
              </a:rPr>
              <a:t>|  31 | 104 | 2006-11-12 |</a:t>
            </a:r>
          </a:p>
          <a:p>
            <a:pPr>
              <a:lnSpc>
                <a:spcPct val="80000"/>
              </a:lnSpc>
              <a:buFont typeface="Wingdings" pitchFamily="2" charset="2"/>
              <a:buNone/>
            </a:pPr>
            <a:r>
              <a:rPr lang="en-US" sz="1200" dirty="0">
                <a:latin typeface="Courier New" pitchFamily="49" charset="0"/>
              </a:rPr>
              <a:t>|  64 | 101 | 2006-09-05 |</a:t>
            </a:r>
          </a:p>
          <a:p>
            <a:pPr>
              <a:lnSpc>
                <a:spcPct val="80000"/>
              </a:lnSpc>
              <a:buFont typeface="Wingdings" pitchFamily="2" charset="2"/>
              <a:buNone/>
            </a:pPr>
            <a:r>
              <a:rPr lang="en-US" sz="1200" dirty="0">
                <a:latin typeface="Courier New" pitchFamily="49" charset="0"/>
              </a:rPr>
              <a:t>|  64 | 102 | 2006-09-08 |</a:t>
            </a:r>
          </a:p>
          <a:p>
            <a:pPr>
              <a:lnSpc>
                <a:spcPct val="80000"/>
              </a:lnSpc>
              <a:buFont typeface="Wingdings" pitchFamily="2" charset="2"/>
              <a:buNone/>
            </a:pPr>
            <a:r>
              <a:rPr lang="en-US" sz="1200" dirty="0">
                <a:latin typeface="Courier New" pitchFamily="49" charset="0"/>
              </a:rPr>
              <a:t>|  74 | 103 | 2006-09-08 |</a:t>
            </a:r>
          </a:p>
          <a:p>
            <a:pPr>
              <a:lnSpc>
                <a:spcPct val="80000"/>
              </a:lnSpc>
              <a:buFont typeface="Wingdings" pitchFamily="2" charset="2"/>
              <a:buNone/>
            </a:pPr>
            <a:r>
              <a:rPr lang="en-US" sz="1200" dirty="0">
                <a:latin typeface="Courier New" pitchFamily="49" charset="0"/>
              </a:rPr>
              <a: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5778" name="AutoShape 2"/>
          <p:cNvSpPr>
            <a:spLocks noGrp="1" noChangeArrowheads="1"/>
          </p:cNvSpPr>
          <p:nvPr>
            <p:ph type="title"/>
          </p:nvPr>
        </p:nvSpPr>
        <p:spPr/>
        <p:txBody>
          <a:bodyPr/>
          <a:lstStyle/>
          <a:p>
            <a:r>
              <a:rPr lang="en-US"/>
              <a:t>Projekcija</a:t>
            </a:r>
          </a:p>
        </p:txBody>
      </p:sp>
      <p:sp>
        <p:nvSpPr>
          <p:cNvPr id="75779" name="Rectangle 3"/>
          <p:cNvSpPr>
            <a:spLocks noGrp="1" noChangeArrowheads="1"/>
          </p:cNvSpPr>
          <p:nvPr>
            <p:ph type="body" sz="half" idx="1"/>
          </p:nvPr>
        </p:nvSpPr>
        <p:spPr/>
        <p:txBody>
          <a:bodyPr/>
          <a:lstStyle/>
          <a:p>
            <a:r>
              <a:rPr lang="en-US" sz="2400"/>
              <a:t>Poi</a:t>
            </a:r>
            <a:r>
              <a:rPr lang="sl-SI" sz="2400"/>
              <a:t>šči (izpiši) šifre in imena vseh jadralcev</a:t>
            </a:r>
            <a:r>
              <a:rPr lang="en-US" sz="2400"/>
              <a:t>.</a:t>
            </a:r>
          </a:p>
          <a:p>
            <a:pPr>
              <a:buFont typeface="Wingdings" pitchFamily="2" charset="2"/>
              <a:buNone/>
            </a:pPr>
            <a:endParaRPr lang="sl-SI" sz="2400"/>
          </a:p>
          <a:p>
            <a:r>
              <a:rPr lang="sl-SI" sz="2400"/>
              <a:t>Poišči barve vseh čolnov</a:t>
            </a:r>
            <a:r>
              <a:rPr lang="en-US" sz="2400"/>
              <a:t>.</a:t>
            </a:r>
          </a:p>
          <a:p>
            <a:endParaRPr lang="sl-SI" sz="2400"/>
          </a:p>
        </p:txBody>
      </p:sp>
      <p:graphicFrame>
        <p:nvGraphicFramePr>
          <p:cNvPr id="75780" name="Object 4"/>
          <p:cNvGraphicFramePr>
            <a:graphicFrameLocks noGrp="1" noChangeAspect="1"/>
          </p:cNvGraphicFramePr>
          <p:nvPr>
            <p:ph sz="quarter" idx="2"/>
            <p:extLst>
              <p:ext uri="{D42A27DB-BD31-4B8C-83A1-F6EECF244321}">
                <p14:modId xmlns:p14="http://schemas.microsoft.com/office/powerpoint/2010/main" val="65147055"/>
              </p:ext>
            </p:extLst>
          </p:nvPr>
        </p:nvGraphicFramePr>
        <p:xfrm>
          <a:off x="4800600" y="2438400"/>
          <a:ext cx="2759922" cy="647700"/>
        </p:xfrm>
        <a:graphic>
          <a:graphicData uri="http://schemas.openxmlformats.org/presentationml/2006/ole">
            <mc:AlternateContent xmlns:mc="http://schemas.openxmlformats.org/markup-compatibility/2006">
              <mc:Choice xmlns:v="urn:schemas-microsoft-com:vml" Requires="v">
                <p:oleObj name="Equation" r:id="rId2" imgW="1028254" imgH="241195" progId="">
                  <p:embed/>
                </p:oleObj>
              </mc:Choice>
              <mc:Fallback>
                <p:oleObj name="Equation" r:id="rId2" imgW="1028254" imgH="241195" progId="">
                  <p:embed/>
                  <p:pic>
                    <p:nvPicPr>
                      <p:cNvPr id="7578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438400"/>
                        <a:ext cx="2759922" cy="647700"/>
                      </a:xfrm>
                      <a:prstGeom prst="rect">
                        <a:avLst/>
                      </a:prstGeom>
                      <a:noFill/>
                    </p:spPr>
                  </p:pic>
                </p:oleObj>
              </mc:Fallback>
            </mc:AlternateContent>
          </a:graphicData>
        </a:graphic>
      </p:graphicFrame>
      <p:graphicFrame>
        <p:nvGraphicFramePr>
          <p:cNvPr id="75782" name="Object 6"/>
          <p:cNvGraphicFramePr>
            <a:graphicFrameLocks noGrp="1" noChangeAspect="1"/>
          </p:cNvGraphicFramePr>
          <p:nvPr>
            <p:ph sz="quarter" idx="3"/>
          </p:nvPr>
        </p:nvGraphicFramePr>
        <p:xfrm>
          <a:off x="4876800" y="3429000"/>
          <a:ext cx="2084388" cy="647700"/>
        </p:xfrm>
        <a:graphic>
          <a:graphicData uri="http://schemas.openxmlformats.org/presentationml/2006/ole">
            <mc:AlternateContent xmlns:mc="http://schemas.openxmlformats.org/markup-compatibility/2006">
              <mc:Choice xmlns:v="urn:schemas-microsoft-com:vml" Requires="v">
                <p:oleObj name="Equation" r:id="rId4" imgW="736600" imgH="228600" progId="">
                  <p:embed/>
                </p:oleObj>
              </mc:Choice>
              <mc:Fallback>
                <p:oleObj name="Equation" r:id="rId4" imgW="736600" imgH="228600" progId="">
                  <p:embed/>
                  <p:pic>
                    <p:nvPicPr>
                      <p:cNvPr id="75782" name="Object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3429000"/>
                        <a:ext cx="2084388"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784" name="Text Box 8"/>
          <p:cNvSpPr txBox="1">
            <a:spLocks noChangeArrowheads="1"/>
          </p:cNvSpPr>
          <p:nvPr/>
        </p:nvSpPr>
        <p:spPr bwMode="auto">
          <a:xfrm>
            <a:off x="38100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83970" name="AutoShape 2"/>
          <p:cNvSpPr>
            <a:spLocks noGrp="1" noChangeArrowheads="1"/>
          </p:cNvSpPr>
          <p:nvPr>
            <p:ph type="title"/>
          </p:nvPr>
        </p:nvSpPr>
        <p:spPr/>
        <p:txBody>
          <a:bodyPr/>
          <a:lstStyle/>
          <a:p>
            <a:r>
              <a:rPr lang="en-US"/>
              <a:t>Selekcija</a:t>
            </a:r>
          </a:p>
        </p:txBody>
      </p:sp>
      <p:sp>
        <p:nvSpPr>
          <p:cNvPr id="83971" name="Rectangle 3"/>
          <p:cNvSpPr>
            <a:spLocks noGrp="1" noChangeArrowheads="1"/>
          </p:cNvSpPr>
          <p:nvPr>
            <p:ph type="body" sz="half" idx="1"/>
          </p:nvPr>
        </p:nvSpPr>
        <p:spPr/>
        <p:txBody>
          <a:bodyPr/>
          <a:lstStyle/>
          <a:p>
            <a:r>
              <a:rPr lang="en-US" sz="2400"/>
              <a:t>Poi</a:t>
            </a:r>
            <a:r>
              <a:rPr lang="sl-SI" sz="2400"/>
              <a:t>šči (izpiši) šifre in imena vseh jadralcev</a:t>
            </a:r>
            <a:r>
              <a:rPr lang="en-US" sz="2400"/>
              <a:t>, </a:t>
            </a:r>
            <a:r>
              <a:rPr lang="en-US" sz="2400" err="1"/>
              <a:t>starejsih</a:t>
            </a:r>
            <a:r>
              <a:rPr lang="en-US" sz="2400"/>
              <a:t> od 50 let.</a:t>
            </a:r>
          </a:p>
          <a:p>
            <a:pPr>
              <a:buFont typeface="Wingdings" pitchFamily="2" charset="2"/>
              <a:buNone/>
            </a:pPr>
            <a:endParaRPr lang="sl-SI" sz="2400"/>
          </a:p>
          <a:p>
            <a:r>
              <a:rPr lang="sl-SI" sz="2400"/>
              <a:t>Poišči barve vseh čolnov </a:t>
            </a:r>
            <a:r>
              <a:rPr lang="en-US" sz="2400" err="1"/>
              <a:t>kraj</a:t>
            </a:r>
            <a:r>
              <a:rPr lang="sl-SI" sz="2400"/>
              <a:t>š</a:t>
            </a:r>
            <a:r>
              <a:rPr lang="en-US" sz="2400" err="1"/>
              <a:t>ih</a:t>
            </a:r>
            <a:r>
              <a:rPr lang="en-US" sz="2400"/>
              <a:t> od 40 </a:t>
            </a:r>
            <a:r>
              <a:rPr lang="sl-SI" sz="2400"/>
              <a:t>čevljev</a:t>
            </a:r>
            <a:r>
              <a:rPr lang="en-US" sz="2400"/>
              <a:t>.</a:t>
            </a:r>
          </a:p>
          <a:p>
            <a:endParaRPr lang="sl-SI" sz="2400"/>
          </a:p>
        </p:txBody>
      </p:sp>
      <p:graphicFrame>
        <p:nvGraphicFramePr>
          <p:cNvPr id="83972" name="Object 4"/>
          <p:cNvGraphicFramePr>
            <a:graphicFrameLocks noGrp="1" noChangeAspect="1"/>
          </p:cNvGraphicFramePr>
          <p:nvPr>
            <p:ph sz="quarter" idx="2"/>
            <p:extLst>
              <p:ext uri="{D42A27DB-BD31-4B8C-83A1-F6EECF244321}">
                <p14:modId xmlns:p14="http://schemas.microsoft.com/office/powerpoint/2010/main" val="2640232883"/>
              </p:ext>
            </p:extLst>
          </p:nvPr>
        </p:nvGraphicFramePr>
        <p:xfrm>
          <a:off x="4800600" y="2541588"/>
          <a:ext cx="3179625" cy="474663"/>
        </p:xfrm>
        <a:graphic>
          <a:graphicData uri="http://schemas.openxmlformats.org/presentationml/2006/ole">
            <mc:AlternateContent xmlns:mc="http://schemas.openxmlformats.org/markup-compatibility/2006">
              <mc:Choice xmlns:v="urn:schemas-microsoft-com:vml" Requires="v">
                <p:oleObj name="Equation" r:id="rId2" imgW="1612900" imgH="241300" progId="">
                  <p:embed/>
                </p:oleObj>
              </mc:Choice>
              <mc:Fallback>
                <p:oleObj name="Equation" r:id="rId2" imgW="1612900" imgH="241300" progId="">
                  <p:embed/>
                  <p:pic>
                    <p:nvPicPr>
                      <p:cNvPr id="83972"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541588"/>
                        <a:ext cx="3179625" cy="474663"/>
                      </a:xfrm>
                      <a:prstGeom prst="rect">
                        <a:avLst/>
                      </a:prstGeom>
                      <a:noFill/>
                    </p:spPr>
                  </p:pic>
                </p:oleObj>
              </mc:Fallback>
            </mc:AlternateContent>
          </a:graphicData>
        </a:graphic>
      </p:graphicFrame>
      <p:graphicFrame>
        <p:nvGraphicFramePr>
          <p:cNvPr id="83973" name="Object 5"/>
          <p:cNvGraphicFramePr>
            <a:graphicFrameLocks noGrp="1" noChangeAspect="1"/>
          </p:cNvGraphicFramePr>
          <p:nvPr>
            <p:ph sz="quarter" idx="3"/>
            <p:extLst>
              <p:ext uri="{D42A27DB-BD31-4B8C-83A1-F6EECF244321}">
                <p14:modId xmlns:p14="http://schemas.microsoft.com/office/powerpoint/2010/main" val="1740319311"/>
              </p:ext>
            </p:extLst>
          </p:nvPr>
        </p:nvGraphicFramePr>
        <p:xfrm>
          <a:off x="4952999" y="4130675"/>
          <a:ext cx="2820047" cy="474662"/>
        </p:xfrm>
        <a:graphic>
          <a:graphicData uri="http://schemas.openxmlformats.org/presentationml/2006/ole">
            <mc:AlternateContent xmlns:mc="http://schemas.openxmlformats.org/markup-compatibility/2006">
              <mc:Choice xmlns:v="urn:schemas-microsoft-com:vml" Requires="v">
                <p:oleObj name="Equation" r:id="rId4" imgW="1358900" imgH="228600" progId="">
                  <p:embed/>
                </p:oleObj>
              </mc:Choice>
              <mc:Fallback>
                <p:oleObj name="Equation" r:id="rId4" imgW="1358900" imgH="228600" progId="">
                  <p:embed/>
                  <p:pic>
                    <p:nvPicPr>
                      <p:cNvPr id="83973" name="Object 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2999" y="4130675"/>
                        <a:ext cx="2820047" cy="474662"/>
                      </a:xfrm>
                      <a:prstGeom prst="rect">
                        <a:avLst/>
                      </a:prstGeom>
                      <a:noFill/>
                    </p:spPr>
                  </p:pic>
                </p:oleObj>
              </mc:Fallback>
            </mc:AlternateContent>
          </a:graphicData>
        </a:graphic>
      </p:graphicFrame>
      <p:sp>
        <p:nvSpPr>
          <p:cNvPr id="83974" name="Text Box 6"/>
          <p:cNvSpPr txBox="1">
            <a:spLocks noChangeArrowheads="1"/>
          </p:cNvSpPr>
          <p:nvPr/>
        </p:nvSpPr>
        <p:spPr bwMode="auto">
          <a:xfrm>
            <a:off x="38100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84994" name="AutoShape 2"/>
          <p:cNvSpPr>
            <a:spLocks noGrp="1" noChangeArrowheads="1"/>
          </p:cNvSpPr>
          <p:nvPr>
            <p:ph type="title"/>
          </p:nvPr>
        </p:nvSpPr>
        <p:spPr/>
        <p:txBody>
          <a:bodyPr/>
          <a:lstStyle/>
          <a:p>
            <a:r>
              <a:rPr lang="en-US"/>
              <a:t>S</a:t>
            </a:r>
            <a:r>
              <a:rPr lang="sl-SI"/>
              <a:t>tik</a:t>
            </a:r>
            <a:endParaRPr lang="en-US"/>
          </a:p>
        </p:txBody>
      </p:sp>
      <p:sp>
        <p:nvSpPr>
          <p:cNvPr id="84995" name="Rectangle 3"/>
          <p:cNvSpPr>
            <a:spLocks noGrp="1" noChangeArrowheads="1"/>
          </p:cNvSpPr>
          <p:nvPr>
            <p:ph type="body" sz="half" idx="1"/>
          </p:nvPr>
        </p:nvSpPr>
        <p:spPr>
          <a:xfrm>
            <a:off x="838200" y="2362200"/>
            <a:ext cx="2971800" cy="4267200"/>
          </a:xfrm>
        </p:spPr>
        <p:txBody>
          <a:bodyPr/>
          <a:lstStyle/>
          <a:p>
            <a:pPr>
              <a:lnSpc>
                <a:spcPct val="90000"/>
              </a:lnSpc>
            </a:pPr>
            <a:r>
              <a:rPr lang="sl-SI" sz="1800"/>
              <a:t>Poišči vse pare imen jadralcev in čolnov, kjer je jadralec rezerviral ustrezen čoln</a:t>
            </a:r>
            <a:r>
              <a:rPr lang="en-US" sz="1800"/>
              <a:t>.</a:t>
            </a:r>
            <a:endParaRPr lang="sl-SI" sz="1800"/>
          </a:p>
          <a:p>
            <a:pPr>
              <a:lnSpc>
                <a:spcPct val="90000"/>
              </a:lnSpc>
            </a:pPr>
            <a:endParaRPr lang="sl-SI" sz="1800"/>
          </a:p>
          <a:p>
            <a:pPr>
              <a:lnSpc>
                <a:spcPct val="90000"/>
              </a:lnSpc>
            </a:pPr>
            <a:endParaRPr lang="sl-SI" sz="1800"/>
          </a:p>
          <a:p>
            <a:pPr>
              <a:lnSpc>
                <a:spcPct val="90000"/>
              </a:lnSpc>
            </a:pPr>
            <a:endParaRPr lang="sl-SI" sz="1800"/>
          </a:p>
          <a:p>
            <a:pPr>
              <a:lnSpc>
                <a:spcPct val="90000"/>
              </a:lnSpc>
            </a:pPr>
            <a:endParaRPr lang="sl-SI" sz="1800"/>
          </a:p>
          <a:p>
            <a:pPr>
              <a:lnSpc>
                <a:spcPct val="90000"/>
              </a:lnSpc>
            </a:pPr>
            <a:endParaRPr lang="sl-SI" sz="1800"/>
          </a:p>
          <a:p>
            <a:pPr>
              <a:lnSpc>
                <a:spcPct val="90000"/>
              </a:lnSpc>
            </a:pPr>
            <a:endParaRPr lang="sl-SI" sz="1800"/>
          </a:p>
          <a:p>
            <a:pPr>
              <a:lnSpc>
                <a:spcPct val="90000"/>
              </a:lnSpc>
            </a:pPr>
            <a:r>
              <a:rPr lang="sl-SI" sz="1800"/>
              <a:t>Poišči vse pare imen jadralcev in čolnov, kjer je jadralec starejši od 50 let rezerviral ustrezen čoln</a:t>
            </a:r>
            <a:r>
              <a:rPr lang="en-US" sz="1800"/>
              <a:t>.</a:t>
            </a:r>
          </a:p>
        </p:txBody>
      </p:sp>
      <p:graphicFrame>
        <p:nvGraphicFramePr>
          <p:cNvPr id="84996" name="Object 4"/>
          <p:cNvGraphicFramePr>
            <a:graphicFrameLocks noGrp="1" noChangeAspect="1"/>
          </p:cNvGraphicFramePr>
          <p:nvPr>
            <p:ph sz="quarter" idx="2"/>
            <p:extLst>
              <p:ext uri="{D42A27DB-BD31-4B8C-83A1-F6EECF244321}">
                <p14:modId xmlns:p14="http://schemas.microsoft.com/office/powerpoint/2010/main" val="3356314980"/>
              </p:ext>
            </p:extLst>
          </p:nvPr>
        </p:nvGraphicFramePr>
        <p:xfrm>
          <a:off x="3810000" y="2438400"/>
          <a:ext cx="4264025" cy="395288"/>
        </p:xfrm>
        <a:graphic>
          <a:graphicData uri="http://schemas.openxmlformats.org/presentationml/2006/ole">
            <mc:AlternateContent xmlns:mc="http://schemas.openxmlformats.org/markup-compatibility/2006">
              <mc:Choice xmlns:v="urn:schemas-microsoft-com:vml" Requires="v">
                <p:oleObj name="Equation" r:id="rId2" imgW="2603500" imgH="241300" progId="">
                  <p:embed/>
                </p:oleObj>
              </mc:Choice>
              <mc:Fallback>
                <p:oleObj name="Equation" r:id="rId2" imgW="2603500" imgH="241300" progId="">
                  <p:embed/>
                  <p:pic>
                    <p:nvPicPr>
                      <p:cNvPr id="84996"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438400"/>
                        <a:ext cx="4264025" cy="395288"/>
                      </a:xfrm>
                      <a:prstGeom prst="rect">
                        <a:avLst/>
                      </a:prstGeom>
                      <a:solidFill>
                        <a:srgbClr val="FFE9E7"/>
                      </a:solidFill>
                    </p:spPr>
                  </p:pic>
                </p:oleObj>
              </mc:Fallback>
            </mc:AlternateContent>
          </a:graphicData>
        </a:graphic>
      </p:graphicFrame>
      <p:graphicFrame>
        <p:nvGraphicFramePr>
          <p:cNvPr id="85005" name="Object 13"/>
          <p:cNvGraphicFramePr>
            <a:graphicFrameLocks noGrp="1" noChangeAspect="1"/>
          </p:cNvGraphicFramePr>
          <p:nvPr>
            <p:ph sz="quarter" idx="3"/>
          </p:nvPr>
        </p:nvGraphicFramePr>
        <p:xfrm>
          <a:off x="3810000" y="5562600"/>
          <a:ext cx="5232400" cy="493713"/>
        </p:xfrm>
        <a:graphic>
          <a:graphicData uri="http://schemas.openxmlformats.org/presentationml/2006/ole">
            <mc:AlternateContent xmlns:mc="http://schemas.openxmlformats.org/markup-compatibility/2006">
              <mc:Choice xmlns:v="urn:schemas-microsoft-com:vml" Requires="v">
                <p:oleObj name="Equation" r:id="rId4" imgW="3492500" imgH="330200" progId="">
                  <p:embed/>
                </p:oleObj>
              </mc:Choice>
              <mc:Fallback>
                <p:oleObj name="Equation" r:id="rId4" imgW="3492500" imgH="330200" progId="">
                  <p:embed/>
                  <p:pic>
                    <p:nvPicPr>
                      <p:cNvPr id="85005" name="Object 1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5562600"/>
                        <a:ext cx="5232400" cy="49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5006" name="Object 14"/>
          <p:cNvGraphicFramePr>
            <a:graphicFrameLocks noChangeAspect="1"/>
          </p:cNvGraphicFramePr>
          <p:nvPr/>
        </p:nvGraphicFramePr>
        <p:xfrm>
          <a:off x="3810000" y="4038600"/>
          <a:ext cx="4481513" cy="511175"/>
        </p:xfrm>
        <a:graphic>
          <a:graphicData uri="http://schemas.openxmlformats.org/presentationml/2006/ole">
            <mc:AlternateContent xmlns:mc="http://schemas.openxmlformats.org/markup-compatibility/2006">
              <mc:Choice xmlns:v="urn:schemas-microsoft-com:vml" Requires="v">
                <p:oleObj name="Equation" r:id="rId6" imgW="2895600" imgH="330200" progId="">
                  <p:embed/>
                </p:oleObj>
              </mc:Choice>
              <mc:Fallback>
                <p:oleObj name="Equation" r:id="rId6" imgW="2895600" imgH="330200" progId="">
                  <p:embed/>
                  <p:pic>
                    <p:nvPicPr>
                      <p:cNvPr id="85006"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4038600"/>
                        <a:ext cx="4481513"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5007" name="Object 15"/>
          <p:cNvGraphicFramePr>
            <a:graphicFrameLocks noChangeAspect="1"/>
          </p:cNvGraphicFramePr>
          <p:nvPr/>
        </p:nvGraphicFramePr>
        <p:xfrm>
          <a:off x="3810000" y="3200400"/>
          <a:ext cx="5334000" cy="612775"/>
        </p:xfrm>
        <a:graphic>
          <a:graphicData uri="http://schemas.openxmlformats.org/presentationml/2006/ole">
            <mc:AlternateContent xmlns:mc="http://schemas.openxmlformats.org/markup-compatibility/2006">
              <mc:Choice xmlns:v="urn:schemas-microsoft-com:vml" Requires="v">
                <p:oleObj name="Equation" r:id="rId8" imgW="3530600" imgH="406400" progId="">
                  <p:embed/>
                </p:oleObj>
              </mc:Choice>
              <mc:Fallback>
                <p:oleObj name="Equation" r:id="rId8" imgW="3530600" imgH="406400" progId="">
                  <p:embed/>
                  <p:pic>
                    <p:nvPicPr>
                      <p:cNvPr id="85007"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0" y="3200400"/>
                        <a:ext cx="5334000" cy="612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08" name="Text Box 16"/>
          <p:cNvSpPr txBox="1">
            <a:spLocks noChangeArrowheads="1"/>
          </p:cNvSpPr>
          <p:nvPr/>
        </p:nvSpPr>
        <p:spPr bwMode="auto">
          <a:xfrm>
            <a:off x="38100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0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0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314" name="AutoShape 2"/>
          <p:cNvSpPr>
            <a:spLocks noGrp="1" noChangeArrowheads="1"/>
          </p:cNvSpPr>
          <p:nvPr>
            <p:ph type="title"/>
          </p:nvPr>
        </p:nvSpPr>
        <p:spPr/>
        <p:txBody>
          <a:bodyPr/>
          <a:lstStyle/>
          <a:p>
            <a:r>
              <a:rPr lang="en-US" dirty="0" err="1"/>
              <a:t>Vaje</a:t>
            </a:r>
            <a:r>
              <a:rPr lang="sl-SI" dirty="0"/>
              <a:t> – SQL </a:t>
            </a:r>
            <a:endParaRPr lang="en-US" dirty="0"/>
          </a:p>
        </p:txBody>
      </p:sp>
      <p:sp>
        <p:nvSpPr>
          <p:cNvPr id="13315" name="Rectangle 3"/>
          <p:cNvSpPr>
            <a:spLocks noGrp="1" noChangeArrowheads="1"/>
          </p:cNvSpPr>
          <p:nvPr>
            <p:ph type="body" idx="1"/>
          </p:nvPr>
        </p:nvSpPr>
        <p:spPr/>
        <p:txBody>
          <a:bodyPr/>
          <a:lstStyle/>
          <a:p>
            <a:pPr marL="457200" indent="-457200">
              <a:lnSpc>
                <a:spcPct val="90000"/>
              </a:lnSpc>
              <a:buFont typeface="+mj-lt"/>
              <a:buAutoNum type="arabicPeriod"/>
            </a:pPr>
            <a:r>
              <a:rPr lang="en-US" sz="2000" err="1"/>
              <a:t>Poišči</a:t>
            </a:r>
            <a:r>
              <a:rPr lang="en-US" sz="2000"/>
              <a:t> </a:t>
            </a:r>
            <a:r>
              <a:rPr lang="en-US" sz="2000" err="1"/>
              <a:t>vse</a:t>
            </a:r>
            <a:r>
              <a:rPr lang="en-US" sz="2000"/>
              <a:t> </a:t>
            </a:r>
            <a:r>
              <a:rPr lang="en-US" sz="2000" err="1"/>
              <a:t>evklidske</a:t>
            </a:r>
            <a:r>
              <a:rPr lang="en-US" sz="2000"/>
              <a:t> in </a:t>
            </a:r>
            <a:r>
              <a:rPr lang="en-US" sz="2000" err="1"/>
              <a:t>manhattan</a:t>
            </a:r>
            <a:r>
              <a:rPr lang="en-US" sz="2000"/>
              <a:t> </a:t>
            </a:r>
            <a:r>
              <a:rPr lang="en-US" sz="2000" err="1"/>
              <a:t>razdalje</a:t>
            </a:r>
            <a:r>
              <a:rPr lang="en-US" sz="2000"/>
              <a:t> med </a:t>
            </a:r>
            <a:r>
              <a:rPr lang="en-US" sz="2000" err="1"/>
              <a:t>naselji</a:t>
            </a:r>
            <a:r>
              <a:rPr lang="en-US" sz="2000"/>
              <a:t> </a:t>
            </a:r>
            <a:r>
              <a:rPr lang="en-US" sz="2000" err="1"/>
              <a:t>igralca</a:t>
            </a:r>
            <a:r>
              <a:rPr lang="en-US" sz="2000"/>
              <a:t> “</a:t>
            </a:r>
            <a:r>
              <a:rPr lang="en-US" sz="2000" err="1"/>
              <a:t>hinko</a:t>
            </a:r>
            <a:r>
              <a:rPr lang="en-US" sz="2000"/>
              <a:t>”.</a:t>
            </a:r>
          </a:p>
          <a:p>
            <a:pPr marL="457200" indent="-457200">
              <a:lnSpc>
                <a:spcPct val="90000"/>
              </a:lnSpc>
              <a:buFont typeface="+mj-lt"/>
              <a:buAutoNum type="arabicPeriod"/>
            </a:pPr>
            <a:r>
              <a:rPr lang="en-US" sz="2000" err="1"/>
              <a:t>Izpiši</a:t>
            </a:r>
            <a:r>
              <a:rPr lang="en-US" sz="2000"/>
              <a:t> </a:t>
            </a:r>
            <a:r>
              <a:rPr lang="en-US" sz="2000" err="1"/>
              <a:t>imena</a:t>
            </a:r>
            <a:r>
              <a:rPr lang="en-US" sz="2000"/>
              <a:t> </a:t>
            </a:r>
            <a:r>
              <a:rPr lang="en-US" sz="2000" err="1"/>
              <a:t>mesecev</a:t>
            </a:r>
            <a:r>
              <a:rPr lang="en-US" sz="2000"/>
              <a:t> v </a:t>
            </a:r>
            <a:r>
              <a:rPr lang="en-US" sz="2000" err="1"/>
              <a:t>katerih</a:t>
            </a:r>
            <a:r>
              <a:rPr lang="en-US" sz="2000"/>
              <a:t> so bile </a:t>
            </a:r>
            <a:r>
              <a:rPr lang="en-US" sz="2000" err="1"/>
              <a:t>opravljene</a:t>
            </a:r>
            <a:r>
              <a:rPr lang="en-US" sz="2000"/>
              <a:t> </a:t>
            </a:r>
            <a:r>
              <a:rPr lang="en-US" sz="2000" err="1"/>
              <a:t>rezervacije</a:t>
            </a:r>
            <a:r>
              <a:rPr lang="en-US" sz="2000"/>
              <a:t>.</a:t>
            </a:r>
          </a:p>
          <a:p>
            <a:pPr marL="457200" indent="-457200">
              <a:lnSpc>
                <a:spcPct val="90000"/>
              </a:lnSpc>
              <a:buFont typeface="+mj-lt"/>
              <a:buAutoNum type="arabicPeriod"/>
            </a:pPr>
            <a:r>
              <a:rPr lang="en-US" sz="2000" err="1"/>
              <a:t>Poišči</a:t>
            </a:r>
            <a:r>
              <a:rPr lang="en-US" sz="2000"/>
              <a:t> </a:t>
            </a:r>
            <a:r>
              <a:rPr lang="en-US" sz="2000" err="1"/>
              <a:t>imena</a:t>
            </a:r>
            <a:r>
              <a:rPr lang="en-US" sz="2000"/>
              <a:t> in </a:t>
            </a:r>
            <a:r>
              <a:rPr lang="en-US" sz="2000" err="1"/>
              <a:t>njihova</a:t>
            </a:r>
            <a:r>
              <a:rPr lang="en-US" sz="2000"/>
              <a:t> </a:t>
            </a:r>
            <a:r>
              <a:rPr lang="en-US" sz="2000" err="1"/>
              <a:t>pripadajoča</a:t>
            </a:r>
            <a:r>
              <a:rPr lang="en-US" sz="2000"/>
              <a:t> </a:t>
            </a:r>
            <a:r>
              <a:rPr lang="en-US" sz="2000" err="1"/>
              <a:t>plemena</a:t>
            </a:r>
            <a:r>
              <a:rPr lang="en-US" sz="2000"/>
              <a:t> </a:t>
            </a:r>
            <a:r>
              <a:rPr lang="en-US" sz="2000" err="1"/>
              <a:t>vseh</a:t>
            </a:r>
            <a:r>
              <a:rPr lang="en-US" sz="2000"/>
              <a:t> </a:t>
            </a:r>
            <a:r>
              <a:rPr lang="en-US" sz="2000" err="1"/>
              <a:t>igralev</a:t>
            </a:r>
            <a:r>
              <a:rPr lang="en-US" sz="2000"/>
              <a:t>, </a:t>
            </a:r>
            <a:r>
              <a:rPr lang="en-US" sz="2000" err="1"/>
              <a:t>ki</a:t>
            </a:r>
            <a:r>
              <a:rPr lang="en-US" sz="2000"/>
              <a:t> </a:t>
            </a:r>
            <a:r>
              <a:rPr lang="en-US" sz="2000" err="1"/>
              <a:t>pripadajo</a:t>
            </a:r>
            <a:r>
              <a:rPr lang="en-US" sz="2000"/>
              <a:t> </a:t>
            </a:r>
            <a:r>
              <a:rPr lang="en-US" sz="2000" err="1"/>
              <a:t>aliansam</a:t>
            </a:r>
            <a:r>
              <a:rPr lang="en-US" sz="2000"/>
              <a:t>, </a:t>
            </a:r>
            <a:r>
              <a:rPr lang="en-US" sz="2000" err="1"/>
              <a:t>ki</a:t>
            </a:r>
            <a:r>
              <a:rPr lang="en-US" sz="2000"/>
              <a:t> </a:t>
            </a:r>
            <a:r>
              <a:rPr lang="en-US" sz="2000" err="1"/>
              <a:t>vsebujejo</a:t>
            </a:r>
            <a:r>
              <a:rPr lang="en-US" sz="2000"/>
              <a:t> </a:t>
            </a:r>
            <a:r>
              <a:rPr lang="en-US" sz="2000" err="1"/>
              <a:t>znak</a:t>
            </a:r>
            <a:r>
              <a:rPr lang="en-US" sz="2000"/>
              <a:t> ‘</a:t>
            </a:r>
            <a:r>
              <a:rPr lang="en-SI" sz="2000"/>
              <a:t>™</a:t>
            </a:r>
            <a:r>
              <a:rPr lang="en-US" sz="2000"/>
              <a:t>’.</a:t>
            </a:r>
          </a:p>
          <a:p>
            <a:pPr marL="457200" indent="-457200">
              <a:lnSpc>
                <a:spcPct val="90000"/>
              </a:lnSpc>
              <a:buFont typeface="+mj-lt"/>
              <a:buAutoNum type="arabicPeriod"/>
            </a:pPr>
            <a:r>
              <a:rPr lang="en-US" sz="2000" err="1"/>
              <a:t>Poišči</a:t>
            </a:r>
            <a:r>
              <a:rPr lang="en-US" sz="2000"/>
              <a:t> </a:t>
            </a:r>
            <a:r>
              <a:rPr lang="en-US" sz="2000" err="1"/>
              <a:t>vsa</a:t>
            </a:r>
            <a:r>
              <a:rPr lang="en-US" sz="2000"/>
              <a:t> </a:t>
            </a:r>
            <a:r>
              <a:rPr lang="en-US" sz="2000" err="1"/>
              <a:t>imena</a:t>
            </a:r>
            <a:r>
              <a:rPr lang="en-US" sz="2000"/>
              <a:t> </a:t>
            </a:r>
            <a:r>
              <a:rPr lang="en-US" sz="2000" err="1"/>
              <a:t>igralcev</a:t>
            </a:r>
            <a:r>
              <a:rPr lang="en-US" sz="2000"/>
              <a:t>, </a:t>
            </a:r>
            <a:r>
              <a:rPr lang="en-US" sz="2000" err="1"/>
              <a:t>ki</a:t>
            </a:r>
            <a:r>
              <a:rPr lang="en-US" sz="2000"/>
              <a:t> ne </a:t>
            </a:r>
            <a:r>
              <a:rPr lang="en-US" sz="2000" err="1"/>
              <a:t>vsebujejo</a:t>
            </a:r>
            <a:r>
              <a:rPr lang="en-US" sz="2000"/>
              <a:t> </a:t>
            </a:r>
            <a:r>
              <a:rPr lang="en-US" sz="2000" err="1"/>
              <a:t>alfa-numeričnih</a:t>
            </a:r>
            <a:r>
              <a:rPr lang="en-US" sz="2000"/>
              <a:t> </a:t>
            </a:r>
            <a:r>
              <a:rPr lang="en-US" sz="2000" err="1"/>
              <a:t>znakov</a:t>
            </a:r>
            <a:r>
              <a:rPr lang="en-US" sz="2000"/>
              <a:t>.</a:t>
            </a:r>
          </a:p>
          <a:p>
            <a:pPr marL="457200" indent="-457200">
              <a:lnSpc>
                <a:spcPct val="90000"/>
              </a:lnSpc>
              <a:buFont typeface="+mj-lt"/>
              <a:buAutoNum type="arabicPeriod"/>
            </a:pPr>
            <a:r>
              <a:rPr lang="en-US" sz="2000" err="1"/>
              <a:t>Ustvari</a:t>
            </a:r>
            <a:r>
              <a:rPr lang="en-US" sz="2000"/>
              <a:t> </a:t>
            </a:r>
            <a:r>
              <a:rPr lang="en-US" sz="2000" err="1"/>
              <a:t>navidezni</a:t>
            </a:r>
            <a:r>
              <a:rPr lang="en-US" sz="2000"/>
              <a:t> </a:t>
            </a:r>
            <a:r>
              <a:rPr lang="en-US" sz="2000" err="1"/>
              <a:t>atribut</a:t>
            </a:r>
            <a:r>
              <a:rPr lang="en-US" sz="2000"/>
              <a:t> “</a:t>
            </a:r>
            <a:r>
              <a:rPr lang="en-US" sz="2000" err="1"/>
              <a:t>Rangiran</a:t>
            </a:r>
            <a:r>
              <a:rPr lang="en-US" sz="2000"/>
              <a:t>”, </a:t>
            </a:r>
            <a:r>
              <a:rPr lang="en-US" sz="2000" err="1"/>
              <a:t>ki</a:t>
            </a:r>
            <a:r>
              <a:rPr lang="en-US" sz="2000"/>
              <a:t> </a:t>
            </a:r>
            <a:r>
              <a:rPr lang="en-US" sz="2000" err="1"/>
              <a:t>vsebuje</a:t>
            </a:r>
            <a:r>
              <a:rPr lang="en-US" sz="2000"/>
              <a:t> </a:t>
            </a:r>
            <a:r>
              <a:rPr lang="en-US" sz="2000" err="1"/>
              <a:t>vrednost</a:t>
            </a:r>
            <a:r>
              <a:rPr lang="en-US" sz="2000"/>
              <a:t> ‘Da’, </a:t>
            </a:r>
            <a:r>
              <a:rPr lang="en-US" sz="2000" err="1"/>
              <a:t>če</a:t>
            </a:r>
            <a:r>
              <a:rPr lang="en-US" sz="2000"/>
              <a:t> </a:t>
            </a:r>
            <a:r>
              <a:rPr lang="en-US" sz="2000" err="1"/>
              <a:t>ima</a:t>
            </a:r>
            <a:r>
              <a:rPr lang="en-US" sz="2000"/>
              <a:t> </a:t>
            </a:r>
            <a:r>
              <a:rPr lang="en-US" sz="2000" err="1"/>
              <a:t>jadralec</a:t>
            </a:r>
            <a:r>
              <a:rPr lang="en-US" sz="2000"/>
              <a:t> </a:t>
            </a:r>
            <a:r>
              <a:rPr lang="en-US" sz="2000" err="1"/>
              <a:t>podan</a:t>
            </a:r>
            <a:r>
              <a:rPr lang="en-US" sz="2000"/>
              <a:t> rang, </a:t>
            </a:r>
            <a:r>
              <a:rPr lang="en-US" sz="2000" err="1"/>
              <a:t>sicer</a:t>
            </a:r>
            <a:r>
              <a:rPr lang="en-US" sz="2000"/>
              <a:t> ‘Ne’.</a:t>
            </a:r>
          </a:p>
          <a:p>
            <a:pPr marL="457200" indent="-457200">
              <a:lnSpc>
                <a:spcPct val="90000"/>
              </a:lnSpc>
              <a:buFont typeface="+mj-lt"/>
              <a:buAutoNum type="arabicPeriod"/>
            </a:pPr>
            <a:r>
              <a:rPr lang="en-US" sz="2000"/>
              <a:t>Z IF </a:t>
            </a:r>
            <a:r>
              <a:rPr lang="en-US" sz="2000" err="1"/>
              <a:t>stavkom</a:t>
            </a:r>
            <a:r>
              <a:rPr lang="en-US" sz="2000"/>
              <a:t> </a:t>
            </a:r>
            <a:r>
              <a:rPr lang="en-US" sz="2000" err="1"/>
              <a:t>polepšajte</a:t>
            </a:r>
            <a:r>
              <a:rPr lang="en-US" sz="2000"/>
              <a:t> </a:t>
            </a:r>
            <a:r>
              <a:rPr lang="en-US" sz="2000" err="1"/>
              <a:t>izpis</a:t>
            </a:r>
            <a:r>
              <a:rPr lang="en-US" sz="2000"/>
              <a:t> </a:t>
            </a:r>
            <a:r>
              <a:rPr lang="en-US" sz="2000" err="1"/>
              <a:t>pri</a:t>
            </a:r>
            <a:r>
              <a:rPr lang="en-US" sz="2000"/>
              <a:t> 2 in 6 </a:t>
            </a:r>
            <a:r>
              <a:rPr lang="en-US" sz="2000" err="1"/>
              <a:t>nalogi</a:t>
            </a:r>
            <a:r>
              <a:rPr lang="en-US" sz="2000"/>
              <a:t> </a:t>
            </a:r>
            <a:r>
              <a:rPr lang="en-US" sz="2000" err="1"/>
              <a:t>prejšnjega</a:t>
            </a:r>
            <a:r>
              <a:rPr lang="en-US" sz="2000"/>
              <a:t> </a:t>
            </a:r>
            <a:r>
              <a:rPr lang="en-US" sz="2000" err="1"/>
              <a:t>tedna</a:t>
            </a:r>
            <a:r>
              <a:rPr lang="en-US" sz="2000"/>
              <a:t> (</a:t>
            </a:r>
            <a:r>
              <a:rPr lang="en-US" sz="2000" err="1"/>
              <a:t>jadralci</a:t>
            </a:r>
            <a:r>
              <a:rPr lang="en-US" sz="2000"/>
              <a:t>).</a:t>
            </a:r>
          </a:p>
          <a:p>
            <a:pPr>
              <a:lnSpc>
                <a:spcPct val="90000"/>
              </a:lnSpc>
            </a:pPr>
            <a:endParaRPr lang="en-US"/>
          </a:p>
        </p:txBody>
      </p:sp>
    </p:spTree>
    <p:extLst>
      <p:ext uri="{BB962C8B-B14F-4D97-AF65-F5344CB8AC3E}">
        <p14:creationId xmlns:p14="http://schemas.microsoft.com/office/powerpoint/2010/main" val="21889754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314" name="AutoShape 2"/>
          <p:cNvSpPr>
            <a:spLocks noGrp="1" noChangeArrowheads="1"/>
          </p:cNvSpPr>
          <p:nvPr>
            <p:ph type="title"/>
          </p:nvPr>
        </p:nvSpPr>
        <p:spPr/>
        <p:txBody>
          <a:bodyPr/>
          <a:lstStyle/>
          <a:p>
            <a:r>
              <a:rPr lang="en-US" err="1"/>
              <a:t>Vaje</a:t>
            </a:r>
            <a:r>
              <a:rPr lang="sl-SI"/>
              <a:t> – SQL (employees)</a:t>
            </a:r>
            <a:endParaRPr lang="en-US"/>
          </a:p>
        </p:txBody>
      </p:sp>
      <p:sp>
        <p:nvSpPr>
          <p:cNvPr id="13315" name="Rectangle 3"/>
          <p:cNvSpPr>
            <a:spLocks noGrp="1" noChangeArrowheads="1"/>
          </p:cNvSpPr>
          <p:nvPr>
            <p:ph type="body" idx="1"/>
          </p:nvPr>
        </p:nvSpPr>
        <p:spPr/>
        <p:txBody>
          <a:bodyPr/>
          <a:lstStyle/>
          <a:p>
            <a:pPr marL="457200" indent="-457200">
              <a:lnSpc>
                <a:spcPct val="90000"/>
              </a:lnSpc>
              <a:buFont typeface="+mj-lt"/>
              <a:buAutoNum type="arabicPeriod"/>
            </a:pPr>
            <a:r>
              <a:rPr lang="sl-SI" sz="2000"/>
              <a:t>Poišči šifre (emp_no) vseh, ki so na vsaj enem odelku bili zaposleni manj kot 5 let in na njem ne delajo več.</a:t>
            </a:r>
          </a:p>
          <a:p>
            <a:pPr marL="457200" indent="-457200">
              <a:lnSpc>
                <a:spcPct val="90000"/>
              </a:lnSpc>
              <a:buFont typeface="+mj-lt"/>
              <a:buAutoNum type="arabicPeriod"/>
            </a:pPr>
            <a:r>
              <a:rPr lang="sl-SI" sz="2000"/>
              <a:t>Poišči plače oziroma honorarje, ki so bili izplačani za največ sedem dni.</a:t>
            </a:r>
          </a:p>
          <a:p>
            <a:pPr marL="457200" indent="-457200">
              <a:lnSpc>
                <a:spcPct val="90000"/>
              </a:lnSpc>
              <a:buFont typeface="+mj-lt"/>
              <a:buAutoNum type="arabicPeriod"/>
            </a:pPr>
            <a:r>
              <a:rPr lang="sl-SI" sz="2000"/>
              <a:t>Poišči ime in priimek zaposlenih, ki so bili vodje odelkov manj kot 3 leta.</a:t>
            </a:r>
          </a:p>
          <a:p>
            <a:pPr marL="457200" indent="-457200">
              <a:lnSpc>
                <a:spcPct val="90000"/>
              </a:lnSpc>
              <a:buFont typeface="+mj-lt"/>
              <a:buAutoNum type="arabicPeriod"/>
            </a:pPr>
            <a:r>
              <a:rPr lang="sl-SI" sz="2000"/>
              <a:t>Poišči ime, priimek in ime odelka samo trenutnih vodji odelkov.</a:t>
            </a:r>
          </a:p>
          <a:p>
            <a:pPr marL="457200" indent="-457200">
              <a:lnSpc>
                <a:spcPct val="90000"/>
              </a:lnSpc>
              <a:buFont typeface="+mj-lt"/>
              <a:buAutoNum type="arabicPeriod"/>
            </a:pPr>
            <a:endParaRPr lang="sl-SI" sz="2000"/>
          </a:p>
          <a:p>
            <a:pPr marL="457200" indent="-457200">
              <a:lnSpc>
                <a:spcPct val="90000"/>
              </a:lnSpc>
              <a:buFont typeface="+mj-lt"/>
              <a:buAutoNum type="arabicPeriod"/>
            </a:pPr>
            <a:endParaRPr lang="en-US" sz="2000"/>
          </a:p>
          <a:p>
            <a:pPr>
              <a:lnSpc>
                <a:spcPct val="90000"/>
              </a:lnSpc>
            </a:pPr>
            <a:endParaRPr lang="en-US"/>
          </a:p>
        </p:txBody>
      </p:sp>
    </p:spTree>
    <p:extLst>
      <p:ext uri="{BB962C8B-B14F-4D97-AF65-F5344CB8AC3E}">
        <p14:creationId xmlns:p14="http://schemas.microsoft.com/office/powerpoint/2010/main" val="41994998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314" name="AutoShape 2"/>
          <p:cNvSpPr>
            <a:spLocks noGrp="1" noChangeArrowheads="1"/>
          </p:cNvSpPr>
          <p:nvPr>
            <p:ph type="title"/>
          </p:nvPr>
        </p:nvSpPr>
        <p:spPr/>
        <p:txBody>
          <a:bodyPr/>
          <a:lstStyle/>
          <a:p>
            <a:r>
              <a:rPr lang="en-US" err="1"/>
              <a:t>Vaje</a:t>
            </a:r>
            <a:endParaRPr lang="en-US"/>
          </a:p>
        </p:txBody>
      </p:sp>
      <p:sp>
        <p:nvSpPr>
          <p:cNvPr id="13315" name="Rectangle 3"/>
          <p:cNvSpPr>
            <a:spLocks noGrp="1" noChangeArrowheads="1"/>
          </p:cNvSpPr>
          <p:nvPr>
            <p:ph type="body" idx="1"/>
          </p:nvPr>
        </p:nvSpPr>
        <p:spPr/>
        <p:txBody>
          <a:bodyPr/>
          <a:lstStyle/>
          <a:p>
            <a:pPr marL="457200" indent="-457200">
              <a:lnSpc>
                <a:spcPct val="90000"/>
              </a:lnSpc>
              <a:buFont typeface="+mj-lt"/>
              <a:buAutoNum type="arabicPeriod"/>
            </a:pPr>
            <a:r>
              <a:rPr lang="en-US" sz="2000" err="1"/>
              <a:t>Poišči</a:t>
            </a:r>
            <a:r>
              <a:rPr lang="en-US" sz="2000"/>
              <a:t> </a:t>
            </a:r>
            <a:r>
              <a:rPr lang="en-US" sz="2000" err="1"/>
              <a:t>alianse</a:t>
            </a:r>
            <a:r>
              <a:rPr lang="en-US" sz="2000"/>
              <a:t>, </a:t>
            </a:r>
            <a:r>
              <a:rPr lang="en-US" sz="2000" err="1"/>
              <a:t>ki</a:t>
            </a:r>
            <a:r>
              <a:rPr lang="en-US" sz="2000"/>
              <a:t> </a:t>
            </a:r>
            <a:r>
              <a:rPr lang="en-US" sz="2000" err="1"/>
              <a:t>imajo</a:t>
            </a:r>
            <a:r>
              <a:rPr lang="en-US" sz="2000"/>
              <a:t> </a:t>
            </a:r>
            <a:r>
              <a:rPr lang="en-US" sz="2000" err="1"/>
              <a:t>vsaj</a:t>
            </a:r>
            <a:r>
              <a:rPr lang="en-US" sz="2000"/>
              <a:t> </a:t>
            </a:r>
            <a:r>
              <a:rPr lang="en-US" sz="2000" err="1"/>
              <a:t>eno</a:t>
            </a:r>
            <a:r>
              <a:rPr lang="en-US" sz="2000"/>
              <a:t> </a:t>
            </a:r>
            <a:r>
              <a:rPr lang="en-US" sz="2000" err="1"/>
              <a:t>naselje</a:t>
            </a:r>
            <a:r>
              <a:rPr lang="en-US" sz="2000"/>
              <a:t> </a:t>
            </a:r>
            <a:r>
              <a:rPr lang="en-US" sz="2000" err="1"/>
              <a:t>na</a:t>
            </a:r>
            <a:r>
              <a:rPr lang="en-US" sz="2000"/>
              <a:t> </a:t>
            </a:r>
            <a:r>
              <a:rPr lang="en-US" sz="2000" err="1"/>
              <a:t>območju</a:t>
            </a:r>
            <a:r>
              <a:rPr lang="en-US" sz="2000"/>
              <a:t> (-50, -50) do (50, 50).</a:t>
            </a:r>
          </a:p>
          <a:p>
            <a:pPr marL="457200" indent="-457200">
              <a:lnSpc>
                <a:spcPct val="90000"/>
              </a:lnSpc>
              <a:buFont typeface="+mj-lt"/>
              <a:buAutoNum type="arabicPeriod"/>
            </a:pPr>
            <a:r>
              <a:rPr lang="en-US" sz="2000" err="1"/>
              <a:t>Poišči</a:t>
            </a:r>
            <a:r>
              <a:rPr lang="en-US" sz="2000"/>
              <a:t> </a:t>
            </a:r>
            <a:r>
              <a:rPr lang="en-US" sz="2000" err="1"/>
              <a:t>alianse</a:t>
            </a:r>
            <a:r>
              <a:rPr lang="en-US" sz="2000"/>
              <a:t>, </a:t>
            </a:r>
            <a:r>
              <a:rPr lang="en-US" sz="2000" err="1"/>
              <a:t>ki</a:t>
            </a:r>
            <a:r>
              <a:rPr lang="en-US" sz="2000"/>
              <a:t> </a:t>
            </a:r>
            <a:r>
              <a:rPr lang="en-US" sz="2000" err="1"/>
              <a:t>imajo</a:t>
            </a:r>
            <a:r>
              <a:rPr lang="en-US" sz="2000"/>
              <a:t> </a:t>
            </a:r>
            <a:r>
              <a:rPr lang="en-US" sz="2000" err="1"/>
              <a:t>naselja</a:t>
            </a:r>
            <a:r>
              <a:rPr lang="en-US" sz="2000"/>
              <a:t> </a:t>
            </a:r>
            <a:r>
              <a:rPr lang="en-US" sz="2000" err="1"/>
              <a:t>izven</a:t>
            </a:r>
            <a:r>
              <a:rPr lang="en-US" sz="2000"/>
              <a:t> </a:t>
            </a:r>
            <a:r>
              <a:rPr lang="en-US" sz="2000" err="1"/>
              <a:t>območja</a:t>
            </a:r>
            <a:r>
              <a:rPr lang="en-US" sz="2000"/>
              <a:t> (-50, -50) do (50, 50). (</a:t>
            </a:r>
            <a:r>
              <a:rPr lang="en-US" sz="2000" err="1"/>
              <a:t>Brez</a:t>
            </a:r>
            <a:r>
              <a:rPr lang="en-US" sz="2000"/>
              <a:t> </a:t>
            </a:r>
            <a:r>
              <a:rPr lang="en-US" sz="2000" err="1"/>
              <a:t>gnezdenja</a:t>
            </a:r>
            <a:r>
              <a:rPr lang="en-US" sz="2000"/>
              <a:t> </a:t>
            </a:r>
            <a:r>
              <a:rPr lang="en-US" sz="2000" err="1"/>
              <a:t>ali</a:t>
            </a:r>
            <a:r>
              <a:rPr lang="en-US" sz="2000"/>
              <a:t> </a:t>
            </a:r>
            <a:r>
              <a:rPr lang="en-US" sz="2000" err="1"/>
              <a:t>agregacijskih</a:t>
            </a:r>
            <a:r>
              <a:rPr lang="en-US" sz="2000"/>
              <a:t> </a:t>
            </a:r>
            <a:r>
              <a:rPr lang="en-US" sz="2000" err="1"/>
              <a:t>operacij</a:t>
            </a:r>
            <a:r>
              <a:rPr lang="en-US" sz="2000"/>
              <a:t>)</a:t>
            </a:r>
          </a:p>
          <a:p>
            <a:pPr marL="457200" indent="-457200">
              <a:lnSpc>
                <a:spcPct val="90000"/>
              </a:lnSpc>
              <a:buFont typeface="+mj-lt"/>
              <a:buAutoNum type="arabicPeriod"/>
            </a:pPr>
            <a:r>
              <a:rPr lang="en-US" sz="2000" err="1"/>
              <a:t>Poišči</a:t>
            </a:r>
            <a:r>
              <a:rPr lang="en-US" sz="2000"/>
              <a:t> </a:t>
            </a:r>
            <a:r>
              <a:rPr lang="en-US" sz="2000" err="1"/>
              <a:t>vse</a:t>
            </a:r>
            <a:r>
              <a:rPr lang="en-US" sz="2000"/>
              <a:t> pare </a:t>
            </a:r>
            <a:r>
              <a:rPr lang="en-US" sz="2000" err="1"/>
              <a:t>naselji</a:t>
            </a:r>
            <a:r>
              <a:rPr lang="en-US" sz="2000"/>
              <a:t>, </a:t>
            </a:r>
            <a:r>
              <a:rPr lang="en-US" sz="2000" err="1"/>
              <a:t>katerim</a:t>
            </a:r>
            <a:r>
              <a:rPr lang="en-US" sz="2000"/>
              <a:t> se </a:t>
            </a:r>
            <a:r>
              <a:rPr lang="en-US" sz="2000" err="1"/>
              <a:t>populacija</a:t>
            </a:r>
            <a:r>
              <a:rPr lang="en-US" sz="2000"/>
              <a:t> </a:t>
            </a:r>
            <a:r>
              <a:rPr lang="en-US" sz="2000" err="1"/>
              <a:t>razlikuje</a:t>
            </a:r>
            <a:r>
              <a:rPr lang="en-US" sz="2000"/>
              <a:t> za </a:t>
            </a:r>
            <a:r>
              <a:rPr lang="en-US" sz="2000" err="1"/>
              <a:t>največ</a:t>
            </a:r>
            <a:r>
              <a:rPr lang="en-US" sz="2000"/>
              <a:t> 100.</a:t>
            </a:r>
          </a:p>
          <a:p>
            <a:pPr marL="457200" indent="-457200">
              <a:lnSpc>
                <a:spcPct val="90000"/>
              </a:lnSpc>
              <a:buFont typeface="+mj-lt"/>
              <a:buAutoNum type="arabicPeriod"/>
            </a:pPr>
            <a:r>
              <a:rPr lang="en-US" sz="2000" err="1"/>
              <a:t>Poišči</a:t>
            </a:r>
            <a:r>
              <a:rPr lang="en-US" sz="2000"/>
              <a:t> </a:t>
            </a:r>
            <a:r>
              <a:rPr lang="en-US" sz="2000" err="1"/>
              <a:t>vse</a:t>
            </a:r>
            <a:r>
              <a:rPr lang="en-US" sz="2000"/>
              <a:t> pare </a:t>
            </a:r>
            <a:r>
              <a:rPr lang="en-US" sz="2000" err="1"/>
              <a:t>jadralcev</a:t>
            </a:r>
            <a:r>
              <a:rPr lang="en-US" sz="2000"/>
              <a:t>, </a:t>
            </a:r>
            <a:r>
              <a:rPr lang="en-US" sz="2000" err="1"/>
              <a:t>ki</a:t>
            </a:r>
            <a:r>
              <a:rPr lang="en-US" sz="2000"/>
              <a:t> </a:t>
            </a:r>
            <a:r>
              <a:rPr lang="en-US" sz="2000" err="1"/>
              <a:t>imajo</a:t>
            </a:r>
            <a:r>
              <a:rPr lang="en-US" sz="2000"/>
              <a:t> </a:t>
            </a:r>
            <a:r>
              <a:rPr lang="en-US" sz="2000" err="1"/>
              <a:t>enak</a:t>
            </a:r>
            <a:r>
              <a:rPr lang="en-US" sz="2000"/>
              <a:t> rang.</a:t>
            </a:r>
          </a:p>
          <a:p>
            <a:pPr marL="457200" indent="-457200">
              <a:lnSpc>
                <a:spcPct val="90000"/>
              </a:lnSpc>
              <a:buFont typeface="+mj-lt"/>
              <a:buAutoNum type="arabicPeriod"/>
            </a:pPr>
            <a:r>
              <a:rPr lang="en-US" sz="2000" err="1"/>
              <a:t>Poišči</a:t>
            </a:r>
            <a:r>
              <a:rPr lang="en-US" sz="2000"/>
              <a:t> </a:t>
            </a:r>
            <a:r>
              <a:rPr lang="en-US" sz="2000" err="1"/>
              <a:t>vse</a:t>
            </a:r>
            <a:r>
              <a:rPr lang="en-US" sz="2000"/>
              <a:t> pare </a:t>
            </a:r>
            <a:r>
              <a:rPr lang="en-US" sz="2000" err="1"/>
              <a:t>jadralcev</a:t>
            </a:r>
            <a:r>
              <a:rPr lang="en-US" sz="2000"/>
              <a:t>, </a:t>
            </a:r>
            <a:r>
              <a:rPr lang="en-US" sz="2000" err="1"/>
              <a:t>ki</a:t>
            </a:r>
            <a:r>
              <a:rPr lang="en-US" sz="2000"/>
              <a:t> </a:t>
            </a:r>
            <a:r>
              <a:rPr lang="en-US" sz="2000" err="1"/>
              <a:t>še</a:t>
            </a:r>
            <a:r>
              <a:rPr lang="en-US" sz="2000"/>
              <a:t> </a:t>
            </a:r>
            <a:r>
              <a:rPr lang="en-US" sz="2000" err="1"/>
              <a:t>nimajo</a:t>
            </a:r>
            <a:r>
              <a:rPr lang="en-US" sz="2000"/>
              <a:t> </a:t>
            </a:r>
            <a:r>
              <a:rPr lang="en-US" sz="2000" err="1"/>
              <a:t>ranga</a:t>
            </a:r>
            <a:r>
              <a:rPr lang="en-US" sz="2000"/>
              <a:t>.</a:t>
            </a:r>
          </a:p>
          <a:p>
            <a:pPr marL="457200" indent="-457200">
              <a:lnSpc>
                <a:spcPct val="90000"/>
              </a:lnSpc>
              <a:buFont typeface="+mj-lt"/>
              <a:buAutoNum type="arabicPeriod"/>
            </a:pPr>
            <a:r>
              <a:rPr lang="en-US" sz="2000" err="1"/>
              <a:t>Poišči</a:t>
            </a:r>
            <a:r>
              <a:rPr lang="en-US" sz="2000"/>
              <a:t> pare </a:t>
            </a:r>
            <a:r>
              <a:rPr lang="en-US" sz="2000" err="1"/>
              <a:t>igralcev</a:t>
            </a:r>
            <a:r>
              <a:rPr lang="en-US" sz="2000"/>
              <a:t> in </a:t>
            </a:r>
            <a:r>
              <a:rPr lang="en-US" sz="2000" err="1"/>
              <a:t>njihovo</a:t>
            </a:r>
            <a:r>
              <a:rPr lang="en-US" sz="2000"/>
              <a:t> </a:t>
            </a:r>
            <a:r>
              <a:rPr lang="en-US" sz="2000" err="1"/>
              <a:t>pleme</a:t>
            </a:r>
            <a:r>
              <a:rPr lang="en-US" sz="2000"/>
              <a:t> </a:t>
            </a:r>
            <a:r>
              <a:rPr lang="en-US" sz="2000" err="1"/>
              <a:t>alianse</a:t>
            </a:r>
            <a:r>
              <a:rPr lang="en-US" sz="2000"/>
              <a:t> “</a:t>
            </a:r>
            <a:r>
              <a:rPr lang="en-US" sz="2000" err="1"/>
              <a:t>Nwm</a:t>
            </a:r>
            <a:r>
              <a:rPr lang="en-US" sz="2000"/>
              <a:t>”, </a:t>
            </a:r>
            <a:r>
              <a:rPr lang="en-US" sz="2000" err="1"/>
              <a:t>ki</a:t>
            </a:r>
            <a:r>
              <a:rPr lang="en-US" sz="2000"/>
              <a:t> </a:t>
            </a:r>
            <a:r>
              <a:rPr lang="en-US" sz="2000" err="1"/>
              <a:t>pripadajo</a:t>
            </a:r>
            <a:r>
              <a:rPr lang="en-US" sz="2000"/>
              <a:t> </a:t>
            </a:r>
            <a:r>
              <a:rPr lang="en-US" sz="2000" err="1"/>
              <a:t>istemu</a:t>
            </a:r>
            <a:r>
              <a:rPr lang="en-US" sz="2000"/>
              <a:t> </a:t>
            </a:r>
            <a:r>
              <a:rPr lang="en-US" sz="2000" err="1"/>
              <a:t>plemenu</a:t>
            </a:r>
            <a:r>
              <a:rPr lang="en-US" sz="2000"/>
              <a:t>.</a:t>
            </a:r>
          </a:p>
          <a:p>
            <a:pPr>
              <a:lnSpc>
                <a:spcPct val="90000"/>
              </a:lnSpc>
            </a:pPr>
            <a:endParaRPr lang="en-US"/>
          </a:p>
          <a:p>
            <a:pPr>
              <a:lnSpc>
                <a:spcPct val="90000"/>
              </a:lnSpc>
            </a:pPr>
            <a:endParaRPr lang="en-US"/>
          </a:p>
        </p:txBody>
      </p:sp>
    </p:spTree>
    <p:extLst>
      <p:ext uri="{BB962C8B-B14F-4D97-AF65-F5344CB8AC3E}">
        <p14:creationId xmlns:p14="http://schemas.microsoft.com/office/powerpoint/2010/main" val="41844008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Vaja: rešite z uporabo relacijske algebre in uporabe jezika SQL</a:t>
            </a:r>
          </a:p>
        </p:txBody>
      </p:sp>
      <p:sp>
        <p:nvSpPr>
          <p:cNvPr id="3" name="Text Placeholder 2"/>
          <p:cNvSpPr>
            <a:spLocks noGrp="1"/>
          </p:cNvSpPr>
          <p:nvPr>
            <p:ph type="body" sz="half" idx="1"/>
          </p:nvPr>
        </p:nvSpPr>
        <p:spPr>
          <a:xfrm>
            <a:off x="838200" y="2514601"/>
            <a:ext cx="7543800" cy="3124200"/>
          </a:xfrm>
        </p:spPr>
        <p:txBody>
          <a:bodyPr/>
          <a:lstStyle/>
          <a:p>
            <a:pPr marL="514350" indent="-514350">
              <a:buFont typeface="+mj-lt"/>
              <a:buAutoNum type="arabicPeriod"/>
            </a:pPr>
            <a:r>
              <a:rPr lang="en-US" sz="2400"/>
              <a:t>Poi</a:t>
            </a:r>
            <a:r>
              <a:rPr lang="sl-SI" sz="2400" err="1"/>
              <a:t>šči</a:t>
            </a:r>
            <a:r>
              <a:rPr lang="sl-SI" sz="2400"/>
              <a:t> šifre vseh Henrikov (ime jadralca).</a:t>
            </a:r>
          </a:p>
          <a:p>
            <a:pPr marL="514350" indent="-514350">
              <a:buFont typeface="+mj-lt"/>
              <a:buAutoNum type="arabicPeriod"/>
            </a:pPr>
            <a:r>
              <a:rPr lang="sl-SI" sz="2400"/>
              <a:t>Poišči imena vseh čolnov, daljših od 20 čevljev.</a:t>
            </a:r>
          </a:p>
          <a:p>
            <a:pPr marL="514350" indent="-514350">
              <a:buFont typeface="+mj-lt"/>
              <a:buAutoNum type="arabicPeriod"/>
            </a:pPr>
            <a:r>
              <a:rPr lang="sl-SI" sz="2400"/>
              <a:t>Izpiši pare imen (jadralec, čoln)</a:t>
            </a:r>
            <a:r>
              <a:rPr lang="en-US" sz="2400"/>
              <a:t>.</a:t>
            </a:r>
          </a:p>
          <a:p>
            <a:pPr marL="514350" indent="-514350">
              <a:buFont typeface="+mj-lt"/>
              <a:buAutoNum type="arabicPeriod"/>
            </a:pPr>
            <a:r>
              <a:rPr lang="sl-SI" sz="2400"/>
              <a:t>Izpišite šifre čolnov z nepopolnimi (manjkajočimi) podatki.</a:t>
            </a:r>
          </a:p>
          <a:p>
            <a:pPr marL="514350" indent="-514350">
              <a:buFont typeface="+mj-lt"/>
              <a:buAutoNum type="arabicPeriod"/>
            </a:pPr>
            <a:r>
              <a:rPr lang="sl-SI" sz="2400"/>
              <a:t>Izpiši imena vseh doslej rezerviranih čolnov.</a:t>
            </a:r>
          </a:p>
          <a:p>
            <a:pPr marL="514350" indent="-514350">
              <a:buFont typeface="+mj-lt"/>
              <a:buAutoNum type="arabicPeriod"/>
            </a:pPr>
            <a:r>
              <a:rPr lang="sl-SI" sz="2400"/>
              <a:t>Kateri izmed jadralcev še ni rezerviral nobenega čolna</a:t>
            </a:r>
            <a:r>
              <a:rPr lang="en-US" sz="2400"/>
              <a:t>? (Z </a:t>
            </a:r>
            <a:r>
              <a:rPr lang="en-US" sz="2400" err="1"/>
              <a:t>uporabo</a:t>
            </a:r>
            <a:r>
              <a:rPr lang="en-US" sz="2400"/>
              <a:t> </a:t>
            </a:r>
            <a:r>
              <a:rPr lang="en-US" sz="2400" err="1"/>
              <a:t>jezika</a:t>
            </a:r>
            <a:r>
              <a:rPr lang="en-US" sz="2400"/>
              <a:t> SQL </a:t>
            </a:r>
            <a:r>
              <a:rPr lang="en-US" sz="2400" err="1"/>
              <a:t>še</a:t>
            </a:r>
            <a:r>
              <a:rPr lang="en-US" sz="2400"/>
              <a:t> ne </a:t>
            </a:r>
            <a:r>
              <a:rPr lang="en-US" sz="2400" err="1"/>
              <a:t>znamo</a:t>
            </a:r>
            <a:r>
              <a:rPr lang="en-US" sz="2400"/>
              <a:t>!)</a:t>
            </a:r>
            <a:endParaRPr lang="sl-SI" sz="2400"/>
          </a:p>
          <a:p>
            <a:pPr marL="514350" indent="-514350">
              <a:buFont typeface="+mj-lt"/>
              <a:buAutoNum type="arabicPeriod"/>
            </a:pPr>
            <a:endParaRPr lang="sl-SI"/>
          </a:p>
        </p:txBody>
      </p:sp>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8" name="Text Box 6"/>
          <p:cNvSpPr txBox="1">
            <a:spLocks noChangeArrowheads="1"/>
          </p:cNvSpPr>
          <p:nvPr/>
        </p:nvSpPr>
        <p:spPr bwMode="auto">
          <a:xfrm>
            <a:off x="3090672" y="0"/>
            <a:ext cx="6066775" cy="915988"/>
          </a:xfrm>
          <a:prstGeom prst="rect">
            <a:avLst/>
          </a:prstGeom>
          <a:noFill/>
          <a:ln w="9525">
            <a:noFill/>
            <a:miter lim="800000"/>
            <a:headEnd/>
            <a:tailEnd/>
          </a:ln>
          <a:effectLst/>
        </p:spPr>
        <p:txBody>
          <a:bodyPr wrap="squar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7148487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Vaja: rešite z uporabo relacijske algebre</a:t>
            </a:r>
          </a:p>
        </p:txBody>
      </p:sp>
      <p:sp>
        <p:nvSpPr>
          <p:cNvPr id="3" name="Text Placeholder 2"/>
          <p:cNvSpPr>
            <a:spLocks noGrp="1"/>
          </p:cNvSpPr>
          <p:nvPr>
            <p:ph type="body" sz="half" idx="1"/>
          </p:nvPr>
        </p:nvSpPr>
        <p:spPr>
          <a:xfrm>
            <a:off x="838200" y="2514601"/>
            <a:ext cx="7543800" cy="3124200"/>
          </a:xfrm>
        </p:spPr>
        <p:txBody>
          <a:bodyPr/>
          <a:lstStyle/>
          <a:p>
            <a:pPr marL="514350" indent="-514350">
              <a:buFont typeface="+mj-lt"/>
              <a:buAutoNum type="arabicPeriod"/>
            </a:pPr>
            <a:r>
              <a:rPr lang="sl-SI" sz="2400"/>
              <a:t>Poišči imena zaposlenih, ki so bili s svojim prvim dnem dela zaposleni kot vodja oddelka.</a:t>
            </a:r>
          </a:p>
          <a:p>
            <a:pPr marL="514350" indent="-514350">
              <a:buFont typeface="+mj-lt"/>
              <a:buAutoNum type="arabicPeriod"/>
            </a:pPr>
            <a:r>
              <a:rPr lang="sl-SI" sz="2400"/>
              <a:t>Poišči imena in priimke zaposlenih, ki nikoli niso delali kot vodje oddelkov.</a:t>
            </a:r>
          </a:p>
          <a:p>
            <a:pPr marL="514350" indent="-514350">
              <a:buFont typeface="+mj-lt"/>
              <a:buAutoNum type="arabicPeriod"/>
            </a:pPr>
            <a:r>
              <a:rPr lang="sl-SI" sz="2400"/>
              <a:t>Poišči zaposlene z enakim imenom in priimkom.</a:t>
            </a:r>
          </a:p>
          <a:p>
            <a:pPr marL="514350" indent="-514350">
              <a:buFont typeface="+mj-lt"/>
              <a:buAutoNum type="arabicPeriod"/>
            </a:pPr>
            <a:r>
              <a:rPr lang="sl-SI" sz="2400"/>
              <a:t>Poišči ime, priimek in ime odelka samo trenutnih vodji odelkov.</a:t>
            </a:r>
          </a:p>
          <a:p>
            <a:pPr marL="514350" indent="-514350">
              <a:buFont typeface="+mj-lt"/>
              <a:buAutoNum type="arabicPeriod"/>
            </a:pPr>
            <a:r>
              <a:rPr lang="sl-SI" sz="2400"/>
              <a:t>Poiščite plače za vodje oddelkov in njihove nazive.</a:t>
            </a:r>
          </a:p>
          <a:p>
            <a:pPr marL="914400" lvl="1" indent="-514350">
              <a:buFont typeface="+mj-lt"/>
              <a:buAutoNum type="arabicPeriod"/>
            </a:pPr>
            <a:endParaRPr lang="sl-SI" sz="2000"/>
          </a:p>
          <a:p>
            <a:pPr marL="514350" indent="-514350">
              <a:buFont typeface="+mj-lt"/>
              <a:buAutoNum type="arabicPeriod"/>
            </a:pPr>
            <a:endParaRPr lang="sl-SI"/>
          </a:p>
          <a:p>
            <a:pPr marL="514350" indent="-514350">
              <a:buFont typeface="+mj-lt"/>
              <a:buAutoNum type="arabicPeriod"/>
            </a:pPr>
            <a:endParaRPr lang="sl-SI"/>
          </a:p>
        </p:txBody>
      </p:sp>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17444412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Vaja 2: rešite z uporabo relacijske algebre in uporabe jezika SQL</a:t>
            </a:r>
          </a:p>
        </p:txBody>
      </p:sp>
      <p:sp>
        <p:nvSpPr>
          <p:cNvPr id="3" name="Text Placeholder 2"/>
          <p:cNvSpPr>
            <a:spLocks noGrp="1"/>
          </p:cNvSpPr>
          <p:nvPr>
            <p:ph type="body" sz="half" idx="1"/>
          </p:nvPr>
        </p:nvSpPr>
        <p:spPr>
          <a:xfrm>
            <a:off x="838200" y="2438400"/>
            <a:ext cx="7543800" cy="3124200"/>
          </a:xfrm>
        </p:spPr>
        <p:txBody>
          <a:bodyPr/>
          <a:lstStyle/>
          <a:p>
            <a:pPr marL="514350" indent="-514350">
              <a:buFont typeface="+mj-lt"/>
              <a:buAutoNum type="arabicPeriod"/>
            </a:pPr>
            <a:r>
              <a:rPr lang="sl-SI" sz="2000"/>
              <a:t>Izpišite šifre naselji, ki pripadajo igralcu „matija“.</a:t>
            </a:r>
          </a:p>
          <a:p>
            <a:pPr marL="514350" indent="-514350">
              <a:buFont typeface="+mj-lt"/>
              <a:buAutoNum type="arabicPeriod"/>
            </a:pPr>
            <a:r>
              <a:rPr lang="sl-SI" sz="2000"/>
              <a:t>Izpišite vsa imena naselji, ki se začnejo ali končajo s cifro.</a:t>
            </a:r>
          </a:p>
          <a:p>
            <a:pPr marL="514350" indent="-514350">
              <a:buFont typeface="+mj-lt"/>
              <a:buAutoNum type="arabicPeriod"/>
            </a:pPr>
            <a:r>
              <a:rPr lang="sl-SI" sz="2000"/>
              <a:t>Izpišite šifre in imena igralcev, ki pripadajo aliansi „sladoled“ ali „ANIMALS“. Rešite tudi z unijo.</a:t>
            </a:r>
          </a:p>
          <a:p>
            <a:pPr marL="514350" indent="-514350">
              <a:buFont typeface="+mj-lt"/>
              <a:buAutoNum type="arabicPeriod"/>
            </a:pPr>
            <a:r>
              <a:rPr lang="sl-SI" sz="2000"/>
              <a:t>Izpišite imena naselji in število prebivalcev naselji, ki </a:t>
            </a:r>
            <a:r>
              <a:rPr lang="sl-SI" sz="2000" b="1"/>
              <a:t>niso </a:t>
            </a:r>
            <a:r>
              <a:rPr lang="sl-SI" sz="2000"/>
              <a:t>v tretjem kvadrantu. </a:t>
            </a:r>
          </a:p>
          <a:p>
            <a:pPr marL="514350" indent="-514350">
              <a:buFont typeface="+mj-lt"/>
              <a:buAutoNum type="arabicPeriod"/>
            </a:pPr>
            <a:r>
              <a:rPr lang="sl-SI" sz="2000"/>
              <a:t>Izpišite imena igralcev brez alianse.</a:t>
            </a:r>
          </a:p>
          <a:p>
            <a:pPr marL="514350" indent="-514350">
              <a:buFont typeface="+mj-lt"/>
              <a:buAutoNum type="arabicPeriod"/>
            </a:pPr>
            <a:r>
              <a:rPr lang="sl-SI" sz="2000"/>
              <a:t>Izpišite imena igralcev, ki ne pripadajo plemenom, ki se začnejo na črko „N“.</a:t>
            </a:r>
          </a:p>
        </p:txBody>
      </p:sp>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8" name="Text Box 5"/>
          <p:cNvSpPr txBox="1">
            <a:spLocks noChangeArrowheads="1"/>
          </p:cNvSpPr>
          <p:nvPr/>
        </p:nvSpPr>
        <p:spPr bwMode="auto">
          <a:xfrm>
            <a:off x="1261873" y="-8930"/>
            <a:ext cx="7571232" cy="923330"/>
          </a:xfrm>
          <a:prstGeom prst="rect">
            <a:avLst/>
          </a:prstGeom>
          <a:noFill/>
          <a:ln w="9525">
            <a:noFill/>
            <a:miter lim="800000"/>
            <a:headEnd/>
            <a:tailEnd/>
          </a:ln>
          <a:effectLst/>
        </p:spPr>
        <p:txBody>
          <a:bodyPr wrap="square">
            <a:spAutoFit/>
          </a:bodyPr>
          <a:lstStyle/>
          <a:p>
            <a:pPr lvl="1" algn="l"/>
            <a:r>
              <a:rPr lang="sl-SI" b="1" dirty="0">
                <a:latin typeface="Courier New" pitchFamily="49" charset="0"/>
              </a:rPr>
              <a:t>Aliansa(</a:t>
            </a:r>
            <a:r>
              <a:rPr lang="sl-SI" b="1" u="sng" dirty="0" err="1">
                <a:latin typeface="Courier New" pitchFamily="49" charset="0"/>
              </a:rPr>
              <a:t>aid</a:t>
            </a:r>
            <a:r>
              <a:rPr lang="sl-SI" b="1" dirty="0">
                <a:latin typeface="Courier New" pitchFamily="49" charset="0"/>
              </a:rPr>
              <a:t>, </a:t>
            </a:r>
            <a:r>
              <a:rPr lang="sl-SI" b="1" dirty="0" err="1">
                <a:latin typeface="Courier New" pitchFamily="49" charset="0"/>
              </a:rPr>
              <a:t>alliance</a:t>
            </a:r>
            <a:r>
              <a:rPr lang="sl-SI" b="1" dirty="0">
                <a:latin typeface="Courier New" pitchFamily="49" charset="0"/>
              </a:rPr>
              <a:t>), 	Pleme(</a:t>
            </a:r>
            <a:r>
              <a:rPr lang="sl-SI" b="1" u="sng" dirty="0" err="1">
                <a:latin typeface="Courier New" pitchFamily="49" charset="0"/>
              </a:rPr>
              <a:t>tid</a:t>
            </a:r>
            <a:r>
              <a:rPr lang="sl-SI" b="1" dirty="0">
                <a:latin typeface="Courier New" pitchFamily="49" charset="0"/>
              </a:rPr>
              <a:t>, </a:t>
            </a:r>
            <a:r>
              <a:rPr lang="sl-SI" b="1" dirty="0" err="1">
                <a:latin typeface="Courier New" pitchFamily="49" charset="0"/>
              </a:rPr>
              <a:t>tribe</a:t>
            </a:r>
            <a:r>
              <a:rPr lang="sl-SI" b="1" dirty="0">
                <a:latin typeface="Courier New" pitchFamily="49" charset="0"/>
              </a:rPr>
              <a:t>)</a:t>
            </a:r>
          </a:p>
          <a:p>
            <a:pPr lvl="1" algn="l"/>
            <a:r>
              <a:rPr lang="sl-SI" b="1" dirty="0">
                <a:latin typeface="Courier New" pitchFamily="49" charset="0"/>
              </a:rPr>
              <a:t>Igralec(</a:t>
            </a:r>
            <a:r>
              <a:rPr lang="sl-SI" b="1" u="sng" dirty="0">
                <a:latin typeface="Courier New" pitchFamily="49" charset="0"/>
              </a:rPr>
              <a:t>pid</a:t>
            </a:r>
            <a:r>
              <a:rPr lang="sl-SI" b="1" dirty="0">
                <a:latin typeface="Courier New" pitchFamily="49" charset="0"/>
              </a:rPr>
              <a:t>, </a:t>
            </a:r>
            <a:r>
              <a:rPr lang="sl-SI" b="1" dirty="0" err="1">
                <a:latin typeface="Courier New" pitchFamily="49" charset="0"/>
              </a:rPr>
              <a:t>player</a:t>
            </a:r>
            <a:r>
              <a:rPr lang="sl-SI" b="1" dirty="0">
                <a:latin typeface="Courier New" pitchFamily="49" charset="0"/>
              </a:rPr>
              <a:t>, #tid, #aid)</a:t>
            </a:r>
          </a:p>
          <a:p>
            <a:pPr lvl="1" algn="l"/>
            <a:r>
              <a:rPr lang="sl-SI" b="1" dirty="0">
                <a:latin typeface="Courier New" pitchFamily="49" charset="0"/>
              </a:rPr>
              <a:t>Naselje(</a:t>
            </a:r>
            <a:r>
              <a:rPr lang="sl-SI" b="1" u="sng" dirty="0">
                <a:latin typeface="Courier New" pitchFamily="49" charset="0"/>
              </a:rPr>
              <a:t>id</a:t>
            </a:r>
            <a:r>
              <a:rPr lang="sl-SI" b="1" dirty="0">
                <a:latin typeface="Courier New" pitchFamily="49" charset="0"/>
              </a:rPr>
              <a:t>, vid, </a:t>
            </a:r>
            <a:r>
              <a:rPr lang="sl-SI" b="1" dirty="0" err="1">
                <a:latin typeface="Courier New" pitchFamily="49" charset="0"/>
              </a:rPr>
              <a:t>village</a:t>
            </a:r>
            <a:r>
              <a:rPr lang="sl-SI" b="1" dirty="0">
                <a:latin typeface="Courier New" pitchFamily="49" charset="0"/>
              </a:rPr>
              <a:t>, x, y, </a:t>
            </a:r>
            <a:r>
              <a:rPr lang="sl-SI" b="1" dirty="0" err="1">
                <a:latin typeface="Courier New" pitchFamily="49" charset="0"/>
              </a:rPr>
              <a:t>population</a:t>
            </a:r>
            <a:r>
              <a:rPr lang="sl-SI" b="1" dirty="0">
                <a:latin typeface="Courier New" pitchFamily="49" charset="0"/>
              </a:rPr>
              <a:t>, #pid)</a:t>
            </a:r>
            <a:endParaRPr lang="en-US" b="1" dirty="0">
              <a:latin typeface="Courier New" pitchFamily="49" charset="0"/>
            </a:endParaRPr>
          </a:p>
        </p:txBody>
      </p:sp>
    </p:spTree>
    <p:extLst>
      <p:ext uri="{BB962C8B-B14F-4D97-AF65-F5344CB8AC3E}">
        <p14:creationId xmlns:p14="http://schemas.microsoft.com/office/powerpoint/2010/main" val="7791187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t>
            </a:r>
            <a:r>
              <a:rPr lang="sl-SI" dirty="0" err="1"/>
              <a:t>šitve</a:t>
            </a:r>
            <a:endParaRPr lang="sl-SI" dirty="0"/>
          </a:p>
        </p:txBody>
      </p:sp>
      <p:sp>
        <p:nvSpPr>
          <p:cNvPr id="3" name="Text Placeholder 2"/>
          <p:cNvSpPr>
            <a:spLocks noGrp="1"/>
          </p:cNvSpPr>
          <p:nvPr>
            <p:ph type="body" sz="half" idx="1"/>
          </p:nvPr>
        </p:nvSpPr>
        <p:spPr>
          <a:xfrm>
            <a:off x="838200" y="2514600"/>
            <a:ext cx="7543800" cy="3724275"/>
          </a:xfrm>
        </p:spPr>
        <p:txBody>
          <a:bodyPr/>
          <a:lstStyle/>
          <a:p>
            <a:pPr marL="514350" indent="-514350">
              <a:buFont typeface="+mj-lt"/>
              <a:buAutoNum type="arabicPeriod"/>
            </a:pPr>
            <a:r>
              <a:rPr lang="en-US" sz="3200"/>
              <a:t> </a:t>
            </a:r>
          </a:p>
          <a:p>
            <a:pPr marL="514350" indent="-514350">
              <a:buFont typeface="+mj-lt"/>
              <a:buAutoNum type="arabicPeriod"/>
            </a:pPr>
            <a:r>
              <a:rPr lang="en-US" sz="3200"/>
              <a:t> </a:t>
            </a:r>
          </a:p>
          <a:p>
            <a:pPr marL="514350" indent="-514350">
              <a:buFont typeface="+mj-lt"/>
              <a:buAutoNum type="arabicPeriod"/>
            </a:pPr>
            <a:r>
              <a:rPr lang="en-US" sz="3200"/>
              <a:t> </a:t>
            </a:r>
          </a:p>
          <a:p>
            <a:pPr marL="514350" indent="-514350">
              <a:buFont typeface="+mj-lt"/>
              <a:buAutoNum type="arabicPeriod"/>
            </a:pPr>
            <a:r>
              <a:rPr lang="sl-SI" sz="1600"/>
              <a:t>SQL:SELECT </a:t>
            </a:r>
            <a:r>
              <a:rPr lang="sl-SI" sz="1600" err="1"/>
              <a:t>c.sifra</a:t>
            </a:r>
            <a:r>
              <a:rPr lang="sl-SI" sz="1600"/>
              <a:t> FROM </a:t>
            </a:r>
            <a:r>
              <a:rPr lang="sl-SI" sz="1600" err="1"/>
              <a:t>coln</a:t>
            </a:r>
            <a:r>
              <a:rPr lang="sl-SI" sz="1600"/>
              <a:t> c WHERE </a:t>
            </a:r>
            <a:r>
              <a:rPr lang="sl-SI" sz="1600" err="1"/>
              <a:t>c.ime</a:t>
            </a:r>
            <a:r>
              <a:rPr lang="sl-SI" sz="1600"/>
              <a:t> IS NULL OR </a:t>
            </a:r>
            <a:r>
              <a:rPr lang="sl-SI" sz="1600" err="1"/>
              <a:t>c.barva</a:t>
            </a:r>
            <a:r>
              <a:rPr lang="sl-SI" sz="1600"/>
              <a:t> IS NULL OR </a:t>
            </a:r>
            <a:r>
              <a:rPr lang="sl-SI" sz="1600" err="1"/>
              <a:t>c.dolzina</a:t>
            </a:r>
            <a:r>
              <a:rPr lang="sl-SI" sz="1600"/>
              <a:t> IS NULL.</a:t>
            </a:r>
          </a:p>
          <a:p>
            <a:pPr marL="514350" indent="-514350">
              <a:buFont typeface="+mj-lt"/>
              <a:buAutoNum type="arabicPeriod"/>
            </a:pPr>
            <a:r>
              <a:rPr lang="sl-SI" sz="3200"/>
              <a:t> </a:t>
            </a:r>
          </a:p>
          <a:p>
            <a:pPr marL="514350" indent="-514350">
              <a:buFont typeface="+mj-lt"/>
              <a:buAutoNum type="arabicPeriod"/>
            </a:pPr>
            <a:r>
              <a:rPr lang="sl-SI" sz="3200"/>
              <a:t>Na naslednji prosojnici</a:t>
            </a:r>
          </a:p>
          <a:p>
            <a:pPr marL="514350" indent="-514350">
              <a:buFont typeface="+mj-lt"/>
              <a:buAutoNum type="arabicPeriod"/>
            </a:pPr>
            <a:endParaRPr lang="sl-SI"/>
          </a:p>
        </p:txBody>
      </p:sp>
      <p:sp>
        <p:nvSpPr>
          <p:cNvPr id="6" name="Footer Placeholder 5"/>
          <p:cNvSpPr>
            <a:spLocks noGrp="1"/>
          </p:cNvSpPr>
          <p:nvPr>
            <p:ph type="ftr" sz="quarter" idx="11"/>
          </p:nvPr>
        </p:nvSpPr>
        <p:spPr>
          <a:xfrm>
            <a:off x="7696200" y="6248400"/>
            <a:ext cx="1447800" cy="474663"/>
          </a:xfrm>
        </p:spPr>
        <p:txBody>
          <a:bodyPr/>
          <a:lstStyle/>
          <a:p>
            <a:r>
              <a:rPr lang="en-US"/>
              <a:t>© Matjaž </a:t>
            </a:r>
            <a:r>
              <a:rPr lang="en-US" err="1"/>
              <a:t>Kukar</a:t>
            </a:r>
            <a:r>
              <a:rPr lang="en-US"/>
              <a:t>, Matej Pičulin, Luka Šajn 2026</a:t>
            </a:r>
          </a:p>
        </p:txBody>
      </p:sp>
      <p:sp>
        <p:nvSpPr>
          <p:cNvPr id="8" name="Text Box 6"/>
          <p:cNvSpPr txBox="1">
            <a:spLocks noChangeArrowheads="1"/>
          </p:cNvSpPr>
          <p:nvPr/>
        </p:nvSpPr>
        <p:spPr bwMode="auto">
          <a:xfrm>
            <a:off x="3517106" y="268585"/>
            <a:ext cx="5471370" cy="923330"/>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grpSp>
        <p:nvGrpSpPr>
          <p:cNvPr id="13" name="Group 12"/>
          <p:cNvGrpSpPr/>
          <p:nvPr/>
        </p:nvGrpSpPr>
        <p:grpSpPr>
          <a:xfrm>
            <a:off x="1371600" y="2451100"/>
            <a:ext cx="4291012" cy="2997200"/>
            <a:chOff x="1371600" y="2451100"/>
            <a:chExt cx="4291012" cy="2997200"/>
          </a:xfrm>
        </p:grpSpPr>
        <p:graphicFrame>
          <p:nvGraphicFramePr>
            <p:cNvPr id="5" name="Object 4"/>
            <p:cNvGraphicFramePr>
              <a:graphicFrameLocks noChangeAspect="1"/>
            </p:cNvGraphicFramePr>
            <p:nvPr/>
          </p:nvGraphicFramePr>
          <p:xfrm>
            <a:off x="4591050" y="2451100"/>
            <a:ext cx="114300" cy="177800"/>
          </p:xfrm>
          <a:graphic>
            <a:graphicData uri="http://schemas.openxmlformats.org/presentationml/2006/ole">
              <mc:AlternateContent xmlns:mc="http://schemas.openxmlformats.org/markup-compatibility/2006">
                <mc:Choice xmlns:v="urn:schemas-microsoft-com:vml" Requires="v">
                  <p:oleObj name="Equation" r:id="rId2" imgW="114102" imgH="177492" progId="">
                    <p:embed/>
                  </p:oleObj>
                </mc:Choice>
                <mc:Fallback>
                  <p:oleObj name="Equation" r:id="rId2" imgW="114102" imgH="177492" progId="">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050" y="2451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1"/>
            <p:cNvGrpSpPr/>
            <p:nvPr/>
          </p:nvGrpSpPr>
          <p:grpSpPr>
            <a:xfrm>
              <a:off x="1371600" y="2514600"/>
              <a:ext cx="4291012" cy="2933700"/>
              <a:chOff x="1371600" y="2514600"/>
              <a:chExt cx="4291012" cy="2933700"/>
            </a:xfrm>
          </p:grpSpPr>
          <p:graphicFrame>
            <p:nvGraphicFramePr>
              <p:cNvPr id="7" name="Object 6"/>
              <p:cNvGraphicFramePr>
                <a:graphicFrameLocks noChangeAspect="1"/>
              </p:cNvGraphicFramePr>
              <p:nvPr/>
            </p:nvGraphicFramePr>
            <p:xfrm>
              <a:off x="1371600" y="2514600"/>
              <a:ext cx="3930650" cy="579438"/>
            </p:xfrm>
            <a:graphic>
              <a:graphicData uri="http://schemas.openxmlformats.org/presentationml/2006/ole">
                <mc:AlternateContent xmlns:mc="http://schemas.openxmlformats.org/markup-compatibility/2006">
                  <mc:Choice xmlns:v="urn:schemas-microsoft-com:vml" Requires="v">
                    <p:oleObj name="Equation" r:id="rId4" imgW="1524000" imgH="254000" progId="">
                      <p:embed/>
                    </p:oleObj>
                  </mc:Choice>
                  <mc:Fallback>
                    <p:oleObj name="Equation" r:id="rId4" imgW="1524000" imgH="254000" progId="">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2514600"/>
                            <a:ext cx="3930650"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3860" name="Object 4"/>
              <p:cNvGraphicFramePr>
                <a:graphicFrameLocks noChangeAspect="1"/>
              </p:cNvGraphicFramePr>
              <p:nvPr/>
            </p:nvGraphicFramePr>
            <p:xfrm>
              <a:off x="1371600" y="3733800"/>
              <a:ext cx="4291012" cy="579438"/>
            </p:xfrm>
            <a:graphic>
              <a:graphicData uri="http://schemas.openxmlformats.org/presentationml/2006/ole">
                <mc:AlternateContent xmlns:mc="http://schemas.openxmlformats.org/markup-compatibility/2006">
                  <mc:Choice xmlns:v="urn:schemas-microsoft-com:vml" Requires="v">
                    <p:oleObj name="Equation" r:id="rId6" imgW="1663700" imgH="254000" progId="">
                      <p:embed/>
                    </p:oleObj>
                  </mc:Choice>
                  <mc:Fallback>
                    <p:oleObj name="Equation" r:id="rId6" imgW="1663700" imgH="254000" progId="">
                      <p:embed/>
                      <p:pic>
                        <p:nvPicPr>
                          <p:cNvPr id="63386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3733800"/>
                            <a:ext cx="4291012"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3861" name="Object 5"/>
              <p:cNvGraphicFramePr>
                <a:graphicFrameLocks noChangeAspect="1"/>
              </p:cNvGraphicFramePr>
              <p:nvPr/>
            </p:nvGraphicFramePr>
            <p:xfrm>
              <a:off x="1371600" y="3124200"/>
              <a:ext cx="3373438" cy="579438"/>
            </p:xfrm>
            <a:graphic>
              <a:graphicData uri="http://schemas.openxmlformats.org/presentationml/2006/ole">
                <mc:AlternateContent xmlns:mc="http://schemas.openxmlformats.org/markup-compatibility/2006">
                  <mc:Choice xmlns:v="urn:schemas-microsoft-com:vml" Requires="v">
                    <p:oleObj name="Equation" r:id="rId8" imgW="1307532" imgH="253890" progId="">
                      <p:embed/>
                    </p:oleObj>
                  </mc:Choice>
                  <mc:Fallback>
                    <p:oleObj name="Equation" r:id="rId8" imgW="1307532" imgH="253890" progId="">
                      <p:embed/>
                      <p:pic>
                        <p:nvPicPr>
                          <p:cNvPr id="63386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3124200"/>
                            <a:ext cx="3373438"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3862" name="Object 6"/>
              <p:cNvGraphicFramePr>
                <a:graphicFrameLocks noChangeAspect="1"/>
              </p:cNvGraphicFramePr>
              <p:nvPr/>
            </p:nvGraphicFramePr>
            <p:xfrm>
              <a:off x="1447800" y="4876800"/>
              <a:ext cx="3906837" cy="571500"/>
            </p:xfrm>
            <a:graphic>
              <a:graphicData uri="http://schemas.openxmlformats.org/presentationml/2006/ole">
                <mc:AlternateContent xmlns:mc="http://schemas.openxmlformats.org/markup-compatibility/2006">
                  <mc:Choice xmlns:v="urn:schemas-microsoft-com:vml" Requires="v">
                    <p:oleObj name="Equation" r:id="rId10" imgW="1536033" imgH="253890" progId="">
                      <p:embed/>
                    </p:oleObj>
                  </mc:Choice>
                  <mc:Fallback>
                    <p:oleObj name="Equation" r:id="rId10" imgW="1536033" imgH="253890" progId="">
                      <p:embed/>
                      <p:pic>
                        <p:nvPicPr>
                          <p:cNvPr id="633862"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7800" y="4876800"/>
                            <a:ext cx="3906837"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extLst>
      <p:ext uri="{BB962C8B-B14F-4D97-AF65-F5344CB8AC3E}">
        <p14:creationId xmlns:p14="http://schemas.microsoft.com/office/powerpoint/2010/main" val="4024254001"/>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12322" name="AutoShape 2"/>
          <p:cNvSpPr>
            <a:spLocks noGrp="1" noChangeArrowheads="1"/>
          </p:cNvSpPr>
          <p:nvPr>
            <p:ph type="title"/>
          </p:nvPr>
        </p:nvSpPr>
        <p:spPr/>
        <p:txBody>
          <a:bodyPr/>
          <a:lstStyle/>
          <a:p>
            <a:r>
              <a:rPr lang="sl-SI"/>
              <a:t>6. vaja </a:t>
            </a:r>
            <a:endParaRPr lang="en-US"/>
          </a:p>
        </p:txBody>
      </p:sp>
      <p:sp>
        <p:nvSpPr>
          <p:cNvPr id="312323" name="Rectangle 3"/>
          <p:cNvSpPr>
            <a:spLocks noGrp="1" noChangeArrowheads="1"/>
          </p:cNvSpPr>
          <p:nvPr>
            <p:ph type="body" idx="1"/>
          </p:nvPr>
        </p:nvSpPr>
        <p:spPr/>
        <p:txBody>
          <a:bodyPr/>
          <a:lstStyle/>
          <a:p>
            <a:r>
              <a:rPr lang="sl-SI"/>
              <a:t>Napišite izraz v relacijski algebri, ki izpiše imena tistih jadralcev, ki še nikoli niso rezervirali nobenega čolna.</a:t>
            </a:r>
            <a:endParaRPr lang="en-US"/>
          </a:p>
        </p:txBody>
      </p:sp>
      <p:sp>
        <p:nvSpPr>
          <p:cNvPr id="6" name="TextBox 5"/>
          <p:cNvSpPr txBox="1"/>
          <p:nvPr/>
        </p:nvSpPr>
        <p:spPr>
          <a:xfrm>
            <a:off x="1999488" y="233690"/>
            <a:ext cx="6205545" cy="461665"/>
          </a:xfrm>
          <a:prstGeom prst="rect">
            <a:avLst/>
          </a:prstGeom>
          <a:noFill/>
        </p:spPr>
        <p:txBody>
          <a:bodyPr wrap="none" rtlCol="0">
            <a:spAutoFit/>
          </a:bodyPr>
          <a:lstStyle/>
          <a:p>
            <a:pPr algn="l"/>
            <a:r>
              <a:rPr lang="en-US" sz="2400" dirty="0" err="1"/>
              <a:t>Namig</a:t>
            </a:r>
            <a:r>
              <a:rPr lang="en-US" sz="2400" dirty="0"/>
              <a:t>:    {</a:t>
            </a:r>
            <a:r>
              <a:rPr lang="en-US" sz="2400" dirty="0" err="1"/>
              <a:t>vsi</a:t>
            </a:r>
            <a:r>
              <a:rPr lang="en-US" sz="2400" dirty="0"/>
              <a:t>} – {</a:t>
            </a:r>
            <a:r>
              <a:rPr lang="en-US" sz="2400" dirty="0" err="1"/>
              <a:t>tisti</a:t>
            </a:r>
            <a:r>
              <a:rPr lang="en-US" sz="2400" dirty="0"/>
              <a:t>, ki so </a:t>
            </a:r>
            <a:r>
              <a:rPr lang="en-US" sz="2400" dirty="0" err="1"/>
              <a:t>že</a:t>
            </a:r>
            <a:r>
              <a:rPr lang="en-US" sz="2400" dirty="0"/>
              <a:t> </a:t>
            </a:r>
            <a:r>
              <a:rPr lang="en-US" sz="2400" dirty="0" err="1"/>
              <a:t>kaj</a:t>
            </a:r>
            <a:r>
              <a:rPr lang="en-US" sz="2400" dirty="0"/>
              <a:t> </a:t>
            </a:r>
            <a:r>
              <a:rPr lang="sl-SI" sz="2400" dirty="0"/>
              <a:t>rezervirali</a:t>
            </a:r>
            <a:r>
              <a:rPr lang="en-US" sz="2400" dirty="0"/>
              <a:t>}</a:t>
            </a:r>
            <a:endParaRPr lang="sl-SI" sz="2400" dirty="0"/>
          </a:p>
        </p:txBody>
      </p:sp>
      <p:graphicFrame>
        <p:nvGraphicFramePr>
          <p:cNvPr id="393217" name="Object 1"/>
          <p:cNvGraphicFramePr>
            <a:graphicFrameLocks noChangeAspect="1"/>
          </p:cNvGraphicFramePr>
          <p:nvPr/>
        </p:nvGraphicFramePr>
        <p:xfrm>
          <a:off x="1143000" y="4343400"/>
          <a:ext cx="5181601" cy="627234"/>
        </p:xfrm>
        <a:graphic>
          <a:graphicData uri="http://schemas.openxmlformats.org/presentationml/2006/ole">
            <mc:AlternateContent xmlns:mc="http://schemas.openxmlformats.org/markup-compatibility/2006">
              <mc:Choice xmlns:v="urn:schemas-microsoft-com:vml" Requires="v">
                <p:oleObj name="Equation" r:id="rId2" imgW="1993900" imgH="241300" progId="">
                  <p:embed/>
                </p:oleObj>
              </mc:Choice>
              <mc:Fallback>
                <p:oleObj name="Equation" r:id="rId2" imgW="1993900" imgH="241300" progId="">
                  <p:embed/>
                  <p:pic>
                    <p:nvPicPr>
                      <p:cNvPr id="393217"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343400"/>
                        <a:ext cx="5181601" cy="627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
          <p:cNvGraphicFramePr>
            <a:graphicFrameLocks noChangeAspect="1"/>
          </p:cNvGraphicFramePr>
          <p:nvPr/>
        </p:nvGraphicFramePr>
        <p:xfrm>
          <a:off x="1066800" y="5486400"/>
          <a:ext cx="7772400" cy="600475"/>
        </p:xfrm>
        <a:graphic>
          <a:graphicData uri="http://schemas.openxmlformats.org/presentationml/2006/ole">
            <mc:AlternateContent xmlns:mc="http://schemas.openxmlformats.org/markup-compatibility/2006">
              <mc:Choice xmlns:v="urn:schemas-microsoft-com:vml" Requires="v">
                <p:oleObj name="Equation" r:id="rId4" imgW="3124200" imgH="241300" progId="">
                  <p:embed/>
                </p:oleObj>
              </mc:Choice>
              <mc:Fallback>
                <p:oleObj name="Equation" r:id="rId4" imgW="3124200" imgH="241300" progId="">
                  <p:embed/>
                  <p:pic>
                    <p:nvPicPr>
                      <p:cNvPr id="7"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5486400"/>
                        <a:ext cx="7772400" cy="600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6"/>
          <p:cNvSpPr txBox="1">
            <a:spLocks noChangeArrowheads="1"/>
          </p:cNvSpPr>
          <p:nvPr/>
        </p:nvSpPr>
        <p:spPr bwMode="auto">
          <a:xfrm>
            <a:off x="3276600" y="8382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grpSp>
        <p:nvGrpSpPr>
          <p:cNvPr id="13" name="Group 12"/>
          <p:cNvGrpSpPr/>
          <p:nvPr/>
        </p:nvGrpSpPr>
        <p:grpSpPr>
          <a:xfrm rot="10800000">
            <a:off x="1143000" y="6096000"/>
            <a:ext cx="2385704" cy="647700"/>
            <a:chOff x="1371600" y="3810000"/>
            <a:chExt cx="1928504" cy="647700"/>
          </a:xfrm>
        </p:grpSpPr>
        <p:sp>
          <p:nvSpPr>
            <p:cNvPr id="9" name="Right Brace 8"/>
            <p:cNvSpPr/>
            <p:nvPr/>
          </p:nvSpPr>
          <p:spPr bwMode="auto">
            <a:xfrm rot="16200000">
              <a:off x="2190750" y="3371850"/>
              <a:ext cx="266700" cy="1905000"/>
            </a:xfrm>
            <a:prstGeom prst="rightBrace">
              <a:avLst>
                <a:gd name="adj1" fmla="val 65476"/>
                <a:gd name="adj2" fmla="val 50000"/>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tx1"/>
                </a:solidFill>
                <a:effectLst/>
                <a:latin typeface="Arial" charset="0"/>
                <a:cs typeface="Arial" charset="0"/>
              </a:endParaRPr>
            </a:p>
          </p:txBody>
        </p:sp>
        <p:sp>
          <p:nvSpPr>
            <p:cNvPr id="11" name="TextBox 10"/>
            <p:cNvSpPr txBox="1"/>
            <p:nvPr/>
          </p:nvSpPr>
          <p:spPr>
            <a:xfrm rot="10800000">
              <a:off x="1433887" y="3810000"/>
              <a:ext cx="1866217" cy="400110"/>
            </a:xfrm>
            <a:prstGeom prst="rect">
              <a:avLst/>
            </a:prstGeom>
            <a:noFill/>
          </p:spPr>
          <p:txBody>
            <a:bodyPr wrap="none" rtlCol="0">
              <a:spAutoFit/>
            </a:bodyPr>
            <a:lstStyle/>
            <a:p>
              <a:r>
                <a:rPr lang="en-US" sz="2000" err="1"/>
                <a:t>dobimo</a:t>
              </a:r>
              <a:r>
                <a:rPr lang="en-US" sz="2000"/>
                <a:t> </a:t>
              </a:r>
              <a:r>
                <a:rPr lang="en-US" sz="2000" err="1"/>
                <a:t>imena</a:t>
              </a:r>
              <a:endParaRPr lang="sl-SI" sz="2000"/>
            </a:p>
          </p:txBody>
        </p:sp>
      </p:grpSp>
      <p:grpSp>
        <p:nvGrpSpPr>
          <p:cNvPr id="14" name="Group 13"/>
          <p:cNvGrpSpPr/>
          <p:nvPr/>
        </p:nvGrpSpPr>
        <p:grpSpPr>
          <a:xfrm>
            <a:off x="3657600" y="3810000"/>
            <a:ext cx="2590800" cy="647700"/>
            <a:chOff x="3886200" y="3810000"/>
            <a:chExt cx="2133600" cy="647700"/>
          </a:xfrm>
        </p:grpSpPr>
        <p:sp>
          <p:nvSpPr>
            <p:cNvPr id="10" name="Right Brace 9"/>
            <p:cNvSpPr/>
            <p:nvPr/>
          </p:nvSpPr>
          <p:spPr bwMode="auto">
            <a:xfrm rot="16200000">
              <a:off x="4819650" y="3257550"/>
              <a:ext cx="266700" cy="2133600"/>
            </a:xfrm>
            <a:prstGeom prst="rightBrace">
              <a:avLst>
                <a:gd name="adj1" fmla="val 65476"/>
                <a:gd name="adj2" fmla="val 50000"/>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tx1"/>
                </a:solidFill>
                <a:effectLst/>
                <a:latin typeface="Arial" charset="0"/>
                <a:cs typeface="Arial" charset="0"/>
              </a:endParaRPr>
            </a:p>
          </p:txBody>
        </p:sp>
        <p:sp>
          <p:nvSpPr>
            <p:cNvPr id="12" name="TextBox 11"/>
            <p:cNvSpPr txBox="1"/>
            <p:nvPr/>
          </p:nvSpPr>
          <p:spPr>
            <a:xfrm>
              <a:off x="4125658" y="3810000"/>
              <a:ext cx="1678136" cy="400110"/>
            </a:xfrm>
            <a:prstGeom prst="rect">
              <a:avLst/>
            </a:prstGeom>
            <a:noFill/>
          </p:spPr>
          <p:txBody>
            <a:bodyPr wrap="none" rtlCol="0">
              <a:spAutoFit/>
            </a:bodyPr>
            <a:lstStyle/>
            <a:p>
              <a:r>
                <a:rPr lang="sl-SI" sz="2000"/>
                <a:t>že kaj rezervirali</a:t>
              </a:r>
            </a:p>
          </p:txBody>
        </p:sp>
      </p:grpSp>
      <p:grpSp>
        <p:nvGrpSpPr>
          <p:cNvPr id="15" name="Group 14"/>
          <p:cNvGrpSpPr/>
          <p:nvPr/>
        </p:nvGrpSpPr>
        <p:grpSpPr>
          <a:xfrm>
            <a:off x="1295400" y="3810000"/>
            <a:ext cx="1981200" cy="647700"/>
            <a:chOff x="3886200" y="3810000"/>
            <a:chExt cx="2133600" cy="647700"/>
          </a:xfrm>
        </p:grpSpPr>
        <p:sp>
          <p:nvSpPr>
            <p:cNvPr id="16" name="Right Brace 15"/>
            <p:cNvSpPr/>
            <p:nvPr/>
          </p:nvSpPr>
          <p:spPr bwMode="auto">
            <a:xfrm rot="16200000">
              <a:off x="4819650" y="3257550"/>
              <a:ext cx="266700" cy="2133600"/>
            </a:xfrm>
            <a:prstGeom prst="rightBrace">
              <a:avLst>
                <a:gd name="adj1" fmla="val 65476"/>
                <a:gd name="adj2" fmla="val 50000"/>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tx1"/>
                </a:solidFill>
                <a:effectLst/>
                <a:latin typeface="Arial" charset="0"/>
                <a:cs typeface="Arial" charset="0"/>
              </a:endParaRPr>
            </a:p>
          </p:txBody>
        </p:sp>
        <p:sp>
          <p:nvSpPr>
            <p:cNvPr id="17" name="TextBox 16"/>
            <p:cNvSpPr txBox="1"/>
            <p:nvPr/>
          </p:nvSpPr>
          <p:spPr>
            <a:xfrm>
              <a:off x="4715297" y="3810000"/>
              <a:ext cx="498856" cy="400110"/>
            </a:xfrm>
            <a:prstGeom prst="rect">
              <a:avLst/>
            </a:prstGeom>
            <a:noFill/>
          </p:spPr>
          <p:txBody>
            <a:bodyPr wrap="none" rtlCol="0">
              <a:spAutoFit/>
            </a:bodyPr>
            <a:lstStyle/>
            <a:p>
              <a:r>
                <a:rPr lang="en-US" sz="2000" err="1"/>
                <a:t>vsi</a:t>
              </a:r>
              <a:endParaRPr lang="sl-SI" sz="2000"/>
            </a:p>
          </p:txBody>
        </p:sp>
      </p:grpSp>
    </p:spTree>
    <p:extLst>
      <p:ext uri="{BB962C8B-B14F-4D97-AF65-F5344CB8AC3E}">
        <p14:creationId xmlns:p14="http://schemas.microsoft.com/office/powerpoint/2010/main" val="3018062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32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26978" name="AutoShape 2"/>
          <p:cNvSpPr>
            <a:spLocks noGrp="1" noChangeArrowheads="1"/>
          </p:cNvSpPr>
          <p:nvPr>
            <p:ph type="title"/>
          </p:nvPr>
        </p:nvSpPr>
        <p:spPr/>
        <p:txBody>
          <a:bodyPr/>
          <a:lstStyle/>
          <a:p>
            <a:r>
              <a:rPr lang="sl-SI" sz="3200"/>
              <a:t>SQL</a:t>
            </a:r>
            <a:r>
              <a:rPr lang="en-US" sz="3200"/>
              <a:t> (</a:t>
            </a:r>
            <a:r>
              <a:rPr lang="sl-SI" sz="3200"/>
              <a:t>stik v WHERE delu stavka SQL</a:t>
            </a:r>
            <a:r>
              <a:rPr lang="en-US" sz="3200"/>
              <a:t>)</a:t>
            </a:r>
          </a:p>
        </p:txBody>
      </p:sp>
      <p:sp>
        <p:nvSpPr>
          <p:cNvPr id="126979" name="Rectangle 3"/>
          <p:cNvSpPr>
            <a:spLocks noGrp="1" noChangeArrowheads="1"/>
          </p:cNvSpPr>
          <p:nvPr>
            <p:ph sz="quarter" idx="2"/>
          </p:nvPr>
        </p:nvSpPr>
        <p:spPr>
          <a:xfrm>
            <a:off x="762000" y="4343400"/>
            <a:ext cx="55626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r>
              <a:rPr lang="sl-SI" sz="1600">
                <a:latin typeface="Courier New" pitchFamily="49" charset="0"/>
              </a:rPr>
              <a:t>, rezervacija</a:t>
            </a:r>
          </a:p>
          <a:p>
            <a:pPr>
              <a:buFont typeface="Wingdings" pitchFamily="2" charset="2"/>
              <a:buNone/>
            </a:pPr>
            <a:r>
              <a:rPr lang="sl-SI" sz="1600" b="1">
                <a:latin typeface="Courier New" pitchFamily="49" charset="0"/>
              </a:rPr>
              <a:t>WHERE</a:t>
            </a:r>
            <a:r>
              <a:rPr lang="sl-SI" sz="1600">
                <a:latin typeface="Courier New" pitchFamily="49" charset="0"/>
              </a:rPr>
              <a:t> </a:t>
            </a:r>
            <a:r>
              <a:rPr lang="sl-SI" sz="1600" err="1">
                <a:latin typeface="Courier New" pitchFamily="49" charset="0"/>
              </a:rPr>
              <a:t>jadralec.jid</a:t>
            </a:r>
            <a:r>
              <a:rPr lang="sl-SI" sz="1600">
                <a:latin typeface="Courier New" pitchFamily="49" charset="0"/>
              </a:rPr>
              <a:t> = rezervacija.jid</a:t>
            </a:r>
          </a:p>
          <a:p>
            <a:pPr>
              <a:buFont typeface="Wingdings" pitchFamily="2" charset="2"/>
              <a:buNone/>
            </a:pPr>
            <a:r>
              <a:rPr lang="sl-SI" sz="1600">
                <a:latin typeface="Courier New" pitchFamily="49" charset="0"/>
              </a:rPr>
              <a:t>	</a:t>
            </a:r>
            <a:r>
              <a:rPr lang="sl-SI" sz="1600" b="1">
                <a:latin typeface="Courier New" pitchFamily="49" charset="0"/>
              </a:rPr>
              <a:t>AND</a:t>
            </a:r>
            <a:r>
              <a:rPr lang="sl-SI" sz="1600">
                <a:latin typeface="Courier New" pitchFamily="49" charset="0"/>
              </a:rPr>
              <a:t> </a:t>
            </a:r>
            <a:r>
              <a:rPr lang="sl-SI" sz="1600" err="1">
                <a:latin typeface="Courier New" pitchFamily="49" charset="0"/>
              </a:rPr>
              <a:t>rezervacija.cid</a:t>
            </a:r>
            <a:r>
              <a:rPr lang="sl-SI" sz="1600">
                <a:latin typeface="Courier New" pitchFamily="49" charset="0"/>
              </a:rPr>
              <a:t> = 103;</a:t>
            </a:r>
            <a:endParaRPr lang="en-US" sz="1600">
              <a:latin typeface="Courier New" pitchFamily="49" charset="0"/>
            </a:endParaRPr>
          </a:p>
        </p:txBody>
      </p:sp>
      <p:sp>
        <p:nvSpPr>
          <p:cNvPr id="126980" name="Rectangle 4"/>
          <p:cNvSpPr>
            <a:spLocks noGrp="1" noChangeArrowheads="1"/>
          </p:cNvSpPr>
          <p:nvPr>
            <p:ph type="body" sz="half" idx="3"/>
          </p:nvPr>
        </p:nvSpPr>
        <p:spPr>
          <a:xfrm>
            <a:off x="762000" y="2362200"/>
            <a:ext cx="2743200" cy="1785938"/>
          </a:xfrm>
        </p:spPr>
        <p:txBody>
          <a:bodyPr/>
          <a:lstStyle/>
          <a:p>
            <a:r>
              <a:rPr lang="sl-SI" sz="2400"/>
              <a:t>Poišči imena jadralcev, ki so rezervirali čoln s šifro 103.</a:t>
            </a:r>
            <a:endParaRPr lang="en-US" sz="2400"/>
          </a:p>
        </p:txBody>
      </p:sp>
      <p:sp>
        <p:nvSpPr>
          <p:cNvPr id="126982" name="Text Box 6"/>
          <p:cNvSpPr txBox="1">
            <a:spLocks noChangeArrowheads="1"/>
          </p:cNvSpPr>
          <p:nvPr/>
        </p:nvSpPr>
        <p:spPr bwMode="auto">
          <a:xfrm>
            <a:off x="6553200" y="41910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sp>
        <p:nvSpPr>
          <p:cNvPr id="126983" name="Text Box 7"/>
          <p:cNvSpPr txBox="1">
            <a:spLocks noChangeArrowheads="1"/>
          </p:cNvSpPr>
          <p:nvPr/>
        </p:nvSpPr>
        <p:spPr bwMode="auto">
          <a:xfrm>
            <a:off x="3191256" y="303212"/>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172271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9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p:bldP spid="12698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pPr algn="r"/>
            <a:r>
              <a:rPr lang="en-US"/>
              <a:t>© Matjaž </a:t>
            </a:r>
            <a:r>
              <a:rPr lang="en-US" err="1"/>
              <a:t>Kukar</a:t>
            </a:r>
            <a:r>
              <a:rPr lang="en-US"/>
              <a:t>, Matej Pičulin, Luka Šajn 2026</a:t>
            </a:r>
          </a:p>
        </p:txBody>
      </p:sp>
      <p:sp>
        <p:nvSpPr>
          <p:cNvPr id="103426" name="AutoShape 2"/>
          <p:cNvSpPr>
            <a:spLocks noGrp="1" noChangeArrowheads="1"/>
          </p:cNvSpPr>
          <p:nvPr>
            <p:ph type="title"/>
          </p:nvPr>
        </p:nvSpPr>
        <p:spPr/>
        <p:txBody>
          <a:bodyPr/>
          <a:lstStyle/>
          <a:p>
            <a:r>
              <a:rPr lang="en-US" sz="3200" err="1"/>
              <a:t>Alternativna</a:t>
            </a:r>
            <a:r>
              <a:rPr lang="en-US" sz="3200"/>
              <a:t> </a:t>
            </a:r>
            <a:r>
              <a:rPr lang="en-US" sz="3200" err="1"/>
              <a:t>sintaksa</a:t>
            </a:r>
            <a:r>
              <a:rPr lang="en-US" sz="3200"/>
              <a:t> </a:t>
            </a:r>
            <a:r>
              <a:rPr lang="en-US" sz="3200" err="1"/>
              <a:t>za</a:t>
            </a:r>
            <a:r>
              <a:rPr lang="en-US" sz="3200"/>
              <a:t> </a:t>
            </a:r>
            <a:r>
              <a:rPr lang="en-US" sz="3200" err="1"/>
              <a:t>stik</a:t>
            </a:r>
            <a:r>
              <a:rPr lang="en-US" sz="3200"/>
              <a:t>: </a:t>
            </a:r>
            <a:br>
              <a:rPr lang="en-US" sz="3200"/>
            </a:br>
            <a:r>
              <a:rPr lang="en-US" sz="3200"/>
              <a:t>operator JOIN</a:t>
            </a:r>
          </a:p>
        </p:txBody>
      </p:sp>
      <p:sp>
        <p:nvSpPr>
          <p:cNvPr id="103427" name="Rectangle 3"/>
          <p:cNvSpPr>
            <a:spLocks noGrp="1" noChangeArrowheads="1"/>
          </p:cNvSpPr>
          <p:nvPr>
            <p:ph type="body" idx="1"/>
          </p:nvPr>
        </p:nvSpPr>
        <p:spPr>
          <a:xfrm>
            <a:off x="866776" y="2351928"/>
            <a:ext cx="7693025" cy="4114800"/>
          </a:xfrm>
        </p:spPr>
        <p:txBody>
          <a:bodyPr/>
          <a:lstStyle/>
          <a:p>
            <a:pPr>
              <a:lnSpc>
                <a:spcPct val="80000"/>
              </a:lnSpc>
              <a:buFont typeface="Wingdings" pitchFamily="2" charset="2"/>
              <a:buNone/>
            </a:pPr>
            <a:r>
              <a:rPr lang="en-US" sz="1400" b="1" dirty="0">
                <a:latin typeface="Courier New" pitchFamily="49" charset="0"/>
              </a:rPr>
              <a:t>SELECT</a:t>
            </a:r>
            <a:r>
              <a:rPr lang="en-US" sz="1400" dirty="0">
                <a:latin typeface="Courier New" pitchFamily="49" charset="0"/>
              </a:rPr>
              <a:t> </a:t>
            </a:r>
            <a:r>
              <a:rPr lang="en-US" sz="1400" dirty="0" err="1">
                <a:latin typeface="Courier New" pitchFamily="49" charset="0"/>
              </a:rPr>
              <a:t>jadralec</a:t>
            </a:r>
            <a:r>
              <a:rPr lang="en-US" sz="1400" dirty="0">
                <a:latin typeface="Courier New" pitchFamily="49" charset="0"/>
              </a:rPr>
              <a:t>.</a:t>
            </a:r>
            <a:r>
              <a:rPr lang="sl-SI" sz="1400" dirty="0">
                <a:latin typeface="Courier New" pitchFamily="49" charset="0"/>
              </a:rPr>
              <a:t>ime</a:t>
            </a:r>
            <a:endParaRPr lang="en-US" sz="1400" dirty="0">
              <a:latin typeface="Courier New" pitchFamily="49" charset="0"/>
            </a:endParaRPr>
          </a:p>
          <a:p>
            <a:pPr>
              <a:lnSpc>
                <a:spcPct val="80000"/>
              </a:lnSpc>
              <a:buFont typeface="Wingdings" pitchFamily="2" charset="2"/>
              <a:buNone/>
            </a:pPr>
            <a:r>
              <a:rPr lang="en-US" sz="1400" b="1" dirty="0">
                <a:latin typeface="Courier New" pitchFamily="49" charset="0"/>
              </a:rPr>
              <a:t>FROM</a:t>
            </a:r>
            <a:r>
              <a:rPr lang="en-US" sz="1400" dirty="0">
                <a:latin typeface="Courier New" pitchFamily="49" charset="0"/>
              </a:rPr>
              <a:t>  </a:t>
            </a:r>
            <a:r>
              <a:rPr lang="en-US" sz="1400" dirty="0" err="1">
                <a:latin typeface="Courier New" pitchFamily="49" charset="0"/>
              </a:rPr>
              <a:t>jadralec</a:t>
            </a:r>
            <a:r>
              <a:rPr lang="en-US" sz="1400" dirty="0">
                <a:latin typeface="Courier New" pitchFamily="49" charset="0"/>
              </a:rPr>
              <a:t>, </a:t>
            </a:r>
            <a:r>
              <a:rPr lang="en-US" sz="1400" dirty="0" err="1">
                <a:latin typeface="Courier New" pitchFamily="49" charset="0"/>
              </a:rPr>
              <a:t>rezervacija</a:t>
            </a:r>
            <a:endParaRPr lang="en-US" sz="1400" dirty="0">
              <a:latin typeface="Courier New" pitchFamily="49" charset="0"/>
            </a:endParaRPr>
          </a:p>
          <a:p>
            <a:pPr>
              <a:lnSpc>
                <a:spcPct val="80000"/>
              </a:lnSpc>
              <a:buFont typeface="Wingdings" pitchFamily="2" charset="2"/>
              <a:buNone/>
            </a:pPr>
            <a:r>
              <a:rPr lang="en-US" sz="1400" b="1" dirty="0">
                <a:latin typeface="Courier New" pitchFamily="49" charset="0"/>
              </a:rPr>
              <a:t>WHERE</a:t>
            </a:r>
            <a:r>
              <a:rPr lang="en-US" sz="1400" dirty="0">
                <a:latin typeface="Courier New" pitchFamily="49" charset="0"/>
              </a:rPr>
              <a:t> </a:t>
            </a:r>
            <a:r>
              <a:rPr lang="en-US" sz="1400" dirty="0" err="1">
                <a:solidFill>
                  <a:schemeClr val="tx1">
                    <a:lumMod val="60000"/>
                    <a:lumOff val="40000"/>
                  </a:schemeClr>
                </a:solidFill>
                <a:latin typeface="Courier New" pitchFamily="49" charset="0"/>
              </a:rPr>
              <a:t>jadralec.jid</a:t>
            </a:r>
            <a:r>
              <a:rPr lang="en-US" sz="1400" dirty="0">
                <a:solidFill>
                  <a:schemeClr val="tx1">
                    <a:lumMod val="60000"/>
                    <a:lumOff val="40000"/>
                  </a:schemeClr>
                </a:solidFill>
                <a:latin typeface="Courier New" pitchFamily="49" charset="0"/>
              </a:rPr>
              <a:t>=</a:t>
            </a:r>
            <a:r>
              <a:rPr lang="en-US" sz="1400" dirty="0" err="1">
                <a:solidFill>
                  <a:schemeClr val="tx1">
                    <a:lumMod val="60000"/>
                    <a:lumOff val="40000"/>
                  </a:schemeClr>
                </a:solidFill>
                <a:latin typeface="Courier New" pitchFamily="49" charset="0"/>
              </a:rPr>
              <a:t>rezervacija.jid</a:t>
            </a:r>
            <a:r>
              <a:rPr lang="en-US" sz="1400" dirty="0">
                <a:latin typeface="Courier New" pitchFamily="49" charset="0"/>
              </a:rPr>
              <a:t> </a:t>
            </a:r>
            <a:r>
              <a:rPr lang="en-US" sz="1400" b="1" dirty="0">
                <a:latin typeface="Courier New" pitchFamily="49" charset="0"/>
              </a:rPr>
              <a:t>AND</a:t>
            </a:r>
            <a:r>
              <a:rPr lang="en-US" sz="1400" dirty="0">
                <a:latin typeface="Courier New" pitchFamily="49" charset="0"/>
              </a:rPr>
              <a:t> </a:t>
            </a:r>
            <a:r>
              <a:rPr lang="en-US" sz="1400" dirty="0" err="1">
                <a:latin typeface="Courier New" pitchFamily="49" charset="0"/>
              </a:rPr>
              <a:t>rezervacija</a:t>
            </a:r>
            <a:r>
              <a:rPr lang="en-US" sz="1400" dirty="0">
                <a:latin typeface="Courier New" pitchFamily="49" charset="0"/>
              </a:rPr>
              <a:t>.</a:t>
            </a:r>
            <a:r>
              <a:rPr lang="sl-SI" sz="1400" dirty="0" err="1">
                <a:latin typeface="Courier New" pitchFamily="49" charset="0"/>
              </a:rPr>
              <a:t>cid</a:t>
            </a:r>
            <a:r>
              <a:rPr lang="sl-SI" sz="1400" dirty="0">
                <a:latin typeface="Courier New" pitchFamily="49" charset="0"/>
              </a:rPr>
              <a:t> </a:t>
            </a:r>
            <a:r>
              <a:rPr lang="en-US" sz="1400" dirty="0">
                <a:latin typeface="Courier New" pitchFamily="49" charset="0"/>
              </a:rPr>
              <a:t>= 103;</a:t>
            </a:r>
          </a:p>
          <a:p>
            <a:pPr>
              <a:lnSpc>
                <a:spcPct val="80000"/>
              </a:lnSpc>
              <a:buFont typeface="Wingdings" pitchFamily="2" charset="2"/>
              <a:buNone/>
            </a:pPr>
            <a:endParaRPr lang="en-US" sz="1400" dirty="0">
              <a:latin typeface="Courier New" pitchFamily="49" charset="0"/>
            </a:endParaRPr>
          </a:p>
          <a:p>
            <a:pPr>
              <a:lnSpc>
                <a:spcPct val="80000"/>
              </a:lnSpc>
              <a:buNone/>
            </a:pPr>
            <a:endParaRPr lang="en-US" sz="1400" b="1" dirty="0">
              <a:latin typeface="Courier New" pitchFamily="49" charset="0"/>
            </a:endParaRPr>
          </a:p>
          <a:p>
            <a:pPr>
              <a:lnSpc>
                <a:spcPct val="80000"/>
              </a:lnSpc>
              <a:buNone/>
            </a:pPr>
            <a:endParaRPr lang="en-US" sz="1400" b="1" dirty="0">
              <a:latin typeface="Courier New" pitchFamily="49" charset="0"/>
            </a:endParaRPr>
          </a:p>
          <a:p>
            <a:pPr>
              <a:lnSpc>
                <a:spcPct val="80000"/>
              </a:lnSpc>
              <a:buNone/>
            </a:pPr>
            <a:endParaRPr lang="en-US" sz="1400" b="1" dirty="0">
              <a:latin typeface="Courier New" pitchFamily="49" charset="0"/>
            </a:endParaRPr>
          </a:p>
          <a:p>
            <a:pPr>
              <a:lnSpc>
                <a:spcPct val="80000"/>
              </a:lnSpc>
              <a:buNone/>
            </a:pPr>
            <a:endParaRPr lang="en-US" sz="1400" b="1" dirty="0">
              <a:latin typeface="Courier New" pitchFamily="49" charset="0"/>
            </a:endParaRPr>
          </a:p>
          <a:p>
            <a:pPr>
              <a:lnSpc>
                <a:spcPct val="80000"/>
              </a:lnSpc>
              <a:buNone/>
            </a:pPr>
            <a:endParaRPr lang="en-US" sz="1400" b="1" dirty="0">
              <a:latin typeface="Courier New" pitchFamily="49" charset="0"/>
            </a:endParaRPr>
          </a:p>
          <a:p>
            <a:pPr>
              <a:lnSpc>
                <a:spcPct val="80000"/>
              </a:lnSpc>
              <a:buNone/>
            </a:pPr>
            <a:r>
              <a:rPr lang="en-US" sz="1400" b="1" dirty="0">
                <a:latin typeface="Courier New" pitchFamily="49" charset="0"/>
              </a:rPr>
              <a:t>SELECT</a:t>
            </a:r>
            <a:r>
              <a:rPr lang="en-US" sz="1400" dirty="0">
                <a:latin typeface="Courier New" pitchFamily="49" charset="0"/>
              </a:rPr>
              <a:t> </a:t>
            </a:r>
            <a:r>
              <a:rPr lang="en-US" sz="1400" dirty="0" err="1">
                <a:latin typeface="Courier New" pitchFamily="49" charset="0"/>
              </a:rPr>
              <a:t>jadralec.ime</a:t>
            </a:r>
            <a:r>
              <a:rPr lang="en-US" sz="1400" dirty="0">
                <a:latin typeface="Courier New" pitchFamily="49" charset="0"/>
              </a:rPr>
              <a:t>     </a:t>
            </a:r>
            <a:r>
              <a:rPr lang="en-US" sz="1400" dirty="0">
                <a:solidFill>
                  <a:schemeClr val="bg1">
                    <a:lumMod val="50000"/>
                  </a:schemeClr>
                </a:solidFill>
                <a:latin typeface="Courier New" pitchFamily="49" charset="0"/>
              </a:rPr>
              <a:t>-- </a:t>
            </a:r>
            <a:r>
              <a:rPr lang="en-US" sz="1400" dirty="0" err="1">
                <a:solidFill>
                  <a:schemeClr val="bg1">
                    <a:lumMod val="50000"/>
                  </a:schemeClr>
                </a:solidFill>
                <a:latin typeface="Courier New" pitchFamily="49" charset="0"/>
              </a:rPr>
              <a:t>Naravni</a:t>
            </a:r>
            <a:r>
              <a:rPr lang="en-US" sz="1400" dirty="0">
                <a:solidFill>
                  <a:schemeClr val="bg1">
                    <a:lumMod val="50000"/>
                  </a:schemeClr>
                </a:solidFill>
                <a:latin typeface="Courier New" pitchFamily="49" charset="0"/>
              </a:rPr>
              <a:t> </a:t>
            </a:r>
            <a:r>
              <a:rPr lang="en-US" sz="1400" dirty="0" err="1">
                <a:solidFill>
                  <a:schemeClr val="bg1">
                    <a:lumMod val="50000"/>
                  </a:schemeClr>
                </a:solidFill>
                <a:latin typeface="Courier New" pitchFamily="49" charset="0"/>
              </a:rPr>
              <a:t>stik</a:t>
            </a:r>
            <a:endParaRPr lang="en-US" sz="1400" dirty="0">
              <a:solidFill>
                <a:schemeClr val="bg1">
                  <a:lumMod val="50000"/>
                </a:schemeClr>
              </a:solidFill>
              <a:latin typeface="Courier New" pitchFamily="49" charset="0"/>
            </a:endParaRPr>
          </a:p>
          <a:p>
            <a:pPr>
              <a:lnSpc>
                <a:spcPct val="80000"/>
              </a:lnSpc>
              <a:buFont typeface="Wingdings" pitchFamily="2" charset="2"/>
              <a:buNone/>
            </a:pPr>
            <a:r>
              <a:rPr lang="en-US" sz="1400" b="1" dirty="0">
                <a:latin typeface="Courier New" pitchFamily="49" charset="0"/>
              </a:rPr>
              <a:t>FROM</a:t>
            </a:r>
            <a:r>
              <a:rPr lang="en-US" sz="1400" dirty="0">
                <a:latin typeface="Courier New" pitchFamily="49" charset="0"/>
              </a:rPr>
              <a:t>  </a:t>
            </a:r>
            <a:r>
              <a:rPr lang="en-US" sz="1400" dirty="0" err="1">
                <a:latin typeface="Courier New" pitchFamily="49" charset="0"/>
              </a:rPr>
              <a:t>jadralec</a:t>
            </a:r>
            <a:r>
              <a:rPr lang="en-US" sz="1400" dirty="0">
                <a:latin typeface="Courier New" pitchFamily="49" charset="0"/>
              </a:rPr>
              <a:t> </a:t>
            </a:r>
            <a:r>
              <a:rPr lang="en-US" sz="1400" b="1" dirty="0">
                <a:solidFill>
                  <a:schemeClr val="tx1">
                    <a:lumMod val="60000"/>
                    <a:lumOff val="40000"/>
                  </a:schemeClr>
                </a:solidFill>
                <a:latin typeface="Courier New" pitchFamily="49" charset="0"/>
              </a:rPr>
              <a:t>NATURAL JOIN </a:t>
            </a:r>
            <a:r>
              <a:rPr lang="en-US" sz="1400" dirty="0" err="1">
                <a:latin typeface="Courier New" pitchFamily="49" charset="0"/>
              </a:rPr>
              <a:t>rezervacija</a:t>
            </a:r>
            <a:endParaRPr lang="en-US" sz="1400" dirty="0">
              <a:latin typeface="Courier New" pitchFamily="49" charset="0"/>
            </a:endParaRPr>
          </a:p>
          <a:p>
            <a:pPr>
              <a:lnSpc>
                <a:spcPct val="80000"/>
              </a:lnSpc>
              <a:buFont typeface="Wingdings" pitchFamily="2" charset="2"/>
              <a:buNone/>
            </a:pPr>
            <a:r>
              <a:rPr lang="en-US" sz="1400" b="1" dirty="0">
                <a:latin typeface="Courier New" pitchFamily="49" charset="0"/>
              </a:rPr>
              <a:t>WHERE</a:t>
            </a:r>
            <a:r>
              <a:rPr lang="en-US" sz="1400" dirty="0">
                <a:latin typeface="Courier New" pitchFamily="49" charset="0"/>
              </a:rPr>
              <a:t> </a:t>
            </a:r>
            <a:r>
              <a:rPr lang="en-US" sz="1400" dirty="0" err="1">
                <a:latin typeface="Courier New" pitchFamily="49" charset="0"/>
              </a:rPr>
              <a:t>rezervacija.cid</a:t>
            </a:r>
            <a:r>
              <a:rPr lang="en-US" sz="1400" dirty="0">
                <a:latin typeface="Courier New" pitchFamily="49" charset="0"/>
              </a:rPr>
              <a:t> = 103;</a:t>
            </a:r>
          </a:p>
          <a:p>
            <a:pPr>
              <a:lnSpc>
                <a:spcPct val="80000"/>
              </a:lnSpc>
              <a:buFont typeface="Wingdings" pitchFamily="2" charset="2"/>
              <a:buNone/>
            </a:pPr>
            <a:endParaRPr lang="en-US" sz="1400" dirty="0">
              <a:latin typeface="Courier New" pitchFamily="49" charset="0"/>
            </a:endParaRPr>
          </a:p>
          <a:p>
            <a:pPr>
              <a:lnSpc>
                <a:spcPct val="80000"/>
              </a:lnSpc>
              <a:buFont typeface="Wingdings" pitchFamily="2" charset="2"/>
              <a:buNone/>
            </a:pPr>
            <a:endParaRPr lang="sl-SI"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p:txBody>
      </p:sp>
      <p:sp>
        <p:nvSpPr>
          <p:cNvPr id="103428" name="Text Box 4"/>
          <p:cNvSpPr txBox="1">
            <a:spLocks noChangeArrowheads="1"/>
          </p:cNvSpPr>
          <p:nvPr/>
        </p:nvSpPr>
        <p:spPr bwMode="auto">
          <a:xfrm>
            <a:off x="3200400" y="0"/>
            <a:ext cx="6105525" cy="915988"/>
          </a:xfrm>
          <a:prstGeom prst="rect">
            <a:avLst/>
          </a:prstGeom>
          <a:noFill/>
          <a:ln w="9525">
            <a:noFill/>
            <a:miter lim="800000"/>
            <a:headEnd/>
            <a:tailEnd/>
          </a:ln>
          <a:effectLst/>
        </p:spPr>
        <p:txBody>
          <a:bodyPr>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grpSp>
        <p:nvGrpSpPr>
          <p:cNvPr id="285" name="Group 284"/>
          <p:cNvGrpSpPr>
            <a:grpSpLocks noChangeAspect="1"/>
          </p:cNvGrpSpPr>
          <p:nvPr>
            <p:custDataLst>
              <p:tags r:id="rId1"/>
            </p:custDataLst>
          </p:nvPr>
        </p:nvGrpSpPr>
        <p:grpSpPr>
          <a:xfrm>
            <a:off x="945857" y="5562600"/>
            <a:ext cx="6723477" cy="362712"/>
            <a:chOff x="3571875" y="1754188"/>
            <a:chExt cx="4002088" cy="215901"/>
          </a:xfrm>
        </p:grpSpPr>
        <p:sp>
          <p:nvSpPr>
            <p:cNvPr id="103593" name="Freeform 221"/>
            <p:cNvSpPr>
              <a:spLocks/>
            </p:cNvSpPr>
            <p:nvPr>
              <p:custDataLst>
                <p:tags r:id="rId89"/>
              </p:custDataLst>
            </p:nvPr>
          </p:nvSpPr>
          <p:spPr bwMode="auto">
            <a:xfrm>
              <a:off x="3571875" y="1768476"/>
              <a:ext cx="109538" cy="141288"/>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0 h 339"/>
                <a:gd name="T34" fmla="*/ 96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8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8"/>
                    <a:pt x="96" y="300"/>
                  </a:cubicBezTo>
                  <a:lnTo>
                    <a:pt x="96" y="15"/>
                  </a:lnTo>
                  <a:lnTo>
                    <a:pt x="245" y="15"/>
                  </a:lnTo>
                  <a:lnTo>
                    <a:pt x="245" y="300"/>
                  </a:lnTo>
                  <a:cubicBezTo>
                    <a:pt x="245" y="318"/>
                    <a:pt x="244" y="324"/>
                    <a:pt x="205" y="324"/>
                  </a:cubicBezTo>
                  <a:lnTo>
                    <a:pt x="193" y="324"/>
                  </a:lnTo>
                  <a:lnTo>
                    <a:pt x="193" y="339"/>
                  </a:lnTo>
                  <a:cubicBezTo>
                    <a:pt x="211" y="338"/>
                    <a:pt x="248" y="338"/>
                    <a:pt x="267" y="338"/>
                  </a:cubicBezTo>
                  <a:cubicBezTo>
                    <a:pt x="286" y="338"/>
                    <a:pt x="323" y="338"/>
                    <a:pt x="340" y="339"/>
                  </a:cubicBezTo>
                  <a:lnTo>
                    <a:pt x="340" y="324"/>
                  </a:lnTo>
                  <a:lnTo>
                    <a:pt x="328"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594" name="Freeform 222"/>
            <p:cNvSpPr>
              <a:spLocks noEditPoints="1"/>
            </p:cNvSpPr>
            <p:nvPr>
              <p:custDataLst>
                <p:tags r:id="rId90"/>
              </p:custDataLst>
            </p:nvPr>
          </p:nvSpPr>
          <p:spPr bwMode="auto">
            <a:xfrm>
              <a:off x="3686175" y="1844676"/>
              <a:ext cx="49213" cy="125413"/>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3 h 302"/>
                <a:gd name="T18" fmla="*/ 20 w 153"/>
                <a:gd name="T19" fmla="*/ 260 h 302"/>
                <a:gd name="T20" fmla="*/ 0 w 153"/>
                <a:gd name="T21" fmla="*/ 280 h 302"/>
                <a:gd name="T22" fmla="*/ 35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4 w 153"/>
                <a:gd name="T41" fmla="*/ 104 h 302"/>
                <a:gd name="T42" fmla="*/ 113 w 153"/>
                <a:gd name="T43" fmla="*/ 115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3"/>
                  </a:cubicBezTo>
                  <a:cubicBezTo>
                    <a:pt x="33" y="264"/>
                    <a:pt x="27" y="260"/>
                    <a:pt x="20" y="260"/>
                  </a:cubicBezTo>
                  <a:cubicBezTo>
                    <a:pt x="9" y="260"/>
                    <a:pt x="0" y="269"/>
                    <a:pt x="0" y="280"/>
                  </a:cubicBezTo>
                  <a:cubicBezTo>
                    <a:pt x="0" y="294"/>
                    <a:pt x="14" y="302"/>
                    <a:pt x="35" y="302"/>
                  </a:cubicBezTo>
                  <a:cubicBezTo>
                    <a:pt x="55" y="302"/>
                    <a:pt x="96" y="290"/>
                    <a:pt x="107" y="247"/>
                  </a:cubicBezTo>
                  <a:lnTo>
                    <a:pt x="138" y="122"/>
                  </a:lnTo>
                  <a:cubicBezTo>
                    <a:pt x="139" y="118"/>
                    <a:pt x="140" y="115"/>
                    <a:pt x="140" y="110"/>
                  </a:cubicBezTo>
                  <a:cubicBezTo>
                    <a:pt x="140" y="91"/>
                    <a:pt x="124" y="77"/>
                    <a:pt x="103" y="77"/>
                  </a:cubicBezTo>
                  <a:cubicBezTo>
                    <a:pt x="64" y="77"/>
                    <a:pt x="42" y="126"/>
                    <a:pt x="42" y="131"/>
                  </a:cubicBezTo>
                  <a:cubicBezTo>
                    <a:pt x="42" y="135"/>
                    <a:pt x="47" y="135"/>
                    <a:pt x="48" y="135"/>
                  </a:cubicBezTo>
                  <a:cubicBezTo>
                    <a:pt x="52" y="135"/>
                    <a:pt x="52" y="134"/>
                    <a:pt x="55" y="129"/>
                  </a:cubicBezTo>
                  <a:cubicBezTo>
                    <a:pt x="63" y="109"/>
                    <a:pt x="82" y="87"/>
                    <a:pt x="102" y="87"/>
                  </a:cubicBezTo>
                  <a:cubicBezTo>
                    <a:pt x="111" y="87"/>
                    <a:pt x="114" y="93"/>
                    <a:pt x="114" y="104"/>
                  </a:cubicBezTo>
                  <a:cubicBezTo>
                    <a:pt x="114" y="108"/>
                    <a:pt x="113" y="113"/>
                    <a:pt x="113"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595" name="Freeform 223"/>
            <p:cNvSpPr>
              <a:spLocks noEditPoints="1"/>
            </p:cNvSpPr>
            <p:nvPr>
              <p:custDataLst>
                <p:tags r:id="rId91"/>
              </p:custDataLst>
            </p:nvPr>
          </p:nvSpPr>
          <p:spPr bwMode="auto">
            <a:xfrm>
              <a:off x="3751263" y="1876426"/>
              <a:ext cx="57150" cy="66675"/>
            </a:xfrm>
            <a:custGeom>
              <a:avLst/>
              <a:gdLst>
                <a:gd name="T0" fmla="*/ 126 w 178"/>
                <a:gd name="T1" fmla="*/ 21 h 158"/>
                <a:gd name="T2" fmla="*/ 90 w 178"/>
                <a:gd name="T3" fmla="*/ 0 h 158"/>
                <a:gd name="T4" fmla="*/ 0 w 178"/>
                <a:gd name="T5" fmla="*/ 100 h 158"/>
                <a:gd name="T6" fmla="*/ 53 w 178"/>
                <a:gd name="T7" fmla="*/ 158 h 158"/>
                <a:gd name="T8" fmla="*/ 103 w 178"/>
                <a:gd name="T9" fmla="*/ 133 h 158"/>
                <a:gd name="T10" fmla="*/ 138 w 178"/>
                <a:gd name="T11" fmla="*/ 158 h 158"/>
                <a:gd name="T12" fmla="*/ 166 w 178"/>
                <a:gd name="T13" fmla="*/ 139 h 158"/>
                <a:gd name="T14" fmla="*/ 178 w 178"/>
                <a:gd name="T15" fmla="*/ 104 h 158"/>
                <a:gd name="T16" fmla="*/ 173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9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9" y="147"/>
                    <a:pt x="103" y="133"/>
                  </a:cubicBezTo>
                  <a:cubicBezTo>
                    <a:pt x="109" y="154"/>
                    <a:pt x="129" y="158"/>
                    <a:pt x="138" y="158"/>
                  </a:cubicBezTo>
                  <a:cubicBezTo>
                    <a:pt x="151" y="158"/>
                    <a:pt x="160" y="150"/>
                    <a:pt x="166" y="139"/>
                  </a:cubicBezTo>
                  <a:cubicBezTo>
                    <a:pt x="174" y="125"/>
                    <a:pt x="178" y="106"/>
                    <a:pt x="178" y="104"/>
                  </a:cubicBezTo>
                  <a:cubicBezTo>
                    <a:pt x="178" y="100"/>
                    <a:pt x="174" y="100"/>
                    <a:pt x="173" y="100"/>
                  </a:cubicBezTo>
                  <a:cubicBezTo>
                    <a:pt x="168" y="100"/>
                    <a:pt x="167" y="101"/>
                    <a:pt x="165" y="110"/>
                  </a:cubicBezTo>
                  <a:cubicBezTo>
                    <a:pt x="161" y="127"/>
                    <a:pt x="154" y="148"/>
                    <a:pt x="139" y="148"/>
                  </a:cubicBezTo>
                  <a:cubicBezTo>
                    <a:pt x="130" y="148"/>
                    <a:pt x="128" y="140"/>
                    <a:pt x="128" y="131"/>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9" y="139"/>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596" name="Freeform 224"/>
            <p:cNvSpPr>
              <a:spLocks noEditPoints="1"/>
            </p:cNvSpPr>
            <p:nvPr>
              <p:custDataLst>
                <p:tags r:id="rId92"/>
              </p:custDataLst>
            </p:nvPr>
          </p:nvSpPr>
          <p:spPr bwMode="auto">
            <a:xfrm>
              <a:off x="3821113" y="1839913"/>
              <a:ext cx="57150" cy="103188"/>
            </a:xfrm>
            <a:custGeom>
              <a:avLst/>
              <a:gdLst>
                <a:gd name="T0" fmla="*/ 178 w 180"/>
                <a:gd name="T1" fmla="*/ 10 h 246"/>
                <a:gd name="T2" fmla="*/ 180 w 180"/>
                <a:gd name="T3" fmla="*/ 5 h 246"/>
                <a:gd name="T4" fmla="*/ 174 w 180"/>
                <a:gd name="T5" fmla="*/ 0 h 246"/>
                <a:gd name="T6" fmla="*/ 129 w 180"/>
                <a:gd name="T7" fmla="*/ 3 h 246"/>
                <a:gd name="T8" fmla="*/ 122 w 180"/>
                <a:gd name="T9" fmla="*/ 11 h 246"/>
                <a:gd name="T10" fmla="*/ 131 w 180"/>
                <a:gd name="T11" fmla="*/ 16 h 246"/>
                <a:gd name="T12" fmla="*/ 147 w 180"/>
                <a:gd name="T13" fmla="*/ 22 h 246"/>
                <a:gd name="T14" fmla="*/ 146 w 180"/>
                <a:gd name="T15" fmla="*/ 29 h 246"/>
                <a:gd name="T16" fmla="*/ 126 w 180"/>
                <a:gd name="T17" fmla="*/ 109 h 246"/>
                <a:gd name="T18" fmla="*/ 90 w 180"/>
                <a:gd name="T19" fmla="*/ 88 h 246"/>
                <a:gd name="T20" fmla="*/ 0 w 180"/>
                <a:gd name="T21" fmla="*/ 188 h 246"/>
                <a:gd name="T22" fmla="*/ 53 w 180"/>
                <a:gd name="T23" fmla="*/ 246 h 246"/>
                <a:gd name="T24" fmla="*/ 103 w 180"/>
                <a:gd name="T25" fmla="*/ 221 h 246"/>
                <a:gd name="T26" fmla="*/ 138 w 180"/>
                <a:gd name="T27" fmla="*/ 246 h 246"/>
                <a:gd name="T28" fmla="*/ 166 w 180"/>
                <a:gd name="T29" fmla="*/ 227 h 246"/>
                <a:gd name="T30" fmla="*/ 178 w 180"/>
                <a:gd name="T31" fmla="*/ 192 h 246"/>
                <a:gd name="T32" fmla="*/ 173 w 180"/>
                <a:gd name="T33" fmla="*/ 188 h 246"/>
                <a:gd name="T34" fmla="*/ 165 w 180"/>
                <a:gd name="T35" fmla="*/ 198 h 246"/>
                <a:gd name="T36" fmla="*/ 139 w 180"/>
                <a:gd name="T37" fmla="*/ 236 h 246"/>
                <a:gd name="T38" fmla="*/ 128 w 180"/>
                <a:gd name="T39" fmla="*/ 219 h 246"/>
                <a:gd name="T40" fmla="*/ 130 w 180"/>
                <a:gd name="T41" fmla="*/ 204 h 246"/>
                <a:gd name="T42" fmla="*/ 178 w 180"/>
                <a:gd name="T43" fmla="*/ 10 h 246"/>
                <a:gd name="T44" fmla="*/ 104 w 180"/>
                <a:gd name="T45" fmla="*/ 198 h 246"/>
                <a:gd name="T46" fmla="*/ 86 w 180"/>
                <a:gd name="T47" fmla="*/ 222 h 246"/>
                <a:gd name="T48" fmla="*/ 54 w 180"/>
                <a:gd name="T49" fmla="*/ 236 h 246"/>
                <a:gd name="T50" fmla="*/ 29 w 180"/>
                <a:gd name="T51" fmla="*/ 202 h 246"/>
                <a:gd name="T52" fmla="*/ 47 w 180"/>
                <a:gd name="T53" fmla="*/ 131 h 246"/>
                <a:gd name="T54" fmla="*/ 90 w 180"/>
                <a:gd name="T55" fmla="*/ 98 h 246"/>
                <a:gd name="T56" fmla="*/ 121 w 180"/>
                <a:gd name="T57" fmla="*/ 128 h 246"/>
                <a:gd name="T58" fmla="*/ 120 w 180"/>
                <a:gd name="T59" fmla="*/ 133 h 246"/>
                <a:gd name="T60" fmla="*/ 104 w 180"/>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6">
                  <a:moveTo>
                    <a:pt x="178" y="10"/>
                  </a:moveTo>
                  <a:cubicBezTo>
                    <a:pt x="179" y="10"/>
                    <a:pt x="180" y="5"/>
                    <a:pt x="180" y="5"/>
                  </a:cubicBezTo>
                  <a:cubicBezTo>
                    <a:pt x="180" y="3"/>
                    <a:pt x="178" y="0"/>
                    <a:pt x="174" y="0"/>
                  </a:cubicBezTo>
                  <a:cubicBezTo>
                    <a:pt x="167" y="0"/>
                    <a:pt x="138" y="3"/>
                    <a:pt x="129" y="3"/>
                  </a:cubicBezTo>
                  <a:cubicBezTo>
                    <a:pt x="127" y="4"/>
                    <a:pt x="122" y="4"/>
                    <a:pt x="122" y="11"/>
                  </a:cubicBezTo>
                  <a:cubicBezTo>
                    <a:pt x="122" y="16"/>
                    <a:pt x="127" y="16"/>
                    <a:pt x="131" y="16"/>
                  </a:cubicBezTo>
                  <a:cubicBezTo>
                    <a:pt x="147" y="16"/>
                    <a:pt x="147" y="19"/>
                    <a:pt x="147" y="22"/>
                  </a:cubicBezTo>
                  <a:cubicBezTo>
                    <a:pt x="147" y="24"/>
                    <a:pt x="147" y="26"/>
                    <a:pt x="146" y="29"/>
                  </a:cubicBezTo>
                  <a:lnTo>
                    <a:pt x="126" y="109"/>
                  </a:lnTo>
                  <a:cubicBezTo>
                    <a:pt x="119" y="97"/>
                    <a:pt x="107" y="88"/>
                    <a:pt x="90" y="88"/>
                  </a:cubicBezTo>
                  <a:cubicBezTo>
                    <a:pt x="46" y="88"/>
                    <a:pt x="0" y="137"/>
                    <a:pt x="0" y="188"/>
                  </a:cubicBezTo>
                  <a:cubicBezTo>
                    <a:pt x="0" y="221"/>
                    <a:pt x="23" y="246"/>
                    <a:pt x="53" y="246"/>
                  </a:cubicBezTo>
                  <a:cubicBezTo>
                    <a:pt x="72" y="246"/>
                    <a:pt x="89" y="235"/>
                    <a:pt x="103" y="221"/>
                  </a:cubicBezTo>
                  <a:cubicBezTo>
                    <a:pt x="109" y="242"/>
                    <a:pt x="129" y="246"/>
                    <a:pt x="138" y="246"/>
                  </a:cubicBezTo>
                  <a:cubicBezTo>
                    <a:pt x="151" y="246"/>
                    <a:pt x="160" y="238"/>
                    <a:pt x="166" y="227"/>
                  </a:cubicBezTo>
                  <a:cubicBezTo>
                    <a:pt x="174" y="213"/>
                    <a:pt x="178" y="194"/>
                    <a:pt x="178" y="192"/>
                  </a:cubicBezTo>
                  <a:cubicBezTo>
                    <a:pt x="178" y="188"/>
                    <a:pt x="174" y="188"/>
                    <a:pt x="173" y="188"/>
                  </a:cubicBezTo>
                  <a:cubicBezTo>
                    <a:pt x="168" y="188"/>
                    <a:pt x="167" y="189"/>
                    <a:pt x="165" y="198"/>
                  </a:cubicBezTo>
                  <a:cubicBezTo>
                    <a:pt x="161" y="215"/>
                    <a:pt x="154" y="236"/>
                    <a:pt x="139" y="236"/>
                  </a:cubicBezTo>
                  <a:cubicBezTo>
                    <a:pt x="130" y="236"/>
                    <a:pt x="128" y="228"/>
                    <a:pt x="128" y="219"/>
                  </a:cubicBezTo>
                  <a:cubicBezTo>
                    <a:pt x="128" y="212"/>
                    <a:pt x="129" y="209"/>
                    <a:pt x="130" y="204"/>
                  </a:cubicBezTo>
                  <a:lnTo>
                    <a:pt x="178" y="10"/>
                  </a:lnTo>
                  <a:close/>
                  <a:moveTo>
                    <a:pt x="104" y="198"/>
                  </a:moveTo>
                  <a:cubicBezTo>
                    <a:pt x="101" y="208"/>
                    <a:pt x="94" y="215"/>
                    <a:pt x="86" y="222"/>
                  </a:cubicBezTo>
                  <a:cubicBezTo>
                    <a:pt x="83" y="225"/>
                    <a:pt x="69" y="236"/>
                    <a:pt x="54" y="236"/>
                  </a:cubicBezTo>
                  <a:cubicBezTo>
                    <a:pt x="41" y="236"/>
                    <a:pt x="29" y="227"/>
                    <a:pt x="29" y="202"/>
                  </a:cubicBezTo>
                  <a:cubicBezTo>
                    <a:pt x="29" y="183"/>
                    <a:pt x="39" y="145"/>
                    <a:pt x="47" y="131"/>
                  </a:cubicBezTo>
                  <a:cubicBezTo>
                    <a:pt x="63" y="103"/>
                    <a:pt x="81"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597" name="Freeform 225"/>
            <p:cNvSpPr>
              <a:spLocks/>
            </p:cNvSpPr>
            <p:nvPr>
              <p:custDataLst>
                <p:tags r:id="rId93"/>
              </p:custDataLst>
            </p:nvPr>
          </p:nvSpPr>
          <p:spPr bwMode="auto">
            <a:xfrm>
              <a:off x="3884613" y="1876426"/>
              <a:ext cx="52388" cy="66675"/>
            </a:xfrm>
            <a:custGeom>
              <a:avLst/>
              <a:gdLst>
                <a:gd name="T0" fmla="*/ 65 w 162"/>
                <a:gd name="T1" fmla="*/ 84 h 158"/>
                <a:gd name="T2" fmla="*/ 74 w 162"/>
                <a:gd name="T3" fmla="*/ 48 h 158"/>
                <a:gd name="T4" fmla="*/ 96 w 162"/>
                <a:gd name="T5" fmla="*/ 20 h 158"/>
                <a:gd name="T6" fmla="*/ 125 w 162"/>
                <a:gd name="T7" fmla="*/ 10 h 158"/>
                <a:gd name="T8" fmla="*/ 144 w 162"/>
                <a:gd name="T9" fmla="*/ 15 h 158"/>
                <a:gd name="T10" fmla="*/ 129 w 162"/>
                <a:gd name="T11" fmla="*/ 34 h 158"/>
                <a:gd name="T12" fmla="*/ 142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3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3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6" y="81"/>
                    <a:pt x="74" y="50"/>
                    <a:pt x="74" y="48"/>
                  </a:cubicBezTo>
                  <a:cubicBezTo>
                    <a:pt x="75" y="46"/>
                    <a:pt x="85" y="28"/>
                    <a:pt x="96" y="20"/>
                  </a:cubicBezTo>
                  <a:cubicBezTo>
                    <a:pt x="100" y="17"/>
                    <a:pt x="110" y="10"/>
                    <a:pt x="125" y="10"/>
                  </a:cubicBezTo>
                  <a:cubicBezTo>
                    <a:pt x="128" y="10"/>
                    <a:pt x="137" y="10"/>
                    <a:pt x="144" y="15"/>
                  </a:cubicBezTo>
                  <a:cubicBezTo>
                    <a:pt x="133" y="18"/>
                    <a:pt x="129" y="28"/>
                    <a:pt x="129" y="34"/>
                  </a:cubicBezTo>
                  <a:cubicBezTo>
                    <a:pt x="129" y="42"/>
                    <a:pt x="134" y="47"/>
                    <a:pt x="142" y="47"/>
                  </a:cubicBezTo>
                  <a:cubicBezTo>
                    <a:pt x="151" y="47"/>
                    <a:pt x="162" y="40"/>
                    <a:pt x="162" y="26"/>
                  </a:cubicBezTo>
                  <a:cubicBezTo>
                    <a:pt x="162" y="8"/>
                    <a:pt x="143" y="0"/>
                    <a:pt x="125" y="0"/>
                  </a:cubicBezTo>
                  <a:cubicBezTo>
                    <a:pt x="107" y="0"/>
                    <a:pt x="91" y="8"/>
                    <a:pt x="76" y="25"/>
                  </a:cubicBezTo>
                  <a:cubicBezTo>
                    <a:pt x="70" y="4"/>
                    <a:pt x="48" y="0"/>
                    <a:pt x="40" y="0"/>
                  </a:cubicBezTo>
                  <a:cubicBezTo>
                    <a:pt x="27" y="0"/>
                    <a:pt x="18" y="8"/>
                    <a:pt x="13" y="18"/>
                  </a:cubicBezTo>
                  <a:cubicBezTo>
                    <a:pt x="5" y="32"/>
                    <a:pt x="0" y="52"/>
                    <a:pt x="0" y="54"/>
                  </a:cubicBezTo>
                  <a:cubicBezTo>
                    <a:pt x="0" y="58"/>
                    <a:pt x="5" y="58"/>
                    <a:pt x="6" y="58"/>
                  </a:cubicBezTo>
                  <a:cubicBezTo>
                    <a:pt x="11" y="58"/>
                    <a:pt x="11" y="57"/>
                    <a:pt x="13" y="48"/>
                  </a:cubicBezTo>
                  <a:cubicBezTo>
                    <a:pt x="19" y="26"/>
                    <a:pt x="25" y="10"/>
                    <a:pt x="39" y="10"/>
                  </a:cubicBezTo>
                  <a:cubicBezTo>
                    <a:pt x="48" y="10"/>
                    <a:pt x="50" y="18"/>
                    <a:pt x="50" y="27"/>
                  </a:cubicBezTo>
                  <a:cubicBezTo>
                    <a:pt x="50" y="34"/>
                    <a:pt x="47" y="47"/>
                    <a:pt x="45" y="56"/>
                  </a:cubicBezTo>
                  <a:cubicBezTo>
                    <a:pt x="42" y="65"/>
                    <a:pt x="39" y="80"/>
                    <a:pt x="37" y="87"/>
                  </a:cubicBezTo>
                  <a:lnTo>
                    <a:pt x="26" y="132"/>
                  </a:lnTo>
                  <a:cubicBezTo>
                    <a:pt x="25" y="137"/>
                    <a:pt x="23" y="145"/>
                    <a:pt x="23" y="146"/>
                  </a:cubicBezTo>
                  <a:cubicBezTo>
                    <a:pt x="23" y="154"/>
                    <a:pt x="29" y="158"/>
                    <a:pt x="34" y="158"/>
                  </a:cubicBezTo>
                  <a:cubicBezTo>
                    <a:pt x="40" y="158"/>
                    <a:pt x="47"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598" name="Freeform 226"/>
            <p:cNvSpPr>
              <a:spLocks noEditPoints="1"/>
            </p:cNvSpPr>
            <p:nvPr>
              <p:custDataLst>
                <p:tags r:id="rId94"/>
              </p:custDataLst>
            </p:nvPr>
          </p:nvSpPr>
          <p:spPr bwMode="auto">
            <a:xfrm>
              <a:off x="3949700" y="1876426"/>
              <a:ext cx="55563" cy="66675"/>
            </a:xfrm>
            <a:custGeom>
              <a:avLst/>
              <a:gdLst>
                <a:gd name="T0" fmla="*/ 125 w 177"/>
                <a:gd name="T1" fmla="*/ 21 h 158"/>
                <a:gd name="T2" fmla="*/ 90 w 177"/>
                <a:gd name="T3" fmla="*/ 0 h 158"/>
                <a:gd name="T4" fmla="*/ 0 w 177"/>
                <a:gd name="T5" fmla="*/ 100 h 158"/>
                <a:gd name="T6" fmla="*/ 52 w 177"/>
                <a:gd name="T7" fmla="*/ 158 h 158"/>
                <a:gd name="T8" fmla="*/ 102 w 177"/>
                <a:gd name="T9" fmla="*/ 133 h 158"/>
                <a:gd name="T10" fmla="*/ 138 w 177"/>
                <a:gd name="T11" fmla="*/ 158 h 158"/>
                <a:gd name="T12" fmla="*/ 165 w 177"/>
                <a:gd name="T13" fmla="*/ 139 h 158"/>
                <a:gd name="T14" fmla="*/ 177 w 177"/>
                <a:gd name="T15" fmla="*/ 104 h 158"/>
                <a:gd name="T16" fmla="*/ 172 w 177"/>
                <a:gd name="T17" fmla="*/ 100 h 158"/>
                <a:gd name="T18" fmla="*/ 164 w 177"/>
                <a:gd name="T19" fmla="*/ 110 h 158"/>
                <a:gd name="T20" fmla="*/ 139 w 177"/>
                <a:gd name="T21" fmla="*/ 148 h 158"/>
                <a:gd name="T22" fmla="*/ 127 w 177"/>
                <a:gd name="T23" fmla="*/ 131 h 158"/>
                <a:gd name="T24" fmla="*/ 132 w 177"/>
                <a:gd name="T25" fmla="*/ 103 h 158"/>
                <a:gd name="T26" fmla="*/ 140 w 177"/>
                <a:gd name="T27" fmla="*/ 72 h 158"/>
                <a:gd name="T28" fmla="*/ 147 w 177"/>
                <a:gd name="T29" fmla="*/ 45 h 158"/>
                <a:gd name="T30" fmla="*/ 153 w 177"/>
                <a:gd name="T31" fmla="*/ 18 h 158"/>
                <a:gd name="T32" fmla="*/ 142 w 177"/>
                <a:gd name="T33" fmla="*/ 7 h 158"/>
                <a:gd name="T34" fmla="*/ 125 w 177"/>
                <a:gd name="T35" fmla="*/ 21 h 158"/>
                <a:gd name="T36" fmla="*/ 103 w 177"/>
                <a:gd name="T37" fmla="*/ 110 h 158"/>
                <a:gd name="T38" fmla="*/ 85 w 177"/>
                <a:gd name="T39" fmla="*/ 134 h 158"/>
                <a:gd name="T40" fmla="*/ 53 w 177"/>
                <a:gd name="T41" fmla="*/ 148 h 158"/>
                <a:gd name="T42" fmla="*/ 28 w 177"/>
                <a:gd name="T43" fmla="*/ 114 h 158"/>
                <a:gd name="T44" fmla="*/ 46 w 177"/>
                <a:gd name="T45" fmla="*/ 43 h 158"/>
                <a:gd name="T46" fmla="*/ 90 w 177"/>
                <a:gd name="T47" fmla="*/ 10 h 158"/>
                <a:gd name="T48" fmla="*/ 121 w 177"/>
                <a:gd name="T49" fmla="*/ 40 h 158"/>
                <a:gd name="T50" fmla="*/ 120 w 177"/>
                <a:gd name="T51" fmla="*/ 45 h 158"/>
                <a:gd name="T52" fmla="*/ 103 w 177"/>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8">
                  <a:moveTo>
                    <a:pt x="125" y="21"/>
                  </a:moveTo>
                  <a:cubicBezTo>
                    <a:pt x="118" y="9"/>
                    <a:pt x="106" y="0"/>
                    <a:pt x="90" y="0"/>
                  </a:cubicBezTo>
                  <a:cubicBezTo>
                    <a:pt x="45" y="0"/>
                    <a:pt x="0" y="49"/>
                    <a:pt x="0" y="100"/>
                  </a:cubicBezTo>
                  <a:cubicBezTo>
                    <a:pt x="0" y="133"/>
                    <a:pt x="22" y="158"/>
                    <a:pt x="52" y="158"/>
                  </a:cubicBezTo>
                  <a:cubicBezTo>
                    <a:pt x="71" y="158"/>
                    <a:pt x="88" y="147"/>
                    <a:pt x="102" y="133"/>
                  </a:cubicBezTo>
                  <a:cubicBezTo>
                    <a:pt x="108" y="154"/>
                    <a:pt x="129" y="158"/>
                    <a:pt x="138" y="158"/>
                  </a:cubicBezTo>
                  <a:cubicBezTo>
                    <a:pt x="150" y="158"/>
                    <a:pt x="159" y="150"/>
                    <a:pt x="165" y="139"/>
                  </a:cubicBezTo>
                  <a:cubicBezTo>
                    <a:pt x="173" y="125"/>
                    <a:pt x="177" y="106"/>
                    <a:pt x="177" y="104"/>
                  </a:cubicBezTo>
                  <a:cubicBezTo>
                    <a:pt x="177" y="100"/>
                    <a:pt x="173" y="100"/>
                    <a:pt x="172" y="100"/>
                  </a:cubicBezTo>
                  <a:cubicBezTo>
                    <a:pt x="167" y="100"/>
                    <a:pt x="167" y="101"/>
                    <a:pt x="164" y="110"/>
                  </a:cubicBezTo>
                  <a:cubicBezTo>
                    <a:pt x="160" y="127"/>
                    <a:pt x="153" y="148"/>
                    <a:pt x="139" y="148"/>
                  </a:cubicBezTo>
                  <a:cubicBezTo>
                    <a:pt x="130" y="148"/>
                    <a:pt x="127" y="140"/>
                    <a:pt x="127" y="131"/>
                  </a:cubicBezTo>
                  <a:cubicBezTo>
                    <a:pt x="127" y="125"/>
                    <a:pt x="130" y="112"/>
                    <a:pt x="132" y="103"/>
                  </a:cubicBezTo>
                  <a:cubicBezTo>
                    <a:pt x="135" y="94"/>
                    <a:pt x="138" y="79"/>
                    <a:pt x="140" y="72"/>
                  </a:cubicBezTo>
                  <a:lnTo>
                    <a:pt x="147" y="45"/>
                  </a:lnTo>
                  <a:cubicBezTo>
                    <a:pt x="149" y="36"/>
                    <a:pt x="153" y="20"/>
                    <a:pt x="153" y="18"/>
                  </a:cubicBezTo>
                  <a:cubicBezTo>
                    <a:pt x="153" y="10"/>
                    <a:pt x="147" y="7"/>
                    <a:pt x="142" y="7"/>
                  </a:cubicBezTo>
                  <a:cubicBezTo>
                    <a:pt x="136" y="7"/>
                    <a:pt x="128" y="11"/>
                    <a:pt x="125" y="21"/>
                  </a:cubicBezTo>
                  <a:close/>
                  <a:moveTo>
                    <a:pt x="103" y="110"/>
                  </a:moveTo>
                  <a:cubicBezTo>
                    <a:pt x="101" y="120"/>
                    <a:pt x="93" y="127"/>
                    <a:pt x="85" y="134"/>
                  </a:cubicBezTo>
                  <a:cubicBezTo>
                    <a:pt x="82" y="137"/>
                    <a:pt x="68" y="148"/>
                    <a:pt x="53" y="148"/>
                  </a:cubicBezTo>
                  <a:cubicBezTo>
                    <a:pt x="40"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599" name="Freeform 227"/>
            <p:cNvSpPr>
              <a:spLocks/>
            </p:cNvSpPr>
            <p:nvPr>
              <p:custDataLst>
                <p:tags r:id="rId95"/>
              </p:custDataLst>
            </p:nvPr>
          </p:nvSpPr>
          <p:spPr bwMode="auto">
            <a:xfrm>
              <a:off x="4017963" y="1839913"/>
              <a:ext cx="25400" cy="103188"/>
            </a:xfrm>
            <a:custGeom>
              <a:avLst/>
              <a:gdLst>
                <a:gd name="T0" fmla="*/ 77 w 78"/>
                <a:gd name="T1" fmla="*/ 10 h 246"/>
                <a:gd name="T2" fmla="*/ 78 w 78"/>
                <a:gd name="T3" fmla="*/ 5 h 246"/>
                <a:gd name="T4" fmla="*/ 73 w 78"/>
                <a:gd name="T5" fmla="*/ 0 h 246"/>
                <a:gd name="T6" fmla="*/ 28 w 78"/>
                <a:gd name="T7" fmla="*/ 3 h 246"/>
                <a:gd name="T8" fmla="*/ 21 w 78"/>
                <a:gd name="T9" fmla="*/ 11 h 246"/>
                <a:gd name="T10" fmla="*/ 29 w 78"/>
                <a:gd name="T11" fmla="*/ 16 h 246"/>
                <a:gd name="T12" fmla="*/ 46 w 78"/>
                <a:gd name="T13" fmla="*/ 22 h 246"/>
                <a:gd name="T14" fmla="*/ 45 w 78"/>
                <a:gd name="T15" fmla="*/ 29 h 246"/>
                <a:gd name="T16" fmla="*/ 1 w 78"/>
                <a:gd name="T17" fmla="*/ 202 h 246"/>
                <a:gd name="T18" fmla="*/ 0 w 78"/>
                <a:gd name="T19" fmla="*/ 212 h 246"/>
                <a:gd name="T20" fmla="*/ 37 w 78"/>
                <a:gd name="T21" fmla="*/ 246 h 246"/>
                <a:gd name="T22" fmla="*/ 64 w 78"/>
                <a:gd name="T23" fmla="*/ 227 h 246"/>
                <a:gd name="T24" fmla="*/ 77 w 78"/>
                <a:gd name="T25" fmla="*/ 192 h 246"/>
                <a:gd name="T26" fmla="*/ 71 w 78"/>
                <a:gd name="T27" fmla="*/ 188 h 246"/>
                <a:gd name="T28" fmla="*/ 64 w 78"/>
                <a:gd name="T29" fmla="*/ 196 h 246"/>
                <a:gd name="T30" fmla="*/ 38 w 78"/>
                <a:gd name="T31" fmla="*/ 236 h 246"/>
                <a:gd name="T32" fmla="*/ 26 w 78"/>
                <a:gd name="T33" fmla="*/ 219 h 246"/>
                <a:gd name="T34" fmla="*/ 28 w 78"/>
                <a:gd name="T35" fmla="*/ 204 h 246"/>
                <a:gd name="T36" fmla="*/ 77 w 78"/>
                <a:gd name="T37" fmla="*/ 1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6">
                  <a:moveTo>
                    <a:pt x="77" y="10"/>
                  </a:moveTo>
                  <a:cubicBezTo>
                    <a:pt x="77" y="10"/>
                    <a:pt x="78" y="5"/>
                    <a:pt x="78" y="5"/>
                  </a:cubicBezTo>
                  <a:cubicBezTo>
                    <a:pt x="78" y="3"/>
                    <a:pt x="77" y="0"/>
                    <a:pt x="73" y="0"/>
                  </a:cubicBezTo>
                  <a:cubicBezTo>
                    <a:pt x="66" y="0"/>
                    <a:pt x="37" y="3"/>
                    <a:pt x="28" y="3"/>
                  </a:cubicBezTo>
                  <a:cubicBezTo>
                    <a:pt x="25" y="4"/>
                    <a:pt x="21" y="4"/>
                    <a:pt x="21" y="11"/>
                  </a:cubicBezTo>
                  <a:cubicBezTo>
                    <a:pt x="21" y="16"/>
                    <a:pt x="25" y="16"/>
                    <a:pt x="29" y="16"/>
                  </a:cubicBezTo>
                  <a:cubicBezTo>
                    <a:pt x="46" y="16"/>
                    <a:pt x="46" y="19"/>
                    <a:pt x="46" y="22"/>
                  </a:cubicBezTo>
                  <a:cubicBezTo>
                    <a:pt x="46" y="24"/>
                    <a:pt x="45" y="26"/>
                    <a:pt x="45" y="29"/>
                  </a:cubicBezTo>
                  <a:lnTo>
                    <a:pt x="1" y="202"/>
                  </a:lnTo>
                  <a:cubicBezTo>
                    <a:pt x="0" y="205"/>
                    <a:pt x="0" y="209"/>
                    <a:pt x="0" y="212"/>
                  </a:cubicBezTo>
                  <a:cubicBezTo>
                    <a:pt x="0" y="235"/>
                    <a:pt x="20" y="246"/>
                    <a:pt x="37" y="246"/>
                  </a:cubicBezTo>
                  <a:cubicBezTo>
                    <a:pt x="45" y="246"/>
                    <a:pt x="55" y="243"/>
                    <a:pt x="64" y="227"/>
                  </a:cubicBezTo>
                  <a:cubicBezTo>
                    <a:pt x="72" y="214"/>
                    <a:pt x="77" y="194"/>
                    <a:pt x="77" y="192"/>
                  </a:cubicBezTo>
                  <a:cubicBezTo>
                    <a:pt x="77" y="188"/>
                    <a:pt x="72" y="188"/>
                    <a:pt x="71" y="188"/>
                  </a:cubicBezTo>
                  <a:cubicBezTo>
                    <a:pt x="66" y="188"/>
                    <a:pt x="66" y="190"/>
                    <a:pt x="64" y="196"/>
                  </a:cubicBezTo>
                  <a:cubicBezTo>
                    <a:pt x="60" y="213"/>
                    <a:pt x="53" y="236"/>
                    <a:pt x="38" y="236"/>
                  </a:cubicBezTo>
                  <a:cubicBezTo>
                    <a:pt x="29" y="236"/>
                    <a:pt x="26" y="227"/>
                    <a:pt x="26" y="219"/>
                  </a:cubicBezTo>
                  <a:cubicBezTo>
                    <a:pt x="26" y="215"/>
                    <a:pt x="27" y="208"/>
                    <a:pt x="28" y="204"/>
                  </a:cubicBezTo>
                  <a:lnTo>
                    <a:pt x="77"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0" name="Freeform 228"/>
            <p:cNvSpPr>
              <a:spLocks noEditPoints="1"/>
            </p:cNvSpPr>
            <p:nvPr>
              <p:custDataLst>
                <p:tags r:id="rId96"/>
              </p:custDataLst>
            </p:nvPr>
          </p:nvSpPr>
          <p:spPr bwMode="auto">
            <a:xfrm>
              <a:off x="4059238" y="1876426"/>
              <a:ext cx="47625" cy="66675"/>
            </a:xfrm>
            <a:custGeom>
              <a:avLst/>
              <a:gdLst>
                <a:gd name="T0" fmla="*/ 55 w 150"/>
                <a:gd name="T1" fmla="*/ 75 h 158"/>
                <a:gd name="T2" fmla="*/ 111 w 150"/>
                <a:gd name="T3" fmla="*/ 67 h 158"/>
                <a:gd name="T4" fmla="*/ 142 w 150"/>
                <a:gd name="T5" fmla="*/ 31 h 158"/>
                <a:gd name="T6" fmla="*/ 99 w 150"/>
                <a:gd name="T7" fmla="*/ 0 h 158"/>
                <a:gd name="T8" fmla="*/ 0 w 150"/>
                <a:gd name="T9" fmla="*/ 92 h 158"/>
                <a:gd name="T10" fmla="*/ 63 w 150"/>
                <a:gd name="T11" fmla="*/ 158 h 158"/>
                <a:gd name="T12" fmla="*/ 150 w 150"/>
                <a:gd name="T13" fmla="*/ 118 h 158"/>
                <a:gd name="T14" fmla="*/ 144 w 150"/>
                <a:gd name="T15" fmla="*/ 112 h 158"/>
                <a:gd name="T16" fmla="*/ 138 w 150"/>
                <a:gd name="T17" fmla="*/ 116 h 158"/>
                <a:gd name="T18" fmla="*/ 64 w 150"/>
                <a:gd name="T19" fmla="*/ 148 h 158"/>
                <a:gd name="T20" fmla="*/ 29 w 150"/>
                <a:gd name="T21" fmla="*/ 106 h 158"/>
                <a:gd name="T22" fmla="*/ 33 w 150"/>
                <a:gd name="T23" fmla="*/ 75 h 158"/>
                <a:gd name="T24" fmla="*/ 55 w 150"/>
                <a:gd name="T25" fmla="*/ 75 h 158"/>
                <a:gd name="T26" fmla="*/ 36 w 150"/>
                <a:gd name="T27" fmla="*/ 65 h 158"/>
                <a:gd name="T28" fmla="*/ 99 w 150"/>
                <a:gd name="T29" fmla="*/ 10 h 158"/>
                <a:gd name="T30" fmla="*/ 127 w 150"/>
                <a:gd name="T31" fmla="*/ 31 h 158"/>
                <a:gd name="T32" fmla="*/ 53 w 150"/>
                <a:gd name="T33" fmla="*/ 65 h 158"/>
                <a:gd name="T34" fmla="*/ 36 w 150"/>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8">
                  <a:moveTo>
                    <a:pt x="55" y="75"/>
                  </a:moveTo>
                  <a:cubicBezTo>
                    <a:pt x="65" y="75"/>
                    <a:pt x="92" y="74"/>
                    <a:pt x="111" y="67"/>
                  </a:cubicBezTo>
                  <a:cubicBezTo>
                    <a:pt x="137" y="58"/>
                    <a:pt x="142" y="41"/>
                    <a:pt x="142" y="31"/>
                  </a:cubicBezTo>
                  <a:cubicBezTo>
                    <a:pt x="142" y="12"/>
                    <a:pt x="123" y="0"/>
                    <a:pt x="99" y="0"/>
                  </a:cubicBezTo>
                  <a:cubicBezTo>
                    <a:pt x="57" y="0"/>
                    <a:pt x="0" y="32"/>
                    <a:pt x="0" y="92"/>
                  </a:cubicBezTo>
                  <a:cubicBezTo>
                    <a:pt x="0" y="127"/>
                    <a:pt x="22" y="158"/>
                    <a:pt x="63" y="158"/>
                  </a:cubicBezTo>
                  <a:cubicBezTo>
                    <a:pt x="122" y="158"/>
                    <a:pt x="150" y="123"/>
                    <a:pt x="150" y="118"/>
                  </a:cubicBezTo>
                  <a:cubicBezTo>
                    <a:pt x="150" y="116"/>
                    <a:pt x="147" y="112"/>
                    <a:pt x="144" y="112"/>
                  </a:cubicBezTo>
                  <a:cubicBezTo>
                    <a:pt x="142" y="112"/>
                    <a:pt x="141" y="113"/>
                    <a:pt x="138" y="116"/>
                  </a:cubicBezTo>
                  <a:cubicBezTo>
                    <a:pt x="111" y="148"/>
                    <a:pt x="70" y="148"/>
                    <a:pt x="64" y="148"/>
                  </a:cubicBezTo>
                  <a:cubicBezTo>
                    <a:pt x="43" y="148"/>
                    <a:pt x="29" y="134"/>
                    <a:pt x="29" y="106"/>
                  </a:cubicBezTo>
                  <a:cubicBezTo>
                    <a:pt x="29" y="101"/>
                    <a:pt x="29" y="94"/>
                    <a:pt x="33" y="75"/>
                  </a:cubicBezTo>
                  <a:lnTo>
                    <a:pt x="55" y="75"/>
                  </a:lnTo>
                  <a:close/>
                  <a:moveTo>
                    <a:pt x="36" y="65"/>
                  </a:moveTo>
                  <a:cubicBezTo>
                    <a:pt x="50" y="14"/>
                    <a:pt x="89" y="10"/>
                    <a:pt x="99"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1" name="Freeform 229"/>
            <p:cNvSpPr>
              <a:spLocks/>
            </p:cNvSpPr>
            <p:nvPr>
              <p:custDataLst>
                <p:tags r:id="rId97"/>
              </p:custDataLst>
            </p:nvPr>
          </p:nvSpPr>
          <p:spPr bwMode="auto">
            <a:xfrm>
              <a:off x="4119563" y="1876426"/>
              <a:ext cx="47625" cy="66675"/>
            </a:xfrm>
            <a:custGeom>
              <a:avLst/>
              <a:gdLst>
                <a:gd name="T0" fmla="*/ 131 w 151"/>
                <a:gd name="T1" fmla="*/ 20 h 158"/>
                <a:gd name="T2" fmla="*/ 113 w 151"/>
                <a:gd name="T3" fmla="*/ 40 h 158"/>
                <a:gd name="T4" fmla="*/ 127 w 151"/>
                <a:gd name="T5" fmla="*/ 53 h 158"/>
                <a:gd name="T6" fmla="*/ 147 w 151"/>
                <a:gd name="T7" fmla="*/ 31 h 158"/>
                <a:gd name="T8" fmla="*/ 100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0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3"/>
                    <a:pt x="113" y="32"/>
                    <a:pt x="113" y="40"/>
                  </a:cubicBezTo>
                  <a:cubicBezTo>
                    <a:pt x="113" y="49"/>
                    <a:pt x="120" y="53"/>
                    <a:pt x="127" y="53"/>
                  </a:cubicBezTo>
                  <a:cubicBezTo>
                    <a:pt x="134" y="53"/>
                    <a:pt x="147" y="47"/>
                    <a:pt x="147" y="31"/>
                  </a:cubicBezTo>
                  <a:cubicBezTo>
                    <a:pt x="147" y="7"/>
                    <a:pt x="119" y="0"/>
                    <a:pt x="100" y="0"/>
                  </a:cubicBezTo>
                  <a:cubicBezTo>
                    <a:pt x="48" y="0"/>
                    <a:pt x="0" y="48"/>
                    <a:pt x="0" y="97"/>
                  </a:cubicBezTo>
                  <a:cubicBezTo>
                    <a:pt x="0" y="127"/>
                    <a:pt x="21" y="158"/>
                    <a:pt x="64" y="158"/>
                  </a:cubicBezTo>
                  <a:cubicBezTo>
                    <a:pt x="123" y="158"/>
                    <a:pt x="151" y="123"/>
                    <a:pt x="151" y="118"/>
                  </a:cubicBezTo>
                  <a:cubicBezTo>
                    <a:pt x="151" y="116"/>
                    <a:pt x="148" y="112"/>
                    <a:pt x="145" y="112"/>
                  </a:cubicBezTo>
                  <a:cubicBezTo>
                    <a:pt x="143" y="112"/>
                    <a:pt x="142" y="113"/>
                    <a:pt x="139" y="116"/>
                  </a:cubicBezTo>
                  <a:cubicBezTo>
                    <a:pt x="112" y="148"/>
                    <a:pt x="71" y="148"/>
                    <a:pt x="65" y="148"/>
                  </a:cubicBezTo>
                  <a:cubicBezTo>
                    <a:pt x="40" y="148"/>
                    <a:pt x="29" y="131"/>
                    <a:pt x="29" y="109"/>
                  </a:cubicBezTo>
                  <a:cubicBezTo>
                    <a:pt x="29" y="99"/>
                    <a:pt x="34" y="61"/>
                    <a:pt x="52" y="37"/>
                  </a:cubicBezTo>
                  <a:cubicBezTo>
                    <a:pt x="65" y="20"/>
                    <a:pt x="83" y="10"/>
                    <a:pt x="100" y="10"/>
                  </a:cubicBezTo>
                  <a:cubicBezTo>
                    <a:pt x="105"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2" name="Freeform 230"/>
            <p:cNvSpPr>
              <a:spLocks/>
            </p:cNvSpPr>
            <p:nvPr>
              <p:custDataLst>
                <p:tags r:id="rId98"/>
              </p:custDataLst>
            </p:nvPr>
          </p:nvSpPr>
          <p:spPr bwMode="auto">
            <a:xfrm>
              <a:off x="4181475" y="1924051"/>
              <a:ext cx="12700" cy="17463"/>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9"/>
                    <a:pt x="0" y="20"/>
                  </a:cubicBezTo>
                  <a:cubicBezTo>
                    <a:pt x="0" y="32"/>
                    <a:pt x="11" y="40"/>
                    <a:pt x="20" y="40"/>
                  </a:cubicBezTo>
                  <a:cubicBezTo>
                    <a:pt x="32"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3" name="Freeform 231"/>
            <p:cNvSpPr>
              <a:spLocks noEditPoints="1"/>
            </p:cNvSpPr>
            <p:nvPr>
              <p:custDataLst>
                <p:tags r:id="rId99"/>
              </p:custDataLst>
            </p:nvPr>
          </p:nvSpPr>
          <p:spPr bwMode="auto">
            <a:xfrm>
              <a:off x="4211638" y="1844676"/>
              <a:ext cx="33338" cy="98425"/>
            </a:xfrm>
            <a:custGeom>
              <a:avLst/>
              <a:gdLst>
                <a:gd name="T0" fmla="*/ 96 w 106"/>
                <a:gd name="T1" fmla="*/ 13 h 235"/>
                <a:gd name="T2" fmla="*/ 83 w 106"/>
                <a:gd name="T3" fmla="*/ 0 h 235"/>
                <a:gd name="T4" fmla="*/ 63 w 106"/>
                <a:gd name="T5" fmla="*/ 19 h 235"/>
                <a:gd name="T6" fmla="*/ 77 w 106"/>
                <a:gd name="T7" fmla="*/ 32 h 235"/>
                <a:gd name="T8" fmla="*/ 96 w 106"/>
                <a:gd name="T9" fmla="*/ 13 h 235"/>
                <a:gd name="T10" fmla="*/ 25 w 106"/>
                <a:gd name="T11" fmla="*/ 190 h 235"/>
                <a:gd name="T12" fmla="*/ 22 w 106"/>
                <a:gd name="T13" fmla="*/ 205 h 235"/>
                <a:gd name="T14" fmla="*/ 55 w 106"/>
                <a:gd name="T15" fmla="*/ 235 h 235"/>
                <a:gd name="T16" fmla="*/ 106 w 106"/>
                <a:gd name="T17" fmla="*/ 181 h 235"/>
                <a:gd name="T18" fmla="*/ 100 w 106"/>
                <a:gd name="T19" fmla="*/ 177 h 235"/>
                <a:gd name="T20" fmla="*/ 93 w 106"/>
                <a:gd name="T21" fmla="*/ 183 h 235"/>
                <a:gd name="T22" fmla="*/ 56 w 106"/>
                <a:gd name="T23" fmla="*/ 225 h 235"/>
                <a:gd name="T24" fmla="*/ 48 w 106"/>
                <a:gd name="T25" fmla="*/ 213 h 235"/>
                <a:gd name="T26" fmla="*/ 53 w 106"/>
                <a:gd name="T27" fmla="*/ 190 h 235"/>
                <a:gd name="T28" fmla="*/ 64 w 106"/>
                <a:gd name="T29" fmla="*/ 162 h 235"/>
                <a:gd name="T30" fmla="*/ 81 w 106"/>
                <a:gd name="T31" fmla="*/ 118 h 235"/>
                <a:gd name="T32" fmla="*/ 84 w 106"/>
                <a:gd name="T33" fmla="*/ 107 h 235"/>
                <a:gd name="T34" fmla="*/ 50 w 106"/>
                <a:gd name="T35" fmla="*/ 77 h 235"/>
                <a:gd name="T36" fmla="*/ 0 w 106"/>
                <a:gd name="T37" fmla="*/ 131 h 235"/>
                <a:gd name="T38" fmla="*/ 6 w 106"/>
                <a:gd name="T39" fmla="*/ 135 h 235"/>
                <a:gd name="T40" fmla="*/ 12 w 106"/>
                <a:gd name="T41" fmla="*/ 130 h 235"/>
                <a:gd name="T42" fmla="*/ 49 w 106"/>
                <a:gd name="T43" fmla="*/ 87 h 235"/>
                <a:gd name="T44" fmla="*/ 58 w 106"/>
                <a:gd name="T45" fmla="*/ 99 h 235"/>
                <a:gd name="T46" fmla="*/ 47 w 106"/>
                <a:gd name="T47" fmla="*/ 134 h 235"/>
                <a:gd name="T48" fmla="*/ 25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6" y="13"/>
                  </a:moveTo>
                  <a:cubicBezTo>
                    <a:pt x="96" y="7"/>
                    <a:pt x="92" y="0"/>
                    <a:pt x="83" y="0"/>
                  </a:cubicBezTo>
                  <a:cubicBezTo>
                    <a:pt x="73" y="0"/>
                    <a:pt x="63" y="9"/>
                    <a:pt x="63" y="19"/>
                  </a:cubicBezTo>
                  <a:cubicBezTo>
                    <a:pt x="63" y="25"/>
                    <a:pt x="68"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6" y="186"/>
                    <a:pt x="106" y="181"/>
                  </a:cubicBezTo>
                  <a:cubicBezTo>
                    <a:pt x="106"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1" y="171"/>
                    <a:pt x="64" y="162"/>
                  </a:cubicBezTo>
                  <a:cubicBezTo>
                    <a:pt x="68" y="154"/>
                    <a:pt x="80" y="122"/>
                    <a:pt x="81" y="118"/>
                  </a:cubicBezTo>
                  <a:cubicBezTo>
                    <a:pt x="83" y="115"/>
                    <a:pt x="84" y="110"/>
                    <a:pt x="84" y="107"/>
                  </a:cubicBezTo>
                  <a:cubicBezTo>
                    <a:pt x="84" y="90"/>
                    <a:pt x="70" y="77"/>
                    <a:pt x="50" y="77"/>
                  </a:cubicBezTo>
                  <a:cubicBezTo>
                    <a:pt x="16" y="77"/>
                    <a:pt x="0" y="125"/>
                    <a:pt x="0" y="131"/>
                  </a:cubicBezTo>
                  <a:cubicBezTo>
                    <a:pt x="0" y="135"/>
                    <a:pt x="5" y="135"/>
                    <a:pt x="6" y="135"/>
                  </a:cubicBezTo>
                  <a:cubicBezTo>
                    <a:pt x="11" y="135"/>
                    <a:pt x="11" y="133"/>
                    <a:pt x="12" y="130"/>
                  </a:cubicBezTo>
                  <a:cubicBezTo>
                    <a:pt x="21" y="100"/>
                    <a:pt x="37"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4" name="Freeform 232"/>
            <p:cNvSpPr>
              <a:spLocks/>
            </p:cNvSpPr>
            <p:nvPr>
              <p:custDataLst>
                <p:tags r:id="rId100"/>
              </p:custDataLst>
            </p:nvPr>
          </p:nvSpPr>
          <p:spPr bwMode="auto">
            <a:xfrm>
              <a:off x="4256088" y="1876426"/>
              <a:ext cx="103188" cy="66675"/>
            </a:xfrm>
            <a:custGeom>
              <a:avLst/>
              <a:gdLst>
                <a:gd name="T0" fmla="*/ 135 w 320"/>
                <a:gd name="T1" fmla="*/ 126 h 158"/>
                <a:gd name="T2" fmla="*/ 130 w 320"/>
                <a:gd name="T3" fmla="*/ 146 h 158"/>
                <a:gd name="T4" fmla="*/ 142 w 320"/>
                <a:gd name="T5" fmla="*/ 158 h 158"/>
                <a:gd name="T6" fmla="*/ 155 w 320"/>
                <a:gd name="T7" fmla="*/ 150 h 158"/>
                <a:gd name="T8" fmla="*/ 162 w 320"/>
                <a:gd name="T9" fmla="*/ 128 h 158"/>
                <a:gd name="T10" fmla="*/ 169 w 320"/>
                <a:gd name="T11" fmla="*/ 97 h 158"/>
                <a:gd name="T12" fmla="*/ 175 w 320"/>
                <a:gd name="T13" fmla="*/ 73 h 158"/>
                <a:gd name="T14" fmla="*/ 186 w 320"/>
                <a:gd name="T15" fmla="*/ 47 h 158"/>
                <a:gd name="T16" fmla="*/ 242 w 320"/>
                <a:gd name="T17" fmla="*/ 10 h 158"/>
                <a:gd name="T18" fmla="*/ 262 w 320"/>
                <a:gd name="T19" fmla="*/ 34 h 158"/>
                <a:gd name="T20" fmla="*/ 242 w 320"/>
                <a:gd name="T21" fmla="*/ 109 h 158"/>
                <a:gd name="T22" fmla="*/ 236 w 320"/>
                <a:gd name="T23" fmla="*/ 128 h 158"/>
                <a:gd name="T24" fmla="*/ 270 w 320"/>
                <a:gd name="T25" fmla="*/ 158 h 158"/>
                <a:gd name="T26" fmla="*/ 320 w 320"/>
                <a:gd name="T27" fmla="*/ 104 h 158"/>
                <a:gd name="T28" fmla="*/ 314 w 320"/>
                <a:gd name="T29" fmla="*/ 100 h 158"/>
                <a:gd name="T30" fmla="*/ 308 w 320"/>
                <a:gd name="T31" fmla="*/ 106 h 158"/>
                <a:gd name="T32" fmla="*/ 271 w 320"/>
                <a:gd name="T33" fmla="*/ 148 h 158"/>
                <a:gd name="T34" fmla="*/ 262 w 320"/>
                <a:gd name="T35" fmla="*/ 136 h 158"/>
                <a:gd name="T36" fmla="*/ 270 w 320"/>
                <a:gd name="T37" fmla="*/ 107 h 158"/>
                <a:gd name="T38" fmla="*/ 288 w 320"/>
                <a:gd name="T39" fmla="*/ 40 h 158"/>
                <a:gd name="T40" fmla="*/ 276 w 320"/>
                <a:gd name="T41" fmla="*/ 10 h 158"/>
                <a:gd name="T42" fmla="*/ 243 w 320"/>
                <a:gd name="T43" fmla="*/ 0 h 158"/>
                <a:gd name="T44" fmla="*/ 181 w 320"/>
                <a:gd name="T45" fmla="*/ 35 h 158"/>
                <a:gd name="T46" fmla="*/ 136 w 320"/>
                <a:gd name="T47" fmla="*/ 0 h 158"/>
                <a:gd name="T48" fmla="*/ 77 w 320"/>
                <a:gd name="T49" fmla="*/ 32 h 158"/>
                <a:gd name="T50" fmla="*/ 40 w 320"/>
                <a:gd name="T51" fmla="*/ 0 h 158"/>
                <a:gd name="T52" fmla="*/ 12 w 320"/>
                <a:gd name="T53" fmla="*/ 19 h 158"/>
                <a:gd name="T54" fmla="*/ 0 w 320"/>
                <a:gd name="T55" fmla="*/ 54 h 158"/>
                <a:gd name="T56" fmla="*/ 6 w 320"/>
                <a:gd name="T57" fmla="*/ 58 h 158"/>
                <a:gd name="T58" fmla="*/ 13 w 320"/>
                <a:gd name="T59" fmla="*/ 48 h 158"/>
                <a:gd name="T60" fmla="*/ 39 w 320"/>
                <a:gd name="T61" fmla="*/ 10 h 158"/>
                <a:gd name="T62" fmla="*/ 50 w 320"/>
                <a:gd name="T63" fmla="*/ 27 h 158"/>
                <a:gd name="T64" fmla="*/ 45 w 320"/>
                <a:gd name="T65" fmla="*/ 56 h 158"/>
                <a:gd name="T66" fmla="*/ 37 w 320"/>
                <a:gd name="T67" fmla="*/ 87 h 158"/>
                <a:gd name="T68" fmla="*/ 26 w 320"/>
                <a:gd name="T69" fmla="*/ 132 h 158"/>
                <a:gd name="T70" fmla="*/ 22 w 320"/>
                <a:gd name="T71" fmla="*/ 146 h 158"/>
                <a:gd name="T72" fmla="*/ 34 w 320"/>
                <a:gd name="T73" fmla="*/ 158 h 158"/>
                <a:gd name="T74" fmla="*/ 48 w 320"/>
                <a:gd name="T75" fmla="*/ 150 h 158"/>
                <a:gd name="T76" fmla="*/ 54 w 320"/>
                <a:gd name="T77" fmla="*/ 128 h 158"/>
                <a:gd name="T78" fmla="*/ 62 w 320"/>
                <a:gd name="T79" fmla="*/ 97 h 158"/>
                <a:gd name="T80" fmla="*/ 68 w 320"/>
                <a:gd name="T81" fmla="*/ 73 h 158"/>
                <a:gd name="T82" fmla="*/ 82 w 320"/>
                <a:gd name="T83" fmla="*/ 42 h 158"/>
                <a:gd name="T84" fmla="*/ 135 w 320"/>
                <a:gd name="T85" fmla="*/ 10 h 158"/>
                <a:gd name="T86" fmla="*/ 155 w 320"/>
                <a:gd name="T87" fmla="*/ 34 h 158"/>
                <a:gd name="T88" fmla="*/ 149 w 320"/>
                <a:gd name="T89" fmla="*/ 67 h 158"/>
                <a:gd name="T90" fmla="*/ 135 w 320"/>
                <a:gd name="T91" fmla="*/ 12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158">
                  <a:moveTo>
                    <a:pt x="135" y="126"/>
                  </a:moveTo>
                  <a:cubicBezTo>
                    <a:pt x="133" y="133"/>
                    <a:pt x="130" y="145"/>
                    <a:pt x="130" y="146"/>
                  </a:cubicBezTo>
                  <a:cubicBezTo>
                    <a:pt x="130" y="154"/>
                    <a:pt x="136" y="158"/>
                    <a:pt x="142" y="158"/>
                  </a:cubicBezTo>
                  <a:cubicBezTo>
                    <a:pt x="148" y="158"/>
                    <a:pt x="154" y="153"/>
                    <a:pt x="155" y="150"/>
                  </a:cubicBezTo>
                  <a:cubicBezTo>
                    <a:pt x="157" y="147"/>
                    <a:pt x="160" y="136"/>
                    <a:pt x="162" y="128"/>
                  </a:cubicBezTo>
                  <a:cubicBezTo>
                    <a:pt x="163" y="122"/>
                    <a:pt x="167" y="106"/>
                    <a:pt x="169" y="97"/>
                  </a:cubicBezTo>
                  <a:cubicBezTo>
                    <a:pt x="171" y="89"/>
                    <a:pt x="173" y="81"/>
                    <a:pt x="175" y="73"/>
                  </a:cubicBezTo>
                  <a:cubicBezTo>
                    <a:pt x="179" y="58"/>
                    <a:pt x="179" y="58"/>
                    <a:pt x="186" y="47"/>
                  </a:cubicBezTo>
                  <a:cubicBezTo>
                    <a:pt x="197" y="30"/>
                    <a:pt x="215" y="10"/>
                    <a:pt x="242" y="10"/>
                  </a:cubicBezTo>
                  <a:cubicBezTo>
                    <a:pt x="261" y="10"/>
                    <a:pt x="262" y="26"/>
                    <a:pt x="262" y="34"/>
                  </a:cubicBezTo>
                  <a:cubicBezTo>
                    <a:pt x="262" y="55"/>
                    <a:pt x="247" y="94"/>
                    <a:pt x="242" y="109"/>
                  </a:cubicBezTo>
                  <a:cubicBezTo>
                    <a:pt x="238" y="118"/>
                    <a:pt x="236" y="122"/>
                    <a:pt x="236" y="128"/>
                  </a:cubicBezTo>
                  <a:cubicBezTo>
                    <a:pt x="236" y="146"/>
                    <a:pt x="252" y="158"/>
                    <a:pt x="270" y="158"/>
                  </a:cubicBezTo>
                  <a:cubicBezTo>
                    <a:pt x="304" y="158"/>
                    <a:pt x="320" y="109"/>
                    <a:pt x="320" y="104"/>
                  </a:cubicBezTo>
                  <a:cubicBezTo>
                    <a:pt x="320" y="100"/>
                    <a:pt x="315" y="100"/>
                    <a:pt x="314" y="100"/>
                  </a:cubicBezTo>
                  <a:cubicBezTo>
                    <a:pt x="309" y="100"/>
                    <a:pt x="309" y="102"/>
                    <a:pt x="308" y="106"/>
                  </a:cubicBezTo>
                  <a:cubicBezTo>
                    <a:pt x="300" y="133"/>
                    <a:pt x="285" y="148"/>
                    <a:pt x="271" y="148"/>
                  </a:cubicBezTo>
                  <a:cubicBezTo>
                    <a:pt x="263" y="148"/>
                    <a:pt x="262" y="143"/>
                    <a:pt x="262" y="136"/>
                  </a:cubicBezTo>
                  <a:cubicBezTo>
                    <a:pt x="262" y="128"/>
                    <a:pt x="264" y="123"/>
                    <a:pt x="270" y="107"/>
                  </a:cubicBezTo>
                  <a:cubicBezTo>
                    <a:pt x="274" y="96"/>
                    <a:pt x="288" y="59"/>
                    <a:pt x="288" y="40"/>
                  </a:cubicBezTo>
                  <a:cubicBezTo>
                    <a:pt x="288" y="34"/>
                    <a:pt x="288" y="20"/>
                    <a:pt x="276" y="10"/>
                  </a:cubicBezTo>
                  <a:cubicBezTo>
                    <a:pt x="270" y="5"/>
                    <a:pt x="259" y="0"/>
                    <a:pt x="243" y="0"/>
                  </a:cubicBezTo>
                  <a:cubicBezTo>
                    <a:pt x="212" y="0"/>
                    <a:pt x="193" y="21"/>
                    <a:pt x="181" y="35"/>
                  </a:cubicBezTo>
                  <a:cubicBezTo>
                    <a:pt x="179" y="6"/>
                    <a:pt x="154" y="0"/>
                    <a:pt x="136" y="0"/>
                  </a:cubicBezTo>
                  <a:cubicBezTo>
                    <a:pt x="107" y="0"/>
                    <a:pt x="88" y="18"/>
                    <a:pt x="77" y="32"/>
                  </a:cubicBezTo>
                  <a:cubicBezTo>
                    <a:pt x="75" y="8"/>
                    <a:pt x="54" y="0"/>
                    <a:pt x="40" y="0"/>
                  </a:cubicBezTo>
                  <a:cubicBezTo>
                    <a:pt x="25" y="0"/>
                    <a:pt x="17" y="11"/>
                    <a:pt x="12" y="19"/>
                  </a:cubicBezTo>
                  <a:cubicBezTo>
                    <a:pt x="5" y="32"/>
                    <a:pt x="0" y="52"/>
                    <a:pt x="0" y="54"/>
                  </a:cubicBezTo>
                  <a:cubicBezTo>
                    <a:pt x="0" y="58"/>
                    <a:pt x="5" y="58"/>
                    <a:pt x="6" y="58"/>
                  </a:cubicBezTo>
                  <a:cubicBezTo>
                    <a:pt x="11" y="58"/>
                    <a:pt x="11" y="57"/>
                    <a:pt x="13" y="48"/>
                  </a:cubicBezTo>
                  <a:cubicBezTo>
                    <a:pt x="19" y="27"/>
                    <a:pt x="25" y="10"/>
                    <a:pt x="39" y="10"/>
                  </a:cubicBezTo>
                  <a:cubicBezTo>
                    <a:pt x="48" y="10"/>
                    <a:pt x="50" y="18"/>
                    <a:pt x="50" y="27"/>
                  </a:cubicBezTo>
                  <a:cubicBezTo>
                    <a:pt x="50" y="34"/>
                    <a:pt x="47" y="47"/>
                    <a:pt x="45" y="56"/>
                  </a:cubicBezTo>
                  <a:cubicBezTo>
                    <a:pt x="42" y="65"/>
                    <a:pt x="39" y="80"/>
                    <a:pt x="37" y="87"/>
                  </a:cubicBezTo>
                  <a:lnTo>
                    <a:pt x="26" y="132"/>
                  </a:lnTo>
                  <a:cubicBezTo>
                    <a:pt x="25" y="137"/>
                    <a:pt x="22" y="145"/>
                    <a:pt x="22" y="146"/>
                  </a:cubicBezTo>
                  <a:cubicBezTo>
                    <a:pt x="22" y="154"/>
                    <a:pt x="29" y="158"/>
                    <a:pt x="34" y="158"/>
                  </a:cubicBezTo>
                  <a:cubicBezTo>
                    <a:pt x="41" y="158"/>
                    <a:pt x="46" y="153"/>
                    <a:pt x="48" y="150"/>
                  </a:cubicBezTo>
                  <a:cubicBezTo>
                    <a:pt x="50" y="147"/>
                    <a:pt x="52" y="136"/>
                    <a:pt x="54" y="128"/>
                  </a:cubicBezTo>
                  <a:cubicBezTo>
                    <a:pt x="56" y="122"/>
                    <a:pt x="60" y="106"/>
                    <a:pt x="62" y="97"/>
                  </a:cubicBezTo>
                  <a:cubicBezTo>
                    <a:pt x="64" y="89"/>
                    <a:pt x="66" y="81"/>
                    <a:pt x="68" y="73"/>
                  </a:cubicBezTo>
                  <a:cubicBezTo>
                    <a:pt x="72" y="59"/>
                    <a:pt x="72" y="56"/>
                    <a:pt x="82" y="42"/>
                  </a:cubicBezTo>
                  <a:cubicBezTo>
                    <a:pt x="92" y="28"/>
                    <a:pt x="109" y="10"/>
                    <a:pt x="135" y="10"/>
                  </a:cubicBezTo>
                  <a:cubicBezTo>
                    <a:pt x="155" y="10"/>
                    <a:pt x="155" y="28"/>
                    <a:pt x="155" y="34"/>
                  </a:cubicBezTo>
                  <a:cubicBezTo>
                    <a:pt x="155" y="43"/>
                    <a:pt x="154" y="48"/>
                    <a:pt x="149" y="67"/>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5" name="Freeform 233"/>
            <p:cNvSpPr>
              <a:spLocks noEditPoints="1"/>
            </p:cNvSpPr>
            <p:nvPr>
              <p:custDataLst>
                <p:tags r:id="rId101"/>
              </p:custDataLst>
            </p:nvPr>
          </p:nvSpPr>
          <p:spPr bwMode="auto">
            <a:xfrm>
              <a:off x="4371975" y="1876426"/>
              <a:ext cx="47625" cy="66675"/>
            </a:xfrm>
            <a:custGeom>
              <a:avLst/>
              <a:gdLst>
                <a:gd name="T0" fmla="*/ 55 w 149"/>
                <a:gd name="T1" fmla="*/ 75 h 158"/>
                <a:gd name="T2" fmla="*/ 111 w 149"/>
                <a:gd name="T3" fmla="*/ 67 h 158"/>
                <a:gd name="T4" fmla="*/ 142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4 w 149"/>
                <a:gd name="T19" fmla="*/ 148 h 158"/>
                <a:gd name="T20" fmla="*/ 29 w 149"/>
                <a:gd name="T21" fmla="*/ 106 h 158"/>
                <a:gd name="T22" fmla="*/ 33 w 149"/>
                <a:gd name="T23" fmla="*/ 75 h 158"/>
                <a:gd name="T24" fmla="*/ 55 w 149"/>
                <a:gd name="T25" fmla="*/ 75 h 158"/>
                <a:gd name="T26" fmla="*/ 36 w 149"/>
                <a:gd name="T27" fmla="*/ 65 h 158"/>
                <a:gd name="T28" fmla="*/ 98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5"/>
                  </a:moveTo>
                  <a:cubicBezTo>
                    <a:pt x="65" y="75"/>
                    <a:pt x="92" y="74"/>
                    <a:pt x="111" y="67"/>
                  </a:cubicBezTo>
                  <a:cubicBezTo>
                    <a:pt x="137" y="58"/>
                    <a:pt x="142" y="41"/>
                    <a:pt x="142" y="31"/>
                  </a:cubicBezTo>
                  <a:cubicBezTo>
                    <a:pt x="142" y="12"/>
                    <a:pt x="123" y="0"/>
                    <a:pt x="98" y="0"/>
                  </a:cubicBezTo>
                  <a:cubicBezTo>
                    <a:pt x="57" y="0"/>
                    <a:pt x="0" y="32"/>
                    <a:pt x="0" y="92"/>
                  </a:cubicBezTo>
                  <a:cubicBezTo>
                    <a:pt x="0" y="127"/>
                    <a:pt x="22" y="158"/>
                    <a:pt x="63" y="158"/>
                  </a:cubicBezTo>
                  <a:cubicBezTo>
                    <a:pt x="122" y="158"/>
                    <a:pt x="149" y="123"/>
                    <a:pt x="149" y="118"/>
                  </a:cubicBezTo>
                  <a:cubicBezTo>
                    <a:pt x="149" y="116"/>
                    <a:pt x="146" y="112"/>
                    <a:pt x="143" y="112"/>
                  </a:cubicBezTo>
                  <a:cubicBezTo>
                    <a:pt x="141" y="112"/>
                    <a:pt x="141" y="113"/>
                    <a:pt x="138" y="116"/>
                  </a:cubicBezTo>
                  <a:cubicBezTo>
                    <a:pt x="111" y="148"/>
                    <a:pt x="70" y="148"/>
                    <a:pt x="64" y="148"/>
                  </a:cubicBezTo>
                  <a:cubicBezTo>
                    <a:pt x="43" y="148"/>
                    <a:pt x="29" y="134"/>
                    <a:pt x="29" y="106"/>
                  </a:cubicBezTo>
                  <a:cubicBezTo>
                    <a:pt x="29" y="101"/>
                    <a:pt x="29" y="94"/>
                    <a:pt x="33" y="75"/>
                  </a:cubicBezTo>
                  <a:lnTo>
                    <a:pt x="55" y="75"/>
                  </a:lnTo>
                  <a:close/>
                  <a:moveTo>
                    <a:pt x="36" y="65"/>
                  </a:moveTo>
                  <a:cubicBezTo>
                    <a:pt x="50" y="14"/>
                    <a:pt x="89" y="10"/>
                    <a:pt x="98"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6" name="Freeform 234"/>
            <p:cNvSpPr>
              <a:spLocks/>
            </p:cNvSpPr>
            <p:nvPr>
              <p:custDataLst>
                <p:tags r:id="rId102"/>
              </p:custDataLst>
            </p:nvPr>
          </p:nvSpPr>
          <p:spPr bwMode="auto">
            <a:xfrm>
              <a:off x="4448175" y="1754188"/>
              <a:ext cx="36513" cy="207963"/>
            </a:xfrm>
            <a:custGeom>
              <a:avLst/>
              <a:gdLst>
                <a:gd name="T0" fmla="*/ 116 w 116"/>
                <a:gd name="T1" fmla="*/ 494 h 499"/>
                <a:gd name="T2" fmla="*/ 107 w 116"/>
                <a:gd name="T3" fmla="*/ 483 h 499"/>
                <a:gd name="T4" fmla="*/ 29 w 116"/>
                <a:gd name="T5" fmla="*/ 250 h 499"/>
                <a:gd name="T6" fmla="*/ 109 w 116"/>
                <a:gd name="T7" fmla="*/ 14 h 499"/>
                <a:gd name="T8" fmla="*/ 116 w 116"/>
                <a:gd name="T9" fmla="*/ 5 h 499"/>
                <a:gd name="T10" fmla="*/ 111 w 116"/>
                <a:gd name="T11" fmla="*/ 0 h 499"/>
                <a:gd name="T12" fmla="*/ 32 w 116"/>
                <a:gd name="T13" fmla="*/ 97 h 499"/>
                <a:gd name="T14" fmla="*/ 0 w 116"/>
                <a:gd name="T15" fmla="*/ 250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3"/>
                    <a:pt x="116" y="492"/>
                    <a:pt x="107" y="483"/>
                  </a:cubicBezTo>
                  <a:cubicBezTo>
                    <a:pt x="45" y="420"/>
                    <a:pt x="29" y="326"/>
                    <a:pt x="29" y="250"/>
                  </a:cubicBezTo>
                  <a:cubicBezTo>
                    <a:pt x="29" y="163"/>
                    <a:pt x="48" y="76"/>
                    <a:pt x="109" y="14"/>
                  </a:cubicBezTo>
                  <a:cubicBezTo>
                    <a:pt x="116" y="8"/>
                    <a:pt x="116" y="7"/>
                    <a:pt x="116" y="5"/>
                  </a:cubicBezTo>
                  <a:cubicBezTo>
                    <a:pt x="116" y="2"/>
                    <a:pt x="114" y="0"/>
                    <a:pt x="111" y="0"/>
                  </a:cubicBezTo>
                  <a:cubicBezTo>
                    <a:pt x="106" y="0"/>
                    <a:pt x="61" y="34"/>
                    <a:pt x="32" y="97"/>
                  </a:cubicBezTo>
                  <a:cubicBezTo>
                    <a:pt x="6" y="152"/>
                    <a:pt x="0" y="208"/>
                    <a:pt x="0" y="250"/>
                  </a:cubicBezTo>
                  <a:cubicBezTo>
                    <a:pt x="0" y="289"/>
                    <a:pt x="6" y="349"/>
                    <a:pt x="33" y="405"/>
                  </a:cubicBezTo>
                  <a:cubicBezTo>
                    <a:pt x="63" y="467"/>
                    <a:pt x="106" y="499"/>
                    <a:pt x="111" y="499"/>
                  </a:cubicBezTo>
                  <a:cubicBezTo>
                    <a:pt x="114" y="499"/>
                    <a:pt x="116" y="498"/>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7" name="Freeform 235"/>
            <p:cNvSpPr>
              <a:spLocks noEditPoints="1"/>
            </p:cNvSpPr>
            <p:nvPr>
              <p:custDataLst>
                <p:tags r:id="rId103"/>
              </p:custDataLst>
            </p:nvPr>
          </p:nvSpPr>
          <p:spPr bwMode="auto">
            <a:xfrm>
              <a:off x="4492625" y="1771651"/>
              <a:ext cx="65088" cy="180975"/>
            </a:xfrm>
            <a:custGeom>
              <a:avLst/>
              <a:gdLst>
                <a:gd name="T0" fmla="*/ 205 w 205"/>
                <a:gd name="T1" fmla="*/ 18 h 433"/>
                <a:gd name="T2" fmla="*/ 186 w 205"/>
                <a:gd name="T3" fmla="*/ 0 h 433"/>
                <a:gd name="T4" fmla="*/ 159 w 205"/>
                <a:gd name="T5" fmla="*/ 27 h 433"/>
                <a:gd name="T6" fmla="*/ 178 w 205"/>
                <a:gd name="T7" fmla="*/ 45 h 433"/>
                <a:gd name="T8" fmla="*/ 205 w 205"/>
                <a:gd name="T9" fmla="*/ 18 h 433"/>
                <a:gd name="T10" fmla="*/ 104 w 205"/>
                <a:gd name="T11" fmla="*/ 355 h 433"/>
                <a:gd name="T12" fmla="*/ 43 w 205"/>
                <a:gd name="T13" fmla="*/ 422 h 433"/>
                <a:gd name="T14" fmla="*/ 24 w 205"/>
                <a:gd name="T15" fmla="*/ 417 h 433"/>
                <a:gd name="T16" fmla="*/ 46 w 205"/>
                <a:gd name="T17" fmla="*/ 391 h 433"/>
                <a:gd name="T18" fmla="*/ 27 w 205"/>
                <a:gd name="T19" fmla="*/ 373 h 433"/>
                <a:gd name="T20" fmla="*/ 0 w 205"/>
                <a:gd name="T21" fmla="*/ 402 h 433"/>
                <a:gd name="T22" fmla="*/ 44 w 205"/>
                <a:gd name="T23" fmla="*/ 433 h 433"/>
                <a:gd name="T24" fmla="*/ 138 w 205"/>
                <a:gd name="T25" fmla="*/ 357 h 433"/>
                <a:gd name="T26" fmla="*/ 184 w 205"/>
                <a:gd name="T27" fmla="*/ 174 h 433"/>
                <a:gd name="T28" fmla="*/ 186 w 205"/>
                <a:gd name="T29" fmla="*/ 156 h 433"/>
                <a:gd name="T30" fmla="*/ 140 w 205"/>
                <a:gd name="T31" fmla="*/ 110 h 433"/>
                <a:gd name="T32" fmla="*/ 61 w 205"/>
                <a:gd name="T33" fmla="*/ 187 h 433"/>
                <a:gd name="T34" fmla="*/ 67 w 205"/>
                <a:gd name="T35" fmla="*/ 192 h 433"/>
                <a:gd name="T36" fmla="*/ 76 w 205"/>
                <a:gd name="T37" fmla="*/ 182 h 433"/>
                <a:gd name="T38" fmla="*/ 139 w 205"/>
                <a:gd name="T39" fmla="*/ 121 h 433"/>
                <a:gd name="T40" fmla="*/ 155 w 205"/>
                <a:gd name="T41" fmla="*/ 144 h 433"/>
                <a:gd name="T42" fmla="*/ 151 w 205"/>
                <a:gd name="T43" fmla="*/ 169 h 433"/>
                <a:gd name="T44" fmla="*/ 104 w 205"/>
                <a:gd name="T45" fmla="*/ 355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3">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4" y="355"/>
                  </a:moveTo>
                  <a:cubicBezTo>
                    <a:pt x="95" y="393"/>
                    <a:pt x="71" y="422"/>
                    <a:pt x="43" y="422"/>
                  </a:cubicBezTo>
                  <a:cubicBezTo>
                    <a:pt x="40" y="422"/>
                    <a:pt x="33" y="422"/>
                    <a:pt x="24" y="417"/>
                  </a:cubicBezTo>
                  <a:cubicBezTo>
                    <a:pt x="39" y="414"/>
                    <a:pt x="46" y="401"/>
                    <a:pt x="46" y="391"/>
                  </a:cubicBezTo>
                  <a:cubicBezTo>
                    <a:pt x="46" y="383"/>
                    <a:pt x="41" y="373"/>
                    <a:pt x="27" y="373"/>
                  </a:cubicBezTo>
                  <a:cubicBezTo>
                    <a:pt x="15" y="373"/>
                    <a:pt x="0" y="384"/>
                    <a:pt x="0" y="402"/>
                  </a:cubicBezTo>
                  <a:cubicBezTo>
                    <a:pt x="0" y="422"/>
                    <a:pt x="20" y="433"/>
                    <a:pt x="44" y="433"/>
                  </a:cubicBezTo>
                  <a:cubicBezTo>
                    <a:pt x="79" y="433"/>
                    <a:pt x="125" y="406"/>
                    <a:pt x="138" y="357"/>
                  </a:cubicBezTo>
                  <a:lnTo>
                    <a:pt x="184" y="174"/>
                  </a:lnTo>
                  <a:cubicBezTo>
                    <a:pt x="186" y="164"/>
                    <a:pt x="186" y="157"/>
                    <a:pt x="186" y="156"/>
                  </a:cubicBezTo>
                  <a:cubicBezTo>
                    <a:pt x="186" y="127"/>
                    <a:pt x="165" y="110"/>
                    <a:pt x="140" y="110"/>
                  </a:cubicBezTo>
                  <a:cubicBezTo>
                    <a:pt x="89" y="110"/>
                    <a:pt x="61" y="182"/>
                    <a:pt x="61" y="187"/>
                  </a:cubicBezTo>
                  <a:cubicBezTo>
                    <a:pt x="61" y="192"/>
                    <a:pt x="66" y="192"/>
                    <a:pt x="67" y="192"/>
                  </a:cubicBezTo>
                  <a:cubicBezTo>
                    <a:pt x="72" y="192"/>
                    <a:pt x="72" y="191"/>
                    <a:pt x="76" y="182"/>
                  </a:cubicBezTo>
                  <a:cubicBezTo>
                    <a:pt x="88" y="151"/>
                    <a:pt x="111" y="121"/>
                    <a:pt x="139" y="121"/>
                  </a:cubicBezTo>
                  <a:cubicBezTo>
                    <a:pt x="146" y="121"/>
                    <a:pt x="155" y="123"/>
                    <a:pt x="155" y="144"/>
                  </a:cubicBezTo>
                  <a:cubicBezTo>
                    <a:pt x="155"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8" name="Freeform 236"/>
            <p:cNvSpPr>
              <a:spLocks noEditPoints="1"/>
            </p:cNvSpPr>
            <p:nvPr>
              <p:custDataLst>
                <p:tags r:id="rId104"/>
              </p:custDataLst>
            </p:nvPr>
          </p:nvSpPr>
          <p:spPr bwMode="auto">
            <a:xfrm>
              <a:off x="4575175" y="1817688"/>
              <a:ext cx="73025" cy="95250"/>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7 w 228"/>
                <a:gd name="T11" fmla="*/ 226 h 226"/>
                <a:gd name="T12" fmla="*/ 214 w 228"/>
                <a:gd name="T13" fmla="*/ 198 h 226"/>
                <a:gd name="T14" fmla="*/ 228 w 228"/>
                <a:gd name="T15" fmla="*/ 149 h 226"/>
                <a:gd name="T16" fmla="*/ 223 w 228"/>
                <a:gd name="T17" fmla="*/ 144 h 226"/>
                <a:gd name="T18" fmla="*/ 216 w 228"/>
                <a:gd name="T19" fmla="*/ 153 h 226"/>
                <a:gd name="T20" fmla="*/ 178 w 228"/>
                <a:gd name="T21" fmla="*/ 215 h 226"/>
                <a:gd name="T22" fmla="*/ 163 w 228"/>
                <a:gd name="T23" fmla="*/ 192 h 226"/>
                <a:gd name="T24" fmla="*/ 169 w 228"/>
                <a:gd name="T25" fmla="*/ 155 h 226"/>
                <a:gd name="T26" fmla="*/ 180 w 228"/>
                <a:gd name="T27" fmla="*/ 110 h 226"/>
                <a:gd name="T28" fmla="*/ 198 w 228"/>
                <a:gd name="T29" fmla="*/ 40 h 226"/>
                <a:gd name="T30" fmla="*/ 202 w 228"/>
                <a:gd name="T31" fmla="*/ 23 h 226"/>
                <a:gd name="T32" fmla="*/ 187 w 228"/>
                <a:gd name="T33" fmla="*/ 10 h 226"/>
                <a:gd name="T34" fmla="*/ 166 w 228"/>
                <a:gd name="T35" fmla="*/ 32 h 226"/>
                <a:gd name="T36" fmla="*/ 134 w 228"/>
                <a:gd name="T37" fmla="*/ 161 h 226"/>
                <a:gd name="T38" fmla="*/ 124 w 228"/>
                <a:gd name="T39" fmla="*/ 179 h 226"/>
                <a:gd name="T40" fmla="*/ 67 w 228"/>
                <a:gd name="T41" fmla="*/ 215 h 226"/>
                <a:gd name="T42" fmla="*/ 36 w 228"/>
                <a:gd name="T43" fmla="*/ 168 h 226"/>
                <a:gd name="T44" fmla="*/ 63 w 228"/>
                <a:gd name="T45" fmla="*/ 59 h 226"/>
                <a:gd name="T46" fmla="*/ 121 w 228"/>
                <a:gd name="T47" fmla="*/ 11 h 226"/>
                <a:gd name="T48" fmla="*/ 160 w 228"/>
                <a:gd name="T49" fmla="*/ 55 h 226"/>
                <a:gd name="T50" fmla="*/ 159 w 228"/>
                <a:gd name="T51" fmla="*/ 63 h 226"/>
                <a:gd name="T52" fmla="*/ 134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3" y="0"/>
                    <a:pt x="120" y="0"/>
                  </a:cubicBezTo>
                  <a:cubicBezTo>
                    <a:pt x="62" y="0"/>
                    <a:pt x="0" y="73"/>
                    <a:pt x="0" y="146"/>
                  </a:cubicBezTo>
                  <a:cubicBezTo>
                    <a:pt x="0" y="193"/>
                    <a:pt x="28" y="226"/>
                    <a:pt x="66" y="226"/>
                  </a:cubicBezTo>
                  <a:cubicBezTo>
                    <a:pt x="76" y="226"/>
                    <a:pt x="101" y="224"/>
                    <a:pt x="131" y="188"/>
                  </a:cubicBezTo>
                  <a:cubicBezTo>
                    <a:pt x="135" y="209"/>
                    <a:pt x="153" y="226"/>
                    <a:pt x="177" y="226"/>
                  </a:cubicBezTo>
                  <a:cubicBezTo>
                    <a:pt x="194" y="226"/>
                    <a:pt x="206" y="214"/>
                    <a:pt x="214" y="198"/>
                  </a:cubicBezTo>
                  <a:cubicBezTo>
                    <a:pt x="222" y="180"/>
                    <a:pt x="228" y="150"/>
                    <a:pt x="228" y="149"/>
                  </a:cubicBezTo>
                  <a:cubicBezTo>
                    <a:pt x="228"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1" y="215"/>
                    <a:pt x="67" y="215"/>
                  </a:cubicBezTo>
                  <a:cubicBezTo>
                    <a:pt x="42" y="215"/>
                    <a:pt x="36" y="187"/>
                    <a:pt x="36" y="168"/>
                  </a:cubicBezTo>
                  <a:cubicBezTo>
                    <a:pt x="36" y="143"/>
                    <a:pt x="51" y="82"/>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09" name="Freeform 237"/>
            <p:cNvSpPr>
              <a:spLocks noEditPoints="1"/>
            </p:cNvSpPr>
            <p:nvPr>
              <p:custDataLst>
                <p:tags r:id="rId105"/>
              </p:custDataLst>
            </p:nvPr>
          </p:nvSpPr>
          <p:spPr bwMode="auto">
            <a:xfrm>
              <a:off x="4659313" y="1765301"/>
              <a:ext cx="74613" cy="147638"/>
            </a:xfrm>
            <a:custGeom>
              <a:avLst/>
              <a:gdLst>
                <a:gd name="T0" fmla="*/ 238 w 238"/>
                <a:gd name="T1" fmla="*/ 5 h 352"/>
                <a:gd name="T2" fmla="*/ 231 w 238"/>
                <a:gd name="T3" fmla="*/ 0 h 352"/>
                <a:gd name="T4" fmla="*/ 168 w 238"/>
                <a:gd name="T5" fmla="*/ 5 h 352"/>
                <a:gd name="T6" fmla="*/ 161 w 238"/>
                <a:gd name="T7" fmla="*/ 15 h 352"/>
                <a:gd name="T8" fmla="*/ 173 w 238"/>
                <a:gd name="T9" fmla="*/ 21 h 352"/>
                <a:gd name="T10" fmla="*/ 198 w 238"/>
                <a:gd name="T11" fmla="*/ 29 h 352"/>
                <a:gd name="T12" fmla="*/ 196 w 238"/>
                <a:gd name="T13" fmla="*/ 39 h 352"/>
                <a:gd name="T14" fmla="*/ 166 w 238"/>
                <a:gd name="T15" fmla="*/ 158 h 352"/>
                <a:gd name="T16" fmla="*/ 121 w 238"/>
                <a:gd name="T17" fmla="*/ 126 h 352"/>
                <a:gd name="T18" fmla="*/ 0 w 238"/>
                <a:gd name="T19" fmla="*/ 272 h 352"/>
                <a:gd name="T20" fmla="*/ 67 w 238"/>
                <a:gd name="T21" fmla="*/ 352 h 352"/>
                <a:gd name="T22" fmla="*/ 132 w 238"/>
                <a:gd name="T23" fmla="*/ 314 h 352"/>
                <a:gd name="T24" fmla="*/ 177 w 238"/>
                <a:gd name="T25" fmla="*/ 352 h 352"/>
                <a:gd name="T26" fmla="*/ 214 w 238"/>
                <a:gd name="T27" fmla="*/ 324 h 352"/>
                <a:gd name="T28" fmla="*/ 229 w 238"/>
                <a:gd name="T29" fmla="*/ 275 h 352"/>
                <a:gd name="T30" fmla="*/ 223 w 238"/>
                <a:gd name="T31" fmla="*/ 270 h 352"/>
                <a:gd name="T32" fmla="*/ 216 w 238"/>
                <a:gd name="T33" fmla="*/ 279 h 352"/>
                <a:gd name="T34" fmla="*/ 178 w 238"/>
                <a:gd name="T35" fmla="*/ 341 h 352"/>
                <a:gd name="T36" fmla="*/ 163 w 238"/>
                <a:gd name="T37" fmla="*/ 318 h 352"/>
                <a:gd name="T38" fmla="*/ 166 w 238"/>
                <a:gd name="T39" fmla="*/ 294 h 352"/>
                <a:gd name="T40" fmla="*/ 238 w 238"/>
                <a:gd name="T41" fmla="*/ 5 h 352"/>
                <a:gd name="T42" fmla="*/ 134 w 238"/>
                <a:gd name="T43" fmla="*/ 287 h 352"/>
                <a:gd name="T44" fmla="*/ 124 w 238"/>
                <a:gd name="T45" fmla="*/ 305 h 352"/>
                <a:gd name="T46" fmla="*/ 68 w 238"/>
                <a:gd name="T47" fmla="*/ 341 h 352"/>
                <a:gd name="T48" fmla="*/ 36 w 238"/>
                <a:gd name="T49" fmla="*/ 294 h 352"/>
                <a:gd name="T50" fmla="*/ 63 w 238"/>
                <a:gd name="T51" fmla="*/ 185 h 352"/>
                <a:gd name="T52" fmla="*/ 121 w 238"/>
                <a:gd name="T53" fmla="*/ 137 h 352"/>
                <a:gd name="T54" fmla="*/ 161 w 238"/>
                <a:gd name="T55" fmla="*/ 181 h 352"/>
                <a:gd name="T56" fmla="*/ 159 w 238"/>
                <a:gd name="T57" fmla="*/ 189 h 352"/>
                <a:gd name="T58" fmla="*/ 134 w 238"/>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352">
                  <a:moveTo>
                    <a:pt x="238" y="5"/>
                  </a:moveTo>
                  <a:cubicBezTo>
                    <a:pt x="238" y="5"/>
                    <a:pt x="238" y="0"/>
                    <a:pt x="231" y="0"/>
                  </a:cubicBezTo>
                  <a:cubicBezTo>
                    <a:pt x="224" y="0"/>
                    <a:pt x="176" y="4"/>
                    <a:pt x="168" y="5"/>
                  </a:cubicBezTo>
                  <a:cubicBezTo>
                    <a:pt x="164" y="6"/>
                    <a:pt x="161" y="8"/>
                    <a:pt x="161" y="15"/>
                  </a:cubicBezTo>
                  <a:cubicBezTo>
                    <a:pt x="161" y="21"/>
                    <a:pt x="165" y="21"/>
                    <a:pt x="173" y="21"/>
                  </a:cubicBezTo>
                  <a:cubicBezTo>
                    <a:pt x="197" y="21"/>
                    <a:pt x="198" y="24"/>
                    <a:pt x="198" y="29"/>
                  </a:cubicBezTo>
                  <a:lnTo>
                    <a:pt x="196" y="39"/>
                  </a:lnTo>
                  <a:lnTo>
                    <a:pt x="166" y="158"/>
                  </a:lnTo>
                  <a:cubicBezTo>
                    <a:pt x="158" y="139"/>
                    <a:pt x="143" y="126"/>
                    <a:pt x="121" y="126"/>
                  </a:cubicBezTo>
                  <a:cubicBezTo>
                    <a:pt x="62" y="126"/>
                    <a:pt x="0" y="199"/>
                    <a:pt x="0" y="272"/>
                  </a:cubicBezTo>
                  <a:cubicBezTo>
                    <a:pt x="0" y="319"/>
                    <a:pt x="28" y="352"/>
                    <a:pt x="67" y="352"/>
                  </a:cubicBezTo>
                  <a:cubicBezTo>
                    <a:pt x="77" y="352"/>
                    <a:pt x="102" y="350"/>
                    <a:pt x="132" y="314"/>
                  </a:cubicBezTo>
                  <a:cubicBezTo>
                    <a:pt x="136" y="335"/>
                    <a:pt x="153" y="352"/>
                    <a:pt x="177" y="352"/>
                  </a:cubicBezTo>
                  <a:cubicBezTo>
                    <a:pt x="194" y="352"/>
                    <a:pt x="206" y="340"/>
                    <a:pt x="214" y="324"/>
                  </a:cubicBezTo>
                  <a:cubicBezTo>
                    <a:pt x="222" y="306"/>
                    <a:pt x="229" y="276"/>
                    <a:pt x="229" y="275"/>
                  </a:cubicBezTo>
                  <a:cubicBezTo>
                    <a:pt x="229" y="270"/>
                    <a:pt x="224" y="270"/>
                    <a:pt x="223" y="270"/>
                  </a:cubicBezTo>
                  <a:cubicBezTo>
                    <a:pt x="218" y="270"/>
                    <a:pt x="217" y="272"/>
                    <a:pt x="216" y="279"/>
                  </a:cubicBezTo>
                  <a:cubicBezTo>
                    <a:pt x="207" y="311"/>
                    <a:pt x="198" y="341"/>
                    <a:pt x="178" y="341"/>
                  </a:cubicBezTo>
                  <a:cubicBezTo>
                    <a:pt x="164" y="341"/>
                    <a:pt x="163" y="328"/>
                    <a:pt x="163" y="318"/>
                  </a:cubicBezTo>
                  <a:cubicBezTo>
                    <a:pt x="163" y="306"/>
                    <a:pt x="164" y="302"/>
                    <a:pt x="166" y="294"/>
                  </a:cubicBezTo>
                  <a:lnTo>
                    <a:pt x="238" y="5"/>
                  </a:lnTo>
                  <a:close/>
                  <a:moveTo>
                    <a:pt x="134" y="287"/>
                  </a:moveTo>
                  <a:cubicBezTo>
                    <a:pt x="132" y="296"/>
                    <a:pt x="132" y="297"/>
                    <a:pt x="124" y="305"/>
                  </a:cubicBezTo>
                  <a:cubicBezTo>
                    <a:pt x="102" y="333"/>
                    <a:pt x="82" y="341"/>
                    <a:pt x="68" y="341"/>
                  </a:cubicBezTo>
                  <a:cubicBezTo>
                    <a:pt x="43" y="341"/>
                    <a:pt x="36" y="313"/>
                    <a:pt x="36" y="294"/>
                  </a:cubicBezTo>
                  <a:cubicBezTo>
                    <a:pt x="36" y="269"/>
                    <a:pt x="52" y="208"/>
                    <a:pt x="63" y="185"/>
                  </a:cubicBezTo>
                  <a:cubicBezTo>
                    <a:pt x="79" y="155"/>
                    <a:pt x="101" y="137"/>
                    <a:pt x="121" y="137"/>
                  </a:cubicBezTo>
                  <a:cubicBezTo>
                    <a:pt x="154" y="137"/>
                    <a:pt x="161" y="178"/>
                    <a:pt x="161" y="181"/>
                  </a:cubicBezTo>
                  <a:cubicBezTo>
                    <a:pt x="161" y="184"/>
                    <a:pt x="159" y="187"/>
                    <a:pt x="159" y="189"/>
                  </a:cubicBezTo>
                  <a:lnTo>
                    <a:pt x="134"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10" name="Freeform 238"/>
            <p:cNvSpPr>
              <a:spLocks/>
            </p:cNvSpPr>
            <p:nvPr>
              <p:custDataLst>
                <p:tags r:id="rId106"/>
              </p:custDataLst>
            </p:nvPr>
          </p:nvSpPr>
          <p:spPr bwMode="auto">
            <a:xfrm>
              <a:off x="4738688" y="1817688"/>
              <a:ext cx="65088" cy="95250"/>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7 h 226"/>
                <a:gd name="T34" fmla="*/ 6 w 203"/>
                <a:gd name="T35" fmla="*/ 82 h 226"/>
                <a:gd name="T36" fmla="*/ 15 w 203"/>
                <a:gd name="T37" fmla="*/ 70 h 226"/>
                <a:gd name="T38" fmla="*/ 51 w 203"/>
                <a:gd name="T39" fmla="*/ 11 h 226"/>
                <a:gd name="T40" fmla="*/ 67 w 203"/>
                <a:gd name="T41" fmla="*/ 34 h 226"/>
                <a:gd name="T42" fmla="*/ 59 w 203"/>
                <a:gd name="T43" fmla="*/ 76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7"/>
                    <a:pt x="91" y="82"/>
                    <a:pt x="94" y="68"/>
                  </a:cubicBezTo>
                  <a:cubicBezTo>
                    <a:pt x="96" y="62"/>
                    <a:pt x="110" y="38"/>
                    <a:pt x="122" y="27"/>
                  </a:cubicBezTo>
                  <a:cubicBezTo>
                    <a:pt x="126" y="24"/>
                    <a:pt x="140"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29" y="0"/>
                    <a:pt x="108" y="24"/>
                    <a:pt x="98" y="38"/>
                  </a:cubicBezTo>
                  <a:cubicBezTo>
                    <a:pt x="94" y="16"/>
                    <a:pt x="76" y="0"/>
                    <a:pt x="53" y="0"/>
                  </a:cubicBezTo>
                  <a:cubicBezTo>
                    <a:pt x="30" y="0"/>
                    <a:pt x="20" y="19"/>
                    <a:pt x="16" y="28"/>
                  </a:cubicBezTo>
                  <a:cubicBezTo>
                    <a:pt x="7" y="45"/>
                    <a:pt x="0" y="75"/>
                    <a:pt x="0" y="77"/>
                  </a:cubicBezTo>
                  <a:cubicBezTo>
                    <a:pt x="0" y="82"/>
                    <a:pt x="5" y="82"/>
                    <a:pt x="6" y="82"/>
                  </a:cubicBezTo>
                  <a:cubicBezTo>
                    <a:pt x="11" y="82"/>
                    <a:pt x="12" y="81"/>
                    <a:pt x="15" y="70"/>
                  </a:cubicBezTo>
                  <a:cubicBezTo>
                    <a:pt x="23" y="35"/>
                    <a:pt x="33" y="11"/>
                    <a:pt x="51" y="11"/>
                  </a:cubicBezTo>
                  <a:cubicBezTo>
                    <a:pt x="60" y="11"/>
                    <a:pt x="67" y="15"/>
                    <a:pt x="67" y="34"/>
                  </a:cubicBezTo>
                  <a:cubicBezTo>
                    <a:pt x="67" y="44"/>
                    <a:pt x="65" y="50"/>
                    <a:pt x="59" y="76"/>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11" name="Freeform 239"/>
            <p:cNvSpPr>
              <a:spLocks noEditPoints="1"/>
            </p:cNvSpPr>
            <p:nvPr>
              <p:custDataLst>
                <p:tags r:id="rId107"/>
              </p:custDataLst>
            </p:nvPr>
          </p:nvSpPr>
          <p:spPr bwMode="auto">
            <a:xfrm>
              <a:off x="4816475" y="1817688"/>
              <a:ext cx="73025" cy="95250"/>
            </a:xfrm>
            <a:custGeom>
              <a:avLst/>
              <a:gdLst>
                <a:gd name="T0" fmla="*/ 167 w 229"/>
                <a:gd name="T1" fmla="*/ 32 h 226"/>
                <a:gd name="T2" fmla="*/ 121 w 229"/>
                <a:gd name="T3" fmla="*/ 0 h 226"/>
                <a:gd name="T4" fmla="*/ 0 w 229"/>
                <a:gd name="T5" fmla="*/ 146 h 226"/>
                <a:gd name="T6" fmla="*/ 67 w 229"/>
                <a:gd name="T7" fmla="*/ 226 h 226"/>
                <a:gd name="T8" fmla="*/ 132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70 w 229"/>
                <a:gd name="T25" fmla="*/ 155 h 226"/>
                <a:gd name="T26" fmla="*/ 180 w 229"/>
                <a:gd name="T27" fmla="*/ 110 h 226"/>
                <a:gd name="T28" fmla="*/ 198 w 229"/>
                <a:gd name="T29" fmla="*/ 40 h 226"/>
                <a:gd name="T30" fmla="*/ 202 w 229"/>
                <a:gd name="T31" fmla="*/ 23 h 226"/>
                <a:gd name="T32" fmla="*/ 187 w 229"/>
                <a:gd name="T33" fmla="*/ 10 h 226"/>
                <a:gd name="T34" fmla="*/ 167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1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7" y="32"/>
                  </a:moveTo>
                  <a:cubicBezTo>
                    <a:pt x="158" y="13"/>
                    <a:pt x="143" y="0"/>
                    <a:pt x="121" y="0"/>
                  </a:cubicBezTo>
                  <a:cubicBezTo>
                    <a:pt x="62" y="0"/>
                    <a:pt x="0" y="73"/>
                    <a:pt x="0" y="146"/>
                  </a:cubicBezTo>
                  <a:cubicBezTo>
                    <a:pt x="0" y="193"/>
                    <a:pt x="28" y="226"/>
                    <a:pt x="67" y="226"/>
                  </a:cubicBezTo>
                  <a:cubicBezTo>
                    <a:pt x="77" y="226"/>
                    <a:pt x="102" y="224"/>
                    <a:pt x="132" y="188"/>
                  </a:cubicBezTo>
                  <a:cubicBezTo>
                    <a:pt x="136"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5" y="215"/>
                    <a:pt x="163" y="202"/>
                    <a:pt x="163" y="192"/>
                  </a:cubicBezTo>
                  <a:cubicBezTo>
                    <a:pt x="163" y="181"/>
                    <a:pt x="164" y="177"/>
                    <a:pt x="170"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7" y="32"/>
                  </a:cubicBezTo>
                  <a:close/>
                  <a:moveTo>
                    <a:pt x="134" y="161"/>
                  </a:moveTo>
                  <a:cubicBezTo>
                    <a:pt x="132" y="170"/>
                    <a:pt x="132" y="171"/>
                    <a:pt x="124" y="179"/>
                  </a:cubicBezTo>
                  <a:cubicBezTo>
                    <a:pt x="102" y="207"/>
                    <a:pt x="82" y="215"/>
                    <a:pt x="68" y="215"/>
                  </a:cubicBezTo>
                  <a:cubicBezTo>
                    <a:pt x="43" y="215"/>
                    <a:pt x="36" y="187"/>
                    <a:pt x="36" y="168"/>
                  </a:cubicBezTo>
                  <a:cubicBezTo>
                    <a:pt x="36" y="143"/>
                    <a:pt x="52" y="82"/>
                    <a:pt x="63" y="59"/>
                  </a:cubicBezTo>
                  <a:cubicBezTo>
                    <a:pt x="79" y="29"/>
                    <a:pt x="101" y="11"/>
                    <a:pt x="121" y="11"/>
                  </a:cubicBezTo>
                  <a:cubicBezTo>
                    <a:pt x="154" y="11"/>
                    <a:pt x="161" y="52"/>
                    <a:pt x="161" y="55"/>
                  </a:cubicBezTo>
                  <a:cubicBezTo>
                    <a:pt x="161" y="58"/>
                    <a:pt x="160"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12" name="Freeform 240"/>
            <p:cNvSpPr>
              <a:spLocks/>
            </p:cNvSpPr>
            <p:nvPr>
              <p:custDataLst>
                <p:tags r:id="rId108"/>
              </p:custDataLst>
            </p:nvPr>
          </p:nvSpPr>
          <p:spPr bwMode="auto">
            <a:xfrm>
              <a:off x="4902200" y="1765301"/>
              <a:ext cx="33338" cy="147638"/>
            </a:xfrm>
            <a:custGeom>
              <a:avLst/>
              <a:gdLst>
                <a:gd name="T0" fmla="*/ 107 w 107"/>
                <a:gd name="T1" fmla="*/ 5 h 352"/>
                <a:gd name="T2" fmla="*/ 100 w 107"/>
                <a:gd name="T3" fmla="*/ 0 h 352"/>
                <a:gd name="T4" fmla="*/ 39 w 107"/>
                <a:gd name="T5" fmla="*/ 5 h 352"/>
                <a:gd name="T6" fmla="*/ 30 w 107"/>
                <a:gd name="T7" fmla="*/ 15 h 352"/>
                <a:gd name="T8" fmla="*/ 42 w 107"/>
                <a:gd name="T9" fmla="*/ 21 h 352"/>
                <a:gd name="T10" fmla="*/ 67 w 107"/>
                <a:gd name="T11" fmla="*/ 29 h 352"/>
                <a:gd name="T12" fmla="*/ 65 w 107"/>
                <a:gd name="T13" fmla="*/ 39 h 352"/>
                <a:gd name="T14" fmla="*/ 2 w 107"/>
                <a:gd name="T15" fmla="*/ 289 h 352"/>
                <a:gd name="T16" fmla="*/ 0 w 107"/>
                <a:gd name="T17" fmla="*/ 306 h 352"/>
                <a:gd name="T18" fmla="*/ 45 w 107"/>
                <a:gd name="T19" fmla="*/ 352 h 352"/>
                <a:gd name="T20" fmla="*/ 83 w 107"/>
                <a:gd name="T21" fmla="*/ 324 h 352"/>
                <a:gd name="T22" fmla="*/ 98 w 107"/>
                <a:gd name="T23" fmla="*/ 275 h 352"/>
                <a:gd name="T24" fmla="*/ 92 w 107"/>
                <a:gd name="T25" fmla="*/ 270 h 352"/>
                <a:gd name="T26" fmla="*/ 85 w 107"/>
                <a:gd name="T27" fmla="*/ 279 h 352"/>
                <a:gd name="T28" fmla="*/ 47 w 107"/>
                <a:gd name="T29" fmla="*/ 341 h 352"/>
                <a:gd name="T30" fmla="*/ 32 w 107"/>
                <a:gd name="T31" fmla="*/ 318 h 352"/>
                <a:gd name="T32" fmla="*/ 35 w 107"/>
                <a:gd name="T33" fmla="*/ 294 h 352"/>
                <a:gd name="T34" fmla="*/ 107 w 107"/>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352">
                  <a:moveTo>
                    <a:pt x="107" y="5"/>
                  </a:moveTo>
                  <a:cubicBezTo>
                    <a:pt x="107" y="5"/>
                    <a:pt x="107" y="0"/>
                    <a:pt x="100" y="0"/>
                  </a:cubicBezTo>
                  <a:cubicBezTo>
                    <a:pt x="89" y="0"/>
                    <a:pt x="52" y="4"/>
                    <a:pt x="39" y="5"/>
                  </a:cubicBezTo>
                  <a:cubicBezTo>
                    <a:pt x="35" y="5"/>
                    <a:pt x="30" y="6"/>
                    <a:pt x="30" y="15"/>
                  </a:cubicBezTo>
                  <a:cubicBezTo>
                    <a:pt x="30" y="21"/>
                    <a:pt x="35" y="21"/>
                    <a:pt x="42" y="21"/>
                  </a:cubicBezTo>
                  <a:cubicBezTo>
                    <a:pt x="66" y="21"/>
                    <a:pt x="67" y="25"/>
                    <a:pt x="67" y="29"/>
                  </a:cubicBezTo>
                  <a:lnTo>
                    <a:pt x="65" y="39"/>
                  </a:lnTo>
                  <a:lnTo>
                    <a:pt x="2" y="289"/>
                  </a:lnTo>
                  <a:cubicBezTo>
                    <a:pt x="1" y="294"/>
                    <a:pt x="0" y="298"/>
                    <a:pt x="0" y="306"/>
                  </a:cubicBezTo>
                  <a:cubicBezTo>
                    <a:pt x="0" y="334"/>
                    <a:pt x="22" y="352"/>
                    <a:pt x="45" y="352"/>
                  </a:cubicBezTo>
                  <a:cubicBezTo>
                    <a:pt x="62" y="352"/>
                    <a:pt x="74" y="342"/>
                    <a:pt x="83" y="324"/>
                  </a:cubicBezTo>
                  <a:cubicBezTo>
                    <a:pt x="92" y="305"/>
                    <a:pt x="98" y="276"/>
                    <a:pt x="98" y="275"/>
                  </a:cubicBezTo>
                  <a:cubicBezTo>
                    <a:pt x="98" y="270"/>
                    <a:pt x="93" y="270"/>
                    <a:pt x="92" y="270"/>
                  </a:cubicBezTo>
                  <a:cubicBezTo>
                    <a:pt x="87" y="270"/>
                    <a:pt x="86" y="272"/>
                    <a:pt x="85" y="279"/>
                  </a:cubicBezTo>
                  <a:cubicBezTo>
                    <a:pt x="76" y="311"/>
                    <a:pt x="67" y="341"/>
                    <a:pt x="47" y="341"/>
                  </a:cubicBezTo>
                  <a:cubicBezTo>
                    <a:pt x="32" y="341"/>
                    <a:pt x="32" y="325"/>
                    <a:pt x="32" y="318"/>
                  </a:cubicBezTo>
                  <a:cubicBezTo>
                    <a:pt x="32" y="306"/>
                    <a:pt x="32" y="303"/>
                    <a:pt x="35" y="294"/>
                  </a:cubicBezTo>
                  <a:lnTo>
                    <a:pt x="107"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13" name="Freeform 241"/>
            <p:cNvSpPr>
              <a:spLocks noEditPoints="1"/>
            </p:cNvSpPr>
            <p:nvPr>
              <p:custDataLst>
                <p:tags r:id="rId109"/>
              </p:custDataLst>
            </p:nvPr>
          </p:nvSpPr>
          <p:spPr bwMode="auto">
            <a:xfrm>
              <a:off x="4953000" y="1817688"/>
              <a:ext cx="60325" cy="95250"/>
            </a:xfrm>
            <a:custGeom>
              <a:avLst/>
              <a:gdLst>
                <a:gd name="T0" fmla="*/ 71 w 192"/>
                <a:gd name="T1" fmla="*/ 105 h 226"/>
                <a:gd name="T2" fmla="*/ 147 w 192"/>
                <a:gd name="T3" fmla="*/ 94 h 226"/>
                <a:gd name="T4" fmla="*/ 184 w 192"/>
                <a:gd name="T5" fmla="*/ 42 h 226"/>
                <a:gd name="T6" fmla="*/ 131 w 192"/>
                <a:gd name="T7" fmla="*/ 0 h 226"/>
                <a:gd name="T8" fmla="*/ 0 w 192"/>
                <a:gd name="T9" fmla="*/ 136 h 226"/>
                <a:gd name="T10" fmla="*/ 79 w 192"/>
                <a:gd name="T11" fmla="*/ 226 h 226"/>
                <a:gd name="T12" fmla="*/ 192 w 192"/>
                <a:gd name="T13" fmla="*/ 167 h 226"/>
                <a:gd name="T14" fmla="*/ 186 w 192"/>
                <a:gd name="T15" fmla="*/ 160 h 226"/>
                <a:gd name="T16" fmla="*/ 179 w 192"/>
                <a:gd name="T17" fmla="*/ 165 h 226"/>
                <a:gd name="T18" fmla="*/ 80 w 192"/>
                <a:gd name="T19" fmla="*/ 215 h 226"/>
                <a:gd name="T20" fmla="*/ 36 w 192"/>
                <a:gd name="T21" fmla="*/ 157 h 226"/>
                <a:gd name="T22" fmla="*/ 44 w 192"/>
                <a:gd name="T23" fmla="*/ 105 h 226"/>
                <a:gd name="T24" fmla="*/ 71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1" y="105"/>
                  </a:moveTo>
                  <a:cubicBezTo>
                    <a:pt x="85" y="105"/>
                    <a:pt x="122" y="104"/>
                    <a:pt x="147" y="94"/>
                  </a:cubicBezTo>
                  <a:cubicBezTo>
                    <a:pt x="182" y="79"/>
                    <a:pt x="184" y="49"/>
                    <a:pt x="184" y="42"/>
                  </a:cubicBezTo>
                  <a:cubicBezTo>
                    <a:pt x="184" y="20"/>
                    <a:pt x="165" y="0"/>
                    <a:pt x="131" y="0"/>
                  </a:cubicBezTo>
                  <a:cubicBezTo>
                    <a:pt x="76" y="0"/>
                    <a:pt x="0" y="48"/>
                    <a:pt x="0" y="136"/>
                  </a:cubicBezTo>
                  <a:cubicBezTo>
                    <a:pt x="0" y="186"/>
                    <a:pt x="30" y="226"/>
                    <a:pt x="79" y="226"/>
                  </a:cubicBezTo>
                  <a:cubicBezTo>
                    <a:pt x="150" y="226"/>
                    <a:pt x="192" y="173"/>
                    <a:pt x="192" y="167"/>
                  </a:cubicBezTo>
                  <a:cubicBezTo>
                    <a:pt x="192" y="164"/>
                    <a:pt x="189" y="160"/>
                    <a:pt x="186" y="160"/>
                  </a:cubicBezTo>
                  <a:cubicBezTo>
                    <a:pt x="183" y="160"/>
                    <a:pt x="182" y="161"/>
                    <a:pt x="179" y="165"/>
                  </a:cubicBezTo>
                  <a:cubicBezTo>
                    <a:pt x="140" y="215"/>
                    <a:pt x="86" y="215"/>
                    <a:pt x="80" y="215"/>
                  </a:cubicBezTo>
                  <a:cubicBezTo>
                    <a:pt x="41" y="215"/>
                    <a:pt x="36" y="173"/>
                    <a:pt x="36" y="157"/>
                  </a:cubicBezTo>
                  <a:cubicBezTo>
                    <a:pt x="36" y="151"/>
                    <a:pt x="37" y="136"/>
                    <a:pt x="44" y="105"/>
                  </a:cubicBezTo>
                  <a:lnTo>
                    <a:pt x="71" y="105"/>
                  </a:lnTo>
                  <a:close/>
                  <a:moveTo>
                    <a:pt x="47" y="94"/>
                  </a:moveTo>
                  <a:cubicBezTo>
                    <a:pt x="67" y="18"/>
                    <a:pt x="118" y="11"/>
                    <a:pt x="131" y="11"/>
                  </a:cubicBezTo>
                  <a:cubicBezTo>
                    <a:pt x="154"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14" name="Freeform 242"/>
            <p:cNvSpPr>
              <a:spLocks/>
            </p:cNvSpPr>
            <p:nvPr>
              <p:custDataLst>
                <p:tags r:id="rId110"/>
              </p:custDataLst>
            </p:nvPr>
          </p:nvSpPr>
          <p:spPr bwMode="auto">
            <a:xfrm>
              <a:off x="5026025" y="1817688"/>
              <a:ext cx="61913" cy="95250"/>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3 w 194"/>
                <a:gd name="T11" fmla="*/ 0 h 226"/>
                <a:gd name="T12" fmla="*/ 0 w 194"/>
                <a:gd name="T13" fmla="*/ 142 h 226"/>
                <a:gd name="T14" fmla="*/ 81 w 194"/>
                <a:gd name="T15" fmla="*/ 226 h 226"/>
                <a:gd name="T16" fmla="*/ 194 w 194"/>
                <a:gd name="T17" fmla="*/ 167 h 226"/>
                <a:gd name="T18" fmla="*/ 188 w 194"/>
                <a:gd name="T19" fmla="*/ 160 h 226"/>
                <a:gd name="T20" fmla="*/ 181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3" y="0"/>
                  </a:cubicBezTo>
                  <a:cubicBezTo>
                    <a:pt x="66" y="0"/>
                    <a:pt x="0" y="71"/>
                    <a:pt x="0" y="142"/>
                  </a:cubicBezTo>
                  <a:cubicBezTo>
                    <a:pt x="0" y="186"/>
                    <a:pt x="29" y="226"/>
                    <a:pt x="81" y="226"/>
                  </a:cubicBezTo>
                  <a:cubicBezTo>
                    <a:pt x="152" y="226"/>
                    <a:pt x="194" y="173"/>
                    <a:pt x="194" y="167"/>
                  </a:cubicBezTo>
                  <a:cubicBezTo>
                    <a:pt x="194" y="164"/>
                    <a:pt x="191" y="160"/>
                    <a:pt x="188" y="160"/>
                  </a:cubicBezTo>
                  <a:cubicBezTo>
                    <a:pt x="185" y="160"/>
                    <a:pt x="184" y="161"/>
                    <a:pt x="181" y="165"/>
                  </a:cubicBezTo>
                  <a:cubicBezTo>
                    <a:pt x="142" y="215"/>
                    <a:pt x="88" y="215"/>
                    <a:pt x="82" y="215"/>
                  </a:cubicBezTo>
                  <a:cubicBezTo>
                    <a:pt x="50" y="215"/>
                    <a:pt x="37" y="190"/>
                    <a:pt x="37" y="160"/>
                  </a:cubicBezTo>
                  <a:cubicBezTo>
                    <a:pt x="37" y="140"/>
                    <a:pt x="47" y="92"/>
                    <a:pt x="64" y="61"/>
                  </a:cubicBezTo>
                  <a:cubicBezTo>
                    <a:pt x="79" y="32"/>
                    <a:pt x="107"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15" name="Freeform 243"/>
            <p:cNvSpPr>
              <a:spLocks noEditPoints="1"/>
            </p:cNvSpPr>
            <p:nvPr>
              <p:custDataLst>
                <p:tags r:id="rId111"/>
              </p:custDataLst>
            </p:nvPr>
          </p:nvSpPr>
          <p:spPr bwMode="auto">
            <a:xfrm>
              <a:off x="5135563" y="1804988"/>
              <a:ext cx="71438" cy="106363"/>
            </a:xfrm>
            <a:custGeom>
              <a:avLst/>
              <a:gdLst>
                <a:gd name="T0" fmla="*/ 214 w 223"/>
                <a:gd name="T1" fmla="*/ 139 h 255"/>
                <a:gd name="T2" fmla="*/ 223 w 223"/>
                <a:gd name="T3" fmla="*/ 128 h 255"/>
                <a:gd name="T4" fmla="*/ 214 w 223"/>
                <a:gd name="T5" fmla="*/ 117 h 255"/>
                <a:gd name="T6" fmla="*/ 20 w 223"/>
                <a:gd name="T7" fmla="*/ 4 h 255"/>
                <a:gd name="T8" fmla="*/ 10 w 223"/>
                <a:gd name="T9" fmla="*/ 0 h 255"/>
                <a:gd name="T10" fmla="*/ 0 w 223"/>
                <a:gd name="T11" fmla="*/ 18 h 255"/>
                <a:gd name="T12" fmla="*/ 0 w 223"/>
                <a:gd name="T13" fmla="*/ 237 h 255"/>
                <a:gd name="T14" fmla="*/ 10 w 223"/>
                <a:gd name="T15" fmla="*/ 255 h 255"/>
                <a:gd name="T16" fmla="*/ 19 w 223"/>
                <a:gd name="T17" fmla="*/ 251 h 255"/>
                <a:gd name="T18" fmla="*/ 214 w 223"/>
                <a:gd name="T19" fmla="*/ 139 h 255"/>
                <a:gd name="T20" fmla="*/ 193 w 223"/>
                <a:gd name="T21" fmla="*/ 128 h 255"/>
                <a:gd name="T22" fmla="*/ 20 w 223"/>
                <a:gd name="T23" fmla="*/ 227 h 255"/>
                <a:gd name="T24" fmla="*/ 20 w 223"/>
                <a:gd name="T25" fmla="*/ 28 h 255"/>
                <a:gd name="T26" fmla="*/ 193 w 223"/>
                <a:gd name="T27" fmla="*/ 12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214" y="139"/>
                  </a:moveTo>
                  <a:cubicBezTo>
                    <a:pt x="222" y="134"/>
                    <a:pt x="223" y="131"/>
                    <a:pt x="223" y="128"/>
                  </a:cubicBezTo>
                  <a:cubicBezTo>
                    <a:pt x="223" y="125"/>
                    <a:pt x="222" y="121"/>
                    <a:pt x="214" y="117"/>
                  </a:cubicBezTo>
                  <a:lnTo>
                    <a:pt x="20" y="4"/>
                  </a:lnTo>
                  <a:cubicBezTo>
                    <a:pt x="13" y="0"/>
                    <a:pt x="11" y="0"/>
                    <a:pt x="10" y="0"/>
                  </a:cubicBezTo>
                  <a:cubicBezTo>
                    <a:pt x="0" y="0"/>
                    <a:pt x="0" y="11"/>
                    <a:pt x="0" y="18"/>
                  </a:cubicBezTo>
                  <a:lnTo>
                    <a:pt x="0" y="237"/>
                  </a:lnTo>
                  <a:cubicBezTo>
                    <a:pt x="0" y="244"/>
                    <a:pt x="0" y="255"/>
                    <a:pt x="10" y="255"/>
                  </a:cubicBezTo>
                  <a:cubicBezTo>
                    <a:pt x="11" y="255"/>
                    <a:pt x="13" y="255"/>
                    <a:pt x="19" y="251"/>
                  </a:cubicBezTo>
                  <a:lnTo>
                    <a:pt x="214" y="139"/>
                  </a:lnTo>
                  <a:close/>
                  <a:moveTo>
                    <a:pt x="193" y="128"/>
                  </a:moveTo>
                  <a:lnTo>
                    <a:pt x="20" y="227"/>
                  </a:lnTo>
                  <a:lnTo>
                    <a:pt x="20" y="28"/>
                  </a:lnTo>
                  <a:lnTo>
                    <a:pt x="193" y="128"/>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244"/>
            <p:cNvSpPr>
              <a:spLocks noEditPoints="1"/>
            </p:cNvSpPr>
            <p:nvPr>
              <p:custDataLst>
                <p:tags r:id="rId112"/>
              </p:custDataLst>
            </p:nvPr>
          </p:nvSpPr>
          <p:spPr bwMode="auto">
            <a:xfrm>
              <a:off x="5189538" y="1804988"/>
              <a:ext cx="69850" cy="106363"/>
            </a:xfrm>
            <a:custGeom>
              <a:avLst/>
              <a:gdLst>
                <a:gd name="T0" fmla="*/ 11 w 223"/>
                <a:gd name="T1" fmla="*/ 116 h 255"/>
                <a:gd name="T2" fmla="*/ 0 w 223"/>
                <a:gd name="T3" fmla="*/ 128 h 255"/>
                <a:gd name="T4" fmla="*/ 10 w 223"/>
                <a:gd name="T5" fmla="*/ 139 h 255"/>
                <a:gd name="T6" fmla="*/ 204 w 223"/>
                <a:gd name="T7" fmla="*/ 251 h 255"/>
                <a:gd name="T8" fmla="*/ 213 w 223"/>
                <a:gd name="T9" fmla="*/ 255 h 255"/>
                <a:gd name="T10" fmla="*/ 223 w 223"/>
                <a:gd name="T11" fmla="*/ 237 h 255"/>
                <a:gd name="T12" fmla="*/ 223 w 223"/>
                <a:gd name="T13" fmla="*/ 18 h 255"/>
                <a:gd name="T14" fmla="*/ 213 w 223"/>
                <a:gd name="T15" fmla="*/ 0 h 255"/>
                <a:gd name="T16" fmla="*/ 205 w 223"/>
                <a:gd name="T17" fmla="*/ 4 h 255"/>
                <a:gd name="T18" fmla="*/ 11 w 223"/>
                <a:gd name="T19" fmla="*/ 116 h 255"/>
                <a:gd name="T20" fmla="*/ 30 w 223"/>
                <a:gd name="T21" fmla="*/ 128 h 255"/>
                <a:gd name="T22" fmla="*/ 203 w 223"/>
                <a:gd name="T23" fmla="*/ 28 h 255"/>
                <a:gd name="T24" fmla="*/ 203 w 223"/>
                <a:gd name="T25" fmla="*/ 227 h 255"/>
                <a:gd name="T26" fmla="*/ 30 w 223"/>
                <a:gd name="T27" fmla="*/ 12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11" y="116"/>
                  </a:moveTo>
                  <a:cubicBezTo>
                    <a:pt x="4" y="120"/>
                    <a:pt x="0" y="122"/>
                    <a:pt x="0" y="128"/>
                  </a:cubicBezTo>
                  <a:cubicBezTo>
                    <a:pt x="0" y="131"/>
                    <a:pt x="2" y="135"/>
                    <a:pt x="10" y="139"/>
                  </a:cubicBezTo>
                  <a:lnTo>
                    <a:pt x="204" y="251"/>
                  </a:lnTo>
                  <a:cubicBezTo>
                    <a:pt x="208" y="253"/>
                    <a:pt x="211" y="255"/>
                    <a:pt x="213" y="255"/>
                  </a:cubicBezTo>
                  <a:cubicBezTo>
                    <a:pt x="223" y="255"/>
                    <a:pt x="223" y="246"/>
                    <a:pt x="223" y="237"/>
                  </a:cubicBezTo>
                  <a:lnTo>
                    <a:pt x="223" y="18"/>
                  </a:lnTo>
                  <a:cubicBezTo>
                    <a:pt x="223" y="9"/>
                    <a:pt x="223" y="0"/>
                    <a:pt x="213" y="0"/>
                  </a:cubicBezTo>
                  <a:cubicBezTo>
                    <a:pt x="211" y="0"/>
                    <a:pt x="208" y="2"/>
                    <a:pt x="205" y="4"/>
                  </a:cubicBezTo>
                  <a:lnTo>
                    <a:pt x="11" y="116"/>
                  </a:lnTo>
                  <a:close/>
                  <a:moveTo>
                    <a:pt x="30" y="128"/>
                  </a:moveTo>
                  <a:lnTo>
                    <a:pt x="203" y="28"/>
                  </a:lnTo>
                  <a:lnTo>
                    <a:pt x="203" y="227"/>
                  </a:lnTo>
                  <a:lnTo>
                    <a:pt x="30" y="128"/>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245"/>
            <p:cNvSpPr>
              <a:spLocks noEditPoints="1"/>
            </p:cNvSpPr>
            <p:nvPr>
              <p:custDataLst>
                <p:tags r:id="rId113"/>
              </p:custDataLst>
            </p:nvPr>
          </p:nvSpPr>
          <p:spPr bwMode="auto">
            <a:xfrm>
              <a:off x="5314950" y="1820863"/>
              <a:ext cx="82550" cy="92075"/>
            </a:xfrm>
            <a:custGeom>
              <a:avLst/>
              <a:gdLst>
                <a:gd name="T0" fmla="*/ 240 w 264"/>
                <a:gd name="T1" fmla="*/ 29 h 221"/>
                <a:gd name="T2" fmla="*/ 264 w 264"/>
                <a:gd name="T3" fmla="*/ 12 h 221"/>
                <a:gd name="T4" fmla="*/ 245 w 264"/>
                <a:gd name="T5" fmla="*/ 0 h 221"/>
                <a:gd name="T6" fmla="*/ 131 w 264"/>
                <a:gd name="T7" fmla="*/ 0 h 221"/>
                <a:gd name="T8" fmla="*/ 0 w 264"/>
                <a:gd name="T9" fmla="*/ 142 h 221"/>
                <a:gd name="T10" fmla="*/ 75 w 264"/>
                <a:gd name="T11" fmla="*/ 221 h 221"/>
                <a:gd name="T12" fmla="*/ 200 w 264"/>
                <a:gd name="T13" fmla="*/ 84 h 221"/>
                <a:gd name="T14" fmla="*/ 185 w 264"/>
                <a:gd name="T15" fmla="*/ 29 h 221"/>
                <a:gd name="T16" fmla="*/ 240 w 264"/>
                <a:gd name="T17" fmla="*/ 29 h 221"/>
                <a:gd name="T18" fmla="*/ 76 w 264"/>
                <a:gd name="T19" fmla="*/ 210 h 221"/>
                <a:gd name="T20" fmla="*/ 31 w 264"/>
                <a:gd name="T21" fmla="*/ 156 h 221"/>
                <a:gd name="T22" fmla="*/ 55 w 264"/>
                <a:gd name="T23" fmla="*/ 71 h 221"/>
                <a:gd name="T24" fmla="*/ 122 w 264"/>
                <a:gd name="T25" fmla="*/ 29 h 221"/>
                <a:gd name="T26" fmla="*/ 168 w 264"/>
                <a:gd name="T27" fmla="*/ 78 h 221"/>
                <a:gd name="T28" fmla="*/ 141 w 264"/>
                <a:gd name="T29" fmla="*/ 167 h 221"/>
                <a:gd name="T30" fmla="*/ 76 w 264"/>
                <a:gd name="T31" fmla="*/ 21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4" h="221">
                  <a:moveTo>
                    <a:pt x="240" y="29"/>
                  </a:moveTo>
                  <a:cubicBezTo>
                    <a:pt x="246" y="29"/>
                    <a:pt x="264" y="29"/>
                    <a:pt x="264" y="12"/>
                  </a:cubicBezTo>
                  <a:cubicBezTo>
                    <a:pt x="264" y="0"/>
                    <a:pt x="254" y="0"/>
                    <a:pt x="245" y="0"/>
                  </a:cubicBezTo>
                  <a:lnTo>
                    <a:pt x="131" y="0"/>
                  </a:lnTo>
                  <a:cubicBezTo>
                    <a:pt x="56" y="0"/>
                    <a:pt x="0" y="83"/>
                    <a:pt x="0" y="142"/>
                  </a:cubicBezTo>
                  <a:cubicBezTo>
                    <a:pt x="0" y="186"/>
                    <a:pt x="30" y="221"/>
                    <a:pt x="75" y="221"/>
                  </a:cubicBezTo>
                  <a:cubicBezTo>
                    <a:pt x="134" y="221"/>
                    <a:pt x="200" y="160"/>
                    <a:pt x="200" y="84"/>
                  </a:cubicBezTo>
                  <a:cubicBezTo>
                    <a:pt x="200" y="75"/>
                    <a:pt x="200" y="51"/>
                    <a:pt x="185" y="29"/>
                  </a:cubicBezTo>
                  <a:lnTo>
                    <a:pt x="240" y="29"/>
                  </a:lnTo>
                  <a:close/>
                  <a:moveTo>
                    <a:pt x="76" y="210"/>
                  </a:moveTo>
                  <a:cubicBezTo>
                    <a:pt x="51" y="210"/>
                    <a:pt x="31" y="192"/>
                    <a:pt x="31" y="156"/>
                  </a:cubicBezTo>
                  <a:cubicBezTo>
                    <a:pt x="31" y="141"/>
                    <a:pt x="37" y="100"/>
                    <a:pt x="55" y="71"/>
                  </a:cubicBezTo>
                  <a:cubicBezTo>
                    <a:pt x="76" y="36"/>
                    <a:pt x="106" y="29"/>
                    <a:pt x="122" y="29"/>
                  </a:cubicBezTo>
                  <a:cubicBezTo>
                    <a:pt x="164" y="29"/>
                    <a:pt x="168" y="62"/>
                    <a:pt x="168" y="78"/>
                  </a:cubicBezTo>
                  <a:cubicBezTo>
                    <a:pt x="168" y="101"/>
                    <a:pt x="158" y="142"/>
                    <a:pt x="141" y="167"/>
                  </a:cubicBezTo>
                  <a:cubicBezTo>
                    <a:pt x="122" y="197"/>
                    <a:pt x="95" y="210"/>
                    <a:pt x="76" y="21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46"/>
            <p:cNvSpPr>
              <a:spLocks/>
            </p:cNvSpPr>
            <p:nvPr>
              <p:custDataLst>
                <p:tags r:id="rId114"/>
              </p:custDataLst>
            </p:nvPr>
          </p:nvSpPr>
          <p:spPr bwMode="auto">
            <a:xfrm>
              <a:off x="5403850" y="1876426"/>
              <a:ext cx="52388" cy="66675"/>
            </a:xfrm>
            <a:custGeom>
              <a:avLst/>
              <a:gdLst>
                <a:gd name="T0" fmla="*/ 65 w 162"/>
                <a:gd name="T1" fmla="*/ 84 h 158"/>
                <a:gd name="T2" fmla="*/ 74 w 162"/>
                <a:gd name="T3" fmla="*/ 48 h 158"/>
                <a:gd name="T4" fmla="*/ 96 w 162"/>
                <a:gd name="T5" fmla="*/ 20 h 158"/>
                <a:gd name="T6" fmla="*/ 124 w 162"/>
                <a:gd name="T7" fmla="*/ 10 h 158"/>
                <a:gd name="T8" fmla="*/ 144 w 162"/>
                <a:gd name="T9" fmla="*/ 15 h 158"/>
                <a:gd name="T10" fmla="*/ 128 w 162"/>
                <a:gd name="T11" fmla="*/ 34 h 158"/>
                <a:gd name="T12" fmla="*/ 142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3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2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6" y="81"/>
                    <a:pt x="74" y="50"/>
                    <a:pt x="74" y="48"/>
                  </a:cubicBezTo>
                  <a:cubicBezTo>
                    <a:pt x="75" y="46"/>
                    <a:pt x="85" y="28"/>
                    <a:pt x="96" y="20"/>
                  </a:cubicBezTo>
                  <a:cubicBezTo>
                    <a:pt x="100" y="17"/>
                    <a:pt x="109" y="10"/>
                    <a:pt x="124" y="10"/>
                  </a:cubicBezTo>
                  <a:cubicBezTo>
                    <a:pt x="128" y="10"/>
                    <a:pt x="137" y="10"/>
                    <a:pt x="144" y="15"/>
                  </a:cubicBezTo>
                  <a:cubicBezTo>
                    <a:pt x="133" y="18"/>
                    <a:pt x="128" y="28"/>
                    <a:pt x="128" y="34"/>
                  </a:cubicBezTo>
                  <a:cubicBezTo>
                    <a:pt x="128" y="42"/>
                    <a:pt x="134" y="47"/>
                    <a:pt x="142" y="47"/>
                  </a:cubicBezTo>
                  <a:cubicBezTo>
                    <a:pt x="150" y="47"/>
                    <a:pt x="162" y="40"/>
                    <a:pt x="162" y="26"/>
                  </a:cubicBezTo>
                  <a:cubicBezTo>
                    <a:pt x="162" y="8"/>
                    <a:pt x="143" y="0"/>
                    <a:pt x="125" y="0"/>
                  </a:cubicBezTo>
                  <a:cubicBezTo>
                    <a:pt x="107" y="0"/>
                    <a:pt x="91" y="8"/>
                    <a:pt x="76" y="25"/>
                  </a:cubicBezTo>
                  <a:cubicBezTo>
                    <a:pt x="69" y="4"/>
                    <a:pt x="48" y="0"/>
                    <a:pt x="40" y="0"/>
                  </a:cubicBezTo>
                  <a:cubicBezTo>
                    <a:pt x="27" y="0"/>
                    <a:pt x="18" y="8"/>
                    <a:pt x="13" y="18"/>
                  </a:cubicBezTo>
                  <a:cubicBezTo>
                    <a:pt x="5" y="32"/>
                    <a:pt x="0" y="52"/>
                    <a:pt x="0" y="54"/>
                  </a:cubicBezTo>
                  <a:cubicBezTo>
                    <a:pt x="0" y="58"/>
                    <a:pt x="5" y="58"/>
                    <a:pt x="6" y="58"/>
                  </a:cubicBezTo>
                  <a:cubicBezTo>
                    <a:pt x="10" y="58"/>
                    <a:pt x="11" y="57"/>
                    <a:pt x="13" y="48"/>
                  </a:cubicBezTo>
                  <a:cubicBezTo>
                    <a:pt x="19" y="26"/>
                    <a:pt x="25" y="10"/>
                    <a:pt x="39" y="10"/>
                  </a:cubicBezTo>
                  <a:cubicBezTo>
                    <a:pt x="48" y="10"/>
                    <a:pt x="50" y="18"/>
                    <a:pt x="50" y="27"/>
                  </a:cubicBezTo>
                  <a:cubicBezTo>
                    <a:pt x="50" y="34"/>
                    <a:pt x="47" y="47"/>
                    <a:pt x="45" y="56"/>
                  </a:cubicBezTo>
                  <a:cubicBezTo>
                    <a:pt x="42" y="65"/>
                    <a:pt x="39" y="80"/>
                    <a:pt x="37" y="87"/>
                  </a:cubicBezTo>
                  <a:lnTo>
                    <a:pt x="26" y="132"/>
                  </a:lnTo>
                  <a:cubicBezTo>
                    <a:pt x="24" y="137"/>
                    <a:pt x="22" y="145"/>
                    <a:pt x="22" y="146"/>
                  </a:cubicBezTo>
                  <a:cubicBezTo>
                    <a:pt x="22" y="154"/>
                    <a:pt x="29" y="158"/>
                    <a:pt x="34" y="158"/>
                  </a:cubicBezTo>
                  <a:cubicBezTo>
                    <a:pt x="39" y="158"/>
                    <a:pt x="46"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247"/>
            <p:cNvSpPr>
              <a:spLocks noEditPoints="1"/>
            </p:cNvSpPr>
            <p:nvPr>
              <p:custDataLst>
                <p:tags r:id="rId115"/>
              </p:custDataLst>
            </p:nvPr>
          </p:nvSpPr>
          <p:spPr bwMode="auto">
            <a:xfrm>
              <a:off x="5468938" y="1876426"/>
              <a:ext cx="47625" cy="66675"/>
            </a:xfrm>
            <a:custGeom>
              <a:avLst/>
              <a:gdLst>
                <a:gd name="T0" fmla="*/ 54 w 149"/>
                <a:gd name="T1" fmla="*/ 75 h 158"/>
                <a:gd name="T2" fmla="*/ 110 w 149"/>
                <a:gd name="T3" fmla="*/ 67 h 158"/>
                <a:gd name="T4" fmla="*/ 141 w 149"/>
                <a:gd name="T5" fmla="*/ 31 h 158"/>
                <a:gd name="T6" fmla="*/ 98 w 149"/>
                <a:gd name="T7" fmla="*/ 0 h 158"/>
                <a:gd name="T8" fmla="*/ 0 w 149"/>
                <a:gd name="T9" fmla="*/ 92 h 158"/>
                <a:gd name="T10" fmla="*/ 62 w 149"/>
                <a:gd name="T11" fmla="*/ 158 h 158"/>
                <a:gd name="T12" fmla="*/ 149 w 149"/>
                <a:gd name="T13" fmla="*/ 118 h 158"/>
                <a:gd name="T14" fmla="*/ 143 w 149"/>
                <a:gd name="T15" fmla="*/ 112 h 158"/>
                <a:gd name="T16" fmla="*/ 137 w 149"/>
                <a:gd name="T17" fmla="*/ 116 h 158"/>
                <a:gd name="T18" fmla="*/ 63 w 149"/>
                <a:gd name="T19" fmla="*/ 148 h 158"/>
                <a:gd name="T20" fmla="*/ 28 w 149"/>
                <a:gd name="T21" fmla="*/ 106 h 158"/>
                <a:gd name="T22" fmla="*/ 32 w 149"/>
                <a:gd name="T23" fmla="*/ 75 h 158"/>
                <a:gd name="T24" fmla="*/ 54 w 149"/>
                <a:gd name="T25" fmla="*/ 75 h 158"/>
                <a:gd name="T26" fmla="*/ 35 w 149"/>
                <a:gd name="T27" fmla="*/ 65 h 158"/>
                <a:gd name="T28" fmla="*/ 98 w 149"/>
                <a:gd name="T29" fmla="*/ 10 h 158"/>
                <a:gd name="T30" fmla="*/ 126 w 149"/>
                <a:gd name="T31" fmla="*/ 31 h 158"/>
                <a:gd name="T32" fmla="*/ 52 w 149"/>
                <a:gd name="T33" fmla="*/ 65 h 158"/>
                <a:gd name="T34" fmla="*/ 35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4" y="75"/>
                  </a:moveTo>
                  <a:cubicBezTo>
                    <a:pt x="64" y="75"/>
                    <a:pt x="92" y="74"/>
                    <a:pt x="110" y="67"/>
                  </a:cubicBezTo>
                  <a:cubicBezTo>
                    <a:pt x="136" y="58"/>
                    <a:pt x="141" y="41"/>
                    <a:pt x="141" y="31"/>
                  </a:cubicBezTo>
                  <a:cubicBezTo>
                    <a:pt x="141" y="12"/>
                    <a:pt x="122" y="0"/>
                    <a:pt x="98" y="0"/>
                  </a:cubicBezTo>
                  <a:cubicBezTo>
                    <a:pt x="56" y="0"/>
                    <a:pt x="0" y="32"/>
                    <a:pt x="0" y="92"/>
                  </a:cubicBezTo>
                  <a:cubicBezTo>
                    <a:pt x="0" y="127"/>
                    <a:pt x="21" y="158"/>
                    <a:pt x="62" y="158"/>
                  </a:cubicBezTo>
                  <a:cubicBezTo>
                    <a:pt x="121" y="158"/>
                    <a:pt x="149" y="123"/>
                    <a:pt x="149" y="118"/>
                  </a:cubicBezTo>
                  <a:cubicBezTo>
                    <a:pt x="149" y="116"/>
                    <a:pt x="146" y="112"/>
                    <a:pt x="143" y="112"/>
                  </a:cubicBezTo>
                  <a:cubicBezTo>
                    <a:pt x="141" y="112"/>
                    <a:pt x="140" y="113"/>
                    <a:pt x="137" y="116"/>
                  </a:cubicBezTo>
                  <a:cubicBezTo>
                    <a:pt x="110" y="148"/>
                    <a:pt x="69" y="148"/>
                    <a:pt x="63" y="148"/>
                  </a:cubicBezTo>
                  <a:cubicBezTo>
                    <a:pt x="42" y="148"/>
                    <a:pt x="28" y="134"/>
                    <a:pt x="28" y="106"/>
                  </a:cubicBezTo>
                  <a:cubicBezTo>
                    <a:pt x="28" y="101"/>
                    <a:pt x="28" y="94"/>
                    <a:pt x="32" y="75"/>
                  </a:cubicBezTo>
                  <a:lnTo>
                    <a:pt x="54" y="75"/>
                  </a:lnTo>
                  <a:close/>
                  <a:moveTo>
                    <a:pt x="35" y="65"/>
                  </a:moveTo>
                  <a:cubicBezTo>
                    <a:pt x="49" y="14"/>
                    <a:pt x="88" y="10"/>
                    <a:pt x="98" y="10"/>
                  </a:cubicBezTo>
                  <a:cubicBezTo>
                    <a:pt x="113" y="10"/>
                    <a:pt x="126" y="18"/>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248"/>
            <p:cNvSpPr>
              <a:spLocks/>
            </p:cNvSpPr>
            <p:nvPr>
              <p:custDataLst>
                <p:tags r:id="rId116"/>
              </p:custDataLst>
            </p:nvPr>
          </p:nvSpPr>
          <p:spPr bwMode="auto">
            <a:xfrm>
              <a:off x="5527675" y="1876426"/>
              <a:ext cx="52388" cy="66675"/>
            </a:xfrm>
            <a:custGeom>
              <a:avLst/>
              <a:gdLst>
                <a:gd name="T0" fmla="*/ 38 w 161"/>
                <a:gd name="T1" fmla="*/ 123 h 158"/>
                <a:gd name="T2" fmla="*/ 83 w 161"/>
                <a:gd name="T3" fmla="*/ 84 h 158"/>
                <a:gd name="T4" fmla="*/ 126 w 161"/>
                <a:gd name="T5" fmla="*/ 47 h 158"/>
                <a:gd name="T6" fmla="*/ 161 w 161"/>
                <a:gd name="T7" fmla="*/ 4 h 158"/>
                <a:gd name="T8" fmla="*/ 155 w 161"/>
                <a:gd name="T9" fmla="*/ 0 h 158"/>
                <a:gd name="T10" fmla="*/ 149 w 161"/>
                <a:gd name="T11" fmla="*/ 4 h 158"/>
                <a:gd name="T12" fmla="*/ 122 w 161"/>
                <a:gd name="T13" fmla="*/ 25 h 158"/>
                <a:gd name="T14" fmla="*/ 102 w 161"/>
                <a:gd name="T15" fmla="*/ 14 h 158"/>
                <a:gd name="T16" fmla="*/ 75 w 161"/>
                <a:gd name="T17" fmla="*/ 0 h 158"/>
                <a:gd name="T18" fmla="*/ 28 w 161"/>
                <a:gd name="T19" fmla="*/ 41 h 158"/>
                <a:gd name="T20" fmla="*/ 34 w 161"/>
                <a:gd name="T21" fmla="*/ 45 h 158"/>
                <a:gd name="T22" fmla="*/ 40 w 161"/>
                <a:gd name="T23" fmla="*/ 40 h 158"/>
                <a:gd name="T24" fmla="*/ 71 w 161"/>
                <a:gd name="T25" fmla="*/ 27 h 158"/>
                <a:gd name="T26" fmla="*/ 93 w 161"/>
                <a:gd name="T27" fmla="*/ 31 h 158"/>
                <a:gd name="T28" fmla="*/ 123 w 161"/>
                <a:gd name="T29" fmla="*/ 35 h 158"/>
                <a:gd name="T30" fmla="*/ 75 w 161"/>
                <a:gd name="T31" fmla="*/ 77 h 158"/>
                <a:gd name="T32" fmla="*/ 31 w 161"/>
                <a:gd name="T33" fmla="*/ 114 h 158"/>
                <a:gd name="T34" fmla="*/ 0 w 161"/>
                <a:gd name="T35" fmla="*/ 153 h 158"/>
                <a:gd name="T36" fmla="*/ 6 w 161"/>
                <a:gd name="T37" fmla="*/ 158 h 158"/>
                <a:gd name="T38" fmla="*/ 12 w 161"/>
                <a:gd name="T39" fmla="*/ 154 h 158"/>
                <a:gd name="T40" fmla="*/ 44 w 161"/>
                <a:gd name="T41" fmla="*/ 133 h 158"/>
                <a:gd name="T42" fmla="*/ 63 w 161"/>
                <a:gd name="T43" fmla="*/ 142 h 158"/>
                <a:gd name="T44" fmla="*/ 92 w 161"/>
                <a:gd name="T45" fmla="*/ 158 h 158"/>
                <a:gd name="T46" fmla="*/ 153 w 161"/>
                <a:gd name="T47" fmla="*/ 103 h 158"/>
                <a:gd name="T48" fmla="*/ 147 w 161"/>
                <a:gd name="T49" fmla="*/ 99 h 158"/>
                <a:gd name="T50" fmla="*/ 140 w 161"/>
                <a:gd name="T51" fmla="*/ 105 h 158"/>
                <a:gd name="T52" fmla="*/ 96 w 161"/>
                <a:gd name="T53" fmla="*/ 130 h 158"/>
                <a:gd name="T54" fmla="*/ 71 w 161"/>
                <a:gd name="T55" fmla="*/ 127 h 158"/>
                <a:gd name="T56" fmla="*/ 46 w 161"/>
                <a:gd name="T57" fmla="*/ 123 h 158"/>
                <a:gd name="T58" fmla="*/ 38 w 161"/>
                <a:gd name="T59" fmla="*/ 12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1" h="158">
                  <a:moveTo>
                    <a:pt x="38" y="123"/>
                  </a:moveTo>
                  <a:cubicBezTo>
                    <a:pt x="47" y="114"/>
                    <a:pt x="53" y="108"/>
                    <a:pt x="83" y="84"/>
                  </a:cubicBezTo>
                  <a:cubicBezTo>
                    <a:pt x="90" y="78"/>
                    <a:pt x="116" y="57"/>
                    <a:pt x="126" y="47"/>
                  </a:cubicBezTo>
                  <a:cubicBezTo>
                    <a:pt x="147" y="26"/>
                    <a:pt x="161" y="9"/>
                    <a:pt x="161" y="4"/>
                  </a:cubicBezTo>
                  <a:cubicBezTo>
                    <a:pt x="161" y="0"/>
                    <a:pt x="156" y="0"/>
                    <a:pt x="155" y="0"/>
                  </a:cubicBezTo>
                  <a:cubicBezTo>
                    <a:pt x="152" y="0"/>
                    <a:pt x="151" y="1"/>
                    <a:pt x="149" y="4"/>
                  </a:cubicBezTo>
                  <a:cubicBezTo>
                    <a:pt x="138" y="20"/>
                    <a:pt x="131" y="25"/>
                    <a:pt x="122" y="25"/>
                  </a:cubicBezTo>
                  <a:cubicBezTo>
                    <a:pt x="118" y="25"/>
                    <a:pt x="113" y="25"/>
                    <a:pt x="102" y="14"/>
                  </a:cubicBezTo>
                  <a:cubicBezTo>
                    <a:pt x="91" y="3"/>
                    <a:pt x="83" y="0"/>
                    <a:pt x="75" y="0"/>
                  </a:cubicBezTo>
                  <a:cubicBezTo>
                    <a:pt x="47" y="0"/>
                    <a:pt x="28" y="31"/>
                    <a:pt x="28" y="41"/>
                  </a:cubicBezTo>
                  <a:cubicBezTo>
                    <a:pt x="28" y="44"/>
                    <a:pt x="32" y="45"/>
                    <a:pt x="34" y="45"/>
                  </a:cubicBezTo>
                  <a:cubicBezTo>
                    <a:pt x="38" y="45"/>
                    <a:pt x="39" y="44"/>
                    <a:pt x="40" y="40"/>
                  </a:cubicBezTo>
                  <a:cubicBezTo>
                    <a:pt x="46" y="28"/>
                    <a:pt x="65" y="27"/>
                    <a:pt x="71" y="27"/>
                  </a:cubicBezTo>
                  <a:cubicBezTo>
                    <a:pt x="79" y="27"/>
                    <a:pt x="88" y="29"/>
                    <a:pt x="93" y="31"/>
                  </a:cubicBezTo>
                  <a:cubicBezTo>
                    <a:pt x="112" y="35"/>
                    <a:pt x="114" y="35"/>
                    <a:pt x="123" y="35"/>
                  </a:cubicBezTo>
                  <a:cubicBezTo>
                    <a:pt x="114" y="44"/>
                    <a:pt x="108" y="50"/>
                    <a:pt x="75" y="77"/>
                  </a:cubicBezTo>
                  <a:cubicBezTo>
                    <a:pt x="47" y="99"/>
                    <a:pt x="38" y="107"/>
                    <a:pt x="31" y="114"/>
                  </a:cubicBezTo>
                  <a:cubicBezTo>
                    <a:pt x="10" y="135"/>
                    <a:pt x="0" y="150"/>
                    <a:pt x="0" y="153"/>
                  </a:cubicBezTo>
                  <a:cubicBezTo>
                    <a:pt x="0" y="158"/>
                    <a:pt x="5" y="158"/>
                    <a:pt x="6" y="158"/>
                  </a:cubicBezTo>
                  <a:cubicBezTo>
                    <a:pt x="10" y="158"/>
                    <a:pt x="10" y="157"/>
                    <a:pt x="12" y="154"/>
                  </a:cubicBezTo>
                  <a:cubicBezTo>
                    <a:pt x="22" y="141"/>
                    <a:pt x="32" y="133"/>
                    <a:pt x="44" y="133"/>
                  </a:cubicBezTo>
                  <a:cubicBezTo>
                    <a:pt x="48" y="133"/>
                    <a:pt x="54" y="133"/>
                    <a:pt x="63" y="142"/>
                  </a:cubicBezTo>
                  <a:cubicBezTo>
                    <a:pt x="74" y="152"/>
                    <a:pt x="81" y="158"/>
                    <a:pt x="92" y="158"/>
                  </a:cubicBezTo>
                  <a:cubicBezTo>
                    <a:pt x="129" y="158"/>
                    <a:pt x="153" y="115"/>
                    <a:pt x="153" y="103"/>
                  </a:cubicBezTo>
                  <a:cubicBezTo>
                    <a:pt x="153" y="99"/>
                    <a:pt x="149" y="99"/>
                    <a:pt x="147" y="99"/>
                  </a:cubicBezTo>
                  <a:cubicBezTo>
                    <a:pt x="143" y="99"/>
                    <a:pt x="142" y="101"/>
                    <a:pt x="140" y="105"/>
                  </a:cubicBezTo>
                  <a:cubicBezTo>
                    <a:pt x="134" y="122"/>
                    <a:pt x="113" y="130"/>
                    <a:pt x="96" y="130"/>
                  </a:cubicBezTo>
                  <a:cubicBezTo>
                    <a:pt x="88" y="130"/>
                    <a:pt x="79" y="129"/>
                    <a:pt x="71" y="127"/>
                  </a:cubicBezTo>
                  <a:cubicBezTo>
                    <a:pt x="55" y="123"/>
                    <a:pt x="52" y="123"/>
                    <a:pt x="46" y="123"/>
                  </a:cubicBezTo>
                  <a:cubicBezTo>
                    <a:pt x="45" y="123"/>
                    <a:pt x="40" y="123"/>
                    <a:pt x="38"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249"/>
            <p:cNvSpPr>
              <a:spLocks noEditPoints="1"/>
            </p:cNvSpPr>
            <p:nvPr>
              <p:custDataLst>
                <p:tags r:id="rId117"/>
              </p:custDataLst>
            </p:nvPr>
          </p:nvSpPr>
          <p:spPr bwMode="auto">
            <a:xfrm>
              <a:off x="5594350" y="1876426"/>
              <a:ext cx="47625" cy="66675"/>
            </a:xfrm>
            <a:custGeom>
              <a:avLst/>
              <a:gdLst>
                <a:gd name="T0" fmla="*/ 55 w 149"/>
                <a:gd name="T1" fmla="*/ 75 h 158"/>
                <a:gd name="T2" fmla="*/ 111 w 149"/>
                <a:gd name="T3" fmla="*/ 67 h 158"/>
                <a:gd name="T4" fmla="*/ 142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4 w 149"/>
                <a:gd name="T19" fmla="*/ 148 h 158"/>
                <a:gd name="T20" fmla="*/ 29 w 149"/>
                <a:gd name="T21" fmla="*/ 106 h 158"/>
                <a:gd name="T22" fmla="*/ 33 w 149"/>
                <a:gd name="T23" fmla="*/ 75 h 158"/>
                <a:gd name="T24" fmla="*/ 55 w 149"/>
                <a:gd name="T25" fmla="*/ 75 h 158"/>
                <a:gd name="T26" fmla="*/ 36 w 149"/>
                <a:gd name="T27" fmla="*/ 65 h 158"/>
                <a:gd name="T28" fmla="*/ 98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5"/>
                  </a:moveTo>
                  <a:cubicBezTo>
                    <a:pt x="65" y="75"/>
                    <a:pt x="92" y="74"/>
                    <a:pt x="111" y="67"/>
                  </a:cubicBezTo>
                  <a:cubicBezTo>
                    <a:pt x="137" y="58"/>
                    <a:pt x="142" y="41"/>
                    <a:pt x="142" y="31"/>
                  </a:cubicBezTo>
                  <a:cubicBezTo>
                    <a:pt x="142" y="12"/>
                    <a:pt x="122" y="0"/>
                    <a:pt x="98" y="0"/>
                  </a:cubicBezTo>
                  <a:cubicBezTo>
                    <a:pt x="57" y="0"/>
                    <a:pt x="0" y="32"/>
                    <a:pt x="0" y="92"/>
                  </a:cubicBezTo>
                  <a:cubicBezTo>
                    <a:pt x="0" y="127"/>
                    <a:pt x="22" y="158"/>
                    <a:pt x="63" y="158"/>
                  </a:cubicBezTo>
                  <a:cubicBezTo>
                    <a:pt x="122" y="158"/>
                    <a:pt x="149" y="123"/>
                    <a:pt x="149" y="118"/>
                  </a:cubicBezTo>
                  <a:cubicBezTo>
                    <a:pt x="149" y="116"/>
                    <a:pt x="146" y="112"/>
                    <a:pt x="143" y="112"/>
                  </a:cubicBezTo>
                  <a:cubicBezTo>
                    <a:pt x="141" y="112"/>
                    <a:pt x="141" y="113"/>
                    <a:pt x="138" y="116"/>
                  </a:cubicBezTo>
                  <a:cubicBezTo>
                    <a:pt x="111" y="148"/>
                    <a:pt x="70" y="148"/>
                    <a:pt x="64" y="148"/>
                  </a:cubicBezTo>
                  <a:cubicBezTo>
                    <a:pt x="43" y="148"/>
                    <a:pt x="29" y="134"/>
                    <a:pt x="29" y="106"/>
                  </a:cubicBezTo>
                  <a:cubicBezTo>
                    <a:pt x="29" y="101"/>
                    <a:pt x="29" y="94"/>
                    <a:pt x="33" y="75"/>
                  </a:cubicBezTo>
                  <a:lnTo>
                    <a:pt x="55" y="75"/>
                  </a:lnTo>
                  <a:close/>
                  <a:moveTo>
                    <a:pt x="36" y="65"/>
                  </a:moveTo>
                  <a:cubicBezTo>
                    <a:pt x="50" y="14"/>
                    <a:pt x="89" y="10"/>
                    <a:pt x="98"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250"/>
            <p:cNvSpPr>
              <a:spLocks/>
            </p:cNvSpPr>
            <p:nvPr>
              <p:custDataLst>
                <p:tags r:id="rId118"/>
              </p:custDataLst>
            </p:nvPr>
          </p:nvSpPr>
          <p:spPr bwMode="auto">
            <a:xfrm>
              <a:off x="5651500" y="1876426"/>
              <a:ext cx="52388" cy="66675"/>
            </a:xfrm>
            <a:custGeom>
              <a:avLst/>
              <a:gdLst>
                <a:gd name="T0" fmla="*/ 66 w 162"/>
                <a:gd name="T1" fmla="*/ 84 h 158"/>
                <a:gd name="T2" fmla="*/ 75 w 162"/>
                <a:gd name="T3" fmla="*/ 48 h 158"/>
                <a:gd name="T4" fmla="*/ 97 w 162"/>
                <a:gd name="T5" fmla="*/ 20 h 158"/>
                <a:gd name="T6" fmla="*/ 125 w 162"/>
                <a:gd name="T7" fmla="*/ 10 h 158"/>
                <a:gd name="T8" fmla="*/ 144 w 162"/>
                <a:gd name="T9" fmla="*/ 15 h 158"/>
                <a:gd name="T10" fmla="*/ 129 w 162"/>
                <a:gd name="T11" fmla="*/ 34 h 158"/>
                <a:gd name="T12" fmla="*/ 143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4 w 162"/>
                <a:gd name="T29" fmla="*/ 48 h 158"/>
                <a:gd name="T30" fmla="*/ 39 w 162"/>
                <a:gd name="T31" fmla="*/ 10 h 158"/>
                <a:gd name="T32" fmla="*/ 51 w 162"/>
                <a:gd name="T33" fmla="*/ 27 h 158"/>
                <a:gd name="T34" fmla="*/ 45 w 162"/>
                <a:gd name="T35" fmla="*/ 56 h 158"/>
                <a:gd name="T36" fmla="*/ 37 w 162"/>
                <a:gd name="T37" fmla="*/ 87 h 158"/>
                <a:gd name="T38" fmla="*/ 26 w 162"/>
                <a:gd name="T39" fmla="*/ 132 h 158"/>
                <a:gd name="T40" fmla="*/ 23 w 162"/>
                <a:gd name="T41" fmla="*/ 146 h 158"/>
                <a:gd name="T42" fmla="*/ 35 w 162"/>
                <a:gd name="T43" fmla="*/ 158 h 158"/>
                <a:gd name="T44" fmla="*/ 50 w 162"/>
                <a:gd name="T45" fmla="*/ 147 h 158"/>
                <a:gd name="T46" fmla="*/ 56 w 162"/>
                <a:gd name="T47" fmla="*/ 121 h 158"/>
                <a:gd name="T48" fmla="*/ 66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6" y="84"/>
                  </a:moveTo>
                  <a:cubicBezTo>
                    <a:pt x="66" y="81"/>
                    <a:pt x="74" y="50"/>
                    <a:pt x="75" y="48"/>
                  </a:cubicBezTo>
                  <a:cubicBezTo>
                    <a:pt x="75" y="46"/>
                    <a:pt x="86" y="28"/>
                    <a:pt x="97" y="20"/>
                  </a:cubicBezTo>
                  <a:cubicBezTo>
                    <a:pt x="101" y="17"/>
                    <a:pt x="110" y="10"/>
                    <a:pt x="125" y="10"/>
                  </a:cubicBezTo>
                  <a:cubicBezTo>
                    <a:pt x="128" y="10"/>
                    <a:pt x="137" y="10"/>
                    <a:pt x="144" y="15"/>
                  </a:cubicBezTo>
                  <a:cubicBezTo>
                    <a:pt x="133" y="18"/>
                    <a:pt x="129" y="28"/>
                    <a:pt x="129" y="34"/>
                  </a:cubicBezTo>
                  <a:cubicBezTo>
                    <a:pt x="129" y="42"/>
                    <a:pt x="135" y="47"/>
                    <a:pt x="143" y="47"/>
                  </a:cubicBezTo>
                  <a:cubicBezTo>
                    <a:pt x="151" y="47"/>
                    <a:pt x="162" y="40"/>
                    <a:pt x="162" y="26"/>
                  </a:cubicBezTo>
                  <a:cubicBezTo>
                    <a:pt x="162" y="8"/>
                    <a:pt x="143" y="0"/>
                    <a:pt x="125" y="0"/>
                  </a:cubicBezTo>
                  <a:cubicBezTo>
                    <a:pt x="107" y="0"/>
                    <a:pt x="91" y="8"/>
                    <a:pt x="76" y="25"/>
                  </a:cubicBezTo>
                  <a:cubicBezTo>
                    <a:pt x="70" y="4"/>
                    <a:pt x="49" y="0"/>
                    <a:pt x="40" y="0"/>
                  </a:cubicBezTo>
                  <a:cubicBezTo>
                    <a:pt x="27" y="0"/>
                    <a:pt x="19" y="8"/>
                    <a:pt x="13" y="18"/>
                  </a:cubicBezTo>
                  <a:cubicBezTo>
                    <a:pt x="5" y="32"/>
                    <a:pt x="0" y="52"/>
                    <a:pt x="0" y="54"/>
                  </a:cubicBezTo>
                  <a:cubicBezTo>
                    <a:pt x="0" y="58"/>
                    <a:pt x="5" y="58"/>
                    <a:pt x="6" y="58"/>
                  </a:cubicBezTo>
                  <a:cubicBezTo>
                    <a:pt x="11" y="58"/>
                    <a:pt x="11" y="57"/>
                    <a:pt x="14" y="48"/>
                  </a:cubicBezTo>
                  <a:cubicBezTo>
                    <a:pt x="19" y="26"/>
                    <a:pt x="26" y="10"/>
                    <a:pt x="39" y="10"/>
                  </a:cubicBezTo>
                  <a:cubicBezTo>
                    <a:pt x="48" y="10"/>
                    <a:pt x="51" y="18"/>
                    <a:pt x="51" y="27"/>
                  </a:cubicBezTo>
                  <a:cubicBezTo>
                    <a:pt x="51" y="34"/>
                    <a:pt x="48" y="47"/>
                    <a:pt x="45" y="56"/>
                  </a:cubicBezTo>
                  <a:cubicBezTo>
                    <a:pt x="43" y="65"/>
                    <a:pt x="39" y="80"/>
                    <a:pt x="37" y="87"/>
                  </a:cubicBezTo>
                  <a:lnTo>
                    <a:pt x="26" y="132"/>
                  </a:lnTo>
                  <a:cubicBezTo>
                    <a:pt x="25" y="137"/>
                    <a:pt x="23" y="145"/>
                    <a:pt x="23" y="146"/>
                  </a:cubicBezTo>
                  <a:cubicBezTo>
                    <a:pt x="23" y="154"/>
                    <a:pt x="29" y="158"/>
                    <a:pt x="35" y="158"/>
                  </a:cubicBezTo>
                  <a:cubicBezTo>
                    <a:pt x="40" y="158"/>
                    <a:pt x="47" y="154"/>
                    <a:pt x="50" y="147"/>
                  </a:cubicBezTo>
                  <a:cubicBezTo>
                    <a:pt x="50" y="145"/>
                    <a:pt x="54" y="130"/>
                    <a:pt x="56" y="121"/>
                  </a:cubicBezTo>
                  <a:lnTo>
                    <a:pt x="66"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251"/>
            <p:cNvSpPr>
              <a:spLocks/>
            </p:cNvSpPr>
            <p:nvPr>
              <p:custDataLst>
                <p:tags r:id="rId119"/>
              </p:custDataLst>
            </p:nvPr>
          </p:nvSpPr>
          <p:spPr bwMode="auto">
            <a:xfrm>
              <a:off x="5715000" y="1876426"/>
              <a:ext cx="53975" cy="66675"/>
            </a:xfrm>
            <a:custGeom>
              <a:avLst/>
              <a:gdLst>
                <a:gd name="T0" fmla="*/ 170 w 170"/>
                <a:gd name="T1" fmla="*/ 27 h 158"/>
                <a:gd name="T2" fmla="*/ 152 w 170"/>
                <a:gd name="T3" fmla="*/ 0 h 158"/>
                <a:gd name="T4" fmla="*/ 133 w 170"/>
                <a:gd name="T5" fmla="*/ 18 h 158"/>
                <a:gd name="T6" fmla="*/ 139 w 170"/>
                <a:gd name="T7" fmla="*/ 29 h 158"/>
                <a:gd name="T8" fmla="*/ 152 w 170"/>
                <a:gd name="T9" fmla="*/ 57 h 158"/>
                <a:gd name="T10" fmla="*/ 88 w 170"/>
                <a:gd name="T11" fmla="*/ 148 h 158"/>
                <a:gd name="T12" fmla="*/ 59 w 170"/>
                <a:gd name="T13" fmla="*/ 117 h 158"/>
                <a:gd name="T14" fmla="*/ 79 w 170"/>
                <a:gd name="T15" fmla="*/ 49 h 158"/>
                <a:gd name="T16" fmla="*/ 83 w 170"/>
                <a:gd name="T17" fmla="*/ 30 h 158"/>
                <a:gd name="T18" fmla="*/ 50 w 170"/>
                <a:gd name="T19" fmla="*/ 0 h 158"/>
                <a:gd name="T20" fmla="*/ 0 w 170"/>
                <a:gd name="T21" fmla="*/ 54 h 158"/>
                <a:gd name="T22" fmla="*/ 6 w 170"/>
                <a:gd name="T23" fmla="*/ 58 h 158"/>
                <a:gd name="T24" fmla="*/ 12 w 170"/>
                <a:gd name="T25" fmla="*/ 53 h 158"/>
                <a:gd name="T26" fmla="*/ 49 w 170"/>
                <a:gd name="T27" fmla="*/ 10 h 158"/>
                <a:gd name="T28" fmla="*/ 58 w 170"/>
                <a:gd name="T29" fmla="*/ 22 h 158"/>
                <a:gd name="T30" fmla="*/ 52 w 170"/>
                <a:gd name="T31" fmla="*/ 46 h 158"/>
                <a:gd name="T32" fmla="*/ 33 w 170"/>
                <a:gd name="T33" fmla="*/ 112 h 158"/>
                <a:gd name="T34" fmla="*/ 87 w 170"/>
                <a:gd name="T35" fmla="*/ 158 h 158"/>
                <a:gd name="T36" fmla="*/ 170 w 170"/>
                <a:gd name="T37" fmla="*/ 27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8">
                  <a:moveTo>
                    <a:pt x="170" y="27"/>
                  </a:moveTo>
                  <a:cubicBezTo>
                    <a:pt x="170" y="0"/>
                    <a:pt x="153" y="0"/>
                    <a:pt x="152" y="0"/>
                  </a:cubicBezTo>
                  <a:cubicBezTo>
                    <a:pt x="143" y="0"/>
                    <a:pt x="133" y="9"/>
                    <a:pt x="133" y="18"/>
                  </a:cubicBezTo>
                  <a:cubicBezTo>
                    <a:pt x="133" y="24"/>
                    <a:pt x="137" y="27"/>
                    <a:pt x="139" y="29"/>
                  </a:cubicBezTo>
                  <a:cubicBezTo>
                    <a:pt x="145" y="34"/>
                    <a:pt x="152" y="43"/>
                    <a:pt x="152" y="57"/>
                  </a:cubicBezTo>
                  <a:cubicBezTo>
                    <a:pt x="152" y="73"/>
                    <a:pt x="129" y="148"/>
                    <a:pt x="88" y="148"/>
                  </a:cubicBezTo>
                  <a:cubicBezTo>
                    <a:pt x="59" y="148"/>
                    <a:pt x="59" y="123"/>
                    <a:pt x="59" y="117"/>
                  </a:cubicBezTo>
                  <a:cubicBezTo>
                    <a:pt x="59" y="101"/>
                    <a:pt x="66" y="81"/>
                    <a:pt x="79" y="49"/>
                  </a:cubicBezTo>
                  <a:cubicBezTo>
                    <a:pt x="81" y="41"/>
                    <a:pt x="83" y="36"/>
                    <a:pt x="83" y="30"/>
                  </a:cubicBezTo>
                  <a:cubicBezTo>
                    <a:pt x="83" y="12"/>
                    <a:pt x="68" y="0"/>
                    <a:pt x="50" y="0"/>
                  </a:cubicBezTo>
                  <a:cubicBezTo>
                    <a:pt x="16" y="0"/>
                    <a:pt x="0" y="48"/>
                    <a:pt x="0" y="54"/>
                  </a:cubicBezTo>
                  <a:cubicBezTo>
                    <a:pt x="0" y="58"/>
                    <a:pt x="5" y="58"/>
                    <a:pt x="6" y="58"/>
                  </a:cubicBezTo>
                  <a:cubicBezTo>
                    <a:pt x="11" y="58"/>
                    <a:pt x="11" y="56"/>
                    <a:pt x="12" y="53"/>
                  </a:cubicBezTo>
                  <a:cubicBezTo>
                    <a:pt x="20" y="24"/>
                    <a:pt x="35" y="10"/>
                    <a:pt x="49" y="10"/>
                  </a:cubicBezTo>
                  <a:cubicBezTo>
                    <a:pt x="55" y="10"/>
                    <a:pt x="58" y="14"/>
                    <a:pt x="58" y="22"/>
                  </a:cubicBezTo>
                  <a:cubicBezTo>
                    <a:pt x="58" y="30"/>
                    <a:pt x="55" y="38"/>
                    <a:pt x="52" y="46"/>
                  </a:cubicBezTo>
                  <a:cubicBezTo>
                    <a:pt x="37" y="84"/>
                    <a:pt x="33" y="99"/>
                    <a:pt x="33" y="112"/>
                  </a:cubicBezTo>
                  <a:cubicBezTo>
                    <a:pt x="33" y="146"/>
                    <a:pt x="60" y="158"/>
                    <a:pt x="87" y="158"/>
                  </a:cubicBezTo>
                  <a:cubicBezTo>
                    <a:pt x="145" y="158"/>
                    <a:pt x="170" y="56"/>
                    <a:pt x="170" y="27"/>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252"/>
            <p:cNvSpPr>
              <a:spLocks noEditPoints="1"/>
            </p:cNvSpPr>
            <p:nvPr>
              <p:custDataLst>
                <p:tags r:id="rId120"/>
              </p:custDataLst>
            </p:nvPr>
          </p:nvSpPr>
          <p:spPr bwMode="auto">
            <a:xfrm>
              <a:off x="5783263" y="1876426"/>
              <a:ext cx="57150" cy="66675"/>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2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8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8" y="147"/>
                    <a:pt x="102" y="133"/>
                  </a:cubicBezTo>
                  <a:cubicBezTo>
                    <a:pt x="109" y="154"/>
                    <a:pt x="129" y="158"/>
                    <a:pt x="138" y="158"/>
                  </a:cubicBezTo>
                  <a:cubicBezTo>
                    <a:pt x="151" y="158"/>
                    <a:pt x="160" y="150"/>
                    <a:pt x="166" y="139"/>
                  </a:cubicBezTo>
                  <a:cubicBezTo>
                    <a:pt x="173" y="125"/>
                    <a:pt x="178" y="106"/>
                    <a:pt x="178" y="104"/>
                  </a:cubicBezTo>
                  <a:cubicBezTo>
                    <a:pt x="178" y="100"/>
                    <a:pt x="173" y="100"/>
                    <a:pt x="172" y="100"/>
                  </a:cubicBezTo>
                  <a:cubicBezTo>
                    <a:pt x="168" y="100"/>
                    <a:pt x="167" y="101"/>
                    <a:pt x="165" y="110"/>
                  </a:cubicBezTo>
                  <a:cubicBezTo>
                    <a:pt x="161" y="127"/>
                    <a:pt x="154" y="148"/>
                    <a:pt x="139" y="148"/>
                  </a:cubicBezTo>
                  <a:cubicBezTo>
                    <a:pt x="130" y="148"/>
                    <a:pt x="128" y="140"/>
                    <a:pt x="128" y="131"/>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8" y="139"/>
                    <a:pt x="28" y="114"/>
                  </a:cubicBezTo>
                  <a:cubicBezTo>
                    <a:pt x="28" y="95"/>
                    <a:pt x="39" y="57"/>
                    <a:pt x="47" y="43"/>
                  </a:cubicBezTo>
                  <a:cubicBezTo>
                    <a:pt x="63" y="15"/>
                    <a:pt x="80"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1" name="Freeform 253"/>
            <p:cNvSpPr>
              <a:spLocks/>
            </p:cNvSpPr>
            <p:nvPr>
              <p:custDataLst>
                <p:tags r:id="rId121"/>
              </p:custDataLst>
            </p:nvPr>
          </p:nvSpPr>
          <p:spPr bwMode="auto">
            <a:xfrm>
              <a:off x="5853113" y="1876426"/>
              <a:ext cx="47625" cy="66675"/>
            </a:xfrm>
            <a:custGeom>
              <a:avLst/>
              <a:gdLst>
                <a:gd name="T0" fmla="*/ 131 w 151"/>
                <a:gd name="T1" fmla="*/ 20 h 158"/>
                <a:gd name="T2" fmla="*/ 113 w 151"/>
                <a:gd name="T3" fmla="*/ 40 h 158"/>
                <a:gd name="T4" fmla="*/ 126 w 151"/>
                <a:gd name="T5" fmla="*/ 53 h 158"/>
                <a:gd name="T6" fmla="*/ 146 w 151"/>
                <a:gd name="T7" fmla="*/ 31 h 158"/>
                <a:gd name="T8" fmla="*/ 100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0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3"/>
                    <a:pt x="113" y="32"/>
                    <a:pt x="113" y="40"/>
                  </a:cubicBezTo>
                  <a:cubicBezTo>
                    <a:pt x="113" y="49"/>
                    <a:pt x="120" y="53"/>
                    <a:pt x="126" y="53"/>
                  </a:cubicBezTo>
                  <a:cubicBezTo>
                    <a:pt x="134" y="53"/>
                    <a:pt x="146" y="47"/>
                    <a:pt x="146" y="31"/>
                  </a:cubicBezTo>
                  <a:cubicBezTo>
                    <a:pt x="146" y="7"/>
                    <a:pt x="119" y="0"/>
                    <a:pt x="100" y="0"/>
                  </a:cubicBezTo>
                  <a:cubicBezTo>
                    <a:pt x="48" y="0"/>
                    <a:pt x="0" y="48"/>
                    <a:pt x="0" y="97"/>
                  </a:cubicBezTo>
                  <a:cubicBezTo>
                    <a:pt x="0" y="127"/>
                    <a:pt x="20" y="158"/>
                    <a:pt x="64" y="158"/>
                  </a:cubicBezTo>
                  <a:cubicBezTo>
                    <a:pt x="123" y="158"/>
                    <a:pt x="151" y="123"/>
                    <a:pt x="151" y="118"/>
                  </a:cubicBezTo>
                  <a:cubicBezTo>
                    <a:pt x="151" y="116"/>
                    <a:pt x="147" y="112"/>
                    <a:pt x="145" y="112"/>
                  </a:cubicBezTo>
                  <a:cubicBezTo>
                    <a:pt x="143" y="112"/>
                    <a:pt x="142" y="113"/>
                    <a:pt x="139" y="116"/>
                  </a:cubicBezTo>
                  <a:cubicBezTo>
                    <a:pt x="112" y="148"/>
                    <a:pt x="71" y="148"/>
                    <a:pt x="65" y="148"/>
                  </a:cubicBezTo>
                  <a:cubicBezTo>
                    <a:pt x="40" y="148"/>
                    <a:pt x="29" y="131"/>
                    <a:pt x="29" y="109"/>
                  </a:cubicBezTo>
                  <a:cubicBezTo>
                    <a:pt x="29" y="99"/>
                    <a:pt x="33" y="61"/>
                    <a:pt x="52" y="37"/>
                  </a:cubicBezTo>
                  <a:cubicBezTo>
                    <a:pt x="65" y="20"/>
                    <a:pt x="83" y="10"/>
                    <a:pt x="100" y="10"/>
                  </a:cubicBezTo>
                  <a:cubicBezTo>
                    <a:pt x="105"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2" name="Freeform 254"/>
            <p:cNvSpPr>
              <a:spLocks noEditPoints="1"/>
            </p:cNvSpPr>
            <p:nvPr>
              <p:custDataLst>
                <p:tags r:id="rId122"/>
              </p:custDataLst>
            </p:nvPr>
          </p:nvSpPr>
          <p:spPr bwMode="auto">
            <a:xfrm>
              <a:off x="5907088" y="1844676"/>
              <a:ext cx="33338" cy="98425"/>
            </a:xfrm>
            <a:custGeom>
              <a:avLst/>
              <a:gdLst>
                <a:gd name="T0" fmla="*/ 97 w 106"/>
                <a:gd name="T1" fmla="*/ 13 h 235"/>
                <a:gd name="T2" fmla="*/ 83 w 106"/>
                <a:gd name="T3" fmla="*/ 0 h 235"/>
                <a:gd name="T4" fmla="*/ 64 w 106"/>
                <a:gd name="T5" fmla="*/ 19 h 235"/>
                <a:gd name="T6" fmla="*/ 77 w 106"/>
                <a:gd name="T7" fmla="*/ 32 h 235"/>
                <a:gd name="T8" fmla="*/ 97 w 106"/>
                <a:gd name="T9" fmla="*/ 13 h 235"/>
                <a:gd name="T10" fmla="*/ 26 w 106"/>
                <a:gd name="T11" fmla="*/ 190 h 235"/>
                <a:gd name="T12" fmla="*/ 23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0 h 235"/>
                <a:gd name="T28" fmla="*/ 65 w 106"/>
                <a:gd name="T29" fmla="*/ 162 h 235"/>
                <a:gd name="T30" fmla="*/ 82 w 106"/>
                <a:gd name="T31" fmla="*/ 118 h 235"/>
                <a:gd name="T32" fmla="*/ 84 w 106"/>
                <a:gd name="T33" fmla="*/ 107 h 235"/>
                <a:gd name="T34" fmla="*/ 51 w 106"/>
                <a:gd name="T35" fmla="*/ 77 h 235"/>
                <a:gd name="T36" fmla="*/ 0 w 106"/>
                <a:gd name="T37" fmla="*/ 131 h 235"/>
                <a:gd name="T38" fmla="*/ 6 w 106"/>
                <a:gd name="T39" fmla="*/ 135 h 235"/>
                <a:gd name="T40" fmla="*/ 13 w 106"/>
                <a:gd name="T41" fmla="*/ 130 h 235"/>
                <a:gd name="T42" fmla="*/ 50 w 106"/>
                <a:gd name="T43" fmla="*/ 87 h 235"/>
                <a:gd name="T44" fmla="*/ 59 w 106"/>
                <a:gd name="T45" fmla="*/ 99 h 235"/>
                <a:gd name="T46" fmla="*/ 48 w 106"/>
                <a:gd name="T47" fmla="*/ 134 h 235"/>
                <a:gd name="T48" fmla="*/ 26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3" y="0"/>
                    <a:pt x="83" y="0"/>
                  </a:cubicBezTo>
                  <a:cubicBezTo>
                    <a:pt x="74" y="0"/>
                    <a:pt x="64" y="9"/>
                    <a:pt x="64" y="19"/>
                  </a:cubicBezTo>
                  <a:cubicBezTo>
                    <a:pt x="64" y="25"/>
                    <a:pt x="68" y="32"/>
                    <a:pt x="77" y="32"/>
                  </a:cubicBezTo>
                  <a:cubicBezTo>
                    <a:pt x="88" y="32"/>
                    <a:pt x="97" y="22"/>
                    <a:pt x="97" y="13"/>
                  </a:cubicBezTo>
                  <a:close/>
                  <a:moveTo>
                    <a:pt x="26" y="190"/>
                  </a:moveTo>
                  <a:cubicBezTo>
                    <a:pt x="24" y="195"/>
                    <a:pt x="23" y="199"/>
                    <a:pt x="23" y="205"/>
                  </a:cubicBezTo>
                  <a:cubicBezTo>
                    <a:pt x="23" y="221"/>
                    <a:pt x="37" y="235"/>
                    <a:pt x="56" y="235"/>
                  </a:cubicBezTo>
                  <a:cubicBezTo>
                    <a:pt x="91" y="235"/>
                    <a:pt x="106" y="186"/>
                    <a:pt x="106" y="181"/>
                  </a:cubicBezTo>
                  <a:cubicBezTo>
                    <a:pt x="106" y="177"/>
                    <a:pt x="102" y="177"/>
                    <a:pt x="100" y="177"/>
                  </a:cubicBezTo>
                  <a:cubicBezTo>
                    <a:pt x="96" y="177"/>
                    <a:pt x="95" y="179"/>
                    <a:pt x="94" y="183"/>
                  </a:cubicBezTo>
                  <a:cubicBezTo>
                    <a:pt x="86" y="210"/>
                    <a:pt x="70" y="225"/>
                    <a:pt x="57" y="225"/>
                  </a:cubicBezTo>
                  <a:cubicBezTo>
                    <a:pt x="50" y="225"/>
                    <a:pt x="48" y="220"/>
                    <a:pt x="48" y="213"/>
                  </a:cubicBezTo>
                  <a:cubicBezTo>
                    <a:pt x="48" y="205"/>
                    <a:pt x="51" y="198"/>
                    <a:pt x="54" y="190"/>
                  </a:cubicBezTo>
                  <a:cubicBezTo>
                    <a:pt x="57" y="181"/>
                    <a:pt x="61" y="171"/>
                    <a:pt x="65" y="162"/>
                  </a:cubicBezTo>
                  <a:cubicBezTo>
                    <a:pt x="68" y="154"/>
                    <a:pt x="81" y="122"/>
                    <a:pt x="82" y="118"/>
                  </a:cubicBezTo>
                  <a:cubicBezTo>
                    <a:pt x="83" y="115"/>
                    <a:pt x="84" y="110"/>
                    <a:pt x="84" y="107"/>
                  </a:cubicBezTo>
                  <a:cubicBezTo>
                    <a:pt x="84" y="90"/>
                    <a:pt x="70" y="77"/>
                    <a:pt x="51" y="77"/>
                  </a:cubicBezTo>
                  <a:cubicBezTo>
                    <a:pt x="16" y="77"/>
                    <a:pt x="0" y="125"/>
                    <a:pt x="0" y="131"/>
                  </a:cubicBezTo>
                  <a:cubicBezTo>
                    <a:pt x="0" y="135"/>
                    <a:pt x="5" y="135"/>
                    <a:pt x="6" y="135"/>
                  </a:cubicBezTo>
                  <a:cubicBezTo>
                    <a:pt x="11" y="135"/>
                    <a:pt x="12" y="133"/>
                    <a:pt x="13" y="130"/>
                  </a:cubicBezTo>
                  <a:cubicBezTo>
                    <a:pt x="22" y="100"/>
                    <a:pt x="37" y="87"/>
                    <a:pt x="50" y="87"/>
                  </a:cubicBezTo>
                  <a:cubicBezTo>
                    <a:pt x="55" y="87"/>
                    <a:pt x="59" y="90"/>
                    <a:pt x="59" y="99"/>
                  </a:cubicBezTo>
                  <a:cubicBezTo>
                    <a:pt x="59" y="107"/>
                    <a:pt x="57"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255"/>
            <p:cNvSpPr>
              <a:spLocks noEditPoints="1"/>
            </p:cNvSpPr>
            <p:nvPr>
              <p:custDataLst>
                <p:tags r:id="rId123"/>
              </p:custDataLst>
            </p:nvPr>
          </p:nvSpPr>
          <p:spPr bwMode="auto">
            <a:xfrm>
              <a:off x="5946775" y="1844676"/>
              <a:ext cx="49213" cy="125413"/>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3 h 302"/>
                <a:gd name="T18" fmla="*/ 20 w 153"/>
                <a:gd name="T19" fmla="*/ 260 h 302"/>
                <a:gd name="T20" fmla="*/ 0 w 153"/>
                <a:gd name="T21" fmla="*/ 280 h 302"/>
                <a:gd name="T22" fmla="*/ 35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4 w 153"/>
                <a:gd name="T41" fmla="*/ 104 h 302"/>
                <a:gd name="T42" fmla="*/ 113 w 153"/>
                <a:gd name="T43" fmla="*/ 115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3"/>
                  </a:cubicBezTo>
                  <a:cubicBezTo>
                    <a:pt x="33" y="264"/>
                    <a:pt x="27" y="260"/>
                    <a:pt x="20" y="260"/>
                  </a:cubicBezTo>
                  <a:cubicBezTo>
                    <a:pt x="9" y="260"/>
                    <a:pt x="0" y="269"/>
                    <a:pt x="0" y="280"/>
                  </a:cubicBezTo>
                  <a:cubicBezTo>
                    <a:pt x="0" y="294"/>
                    <a:pt x="14" y="302"/>
                    <a:pt x="35" y="302"/>
                  </a:cubicBezTo>
                  <a:cubicBezTo>
                    <a:pt x="55" y="302"/>
                    <a:pt x="96" y="290"/>
                    <a:pt x="107" y="247"/>
                  </a:cubicBezTo>
                  <a:lnTo>
                    <a:pt x="138" y="122"/>
                  </a:lnTo>
                  <a:cubicBezTo>
                    <a:pt x="140" y="118"/>
                    <a:pt x="140" y="115"/>
                    <a:pt x="140" y="110"/>
                  </a:cubicBezTo>
                  <a:cubicBezTo>
                    <a:pt x="140" y="91"/>
                    <a:pt x="124" y="77"/>
                    <a:pt x="103" y="77"/>
                  </a:cubicBezTo>
                  <a:cubicBezTo>
                    <a:pt x="64" y="77"/>
                    <a:pt x="42" y="126"/>
                    <a:pt x="42" y="131"/>
                  </a:cubicBezTo>
                  <a:cubicBezTo>
                    <a:pt x="42" y="135"/>
                    <a:pt x="47" y="135"/>
                    <a:pt x="48" y="135"/>
                  </a:cubicBezTo>
                  <a:cubicBezTo>
                    <a:pt x="52" y="135"/>
                    <a:pt x="52" y="134"/>
                    <a:pt x="55" y="129"/>
                  </a:cubicBezTo>
                  <a:cubicBezTo>
                    <a:pt x="64" y="109"/>
                    <a:pt x="82" y="87"/>
                    <a:pt x="102" y="87"/>
                  </a:cubicBezTo>
                  <a:cubicBezTo>
                    <a:pt x="111" y="87"/>
                    <a:pt x="114" y="93"/>
                    <a:pt x="114" y="104"/>
                  </a:cubicBezTo>
                  <a:cubicBezTo>
                    <a:pt x="114" y="108"/>
                    <a:pt x="113" y="113"/>
                    <a:pt x="113"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256"/>
            <p:cNvSpPr>
              <a:spLocks noEditPoints="1"/>
            </p:cNvSpPr>
            <p:nvPr>
              <p:custDataLst>
                <p:tags r:id="rId124"/>
              </p:custDataLst>
            </p:nvPr>
          </p:nvSpPr>
          <p:spPr bwMode="auto">
            <a:xfrm>
              <a:off x="6013450" y="1876426"/>
              <a:ext cx="55563" cy="66675"/>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2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8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8" y="147"/>
                    <a:pt x="102" y="133"/>
                  </a:cubicBezTo>
                  <a:cubicBezTo>
                    <a:pt x="109" y="154"/>
                    <a:pt x="129" y="158"/>
                    <a:pt x="138" y="158"/>
                  </a:cubicBezTo>
                  <a:cubicBezTo>
                    <a:pt x="151" y="158"/>
                    <a:pt x="160" y="150"/>
                    <a:pt x="166" y="139"/>
                  </a:cubicBezTo>
                  <a:cubicBezTo>
                    <a:pt x="174" y="125"/>
                    <a:pt x="178" y="106"/>
                    <a:pt x="178" y="104"/>
                  </a:cubicBezTo>
                  <a:cubicBezTo>
                    <a:pt x="178" y="100"/>
                    <a:pt x="174" y="100"/>
                    <a:pt x="172" y="100"/>
                  </a:cubicBezTo>
                  <a:cubicBezTo>
                    <a:pt x="168" y="100"/>
                    <a:pt x="167" y="101"/>
                    <a:pt x="165" y="110"/>
                  </a:cubicBezTo>
                  <a:cubicBezTo>
                    <a:pt x="161" y="127"/>
                    <a:pt x="154" y="148"/>
                    <a:pt x="139" y="148"/>
                  </a:cubicBezTo>
                  <a:cubicBezTo>
                    <a:pt x="130" y="148"/>
                    <a:pt x="128" y="140"/>
                    <a:pt x="128" y="131"/>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8" y="139"/>
                    <a:pt x="28" y="114"/>
                  </a:cubicBezTo>
                  <a:cubicBezTo>
                    <a:pt x="28" y="95"/>
                    <a:pt x="39" y="57"/>
                    <a:pt x="47" y="43"/>
                  </a:cubicBezTo>
                  <a:cubicBezTo>
                    <a:pt x="63" y="15"/>
                    <a:pt x="80"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257"/>
            <p:cNvSpPr>
              <a:spLocks/>
            </p:cNvSpPr>
            <p:nvPr>
              <p:custDataLst>
                <p:tags r:id="rId125"/>
              </p:custDataLst>
            </p:nvPr>
          </p:nvSpPr>
          <p:spPr bwMode="auto">
            <a:xfrm>
              <a:off x="6088063" y="1924051"/>
              <a:ext cx="12700" cy="17463"/>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9"/>
                    <a:pt x="0" y="20"/>
                  </a:cubicBezTo>
                  <a:cubicBezTo>
                    <a:pt x="0" y="32"/>
                    <a:pt x="11" y="40"/>
                    <a:pt x="20" y="40"/>
                  </a:cubicBezTo>
                  <a:cubicBezTo>
                    <a:pt x="32"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258"/>
            <p:cNvSpPr>
              <a:spLocks/>
            </p:cNvSpPr>
            <p:nvPr>
              <p:custDataLst>
                <p:tags r:id="rId126"/>
              </p:custDataLst>
            </p:nvPr>
          </p:nvSpPr>
          <p:spPr bwMode="auto">
            <a:xfrm>
              <a:off x="6119813" y="1876426"/>
              <a:ext cx="47625" cy="66675"/>
            </a:xfrm>
            <a:custGeom>
              <a:avLst/>
              <a:gdLst>
                <a:gd name="T0" fmla="*/ 131 w 151"/>
                <a:gd name="T1" fmla="*/ 20 h 158"/>
                <a:gd name="T2" fmla="*/ 113 w 151"/>
                <a:gd name="T3" fmla="*/ 40 h 158"/>
                <a:gd name="T4" fmla="*/ 127 w 151"/>
                <a:gd name="T5" fmla="*/ 53 h 158"/>
                <a:gd name="T6" fmla="*/ 147 w 151"/>
                <a:gd name="T7" fmla="*/ 31 h 158"/>
                <a:gd name="T8" fmla="*/ 101 w 151"/>
                <a:gd name="T9" fmla="*/ 0 h 158"/>
                <a:gd name="T10" fmla="*/ 0 w 151"/>
                <a:gd name="T11" fmla="*/ 97 h 158"/>
                <a:gd name="T12" fmla="*/ 65 w 151"/>
                <a:gd name="T13" fmla="*/ 158 h 158"/>
                <a:gd name="T14" fmla="*/ 151 w 151"/>
                <a:gd name="T15" fmla="*/ 118 h 158"/>
                <a:gd name="T16" fmla="*/ 145 w 151"/>
                <a:gd name="T17" fmla="*/ 112 h 158"/>
                <a:gd name="T18" fmla="*/ 140 w 151"/>
                <a:gd name="T19" fmla="*/ 116 h 158"/>
                <a:gd name="T20" fmla="*/ 65 w 151"/>
                <a:gd name="T21" fmla="*/ 148 h 158"/>
                <a:gd name="T22" fmla="*/ 29 w 151"/>
                <a:gd name="T23" fmla="*/ 109 h 158"/>
                <a:gd name="T24" fmla="*/ 52 w 151"/>
                <a:gd name="T25" fmla="*/ 37 h 158"/>
                <a:gd name="T26" fmla="*/ 101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9" y="23"/>
                    <a:pt x="113" y="32"/>
                    <a:pt x="113" y="40"/>
                  </a:cubicBezTo>
                  <a:cubicBezTo>
                    <a:pt x="113" y="49"/>
                    <a:pt x="121" y="53"/>
                    <a:pt x="127" y="53"/>
                  </a:cubicBezTo>
                  <a:cubicBezTo>
                    <a:pt x="135" y="53"/>
                    <a:pt x="147" y="47"/>
                    <a:pt x="147" y="31"/>
                  </a:cubicBezTo>
                  <a:cubicBezTo>
                    <a:pt x="147" y="7"/>
                    <a:pt x="120" y="0"/>
                    <a:pt x="101" y="0"/>
                  </a:cubicBezTo>
                  <a:cubicBezTo>
                    <a:pt x="49" y="0"/>
                    <a:pt x="0" y="48"/>
                    <a:pt x="0" y="97"/>
                  </a:cubicBezTo>
                  <a:cubicBezTo>
                    <a:pt x="0" y="127"/>
                    <a:pt x="21" y="158"/>
                    <a:pt x="65" y="158"/>
                  </a:cubicBezTo>
                  <a:cubicBezTo>
                    <a:pt x="124" y="158"/>
                    <a:pt x="151" y="123"/>
                    <a:pt x="151" y="118"/>
                  </a:cubicBezTo>
                  <a:cubicBezTo>
                    <a:pt x="151" y="116"/>
                    <a:pt x="148" y="112"/>
                    <a:pt x="145" y="112"/>
                  </a:cubicBezTo>
                  <a:cubicBezTo>
                    <a:pt x="143" y="112"/>
                    <a:pt x="142" y="113"/>
                    <a:pt x="140" y="116"/>
                  </a:cubicBezTo>
                  <a:cubicBezTo>
                    <a:pt x="112" y="148"/>
                    <a:pt x="72" y="148"/>
                    <a:pt x="65" y="148"/>
                  </a:cubicBezTo>
                  <a:cubicBezTo>
                    <a:pt x="40" y="148"/>
                    <a:pt x="29" y="131"/>
                    <a:pt x="29" y="109"/>
                  </a:cubicBezTo>
                  <a:cubicBezTo>
                    <a:pt x="29" y="99"/>
                    <a:pt x="34" y="61"/>
                    <a:pt x="52" y="37"/>
                  </a:cubicBezTo>
                  <a:cubicBezTo>
                    <a:pt x="65" y="20"/>
                    <a:pt x="83" y="10"/>
                    <a:pt x="101" y="10"/>
                  </a:cubicBezTo>
                  <a:cubicBezTo>
                    <a:pt x="106"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259"/>
            <p:cNvSpPr>
              <a:spLocks noEditPoints="1"/>
            </p:cNvSpPr>
            <p:nvPr>
              <p:custDataLst>
                <p:tags r:id="rId127"/>
              </p:custDataLst>
            </p:nvPr>
          </p:nvSpPr>
          <p:spPr bwMode="auto">
            <a:xfrm>
              <a:off x="6175375" y="1844676"/>
              <a:ext cx="33338" cy="98425"/>
            </a:xfrm>
            <a:custGeom>
              <a:avLst/>
              <a:gdLst>
                <a:gd name="T0" fmla="*/ 96 w 105"/>
                <a:gd name="T1" fmla="*/ 13 h 235"/>
                <a:gd name="T2" fmla="*/ 82 w 105"/>
                <a:gd name="T3" fmla="*/ 0 h 235"/>
                <a:gd name="T4" fmla="*/ 63 w 105"/>
                <a:gd name="T5" fmla="*/ 19 h 235"/>
                <a:gd name="T6" fmla="*/ 77 w 105"/>
                <a:gd name="T7" fmla="*/ 32 h 235"/>
                <a:gd name="T8" fmla="*/ 96 w 105"/>
                <a:gd name="T9" fmla="*/ 13 h 235"/>
                <a:gd name="T10" fmla="*/ 25 w 105"/>
                <a:gd name="T11" fmla="*/ 190 h 235"/>
                <a:gd name="T12" fmla="*/ 22 w 105"/>
                <a:gd name="T13" fmla="*/ 205 h 235"/>
                <a:gd name="T14" fmla="*/ 55 w 105"/>
                <a:gd name="T15" fmla="*/ 235 h 235"/>
                <a:gd name="T16" fmla="*/ 105 w 105"/>
                <a:gd name="T17" fmla="*/ 181 h 235"/>
                <a:gd name="T18" fmla="*/ 100 w 105"/>
                <a:gd name="T19" fmla="*/ 177 h 235"/>
                <a:gd name="T20" fmla="*/ 93 w 105"/>
                <a:gd name="T21" fmla="*/ 183 h 235"/>
                <a:gd name="T22" fmla="*/ 56 w 105"/>
                <a:gd name="T23" fmla="*/ 225 h 235"/>
                <a:gd name="T24" fmla="*/ 48 w 105"/>
                <a:gd name="T25" fmla="*/ 213 h 235"/>
                <a:gd name="T26" fmla="*/ 53 w 105"/>
                <a:gd name="T27" fmla="*/ 190 h 235"/>
                <a:gd name="T28" fmla="*/ 64 w 105"/>
                <a:gd name="T29" fmla="*/ 162 h 235"/>
                <a:gd name="T30" fmla="*/ 81 w 105"/>
                <a:gd name="T31" fmla="*/ 118 h 235"/>
                <a:gd name="T32" fmla="*/ 83 w 105"/>
                <a:gd name="T33" fmla="*/ 107 h 235"/>
                <a:gd name="T34" fmla="*/ 50 w 105"/>
                <a:gd name="T35" fmla="*/ 77 h 235"/>
                <a:gd name="T36" fmla="*/ 0 w 105"/>
                <a:gd name="T37" fmla="*/ 131 h 235"/>
                <a:gd name="T38" fmla="*/ 6 w 105"/>
                <a:gd name="T39" fmla="*/ 135 h 235"/>
                <a:gd name="T40" fmla="*/ 12 w 105"/>
                <a:gd name="T41" fmla="*/ 130 h 235"/>
                <a:gd name="T42" fmla="*/ 49 w 105"/>
                <a:gd name="T43" fmla="*/ 87 h 235"/>
                <a:gd name="T44" fmla="*/ 58 w 105"/>
                <a:gd name="T45" fmla="*/ 99 h 235"/>
                <a:gd name="T46" fmla="*/ 47 w 105"/>
                <a:gd name="T47" fmla="*/ 134 h 235"/>
                <a:gd name="T48" fmla="*/ 25 w 105"/>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3"/>
                  </a:moveTo>
                  <a:cubicBezTo>
                    <a:pt x="96" y="7"/>
                    <a:pt x="92" y="0"/>
                    <a:pt x="82" y="0"/>
                  </a:cubicBezTo>
                  <a:cubicBezTo>
                    <a:pt x="73" y="0"/>
                    <a:pt x="63" y="9"/>
                    <a:pt x="63" y="19"/>
                  </a:cubicBezTo>
                  <a:cubicBezTo>
                    <a:pt x="63" y="25"/>
                    <a:pt x="67"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5" y="186"/>
                    <a:pt x="105" y="181"/>
                  </a:cubicBezTo>
                  <a:cubicBezTo>
                    <a:pt x="105"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0" y="171"/>
                    <a:pt x="64" y="162"/>
                  </a:cubicBezTo>
                  <a:cubicBezTo>
                    <a:pt x="67" y="154"/>
                    <a:pt x="80" y="122"/>
                    <a:pt x="81" y="118"/>
                  </a:cubicBezTo>
                  <a:cubicBezTo>
                    <a:pt x="82" y="115"/>
                    <a:pt x="83" y="110"/>
                    <a:pt x="83" y="107"/>
                  </a:cubicBezTo>
                  <a:cubicBezTo>
                    <a:pt x="83" y="90"/>
                    <a:pt x="69" y="77"/>
                    <a:pt x="50" y="77"/>
                  </a:cubicBezTo>
                  <a:cubicBezTo>
                    <a:pt x="16" y="77"/>
                    <a:pt x="0" y="125"/>
                    <a:pt x="0" y="131"/>
                  </a:cubicBezTo>
                  <a:cubicBezTo>
                    <a:pt x="0" y="135"/>
                    <a:pt x="5" y="135"/>
                    <a:pt x="6" y="135"/>
                  </a:cubicBezTo>
                  <a:cubicBezTo>
                    <a:pt x="11" y="135"/>
                    <a:pt x="11" y="133"/>
                    <a:pt x="12" y="130"/>
                  </a:cubicBezTo>
                  <a:cubicBezTo>
                    <a:pt x="21" y="100"/>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60"/>
            <p:cNvSpPr>
              <a:spLocks noEditPoints="1"/>
            </p:cNvSpPr>
            <p:nvPr>
              <p:custDataLst>
                <p:tags r:id="rId128"/>
              </p:custDataLst>
            </p:nvPr>
          </p:nvSpPr>
          <p:spPr bwMode="auto">
            <a:xfrm>
              <a:off x="6221413" y="1839913"/>
              <a:ext cx="57150" cy="103188"/>
            </a:xfrm>
            <a:custGeom>
              <a:avLst/>
              <a:gdLst>
                <a:gd name="T0" fmla="*/ 177 w 179"/>
                <a:gd name="T1" fmla="*/ 10 h 246"/>
                <a:gd name="T2" fmla="*/ 179 w 179"/>
                <a:gd name="T3" fmla="*/ 5 h 246"/>
                <a:gd name="T4" fmla="*/ 173 w 179"/>
                <a:gd name="T5" fmla="*/ 0 h 246"/>
                <a:gd name="T6" fmla="*/ 129 w 179"/>
                <a:gd name="T7" fmla="*/ 3 h 246"/>
                <a:gd name="T8" fmla="*/ 121 w 179"/>
                <a:gd name="T9" fmla="*/ 11 h 246"/>
                <a:gd name="T10" fmla="*/ 130 w 179"/>
                <a:gd name="T11" fmla="*/ 16 h 246"/>
                <a:gd name="T12" fmla="*/ 147 w 179"/>
                <a:gd name="T13" fmla="*/ 22 h 246"/>
                <a:gd name="T14" fmla="*/ 145 w 179"/>
                <a:gd name="T15" fmla="*/ 29 h 246"/>
                <a:gd name="T16" fmla="*/ 126 w 179"/>
                <a:gd name="T17" fmla="*/ 109 h 246"/>
                <a:gd name="T18" fmla="*/ 90 w 179"/>
                <a:gd name="T19" fmla="*/ 88 h 246"/>
                <a:gd name="T20" fmla="*/ 0 w 179"/>
                <a:gd name="T21" fmla="*/ 188 h 246"/>
                <a:gd name="T22" fmla="*/ 52 w 179"/>
                <a:gd name="T23" fmla="*/ 246 h 246"/>
                <a:gd name="T24" fmla="*/ 102 w 179"/>
                <a:gd name="T25" fmla="*/ 221 h 246"/>
                <a:gd name="T26" fmla="*/ 138 w 179"/>
                <a:gd name="T27" fmla="*/ 246 h 246"/>
                <a:gd name="T28" fmla="*/ 165 w 179"/>
                <a:gd name="T29" fmla="*/ 227 h 246"/>
                <a:gd name="T30" fmla="*/ 177 w 179"/>
                <a:gd name="T31" fmla="*/ 192 h 246"/>
                <a:gd name="T32" fmla="*/ 172 w 179"/>
                <a:gd name="T33" fmla="*/ 188 h 246"/>
                <a:gd name="T34" fmla="*/ 164 w 179"/>
                <a:gd name="T35" fmla="*/ 198 h 246"/>
                <a:gd name="T36" fmla="*/ 139 w 179"/>
                <a:gd name="T37" fmla="*/ 236 h 246"/>
                <a:gd name="T38" fmla="*/ 127 w 179"/>
                <a:gd name="T39" fmla="*/ 219 h 246"/>
                <a:gd name="T40" fmla="*/ 129 w 179"/>
                <a:gd name="T41" fmla="*/ 204 h 246"/>
                <a:gd name="T42" fmla="*/ 177 w 179"/>
                <a:gd name="T43" fmla="*/ 10 h 246"/>
                <a:gd name="T44" fmla="*/ 103 w 179"/>
                <a:gd name="T45" fmla="*/ 198 h 246"/>
                <a:gd name="T46" fmla="*/ 85 w 179"/>
                <a:gd name="T47" fmla="*/ 222 h 246"/>
                <a:gd name="T48" fmla="*/ 53 w 179"/>
                <a:gd name="T49" fmla="*/ 236 h 246"/>
                <a:gd name="T50" fmla="*/ 28 w 179"/>
                <a:gd name="T51" fmla="*/ 202 h 246"/>
                <a:gd name="T52" fmla="*/ 46 w 179"/>
                <a:gd name="T53" fmla="*/ 131 h 246"/>
                <a:gd name="T54" fmla="*/ 90 w 179"/>
                <a:gd name="T55" fmla="*/ 98 h 246"/>
                <a:gd name="T56" fmla="*/ 121 w 179"/>
                <a:gd name="T57" fmla="*/ 128 h 246"/>
                <a:gd name="T58" fmla="*/ 120 w 179"/>
                <a:gd name="T59" fmla="*/ 133 h 246"/>
                <a:gd name="T60" fmla="*/ 103 w 179"/>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7" y="10"/>
                  </a:moveTo>
                  <a:cubicBezTo>
                    <a:pt x="178" y="10"/>
                    <a:pt x="179" y="5"/>
                    <a:pt x="179" y="5"/>
                  </a:cubicBezTo>
                  <a:cubicBezTo>
                    <a:pt x="179" y="3"/>
                    <a:pt x="177" y="0"/>
                    <a:pt x="173" y="0"/>
                  </a:cubicBezTo>
                  <a:cubicBezTo>
                    <a:pt x="166" y="0"/>
                    <a:pt x="137" y="3"/>
                    <a:pt x="129" y="3"/>
                  </a:cubicBezTo>
                  <a:cubicBezTo>
                    <a:pt x="126" y="4"/>
                    <a:pt x="121" y="4"/>
                    <a:pt x="121" y="11"/>
                  </a:cubicBezTo>
                  <a:cubicBezTo>
                    <a:pt x="121" y="16"/>
                    <a:pt x="126" y="16"/>
                    <a:pt x="130" y="16"/>
                  </a:cubicBezTo>
                  <a:cubicBezTo>
                    <a:pt x="147" y="16"/>
                    <a:pt x="147" y="19"/>
                    <a:pt x="147" y="22"/>
                  </a:cubicBezTo>
                  <a:cubicBezTo>
                    <a:pt x="147" y="24"/>
                    <a:pt x="146" y="26"/>
                    <a:pt x="145" y="29"/>
                  </a:cubicBezTo>
                  <a:lnTo>
                    <a:pt x="126" y="109"/>
                  </a:lnTo>
                  <a:cubicBezTo>
                    <a:pt x="118" y="97"/>
                    <a:pt x="106" y="88"/>
                    <a:pt x="90" y="88"/>
                  </a:cubicBezTo>
                  <a:cubicBezTo>
                    <a:pt x="45" y="88"/>
                    <a:pt x="0" y="137"/>
                    <a:pt x="0" y="188"/>
                  </a:cubicBezTo>
                  <a:cubicBezTo>
                    <a:pt x="0" y="221"/>
                    <a:pt x="22" y="246"/>
                    <a:pt x="52" y="246"/>
                  </a:cubicBezTo>
                  <a:cubicBezTo>
                    <a:pt x="71" y="246"/>
                    <a:pt x="88" y="235"/>
                    <a:pt x="102" y="221"/>
                  </a:cubicBezTo>
                  <a:cubicBezTo>
                    <a:pt x="108" y="242"/>
                    <a:pt x="129" y="246"/>
                    <a:pt x="138" y="246"/>
                  </a:cubicBezTo>
                  <a:cubicBezTo>
                    <a:pt x="150" y="246"/>
                    <a:pt x="159" y="238"/>
                    <a:pt x="165" y="227"/>
                  </a:cubicBezTo>
                  <a:cubicBezTo>
                    <a:pt x="173" y="213"/>
                    <a:pt x="177" y="194"/>
                    <a:pt x="177" y="192"/>
                  </a:cubicBezTo>
                  <a:cubicBezTo>
                    <a:pt x="177" y="188"/>
                    <a:pt x="173" y="188"/>
                    <a:pt x="172" y="188"/>
                  </a:cubicBezTo>
                  <a:cubicBezTo>
                    <a:pt x="167" y="188"/>
                    <a:pt x="167" y="189"/>
                    <a:pt x="164" y="198"/>
                  </a:cubicBezTo>
                  <a:cubicBezTo>
                    <a:pt x="160" y="215"/>
                    <a:pt x="153" y="236"/>
                    <a:pt x="139" y="236"/>
                  </a:cubicBezTo>
                  <a:cubicBezTo>
                    <a:pt x="130" y="236"/>
                    <a:pt x="127" y="228"/>
                    <a:pt x="127" y="219"/>
                  </a:cubicBezTo>
                  <a:cubicBezTo>
                    <a:pt x="127" y="212"/>
                    <a:pt x="128" y="209"/>
                    <a:pt x="129" y="204"/>
                  </a:cubicBezTo>
                  <a:lnTo>
                    <a:pt x="177" y="10"/>
                  </a:lnTo>
                  <a:close/>
                  <a:moveTo>
                    <a:pt x="103" y="198"/>
                  </a:moveTo>
                  <a:cubicBezTo>
                    <a:pt x="101" y="208"/>
                    <a:pt x="93" y="215"/>
                    <a:pt x="85" y="222"/>
                  </a:cubicBezTo>
                  <a:cubicBezTo>
                    <a:pt x="82" y="225"/>
                    <a:pt x="68" y="236"/>
                    <a:pt x="53" y="236"/>
                  </a:cubicBezTo>
                  <a:cubicBezTo>
                    <a:pt x="40" y="236"/>
                    <a:pt x="28" y="227"/>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3"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261"/>
            <p:cNvSpPr>
              <a:spLocks noEditPoints="1"/>
            </p:cNvSpPr>
            <p:nvPr>
              <p:custDataLst>
                <p:tags r:id="rId129"/>
              </p:custDataLst>
            </p:nvPr>
          </p:nvSpPr>
          <p:spPr bwMode="auto">
            <a:xfrm>
              <a:off x="6288088" y="1885951"/>
              <a:ext cx="82550" cy="38100"/>
            </a:xfrm>
            <a:custGeom>
              <a:avLst/>
              <a:gdLst>
                <a:gd name="T0" fmla="*/ 244 w 257"/>
                <a:gd name="T1" fmla="*/ 17 h 94"/>
                <a:gd name="T2" fmla="*/ 257 w 257"/>
                <a:gd name="T3" fmla="*/ 8 h 94"/>
                <a:gd name="T4" fmla="*/ 244 w 257"/>
                <a:gd name="T5" fmla="*/ 0 h 94"/>
                <a:gd name="T6" fmla="*/ 13 w 257"/>
                <a:gd name="T7" fmla="*/ 0 h 94"/>
                <a:gd name="T8" fmla="*/ 0 w 257"/>
                <a:gd name="T9" fmla="*/ 8 h 94"/>
                <a:gd name="T10" fmla="*/ 14 w 257"/>
                <a:gd name="T11" fmla="*/ 17 h 94"/>
                <a:gd name="T12" fmla="*/ 244 w 257"/>
                <a:gd name="T13" fmla="*/ 17 h 94"/>
                <a:gd name="T14" fmla="*/ 244 w 257"/>
                <a:gd name="T15" fmla="*/ 94 h 94"/>
                <a:gd name="T16" fmla="*/ 257 w 257"/>
                <a:gd name="T17" fmla="*/ 85 h 94"/>
                <a:gd name="T18" fmla="*/ 244 w 257"/>
                <a:gd name="T19" fmla="*/ 76 h 94"/>
                <a:gd name="T20" fmla="*/ 14 w 257"/>
                <a:gd name="T21" fmla="*/ 76 h 94"/>
                <a:gd name="T22" fmla="*/ 0 w 257"/>
                <a:gd name="T23" fmla="*/ 85 h 94"/>
                <a:gd name="T24" fmla="*/ 13 w 257"/>
                <a:gd name="T25" fmla="*/ 94 h 94"/>
                <a:gd name="T26" fmla="*/ 244 w 257"/>
                <a:gd name="T2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94">
                  <a:moveTo>
                    <a:pt x="244" y="17"/>
                  </a:moveTo>
                  <a:cubicBezTo>
                    <a:pt x="249" y="17"/>
                    <a:pt x="257" y="17"/>
                    <a:pt x="257" y="8"/>
                  </a:cubicBezTo>
                  <a:cubicBezTo>
                    <a:pt x="257" y="0"/>
                    <a:pt x="249" y="0"/>
                    <a:pt x="244" y="0"/>
                  </a:cubicBezTo>
                  <a:lnTo>
                    <a:pt x="13" y="0"/>
                  </a:lnTo>
                  <a:cubicBezTo>
                    <a:pt x="9" y="0"/>
                    <a:pt x="0" y="0"/>
                    <a:pt x="0" y="8"/>
                  </a:cubicBezTo>
                  <a:cubicBezTo>
                    <a:pt x="0" y="17"/>
                    <a:pt x="8" y="17"/>
                    <a:pt x="14" y="17"/>
                  </a:cubicBezTo>
                  <a:lnTo>
                    <a:pt x="244" y="17"/>
                  </a:lnTo>
                  <a:close/>
                  <a:moveTo>
                    <a:pt x="244" y="94"/>
                  </a:moveTo>
                  <a:cubicBezTo>
                    <a:pt x="249" y="94"/>
                    <a:pt x="257" y="94"/>
                    <a:pt x="257" y="85"/>
                  </a:cubicBezTo>
                  <a:cubicBezTo>
                    <a:pt x="257" y="76"/>
                    <a:pt x="249" y="76"/>
                    <a:pt x="244" y="76"/>
                  </a:cubicBezTo>
                  <a:lnTo>
                    <a:pt x="14" y="76"/>
                  </a:lnTo>
                  <a:cubicBezTo>
                    <a:pt x="8" y="76"/>
                    <a:pt x="0" y="76"/>
                    <a:pt x="0" y="85"/>
                  </a:cubicBezTo>
                  <a:cubicBezTo>
                    <a:pt x="0" y="94"/>
                    <a:pt x="9" y="94"/>
                    <a:pt x="13" y="94"/>
                  </a:cubicBezTo>
                  <a:lnTo>
                    <a:pt x="244"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262"/>
            <p:cNvSpPr>
              <a:spLocks/>
            </p:cNvSpPr>
            <p:nvPr>
              <p:custDataLst>
                <p:tags r:id="rId130"/>
              </p:custDataLst>
            </p:nvPr>
          </p:nvSpPr>
          <p:spPr bwMode="auto">
            <a:xfrm>
              <a:off x="6389688" y="1844676"/>
              <a:ext cx="41275" cy="96838"/>
            </a:xfrm>
            <a:custGeom>
              <a:avLst/>
              <a:gdLst>
                <a:gd name="T0" fmla="*/ 79 w 127"/>
                <a:gd name="T1" fmla="*/ 10 h 232"/>
                <a:gd name="T2" fmla="*/ 68 w 127"/>
                <a:gd name="T3" fmla="*/ 0 h 232"/>
                <a:gd name="T4" fmla="*/ 0 w 127"/>
                <a:gd name="T5" fmla="*/ 23 h 232"/>
                <a:gd name="T6" fmla="*/ 0 w 127"/>
                <a:gd name="T7" fmla="*/ 35 h 232"/>
                <a:gd name="T8" fmla="*/ 50 w 127"/>
                <a:gd name="T9" fmla="*/ 25 h 232"/>
                <a:gd name="T10" fmla="*/ 50 w 127"/>
                <a:gd name="T11" fmla="*/ 203 h 232"/>
                <a:gd name="T12" fmla="*/ 15 w 127"/>
                <a:gd name="T13" fmla="*/ 220 h 232"/>
                <a:gd name="T14" fmla="*/ 2 w 127"/>
                <a:gd name="T15" fmla="*/ 220 h 232"/>
                <a:gd name="T16" fmla="*/ 2 w 127"/>
                <a:gd name="T17" fmla="*/ 232 h 232"/>
                <a:gd name="T18" fmla="*/ 64 w 127"/>
                <a:gd name="T19" fmla="*/ 231 h 232"/>
                <a:gd name="T20" fmla="*/ 127 w 127"/>
                <a:gd name="T21" fmla="*/ 232 h 232"/>
                <a:gd name="T22" fmla="*/ 127 w 127"/>
                <a:gd name="T23" fmla="*/ 220 h 232"/>
                <a:gd name="T24" fmla="*/ 113 w 127"/>
                <a:gd name="T25" fmla="*/ 220 h 232"/>
                <a:gd name="T26" fmla="*/ 79 w 127"/>
                <a:gd name="T27" fmla="*/ 203 h 232"/>
                <a:gd name="T28" fmla="*/ 79 w 127"/>
                <a:gd name="T29" fmla="*/ 1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 h="232">
                  <a:moveTo>
                    <a:pt x="79" y="10"/>
                  </a:moveTo>
                  <a:cubicBezTo>
                    <a:pt x="79" y="1"/>
                    <a:pt x="78" y="0"/>
                    <a:pt x="68" y="0"/>
                  </a:cubicBezTo>
                  <a:cubicBezTo>
                    <a:pt x="46" y="22"/>
                    <a:pt x="14" y="23"/>
                    <a:pt x="0" y="23"/>
                  </a:cubicBezTo>
                  <a:lnTo>
                    <a:pt x="0" y="35"/>
                  </a:lnTo>
                  <a:cubicBezTo>
                    <a:pt x="8" y="35"/>
                    <a:pt x="31" y="35"/>
                    <a:pt x="50" y="25"/>
                  </a:cubicBezTo>
                  <a:lnTo>
                    <a:pt x="50" y="203"/>
                  </a:lnTo>
                  <a:cubicBezTo>
                    <a:pt x="50" y="215"/>
                    <a:pt x="50" y="220"/>
                    <a:pt x="15" y="220"/>
                  </a:cubicBezTo>
                  <a:lnTo>
                    <a:pt x="2" y="220"/>
                  </a:lnTo>
                  <a:lnTo>
                    <a:pt x="2" y="232"/>
                  </a:lnTo>
                  <a:cubicBezTo>
                    <a:pt x="8" y="232"/>
                    <a:pt x="51" y="231"/>
                    <a:pt x="64" y="231"/>
                  </a:cubicBezTo>
                  <a:cubicBezTo>
                    <a:pt x="75" y="231"/>
                    <a:pt x="119" y="232"/>
                    <a:pt x="127" y="232"/>
                  </a:cubicBezTo>
                  <a:lnTo>
                    <a:pt x="127" y="220"/>
                  </a:lnTo>
                  <a:lnTo>
                    <a:pt x="113" y="220"/>
                  </a:lnTo>
                  <a:cubicBezTo>
                    <a:pt x="79" y="220"/>
                    <a:pt x="79" y="215"/>
                    <a:pt x="79" y="203"/>
                  </a:cubicBezTo>
                  <a:lnTo>
                    <a:pt x="79"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263"/>
            <p:cNvSpPr>
              <a:spLocks noEditPoints="1"/>
            </p:cNvSpPr>
            <p:nvPr>
              <p:custDataLst>
                <p:tags r:id="rId131"/>
              </p:custDataLst>
            </p:nvPr>
          </p:nvSpPr>
          <p:spPr bwMode="auto">
            <a:xfrm>
              <a:off x="6446838" y="1844676"/>
              <a:ext cx="50800" cy="100013"/>
            </a:xfrm>
            <a:custGeom>
              <a:avLst/>
              <a:gdLst>
                <a:gd name="T0" fmla="*/ 162 w 162"/>
                <a:gd name="T1" fmla="*/ 121 h 239"/>
                <a:gd name="T2" fmla="*/ 142 w 162"/>
                <a:gd name="T3" fmla="*/ 30 h 239"/>
                <a:gd name="T4" fmla="*/ 81 w 162"/>
                <a:gd name="T5" fmla="*/ 0 h 239"/>
                <a:gd name="T6" fmla="*/ 0 w 162"/>
                <a:gd name="T7" fmla="*/ 121 h 239"/>
                <a:gd name="T8" fmla="*/ 81 w 162"/>
                <a:gd name="T9" fmla="*/ 239 h 239"/>
                <a:gd name="T10" fmla="*/ 162 w 162"/>
                <a:gd name="T11" fmla="*/ 121 h 239"/>
                <a:gd name="T12" fmla="*/ 81 w 162"/>
                <a:gd name="T13" fmla="*/ 229 h 239"/>
                <a:gd name="T14" fmla="*/ 37 w 162"/>
                <a:gd name="T15" fmla="*/ 191 h 239"/>
                <a:gd name="T16" fmla="*/ 32 w 162"/>
                <a:gd name="T17" fmla="*/ 116 h 239"/>
                <a:gd name="T18" fmla="*/ 37 w 162"/>
                <a:gd name="T19" fmla="*/ 45 h 239"/>
                <a:gd name="T20" fmla="*/ 81 w 162"/>
                <a:gd name="T21" fmla="*/ 10 h 239"/>
                <a:gd name="T22" fmla="*/ 125 w 162"/>
                <a:gd name="T23" fmla="*/ 42 h 239"/>
                <a:gd name="T24" fmla="*/ 130 w 162"/>
                <a:gd name="T25" fmla="*/ 116 h 239"/>
                <a:gd name="T26" fmla="*/ 126 w 162"/>
                <a:gd name="T27" fmla="*/ 190 h 239"/>
                <a:gd name="T28" fmla="*/ 81 w 162"/>
                <a:gd name="T29" fmla="*/ 229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2" h="239">
                  <a:moveTo>
                    <a:pt x="162" y="121"/>
                  </a:moveTo>
                  <a:cubicBezTo>
                    <a:pt x="162" y="82"/>
                    <a:pt x="158" y="55"/>
                    <a:pt x="142" y="30"/>
                  </a:cubicBezTo>
                  <a:cubicBezTo>
                    <a:pt x="131" y="14"/>
                    <a:pt x="109" y="0"/>
                    <a:pt x="81" y="0"/>
                  </a:cubicBezTo>
                  <a:cubicBezTo>
                    <a:pt x="0" y="0"/>
                    <a:pt x="0" y="96"/>
                    <a:pt x="0" y="121"/>
                  </a:cubicBezTo>
                  <a:cubicBezTo>
                    <a:pt x="0" y="146"/>
                    <a:pt x="0" y="239"/>
                    <a:pt x="81" y="239"/>
                  </a:cubicBezTo>
                  <a:cubicBezTo>
                    <a:pt x="162" y="239"/>
                    <a:pt x="162" y="146"/>
                    <a:pt x="162" y="121"/>
                  </a:cubicBezTo>
                  <a:close/>
                  <a:moveTo>
                    <a:pt x="81" y="229"/>
                  </a:moveTo>
                  <a:cubicBezTo>
                    <a:pt x="65" y="229"/>
                    <a:pt x="44" y="220"/>
                    <a:pt x="37" y="191"/>
                  </a:cubicBezTo>
                  <a:cubicBezTo>
                    <a:pt x="32" y="171"/>
                    <a:pt x="32" y="142"/>
                    <a:pt x="32" y="116"/>
                  </a:cubicBezTo>
                  <a:cubicBezTo>
                    <a:pt x="32" y="91"/>
                    <a:pt x="32" y="64"/>
                    <a:pt x="37" y="45"/>
                  </a:cubicBezTo>
                  <a:cubicBezTo>
                    <a:pt x="45" y="17"/>
                    <a:pt x="67" y="10"/>
                    <a:pt x="81" y="10"/>
                  </a:cubicBezTo>
                  <a:cubicBezTo>
                    <a:pt x="100" y="10"/>
                    <a:pt x="118" y="22"/>
                    <a:pt x="125" y="42"/>
                  </a:cubicBezTo>
                  <a:cubicBezTo>
                    <a:pt x="130" y="61"/>
                    <a:pt x="130" y="86"/>
                    <a:pt x="130" y="116"/>
                  </a:cubicBezTo>
                  <a:cubicBezTo>
                    <a:pt x="130" y="142"/>
                    <a:pt x="130" y="168"/>
                    <a:pt x="126" y="190"/>
                  </a:cubicBezTo>
                  <a:cubicBezTo>
                    <a:pt x="119" y="222"/>
                    <a:pt x="95" y="229"/>
                    <a:pt x="81" y="22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64"/>
            <p:cNvSpPr>
              <a:spLocks/>
            </p:cNvSpPr>
            <p:nvPr>
              <p:custDataLst>
                <p:tags r:id="rId132"/>
              </p:custDataLst>
            </p:nvPr>
          </p:nvSpPr>
          <p:spPr bwMode="auto">
            <a:xfrm>
              <a:off x="6510338" y="1844676"/>
              <a:ext cx="50800" cy="100013"/>
            </a:xfrm>
            <a:custGeom>
              <a:avLst/>
              <a:gdLst>
                <a:gd name="T0" fmla="*/ 76 w 160"/>
                <a:gd name="T1" fmla="*/ 116 h 239"/>
                <a:gd name="T2" fmla="*/ 123 w 160"/>
                <a:gd name="T3" fmla="*/ 172 h 239"/>
                <a:gd name="T4" fmla="*/ 77 w 160"/>
                <a:gd name="T5" fmla="*/ 228 h 239"/>
                <a:gd name="T6" fmla="*/ 18 w 160"/>
                <a:gd name="T7" fmla="*/ 203 h 239"/>
                <a:gd name="T8" fmla="*/ 38 w 160"/>
                <a:gd name="T9" fmla="*/ 184 h 239"/>
                <a:gd name="T10" fmla="*/ 19 w 160"/>
                <a:gd name="T11" fmla="*/ 165 h 239"/>
                <a:gd name="T12" fmla="*/ 0 w 160"/>
                <a:gd name="T13" fmla="*/ 185 h 239"/>
                <a:gd name="T14" fmla="*/ 78 w 160"/>
                <a:gd name="T15" fmla="*/ 239 h 239"/>
                <a:gd name="T16" fmla="*/ 160 w 160"/>
                <a:gd name="T17" fmla="*/ 172 h 239"/>
                <a:gd name="T18" fmla="*/ 99 w 160"/>
                <a:gd name="T19" fmla="*/ 109 h 239"/>
                <a:gd name="T20" fmla="*/ 149 w 160"/>
                <a:gd name="T21" fmla="*/ 49 h 239"/>
                <a:gd name="T22" fmla="*/ 79 w 160"/>
                <a:gd name="T23" fmla="*/ 0 h 239"/>
                <a:gd name="T24" fmla="*/ 11 w 160"/>
                <a:gd name="T25" fmla="*/ 47 h 239"/>
                <a:gd name="T26" fmla="*/ 29 w 160"/>
                <a:gd name="T27" fmla="*/ 66 h 239"/>
                <a:gd name="T28" fmla="*/ 46 w 160"/>
                <a:gd name="T29" fmla="*/ 48 h 239"/>
                <a:gd name="T30" fmla="*/ 29 w 160"/>
                <a:gd name="T31" fmla="*/ 30 h 239"/>
                <a:gd name="T32" fmla="*/ 78 w 160"/>
                <a:gd name="T33" fmla="*/ 10 h 239"/>
                <a:gd name="T34" fmla="*/ 115 w 160"/>
                <a:gd name="T35" fmla="*/ 49 h 239"/>
                <a:gd name="T36" fmla="*/ 101 w 160"/>
                <a:gd name="T37" fmla="*/ 90 h 239"/>
                <a:gd name="T38" fmla="*/ 63 w 160"/>
                <a:gd name="T39" fmla="*/ 105 h 239"/>
                <a:gd name="T40" fmla="*/ 52 w 160"/>
                <a:gd name="T41" fmla="*/ 106 h 239"/>
                <a:gd name="T42" fmla="*/ 48 w 160"/>
                <a:gd name="T43" fmla="*/ 111 h 239"/>
                <a:gd name="T44" fmla="*/ 57 w 160"/>
                <a:gd name="T45" fmla="*/ 116 h 239"/>
                <a:gd name="T46" fmla="*/ 76 w 160"/>
                <a:gd name="T47" fmla="*/ 116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239">
                  <a:moveTo>
                    <a:pt x="76" y="116"/>
                  </a:moveTo>
                  <a:cubicBezTo>
                    <a:pt x="103" y="116"/>
                    <a:pt x="123" y="134"/>
                    <a:pt x="123" y="172"/>
                  </a:cubicBezTo>
                  <a:cubicBezTo>
                    <a:pt x="123" y="215"/>
                    <a:pt x="98" y="228"/>
                    <a:pt x="77" y="228"/>
                  </a:cubicBezTo>
                  <a:cubicBezTo>
                    <a:pt x="63" y="228"/>
                    <a:pt x="33" y="224"/>
                    <a:pt x="18" y="203"/>
                  </a:cubicBezTo>
                  <a:cubicBezTo>
                    <a:pt x="35" y="203"/>
                    <a:pt x="38" y="191"/>
                    <a:pt x="38" y="184"/>
                  </a:cubicBezTo>
                  <a:cubicBezTo>
                    <a:pt x="38" y="173"/>
                    <a:pt x="30" y="165"/>
                    <a:pt x="19" y="165"/>
                  </a:cubicBezTo>
                  <a:cubicBezTo>
                    <a:pt x="9" y="165"/>
                    <a:pt x="0" y="171"/>
                    <a:pt x="0" y="185"/>
                  </a:cubicBezTo>
                  <a:cubicBezTo>
                    <a:pt x="0" y="218"/>
                    <a:pt x="36" y="239"/>
                    <a:pt x="78" y="239"/>
                  </a:cubicBezTo>
                  <a:cubicBezTo>
                    <a:pt x="127" y="239"/>
                    <a:pt x="160" y="207"/>
                    <a:pt x="160" y="172"/>
                  </a:cubicBezTo>
                  <a:cubicBezTo>
                    <a:pt x="160" y="144"/>
                    <a:pt x="138" y="117"/>
                    <a:pt x="99" y="109"/>
                  </a:cubicBezTo>
                  <a:cubicBezTo>
                    <a:pt x="136" y="96"/>
                    <a:pt x="149" y="70"/>
                    <a:pt x="149" y="49"/>
                  </a:cubicBezTo>
                  <a:cubicBezTo>
                    <a:pt x="149" y="21"/>
                    <a:pt x="118" y="0"/>
                    <a:pt x="79" y="0"/>
                  </a:cubicBezTo>
                  <a:cubicBezTo>
                    <a:pt x="40" y="0"/>
                    <a:pt x="11" y="19"/>
                    <a:pt x="11" y="47"/>
                  </a:cubicBezTo>
                  <a:cubicBezTo>
                    <a:pt x="11" y="59"/>
                    <a:pt x="18" y="66"/>
                    <a:pt x="29" y="66"/>
                  </a:cubicBezTo>
                  <a:cubicBezTo>
                    <a:pt x="39" y="66"/>
                    <a:pt x="46" y="58"/>
                    <a:pt x="46" y="48"/>
                  </a:cubicBezTo>
                  <a:cubicBezTo>
                    <a:pt x="46" y="38"/>
                    <a:pt x="39" y="30"/>
                    <a:pt x="29" y="30"/>
                  </a:cubicBezTo>
                  <a:cubicBezTo>
                    <a:pt x="41" y="14"/>
                    <a:pt x="65" y="10"/>
                    <a:pt x="78" y="10"/>
                  </a:cubicBezTo>
                  <a:cubicBezTo>
                    <a:pt x="93" y="10"/>
                    <a:pt x="115" y="18"/>
                    <a:pt x="115" y="49"/>
                  </a:cubicBezTo>
                  <a:cubicBezTo>
                    <a:pt x="115" y="63"/>
                    <a:pt x="111" y="79"/>
                    <a:pt x="101" y="90"/>
                  </a:cubicBezTo>
                  <a:cubicBezTo>
                    <a:pt x="90" y="103"/>
                    <a:pt x="80" y="104"/>
                    <a:pt x="63" y="105"/>
                  </a:cubicBezTo>
                  <a:cubicBezTo>
                    <a:pt x="54" y="106"/>
                    <a:pt x="53" y="106"/>
                    <a:pt x="52" y="106"/>
                  </a:cubicBezTo>
                  <a:cubicBezTo>
                    <a:pt x="51" y="106"/>
                    <a:pt x="48" y="107"/>
                    <a:pt x="48" y="111"/>
                  </a:cubicBezTo>
                  <a:cubicBezTo>
                    <a:pt x="48" y="116"/>
                    <a:pt x="51" y="116"/>
                    <a:pt x="57" y="116"/>
                  </a:cubicBezTo>
                  <a:lnTo>
                    <a:pt x="76" y="11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3" name="Freeform 265"/>
            <p:cNvSpPr>
              <a:spLocks/>
            </p:cNvSpPr>
            <p:nvPr>
              <p:custDataLst>
                <p:tags r:id="rId133"/>
              </p:custDataLst>
            </p:nvPr>
          </p:nvSpPr>
          <p:spPr bwMode="auto">
            <a:xfrm>
              <a:off x="6591300" y="1754188"/>
              <a:ext cx="36513" cy="207963"/>
            </a:xfrm>
            <a:custGeom>
              <a:avLst/>
              <a:gdLst>
                <a:gd name="T0" fmla="*/ 115 w 115"/>
                <a:gd name="T1" fmla="*/ 494 h 499"/>
                <a:gd name="T2" fmla="*/ 107 w 115"/>
                <a:gd name="T3" fmla="*/ 483 h 499"/>
                <a:gd name="T4" fmla="*/ 29 w 115"/>
                <a:gd name="T5" fmla="*/ 250 h 499"/>
                <a:gd name="T6" fmla="*/ 109 w 115"/>
                <a:gd name="T7" fmla="*/ 14 h 499"/>
                <a:gd name="T8" fmla="*/ 115 w 115"/>
                <a:gd name="T9" fmla="*/ 5 h 499"/>
                <a:gd name="T10" fmla="*/ 110 w 115"/>
                <a:gd name="T11" fmla="*/ 0 h 499"/>
                <a:gd name="T12" fmla="*/ 31 w 115"/>
                <a:gd name="T13" fmla="*/ 97 h 499"/>
                <a:gd name="T14" fmla="*/ 0 w 115"/>
                <a:gd name="T15" fmla="*/ 250 h 499"/>
                <a:gd name="T16" fmla="*/ 33 w 115"/>
                <a:gd name="T17" fmla="*/ 405 h 499"/>
                <a:gd name="T18" fmla="*/ 110 w 115"/>
                <a:gd name="T19" fmla="*/ 499 h 499"/>
                <a:gd name="T20" fmla="*/ 115 w 115"/>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494"/>
                  </a:moveTo>
                  <a:cubicBezTo>
                    <a:pt x="115" y="493"/>
                    <a:pt x="115" y="492"/>
                    <a:pt x="107" y="483"/>
                  </a:cubicBezTo>
                  <a:cubicBezTo>
                    <a:pt x="44" y="420"/>
                    <a:pt x="29" y="326"/>
                    <a:pt x="29" y="250"/>
                  </a:cubicBezTo>
                  <a:cubicBezTo>
                    <a:pt x="29" y="163"/>
                    <a:pt x="47" y="76"/>
                    <a:pt x="109" y="14"/>
                  </a:cubicBezTo>
                  <a:cubicBezTo>
                    <a:pt x="115" y="8"/>
                    <a:pt x="115" y="7"/>
                    <a:pt x="115" y="5"/>
                  </a:cubicBezTo>
                  <a:cubicBezTo>
                    <a:pt x="115" y="2"/>
                    <a:pt x="113" y="0"/>
                    <a:pt x="110" y="0"/>
                  </a:cubicBezTo>
                  <a:cubicBezTo>
                    <a:pt x="105" y="0"/>
                    <a:pt x="60" y="34"/>
                    <a:pt x="31" y="97"/>
                  </a:cubicBezTo>
                  <a:cubicBezTo>
                    <a:pt x="6" y="152"/>
                    <a:pt x="0" y="208"/>
                    <a:pt x="0" y="250"/>
                  </a:cubicBezTo>
                  <a:cubicBezTo>
                    <a:pt x="0" y="289"/>
                    <a:pt x="5" y="349"/>
                    <a:pt x="33" y="405"/>
                  </a:cubicBezTo>
                  <a:cubicBezTo>
                    <a:pt x="62" y="467"/>
                    <a:pt x="105" y="499"/>
                    <a:pt x="110" y="499"/>
                  </a:cubicBezTo>
                  <a:cubicBezTo>
                    <a:pt x="113" y="499"/>
                    <a:pt x="115" y="498"/>
                    <a:pt x="115"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4" name="Freeform 266"/>
            <p:cNvSpPr>
              <a:spLocks/>
            </p:cNvSpPr>
            <p:nvPr>
              <p:custDataLst>
                <p:tags r:id="rId134"/>
              </p:custDataLst>
            </p:nvPr>
          </p:nvSpPr>
          <p:spPr bwMode="auto">
            <a:xfrm>
              <a:off x="6642100" y="1817688"/>
              <a:ext cx="63500" cy="95250"/>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7 h 226"/>
                <a:gd name="T34" fmla="*/ 6 w 203"/>
                <a:gd name="T35" fmla="*/ 82 h 226"/>
                <a:gd name="T36" fmla="*/ 15 w 203"/>
                <a:gd name="T37" fmla="*/ 70 h 226"/>
                <a:gd name="T38" fmla="*/ 51 w 203"/>
                <a:gd name="T39" fmla="*/ 11 h 226"/>
                <a:gd name="T40" fmla="*/ 67 w 203"/>
                <a:gd name="T41" fmla="*/ 34 h 226"/>
                <a:gd name="T42" fmla="*/ 59 w 203"/>
                <a:gd name="T43" fmla="*/ 76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7"/>
                    <a:pt x="91" y="82"/>
                    <a:pt x="94" y="68"/>
                  </a:cubicBezTo>
                  <a:cubicBezTo>
                    <a:pt x="96" y="62"/>
                    <a:pt x="110" y="38"/>
                    <a:pt x="122" y="27"/>
                  </a:cubicBezTo>
                  <a:cubicBezTo>
                    <a:pt x="126" y="24"/>
                    <a:pt x="141"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30" y="0"/>
                    <a:pt x="108" y="24"/>
                    <a:pt x="98" y="38"/>
                  </a:cubicBezTo>
                  <a:cubicBezTo>
                    <a:pt x="94" y="16"/>
                    <a:pt x="76" y="0"/>
                    <a:pt x="53" y="0"/>
                  </a:cubicBezTo>
                  <a:cubicBezTo>
                    <a:pt x="30" y="0"/>
                    <a:pt x="20" y="19"/>
                    <a:pt x="16" y="28"/>
                  </a:cubicBezTo>
                  <a:cubicBezTo>
                    <a:pt x="7" y="45"/>
                    <a:pt x="0" y="75"/>
                    <a:pt x="0" y="77"/>
                  </a:cubicBezTo>
                  <a:cubicBezTo>
                    <a:pt x="0" y="82"/>
                    <a:pt x="5" y="82"/>
                    <a:pt x="6" y="82"/>
                  </a:cubicBezTo>
                  <a:cubicBezTo>
                    <a:pt x="11" y="82"/>
                    <a:pt x="12" y="81"/>
                    <a:pt x="15" y="70"/>
                  </a:cubicBezTo>
                  <a:cubicBezTo>
                    <a:pt x="23" y="35"/>
                    <a:pt x="33" y="11"/>
                    <a:pt x="51" y="11"/>
                  </a:cubicBezTo>
                  <a:cubicBezTo>
                    <a:pt x="60" y="11"/>
                    <a:pt x="67" y="15"/>
                    <a:pt x="67" y="34"/>
                  </a:cubicBezTo>
                  <a:cubicBezTo>
                    <a:pt x="67" y="44"/>
                    <a:pt x="65" y="50"/>
                    <a:pt x="59" y="76"/>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5" name="Freeform 267"/>
            <p:cNvSpPr>
              <a:spLocks noEditPoints="1"/>
            </p:cNvSpPr>
            <p:nvPr>
              <p:custDataLst>
                <p:tags r:id="rId135"/>
              </p:custDataLst>
            </p:nvPr>
          </p:nvSpPr>
          <p:spPr bwMode="auto">
            <a:xfrm>
              <a:off x="6719888" y="1817688"/>
              <a:ext cx="61913" cy="95250"/>
            </a:xfrm>
            <a:custGeom>
              <a:avLst/>
              <a:gdLst>
                <a:gd name="T0" fmla="*/ 70 w 191"/>
                <a:gd name="T1" fmla="*/ 105 h 226"/>
                <a:gd name="T2" fmla="*/ 146 w 191"/>
                <a:gd name="T3" fmla="*/ 94 h 226"/>
                <a:gd name="T4" fmla="*/ 184 w 191"/>
                <a:gd name="T5" fmla="*/ 42 h 226"/>
                <a:gd name="T6" fmla="*/ 130 w 191"/>
                <a:gd name="T7" fmla="*/ 0 h 226"/>
                <a:gd name="T8" fmla="*/ 0 w 191"/>
                <a:gd name="T9" fmla="*/ 136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6 w 191"/>
                <a:gd name="T21" fmla="*/ 157 h 226"/>
                <a:gd name="T22" fmla="*/ 44 w 191"/>
                <a:gd name="T23" fmla="*/ 105 h 226"/>
                <a:gd name="T24" fmla="*/ 70 w 191"/>
                <a:gd name="T25" fmla="*/ 105 h 226"/>
                <a:gd name="T26" fmla="*/ 47 w 191"/>
                <a:gd name="T27" fmla="*/ 94 h 226"/>
                <a:gd name="T28" fmla="*/ 130 w 191"/>
                <a:gd name="T29" fmla="*/ 11 h 226"/>
                <a:gd name="T30" fmla="*/ 167 w 191"/>
                <a:gd name="T31" fmla="*/ 42 h 226"/>
                <a:gd name="T32" fmla="*/ 67 w 191"/>
                <a:gd name="T33" fmla="*/ 94 h 226"/>
                <a:gd name="T34" fmla="*/ 47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5" y="105"/>
                    <a:pt x="121" y="104"/>
                    <a:pt x="146" y="94"/>
                  </a:cubicBezTo>
                  <a:cubicBezTo>
                    <a:pt x="181" y="79"/>
                    <a:pt x="184" y="49"/>
                    <a:pt x="184" y="42"/>
                  </a:cubicBezTo>
                  <a:cubicBezTo>
                    <a:pt x="184" y="20"/>
                    <a:pt x="165" y="0"/>
                    <a:pt x="130" y="0"/>
                  </a:cubicBezTo>
                  <a:cubicBezTo>
                    <a:pt x="75" y="0"/>
                    <a:pt x="0" y="48"/>
                    <a:pt x="0" y="136"/>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39" y="215"/>
                    <a:pt x="85" y="215"/>
                    <a:pt x="79" y="215"/>
                  </a:cubicBezTo>
                  <a:cubicBezTo>
                    <a:pt x="40" y="215"/>
                    <a:pt x="36" y="173"/>
                    <a:pt x="36" y="157"/>
                  </a:cubicBezTo>
                  <a:cubicBezTo>
                    <a:pt x="36" y="151"/>
                    <a:pt x="36" y="136"/>
                    <a:pt x="44" y="105"/>
                  </a:cubicBezTo>
                  <a:lnTo>
                    <a:pt x="70" y="105"/>
                  </a:lnTo>
                  <a:close/>
                  <a:moveTo>
                    <a:pt x="47" y="94"/>
                  </a:moveTo>
                  <a:cubicBezTo>
                    <a:pt x="66" y="18"/>
                    <a:pt x="117" y="11"/>
                    <a:pt x="130" y="11"/>
                  </a:cubicBezTo>
                  <a:cubicBezTo>
                    <a:pt x="154" y="11"/>
                    <a:pt x="167" y="25"/>
                    <a:pt x="167" y="42"/>
                  </a:cubicBezTo>
                  <a:cubicBezTo>
                    <a:pt x="167" y="94"/>
                    <a:pt x="87"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268"/>
            <p:cNvSpPr>
              <a:spLocks/>
            </p:cNvSpPr>
            <p:nvPr>
              <p:custDataLst>
                <p:tags r:id="rId136"/>
              </p:custDataLst>
            </p:nvPr>
          </p:nvSpPr>
          <p:spPr bwMode="auto">
            <a:xfrm>
              <a:off x="6794500" y="1817688"/>
              <a:ext cx="66675" cy="95250"/>
            </a:xfrm>
            <a:custGeom>
              <a:avLst/>
              <a:gdLst>
                <a:gd name="T0" fmla="*/ 45 w 212"/>
                <a:gd name="T1" fmla="*/ 179 h 226"/>
                <a:gd name="T2" fmla="*/ 104 w 212"/>
                <a:gd name="T3" fmla="*/ 122 h 226"/>
                <a:gd name="T4" fmla="*/ 153 w 212"/>
                <a:gd name="T5" fmla="*/ 77 h 226"/>
                <a:gd name="T6" fmla="*/ 212 w 212"/>
                <a:gd name="T7" fmla="*/ 5 h 226"/>
                <a:gd name="T8" fmla="*/ 206 w 212"/>
                <a:gd name="T9" fmla="*/ 0 h 226"/>
                <a:gd name="T10" fmla="*/ 199 w 212"/>
                <a:gd name="T11" fmla="*/ 5 h 226"/>
                <a:gd name="T12" fmla="*/ 161 w 212"/>
                <a:gd name="T13" fmla="*/ 37 h 226"/>
                <a:gd name="T14" fmla="*/ 136 w 212"/>
                <a:gd name="T15" fmla="*/ 21 h 226"/>
                <a:gd name="T16" fmla="*/ 101 w 212"/>
                <a:gd name="T17" fmla="*/ 0 h 226"/>
                <a:gd name="T18" fmla="*/ 41 w 212"/>
                <a:gd name="T19" fmla="*/ 57 h 226"/>
                <a:gd name="T20" fmla="*/ 47 w 212"/>
                <a:gd name="T21" fmla="*/ 62 h 226"/>
                <a:gd name="T22" fmla="*/ 53 w 212"/>
                <a:gd name="T23" fmla="*/ 57 h 226"/>
                <a:gd name="T24" fmla="*/ 96 w 212"/>
                <a:gd name="T25" fmla="*/ 33 h 226"/>
                <a:gd name="T26" fmla="*/ 127 w 212"/>
                <a:gd name="T27" fmla="*/ 41 h 226"/>
                <a:gd name="T28" fmla="*/ 166 w 212"/>
                <a:gd name="T29" fmla="*/ 48 h 226"/>
                <a:gd name="T30" fmla="*/ 96 w 212"/>
                <a:gd name="T31" fmla="*/ 114 h 226"/>
                <a:gd name="T32" fmla="*/ 51 w 212"/>
                <a:gd name="T33" fmla="*/ 155 h 226"/>
                <a:gd name="T34" fmla="*/ 0 w 212"/>
                <a:gd name="T35" fmla="*/ 221 h 226"/>
                <a:gd name="T36" fmla="*/ 6 w 212"/>
                <a:gd name="T37" fmla="*/ 226 h 226"/>
                <a:gd name="T38" fmla="*/ 14 w 212"/>
                <a:gd name="T39" fmla="*/ 219 h 226"/>
                <a:gd name="T40" fmla="*/ 56 w 212"/>
                <a:gd name="T41" fmla="*/ 188 h 226"/>
                <a:gd name="T42" fmla="*/ 85 w 212"/>
                <a:gd name="T43" fmla="*/ 207 h 226"/>
                <a:gd name="T44" fmla="*/ 117 w 212"/>
                <a:gd name="T45" fmla="*/ 226 h 226"/>
                <a:gd name="T46" fmla="*/ 196 w 212"/>
                <a:gd name="T47" fmla="*/ 149 h 226"/>
                <a:gd name="T48" fmla="*/ 190 w 212"/>
                <a:gd name="T49" fmla="*/ 144 h 226"/>
                <a:gd name="T50" fmla="*/ 183 w 212"/>
                <a:gd name="T51" fmla="*/ 150 h 226"/>
                <a:gd name="T52" fmla="*/ 123 w 212"/>
                <a:gd name="T53" fmla="*/ 192 h 226"/>
                <a:gd name="T54" fmla="*/ 93 w 212"/>
                <a:gd name="T55" fmla="*/ 186 h 226"/>
                <a:gd name="T56" fmla="*/ 58 w 212"/>
                <a:gd name="T57" fmla="*/ 177 h 226"/>
                <a:gd name="T58" fmla="*/ 45 w 212"/>
                <a:gd name="T59" fmla="*/ 17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2" h="226">
                  <a:moveTo>
                    <a:pt x="45" y="179"/>
                  </a:moveTo>
                  <a:cubicBezTo>
                    <a:pt x="72" y="150"/>
                    <a:pt x="86" y="138"/>
                    <a:pt x="104" y="122"/>
                  </a:cubicBezTo>
                  <a:cubicBezTo>
                    <a:pt x="104" y="122"/>
                    <a:pt x="135" y="95"/>
                    <a:pt x="153" y="77"/>
                  </a:cubicBezTo>
                  <a:cubicBezTo>
                    <a:pt x="201" y="31"/>
                    <a:pt x="212" y="7"/>
                    <a:pt x="212" y="5"/>
                  </a:cubicBezTo>
                  <a:cubicBezTo>
                    <a:pt x="212" y="0"/>
                    <a:pt x="207" y="0"/>
                    <a:pt x="206" y="0"/>
                  </a:cubicBezTo>
                  <a:cubicBezTo>
                    <a:pt x="203" y="0"/>
                    <a:pt x="201" y="1"/>
                    <a:pt x="199" y="5"/>
                  </a:cubicBezTo>
                  <a:cubicBezTo>
                    <a:pt x="184" y="29"/>
                    <a:pt x="173" y="37"/>
                    <a:pt x="161" y="37"/>
                  </a:cubicBezTo>
                  <a:cubicBezTo>
                    <a:pt x="149" y="37"/>
                    <a:pt x="143" y="30"/>
                    <a:pt x="136" y="21"/>
                  </a:cubicBezTo>
                  <a:cubicBezTo>
                    <a:pt x="126" y="10"/>
                    <a:pt x="118" y="0"/>
                    <a:pt x="101" y="0"/>
                  </a:cubicBezTo>
                  <a:cubicBezTo>
                    <a:pt x="64" y="0"/>
                    <a:pt x="41" y="46"/>
                    <a:pt x="41" y="57"/>
                  </a:cubicBezTo>
                  <a:cubicBezTo>
                    <a:pt x="41" y="59"/>
                    <a:pt x="42" y="62"/>
                    <a:pt x="47" y="62"/>
                  </a:cubicBezTo>
                  <a:cubicBezTo>
                    <a:pt x="51" y="62"/>
                    <a:pt x="52" y="60"/>
                    <a:pt x="53" y="57"/>
                  </a:cubicBezTo>
                  <a:cubicBezTo>
                    <a:pt x="63" y="34"/>
                    <a:pt x="92" y="33"/>
                    <a:pt x="96" y="33"/>
                  </a:cubicBezTo>
                  <a:cubicBezTo>
                    <a:pt x="106" y="33"/>
                    <a:pt x="116" y="37"/>
                    <a:pt x="127" y="41"/>
                  </a:cubicBezTo>
                  <a:cubicBezTo>
                    <a:pt x="147" y="48"/>
                    <a:pt x="153" y="48"/>
                    <a:pt x="166" y="48"/>
                  </a:cubicBezTo>
                  <a:cubicBezTo>
                    <a:pt x="148" y="70"/>
                    <a:pt x="106" y="106"/>
                    <a:pt x="96" y="114"/>
                  </a:cubicBezTo>
                  <a:lnTo>
                    <a:pt x="51" y="155"/>
                  </a:lnTo>
                  <a:cubicBezTo>
                    <a:pt x="18" y="189"/>
                    <a:pt x="0" y="217"/>
                    <a:pt x="0" y="221"/>
                  </a:cubicBezTo>
                  <a:cubicBezTo>
                    <a:pt x="0" y="226"/>
                    <a:pt x="5" y="226"/>
                    <a:pt x="6" y="226"/>
                  </a:cubicBezTo>
                  <a:cubicBezTo>
                    <a:pt x="10" y="226"/>
                    <a:pt x="11" y="225"/>
                    <a:pt x="14" y="219"/>
                  </a:cubicBezTo>
                  <a:cubicBezTo>
                    <a:pt x="26" y="202"/>
                    <a:pt x="41" y="188"/>
                    <a:pt x="56" y="188"/>
                  </a:cubicBezTo>
                  <a:cubicBezTo>
                    <a:pt x="68" y="188"/>
                    <a:pt x="73" y="193"/>
                    <a:pt x="85" y="207"/>
                  </a:cubicBezTo>
                  <a:cubicBezTo>
                    <a:pt x="94" y="218"/>
                    <a:pt x="103" y="226"/>
                    <a:pt x="117" y="226"/>
                  </a:cubicBezTo>
                  <a:cubicBezTo>
                    <a:pt x="167" y="226"/>
                    <a:pt x="196" y="162"/>
                    <a:pt x="196" y="149"/>
                  </a:cubicBezTo>
                  <a:cubicBezTo>
                    <a:pt x="196" y="146"/>
                    <a:pt x="194" y="144"/>
                    <a:pt x="190" y="144"/>
                  </a:cubicBezTo>
                  <a:cubicBezTo>
                    <a:pt x="185" y="144"/>
                    <a:pt x="184" y="147"/>
                    <a:pt x="183" y="150"/>
                  </a:cubicBezTo>
                  <a:cubicBezTo>
                    <a:pt x="171" y="183"/>
                    <a:pt x="139" y="192"/>
                    <a:pt x="123" y="192"/>
                  </a:cubicBezTo>
                  <a:cubicBezTo>
                    <a:pt x="113" y="192"/>
                    <a:pt x="104" y="189"/>
                    <a:pt x="93" y="186"/>
                  </a:cubicBezTo>
                  <a:cubicBezTo>
                    <a:pt x="76" y="179"/>
                    <a:pt x="69" y="177"/>
                    <a:pt x="58" y="177"/>
                  </a:cubicBezTo>
                  <a:cubicBezTo>
                    <a:pt x="57" y="177"/>
                    <a:pt x="49" y="177"/>
                    <a:pt x="45" y="17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269"/>
            <p:cNvSpPr>
              <a:spLocks noEditPoints="1"/>
            </p:cNvSpPr>
            <p:nvPr>
              <p:custDataLst>
                <p:tags r:id="rId137"/>
              </p:custDataLst>
            </p:nvPr>
          </p:nvSpPr>
          <p:spPr bwMode="auto">
            <a:xfrm>
              <a:off x="6875463" y="1817688"/>
              <a:ext cx="60325" cy="95250"/>
            </a:xfrm>
            <a:custGeom>
              <a:avLst/>
              <a:gdLst>
                <a:gd name="T0" fmla="*/ 71 w 192"/>
                <a:gd name="T1" fmla="*/ 105 h 226"/>
                <a:gd name="T2" fmla="*/ 147 w 192"/>
                <a:gd name="T3" fmla="*/ 94 h 226"/>
                <a:gd name="T4" fmla="*/ 184 w 192"/>
                <a:gd name="T5" fmla="*/ 42 h 226"/>
                <a:gd name="T6" fmla="*/ 131 w 192"/>
                <a:gd name="T7" fmla="*/ 0 h 226"/>
                <a:gd name="T8" fmla="*/ 0 w 192"/>
                <a:gd name="T9" fmla="*/ 136 h 226"/>
                <a:gd name="T10" fmla="*/ 79 w 192"/>
                <a:gd name="T11" fmla="*/ 226 h 226"/>
                <a:gd name="T12" fmla="*/ 192 w 192"/>
                <a:gd name="T13" fmla="*/ 167 h 226"/>
                <a:gd name="T14" fmla="*/ 186 w 192"/>
                <a:gd name="T15" fmla="*/ 160 h 226"/>
                <a:gd name="T16" fmla="*/ 179 w 192"/>
                <a:gd name="T17" fmla="*/ 165 h 226"/>
                <a:gd name="T18" fmla="*/ 79 w 192"/>
                <a:gd name="T19" fmla="*/ 215 h 226"/>
                <a:gd name="T20" fmla="*/ 36 w 192"/>
                <a:gd name="T21" fmla="*/ 157 h 226"/>
                <a:gd name="T22" fmla="*/ 44 w 192"/>
                <a:gd name="T23" fmla="*/ 105 h 226"/>
                <a:gd name="T24" fmla="*/ 71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1" y="105"/>
                  </a:moveTo>
                  <a:cubicBezTo>
                    <a:pt x="85" y="105"/>
                    <a:pt x="122" y="104"/>
                    <a:pt x="147" y="94"/>
                  </a:cubicBezTo>
                  <a:cubicBezTo>
                    <a:pt x="182" y="79"/>
                    <a:pt x="184" y="49"/>
                    <a:pt x="184" y="42"/>
                  </a:cubicBezTo>
                  <a:cubicBezTo>
                    <a:pt x="184" y="20"/>
                    <a:pt x="165" y="0"/>
                    <a:pt x="131" y="0"/>
                  </a:cubicBezTo>
                  <a:cubicBezTo>
                    <a:pt x="76" y="0"/>
                    <a:pt x="0" y="48"/>
                    <a:pt x="0" y="136"/>
                  </a:cubicBezTo>
                  <a:cubicBezTo>
                    <a:pt x="0" y="186"/>
                    <a:pt x="30" y="226"/>
                    <a:pt x="79" y="226"/>
                  </a:cubicBezTo>
                  <a:cubicBezTo>
                    <a:pt x="150" y="226"/>
                    <a:pt x="192" y="173"/>
                    <a:pt x="192" y="167"/>
                  </a:cubicBezTo>
                  <a:cubicBezTo>
                    <a:pt x="192" y="164"/>
                    <a:pt x="189" y="160"/>
                    <a:pt x="186" y="160"/>
                  </a:cubicBezTo>
                  <a:cubicBezTo>
                    <a:pt x="183" y="160"/>
                    <a:pt x="182" y="161"/>
                    <a:pt x="179" y="165"/>
                  </a:cubicBezTo>
                  <a:cubicBezTo>
                    <a:pt x="140" y="215"/>
                    <a:pt x="85" y="215"/>
                    <a:pt x="79" y="215"/>
                  </a:cubicBezTo>
                  <a:cubicBezTo>
                    <a:pt x="41" y="215"/>
                    <a:pt x="36" y="173"/>
                    <a:pt x="36" y="157"/>
                  </a:cubicBezTo>
                  <a:cubicBezTo>
                    <a:pt x="36" y="151"/>
                    <a:pt x="37" y="136"/>
                    <a:pt x="44" y="105"/>
                  </a:cubicBezTo>
                  <a:lnTo>
                    <a:pt x="71" y="105"/>
                  </a:lnTo>
                  <a:close/>
                  <a:moveTo>
                    <a:pt x="47" y="94"/>
                  </a:moveTo>
                  <a:cubicBezTo>
                    <a:pt x="67" y="18"/>
                    <a:pt x="118" y="11"/>
                    <a:pt x="131" y="11"/>
                  </a:cubicBezTo>
                  <a:cubicBezTo>
                    <a:pt x="154"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8" name="Freeform 270"/>
            <p:cNvSpPr>
              <a:spLocks/>
            </p:cNvSpPr>
            <p:nvPr>
              <p:custDataLst>
                <p:tags r:id="rId138"/>
              </p:custDataLst>
            </p:nvPr>
          </p:nvSpPr>
          <p:spPr bwMode="auto">
            <a:xfrm>
              <a:off x="6946900" y="1817688"/>
              <a:ext cx="63500" cy="95250"/>
            </a:xfrm>
            <a:custGeom>
              <a:avLst/>
              <a:gdLst>
                <a:gd name="T0" fmla="*/ 29 w 203"/>
                <a:gd name="T1" fmla="*/ 191 h 226"/>
                <a:gd name="T2" fmla="*/ 25 w 203"/>
                <a:gd name="T3" fmla="*/ 212 h 226"/>
                <a:gd name="T4" fmla="*/ 39 w 203"/>
                <a:gd name="T5" fmla="*/ 226 h 226"/>
                <a:gd name="T6" fmla="*/ 58 w 203"/>
                <a:gd name="T7" fmla="*/ 212 h 226"/>
                <a:gd name="T8" fmla="*/ 78 w 203"/>
                <a:gd name="T9" fmla="*/ 133 h 226"/>
                <a:gd name="T10" fmla="*/ 93 w 203"/>
                <a:gd name="T11" fmla="*/ 68 h 226"/>
                <a:gd name="T12" fmla="*/ 121 w 203"/>
                <a:gd name="T13" fmla="*/ 27 h 226"/>
                <a:gd name="T14" fmla="*/ 161 w 203"/>
                <a:gd name="T15" fmla="*/ 11 h 226"/>
                <a:gd name="T16" fmla="*/ 182 w 203"/>
                <a:gd name="T17" fmla="*/ 17 h 226"/>
                <a:gd name="T18" fmla="*/ 156 w 203"/>
                <a:gd name="T19" fmla="*/ 44 h 226"/>
                <a:gd name="T20" fmla="*/ 175 w 203"/>
                <a:gd name="T21" fmla="*/ 62 h 226"/>
                <a:gd name="T22" fmla="*/ 203 w 203"/>
                <a:gd name="T23" fmla="*/ 32 h 226"/>
                <a:gd name="T24" fmla="*/ 161 w 203"/>
                <a:gd name="T25" fmla="*/ 0 h 226"/>
                <a:gd name="T26" fmla="*/ 97 w 203"/>
                <a:gd name="T27" fmla="*/ 38 h 226"/>
                <a:gd name="T28" fmla="*/ 52 w 203"/>
                <a:gd name="T29" fmla="*/ 0 h 226"/>
                <a:gd name="T30" fmla="*/ 15 w 203"/>
                <a:gd name="T31" fmla="*/ 28 h 226"/>
                <a:gd name="T32" fmla="*/ 0 w 203"/>
                <a:gd name="T33" fmla="*/ 77 h 226"/>
                <a:gd name="T34" fmla="*/ 6 w 203"/>
                <a:gd name="T35" fmla="*/ 82 h 226"/>
                <a:gd name="T36" fmla="*/ 14 w 203"/>
                <a:gd name="T37" fmla="*/ 70 h 226"/>
                <a:gd name="T38" fmla="*/ 51 w 203"/>
                <a:gd name="T39" fmla="*/ 11 h 226"/>
                <a:gd name="T40" fmla="*/ 66 w 203"/>
                <a:gd name="T41" fmla="*/ 34 h 226"/>
                <a:gd name="T42" fmla="*/ 58 w 203"/>
                <a:gd name="T43" fmla="*/ 76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8" y="198"/>
                    <a:pt x="25" y="210"/>
                    <a:pt x="25" y="212"/>
                  </a:cubicBezTo>
                  <a:cubicBezTo>
                    <a:pt x="25" y="221"/>
                    <a:pt x="32" y="226"/>
                    <a:pt x="39" y="226"/>
                  </a:cubicBezTo>
                  <a:cubicBezTo>
                    <a:pt x="45" y="226"/>
                    <a:pt x="54" y="222"/>
                    <a:pt x="58" y="212"/>
                  </a:cubicBezTo>
                  <a:cubicBezTo>
                    <a:pt x="59" y="210"/>
                    <a:pt x="76" y="142"/>
                    <a:pt x="78" y="133"/>
                  </a:cubicBezTo>
                  <a:cubicBezTo>
                    <a:pt x="82" y="117"/>
                    <a:pt x="90" y="82"/>
                    <a:pt x="93" y="68"/>
                  </a:cubicBezTo>
                  <a:cubicBezTo>
                    <a:pt x="95" y="62"/>
                    <a:pt x="109" y="38"/>
                    <a:pt x="121" y="27"/>
                  </a:cubicBezTo>
                  <a:cubicBezTo>
                    <a:pt x="125" y="24"/>
                    <a:pt x="140" y="11"/>
                    <a:pt x="161" y="11"/>
                  </a:cubicBezTo>
                  <a:cubicBezTo>
                    <a:pt x="174" y="11"/>
                    <a:pt x="182" y="17"/>
                    <a:pt x="182" y="17"/>
                  </a:cubicBezTo>
                  <a:cubicBezTo>
                    <a:pt x="167" y="19"/>
                    <a:pt x="156" y="31"/>
                    <a:pt x="156" y="44"/>
                  </a:cubicBezTo>
                  <a:cubicBezTo>
                    <a:pt x="156" y="52"/>
                    <a:pt x="162" y="62"/>
                    <a:pt x="175" y="62"/>
                  </a:cubicBezTo>
                  <a:cubicBezTo>
                    <a:pt x="189" y="62"/>
                    <a:pt x="203" y="50"/>
                    <a:pt x="203" y="32"/>
                  </a:cubicBezTo>
                  <a:cubicBezTo>
                    <a:pt x="203" y="15"/>
                    <a:pt x="187" y="0"/>
                    <a:pt x="161" y="0"/>
                  </a:cubicBezTo>
                  <a:cubicBezTo>
                    <a:pt x="129" y="0"/>
                    <a:pt x="107" y="24"/>
                    <a:pt x="97" y="38"/>
                  </a:cubicBezTo>
                  <a:cubicBezTo>
                    <a:pt x="93" y="16"/>
                    <a:pt x="76" y="0"/>
                    <a:pt x="52" y="0"/>
                  </a:cubicBezTo>
                  <a:cubicBezTo>
                    <a:pt x="29" y="0"/>
                    <a:pt x="20" y="19"/>
                    <a:pt x="15" y="28"/>
                  </a:cubicBezTo>
                  <a:cubicBezTo>
                    <a:pt x="6" y="45"/>
                    <a:pt x="0" y="75"/>
                    <a:pt x="0" y="77"/>
                  </a:cubicBezTo>
                  <a:cubicBezTo>
                    <a:pt x="0" y="82"/>
                    <a:pt x="5" y="82"/>
                    <a:pt x="6" y="82"/>
                  </a:cubicBezTo>
                  <a:cubicBezTo>
                    <a:pt x="11" y="82"/>
                    <a:pt x="11" y="81"/>
                    <a:pt x="14" y="70"/>
                  </a:cubicBezTo>
                  <a:cubicBezTo>
                    <a:pt x="23" y="35"/>
                    <a:pt x="33" y="11"/>
                    <a:pt x="51" y="11"/>
                  </a:cubicBezTo>
                  <a:cubicBezTo>
                    <a:pt x="59" y="11"/>
                    <a:pt x="66" y="15"/>
                    <a:pt x="66" y="34"/>
                  </a:cubicBezTo>
                  <a:cubicBezTo>
                    <a:pt x="66" y="44"/>
                    <a:pt x="65" y="50"/>
                    <a:pt x="58" y="76"/>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9" name="Freeform 271"/>
            <p:cNvSpPr>
              <a:spLocks/>
            </p:cNvSpPr>
            <p:nvPr>
              <p:custDataLst>
                <p:tags r:id="rId139"/>
              </p:custDataLst>
            </p:nvPr>
          </p:nvSpPr>
          <p:spPr bwMode="auto">
            <a:xfrm>
              <a:off x="7023100" y="1817688"/>
              <a:ext cx="68263" cy="95250"/>
            </a:xfrm>
            <a:custGeom>
              <a:avLst/>
              <a:gdLst>
                <a:gd name="T0" fmla="*/ 219 w 219"/>
                <a:gd name="T1" fmla="*/ 35 h 226"/>
                <a:gd name="T2" fmla="*/ 197 w 219"/>
                <a:gd name="T3" fmla="*/ 0 h 226"/>
                <a:gd name="T4" fmla="*/ 172 w 219"/>
                <a:gd name="T5" fmla="*/ 24 h 226"/>
                <a:gd name="T6" fmla="*/ 180 w 219"/>
                <a:gd name="T7" fmla="*/ 39 h 226"/>
                <a:gd name="T8" fmla="*/ 197 w 219"/>
                <a:gd name="T9" fmla="*/ 80 h 226"/>
                <a:gd name="T10" fmla="*/ 109 w 219"/>
                <a:gd name="T11" fmla="*/ 215 h 226"/>
                <a:gd name="T12" fmla="*/ 72 w 219"/>
                <a:gd name="T13" fmla="*/ 171 h 226"/>
                <a:gd name="T14" fmla="*/ 101 w 219"/>
                <a:gd name="T15" fmla="*/ 66 h 226"/>
                <a:gd name="T16" fmla="*/ 107 w 219"/>
                <a:gd name="T17" fmla="*/ 41 h 226"/>
                <a:gd name="T18" fmla="*/ 66 w 219"/>
                <a:gd name="T19" fmla="*/ 0 h 226"/>
                <a:gd name="T20" fmla="*/ 0 w 219"/>
                <a:gd name="T21" fmla="*/ 77 h 226"/>
                <a:gd name="T22" fmla="*/ 6 w 219"/>
                <a:gd name="T23" fmla="*/ 82 h 226"/>
                <a:gd name="T24" fmla="*/ 14 w 219"/>
                <a:gd name="T25" fmla="*/ 73 h 226"/>
                <a:gd name="T26" fmla="*/ 64 w 219"/>
                <a:gd name="T27" fmla="*/ 11 h 226"/>
                <a:gd name="T28" fmla="*/ 77 w 219"/>
                <a:gd name="T29" fmla="*/ 27 h 226"/>
                <a:gd name="T30" fmla="*/ 68 w 219"/>
                <a:gd name="T31" fmla="*/ 62 h 226"/>
                <a:gd name="T32" fmla="*/ 40 w 219"/>
                <a:gd name="T33" fmla="*/ 164 h 226"/>
                <a:gd name="T34" fmla="*/ 107 w 219"/>
                <a:gd name="T35" fmla="*/ 226 h 226"/>
                <a:gd name="T36" fmla="*/ 219 w 219"/>
                <a:gd name="T37" fmla="*/ 3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226">
                  <a:moveTo>
                    <a:pt x="219" y="35"/>
                  </a:moveTo>
                  <a:cubicBezTo>
                    <a:pt x="219" y="8"/>
                    <a:pt x="206" y="0"/>
                    <a:pt x="197" y="0"/>
                  </a:cubicBezTo>
                  <a:cubicBezTo>
                    <a:pt x="184" y="0"/>
                    <a:pt x="172" y="13"/>
                    <a:pt x="172" y="24"/>
                  </a:cubicBezTo>
                  <a:cubicBezTo>
                    <a:pt x="172" y="30"/>
                    <a:pt x="175" y="33"/>
                    <a:pt x="180" y="39"/>
                  </a:cubicBezTo>
                  <a:cubicBezTo>
                    <a:pt x="191" y="49"/>
                    <a:pt x="197" y="62"/>
                    <a:pt x="197" y="80"/>
                  </a:cubicBezTo>
                  <a:cubicBezTo>
                    <a:pt x="197" y="101"/>
                    <a:pt x="167" y="215"/>
                    <a:pt x="109" y="215"/>
                  </a:cubicBezTo>
                  <a:cubicBezTo>
                    <a:pt x="83" y="215"/>
                    <a:pt x="72" y="197"/>
                    <a:pt x="72" y="171"/>
                  </a:cubicBezTo>
                  <a:cubicBezTo>
                    <a:pt x="72" y="144"/>
                    <a:pt x="85" y="107"/>
                    <a:pt x="101" y="66"/>
                  </a:cubicBezTo>
                  <a:cubicBezTo>
                    <a:pt x="104" y="57"/>
                    <a:pt x="107" y="50"/>
                    <a:pt x="107" y="41"/>
                  </a:cubicBezTo>
                  <a:cubicBezTo>
                    <a:pt x="107" y="18"/>
                    <a:pt x="91" y="0"/>
                    <a:pt x="66" y="0"/>
                  </a:cubicBezTo>
                  <a:cubicBezTo>
                    <a:pt x="19" y="0"/>
                    <a:pt x="0" y="72"/>
                    <a:pt x="0" y="77"/>
                  </a:cubicBezTo>
                  <a:cubicBezTo>
                    <a:pt x="0" y="82"/>
                    <a:pt x="5" y="82"/>
                    <a:pt x="6" y="82"/>
                  </a:cubicBezTo>
                  <a:cubicBezTo>
                    <a:pt x="11" y="82"/>
                    <a:pt x="11" y="81"/>
                    <a:pt x="14" y="73"/>
                  </a:cubicBezTo>
                  <a:cubicBezTo>
                    <a:pt x="28" y="22"/>
                    <a:pt x="50" y="11"/>
                    <a:pt x="64" y="11"/>
                  </a:cubicBezTo>
                  <a:cubicBezTo>
                    <a:pt x="68" y="11"/>
                    <a:pt x="77" y="11"/>
                    <a:pt x="77" y="27"/>
                  </a:cubicBezTo>
                  <a:cubicBezTo>
                    <a:pt x="77" y="39"/>
                    <a:pt x="72" y="53"/>
                    <a:pt x="68" y="62"/>
                  </a:cubicBezTo>
                  <a:cubicBezTo>
                    <a:pt x="46" y="120"/>
                    <a:pt x="40" y="143"/>
                    <a:pt x="40" y="164"/>
                  </a:cubicBezTo>
                  <a:cubicBezTo>
                    <a:pt x="40" y="218"/>
                    <a:pt x="84" y="226"/>
                    <a:pt x="107" y="226"/>
                  </a:cubicBezTo>
                  <a:cubicBezTo>
                    <a:pt x="190" y="226"/>
                    <a:pt x="219" y="61"/>
                    <a:pt x="219" y="3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0" name="Freeform 272"/>
            <p:cNvSpPr>
              <a:spLocks noEditPoints="1"/>
            </p:cNvSpPr>
            <p:nvPr>
              <p:custDataLst>
                <p:tags r:id="rId140"/>
              </p:custDataLst>
            </p:nvPr>
          </p:nvSpPr>
          <p:spPr bwMode="auto">
            <a:xfrm>
              <a:off x="7107238" y="1817688"/>
              <a:ext cx="71438" cy="95250"/>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79 h 226"/>
                <a:gd name="T40" fmla="*/ 67 w 228"/>
                <a:gd name="T41" fmla="*/ 215 h 226"/>
                <a:gd name="T42" fmla="*/ 35 w 228"/>
                <a:gd name="T43" fmla="*/ 168 h 226"/>
                <a:gd name="T44" fmla="*/ 63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2"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79"/>
                  </a:cubicBezTo>
                  <a:cubicBezTo>
                    <a:pt x="101" y="207"/>
                    <a:pt x="81" y="215"/>
                    <a:pt x="67" y="215"/>
                  </a:cubicBezTo>
                  <a:cubicBezTo>
                    <a:pt x="42" y="215"/>
                    <a:pt x="35" y="187"/>
                    <a:pt x="35" y="168"/>
                  </a:cubicBezTo>
                  <a:cubicBezTo>
                    <a:pt x="35" y="143"/>
                    <a:pt x="51" y="82"/>
                    <a:pt x="63"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1" name="Freeform 273"/>
            <p:cNvSpPr>
              <a:spLocks/>
            </p:cNvSpPr>
            <p:nvPr>
              <p:custDataLst>
                <p:tags r:id="rId141"/>
              </p:custDataLst>
            </p:nvPr>
          </p:nvSpPr>
          <p:spPr bwMode="auto">
            <a:xfrm>
              <a:off x="7191375" y="1817688"/>
              <a:ext cx="61913" cy="95250"/>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3 w 194"/>
                <a:gd name="T11" fmla="*/ 0 h 226"/>
                <a:gd name="T12" fmla="*/ 0 w 194"/>
                <a:gd name="T13" fmla="*/ 142 h 226"/>
                <a:gd name="T14" fmla="*/ 80 w 194"/>
                <a:gd name="T15" fmla="*/ 226 h 226"/>
                <a:gd name="T16" fmla="*/ 194 w 194"/>
                <a:gd name="T17" fmla="*/ 167 h 226"/>
                <a:gd name="T18" fmla="*/ 188 w 194"/>
                <a:gd name="T19" fmla="*/ 160 h 226"/>
                <a:gd name="T20" fmla="*/ 181 w 194"/>
                <a:gd name="T21" fmla="*/ 165 h 226"/>
                <a:gd name="T22" fmla="*/ 81 w 194"/>
                <a:gd name="T23" fmla="*/ 215 h 226"/>
                <a:gd name="T24" fmla="*/ 36 w 194"/>
                <a:gd name="T25" fmla="*/ 160 h 226"/>
                <a:gd name="T26" fmla="*/ 63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3" y="0"/>
                  </a:cubicBezTo>
                  <a:cubicBezTo>
                    <a:pt x="66" y="0"/>
                    <a:pt x="0" y="71"/>
                    <a:pt x="0" y="142"/>
                  </a:cubicBezTo>
                  <a:cubicBezTo>
                    <a:pt x="0" y="186"/>
                    <a:pt x="29" y="226"/>
                    <a:pt x="80" y="226"/>
                  </a:cubicBezTo>
                  <a:cubicBezTo>
                    <a:pt x="152" y="226"/>
                    <a:pt x="194" y="173"/>
                    <a:pt x="194" y="167"/>
                  </a:cubicBezTo>
                  <a:cubicBezTo>
                    <a:pt x="194" y="164"/>
                    <a:pt x="191" y="160"/>
                    <a:pt x="188" y="160"/>
                  </a:cubicBezTo>
                  <a:cubicBezTo>
                    <a:pt x="185" y="160"/>
                    <a:pt x="184" y="161"/>
                    <a:pt x="181" y="165"/>
                  </a:cubicBezTo>
                  <a:cubicBezTo>
                    <a:pt x="142" y="215"/>
                    <a:pt x="87" y="215"/>
                    <a:pt x="81" y="215"/>
                  </a:cubicBezTo>
                  <a:cubicBezTo>
                    <a:pt x="50" y="215"/>
                    <a:pt x="36" y="190"/>
                    <a:pt x="36" y="160"/>
                  </a:cubicBezTo>
                  <a:cubicBezTo>
                    <a:pt x="36" y="140"/>
                    <a:pt x="46" y="92"/>
                    <a:pt x="63" y="61"/>
                  </a:cubicBezTo>
                  <a:cubicBezTo>
                    <a:pt x="79" y="32"/>
                    <a:pt x="106"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2" name="Freeform 274"/>
            <p:cNvSpPr>
              <a:spLocks noEditPoints="1"/>
            </p:cNvSpPr>
            <p:nvPr>
              <p:custDataLst>
                <p:tags r:id="rId142"/>
              </p:custDataLst>
            </p:nvPr>
          </p:nvSpPr>
          <p:spPr bwMode="auto">
            <a:xfrm>
              <a:off x="7258050" y="1771651"/>
              <a:ext cx="41275" cy="141288"/>
            </a:xfrm>
            <a:custGeom>
              <a:avLst/>
              <a:gdLst>
                <a:gd name="T0" fmla="*/ 127 w 132"/>
                <a:gd name="T1" fmla="*/ 18 h 336"/>
                <a:gd name="T2" fmla="*/ 109 w 132"/>
                <a:gd name="T3" fmla="*/ 0 h 336"/>
                <a:gd name="T4" fmla="*/ 82 w 132"/>
                <a:gd name="T5" fmla="*/ 27 h 336"/>
                <a:gd name="T6" fmla="*/ 101 w 132"/>
                <a:gd name="T7" fmla="*/ 45 h 336"/>
                <a:gd name="T8" fmla="*/ 127 w 132"/>
                <a:gd name="T9" fmla="*/ 18 h 336"/>
                <a:gd name="T10" fmla="*/ 89 w 132"/>
                <a:gd name="T11" fmla="*/ 206 h 336"/>
                <a:gd name="T12" fmla="*/ 100 w 132"/>
                <a:gd name="T13" fmla="*/ 177 h 336"/>
                <a:gd name="T14" fmla="*/ 107 w 132"/>
                <a:gd name="T15" fmla="*/ 151 h 336"/>
                <a:gd name="T16" fmla="*/ 66 w 132"/>
                <a:gd name="T17" fmla="*/ 110 h 336"/>
                <a:gd name="T18" fmla="*/ 0 w 132"/>
                <a:gd name="T19" fmla="*/ 187 h 336"/>
                <a:gd name="T20" fmla="*/ 6 w 132"/>
                <a:gd name="T21" fmla="*/ 192 h 336"/>
                <a:gd name="T22" fmla="*/ 14 w 132"/>
                <a:gd name="T23" fmla="*/ 183 h 336"/>
                <a:gd name="T24" fmla="*/ 65 w 132"/>
                <a:gd name="T25" fmla="*/ 121 h 336"/>
                <a:gd name="T26" fmla="*/ 77 w 132"/>
                <a:gd name="T27" fmla="*/ 137 h 336"/>
                <a:gd name="T28" fmla="*/ 72 w 132"/>
                <a:gd name="T29" fmla="*/ 163 h 336"/>
                <a:gd name="T30" fmla="*/ 37 w 132"/>
                <a:gd name="T31" fmla="*/ 255 h 336"/>
                <a:gd name="T32" fmla="*/ 26 w 132"/>
                <a:gd name="T33" fmla="*/ 295 h 336"/>
                <a:gd name="T34" fmla="*/ 67 w 132"/>
                <a:gd name="T35" fmla="*/ 336 h 336"/>
                <a:gd name="T36" fmla="*/ 132 w 132"/>
                <a:gd name="T37" fmla="*/ 259 h 336"/>
                <a:gd name="T38" fmla="*/ 126 w 132"/>
                <a:gd name="T39" fmla="*/ 254 h 336"/>
                <a:gd name="T40" fmla="*/ 118 w 132"/>
                <a:gd name="T41" fmla="*/ 263 h 336"/>
                <a:gd name="T42" fmla="*/ 68 w 132"/>
                <a:gd name="T43" fmla="*/ 325 h 336"/>
                <a:gd name="T44" fmla="*/ 56 w 132"/>
                <a:gd name="T45" fmla="*/ 308 h 336"/>
                <a:gd name="T46" fmla="*/ 70 w 132"/>
                <a:gd name="T47" fmla="*/ 258 h 336"/>
                <a:gd name="T48" fmla="*/ 89 w 132"/>
                <a:gd name="T49" fmla="*/ 20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2" h="336">
                  <a:moveTo>
                    <a:pt x="127" y="18"/>
                  </a:moveTo>
                  <a:cubicBezTo>
                    <a:pt x="127" y="8"/>
                    <a:pt x="120" y="0"/>
                    <a:pt x="109" y="0"/>
                  </a:cubicBezTo>
                  <a:cubicBezTo>
                    <a:pt x="95" y="0"/>
                    <a:pt x="82" y="13"/>
                    <a:pt x="82" y="27"/>
                  </a:cubicBezTo>
                  <a:cubicBezTo>
                    <a:pt x="82" y="36"/>
                    <a:pt x="89" y="45"/>
                    <a:pt x="101" y="45"/>
                  </a:cubicBezTo>
                  <a:cubicBezTo>
                    <a:pt x="112" y="45"/>
                    <a:pt x="127" y="33"/>
                    <a:pt x="127" y="18"/>
                  </a:cubicBezTo>
                  <a:close/>
                  <a:moveTo>
                    <a:pt x="89" y="206"/>
                  </a:moveTo>
                  <a:cubicBezTo>
                    <a:pt x="95" y="192"/>
                    <a:pt x="95" y="191"/>
                    <a:pt x="100" y="177"/>
                  </a:cubicBezTo>
                  <a:cubicBezTo>
                    <a:pt x="104" y="167"/>
                    <a:pt x="107" y="160"/>
                    <a:pt x="107" y="151"/>
                  </a:cubicBezTo>
                  <a:cubicBezTo>
                    <a:pt x="107" y="128"/>
                    <a:pt x="91" y="110"/>
                    <a:pt x="66" y="110"/>
                  </a:cubicBezTo>
                  <a:cubicBezTo>
                    <a:pt x="19" y="110"/>
                    <a:pt x="0" y="182"/>
                    <a:pt x="0" y="187"/>
                  </a:cubicBezTo>
                  <a:cubicBezTo>
                    <a:pt x="0" y="192"/>
                    <a:pt x="5" y="192"/>
                    <a:pt x="6" y="192"/>
                  </a:cubicBezTo>
                  <a:cubicBezTo>
                    <a:pt x="11" y="192"/>
                    <a:pt x="12" y="191"/>
                    <a:pt x="14" y="183"/>
                  </a:cubicBezTo>
                  <a:cubicBezTo>
                    <a:pt x="28" y="136"/>
                    <a:pt x="48" y="121"/>
                    <a:pt x="65" y="121"/>
                  </a:cubicBezTo>
                  <a:cubicBezTo>
                    <a:pt x="69" y="121"/>
                    <a:pt x="77" y="121"/>
                    <a:pt x="77" y="137"/>
                  </a:cubicBezTo>
                  <a:cubicBezTo>
                    <a:pt x="77" y="147"/>
                    <a:pt x="74" y="158"/>
                    <a:pt x="72" y="163"/>
                  </a:cubicBezTo>
                  <a:cubicBezTo>
                    <a:pt x="68" y="176"/>
                    <a:pt x="45" y="234"/>
                    <a:pt x="37" y="255"/>
                  </a:cubicBezTo>
                  <a:cubicBezTo>
                    <a:pt x="32" y="268"/>
                    <a:pt x="26" y="284"/>
                    <a:pt x="26" y="295"/>
                  </a:cubicBezTo>
                  <a:cubicBezTo>
                    <a:pt x="26" y="318"/>
                    <a:pt x="43" y="336"/>
                    <a:pt x="67" y="336"/>
                  </a:cubicBezTo>
                  <a:cubicBezTo>
                    <a:pt x="113" y="336"/>
                    <a:pt x="132" y="263"/>
                    <a:pt x="132" y="259"/>
                  </a:cubicBezTo>
                  <a:cubicBezTo>
                    <a:pt x="132" y="254"/>
                    <a:pt x="127" y="254"/>
                    <a:pt x="126" y="254"/>
                  </a:cubicBezTo>
                  <a:cubicBezTo>
                    <a:pt x="121" y="254"/>
                    <a:pt x="121" y="255"/>
                    <a:pt x="118" y="263"/>
                  </a:cubicBezTo>
                  <a:cubicBezTo>
                    <a:pt x="109" y="294"/>
                    <a:pt x="93" y="325"/>
                    <a:pt x="68" y="325"/>
                  </a:cubicBezTo>
                  <a:cubicBezTo>
                    <a:pt x="59" y="325"/>
                    <a:pt x="56" y="320"/>
                    <a:pt x="56" y="308"/>
                  </a:cubicBezTo>
                  <a:cubicBezTo>
                    <a:pt x="56" y="296"/>
                    <a:pt x="59" y="289"/>
                    <a:pt x="70" y="258"/>
                  </a:cubicBezTo>
                  <a:lnTo>
                    <a:pt x="89" y="20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3" name="Freeform 275"/>
            <p:cNvSpPr>
              <a:spLocks noEditPoints="1"/>
            </p:cNvSpPr>
            <p:nvPr>
              <p:custDataLst>
                <p:tags r:id="rId143"/>
              </p:custDataLst>
            </p:nvPr>
          </p:nvSpPr>
          <p:spPr bwMode="auto">
            <a:xfrm>
              <a:off x="7305675" y="1771651"/>
              <a:ext cx="65088" cy="180975"/>
            </a:xfrm>
            <a:custGeom>
              <a:avLst/>
              <a:gdLst>
                <a:gd name="T0" fmla="*/ 204 w 204"/>
                <a:gd name="T1" fmla="*/ 18 h 433"/>
                <a:gd name="T2" fmla="*/ 185 w 204"/>
                <a:gd name="T3" fmla="*/ 0 h 433"/>
                <a:gd name="T4" fmla="*/ 159 w 204"/>
                <a:gd name="T5" fmla="*/ 27 h 433"/>
                <a:gd name="T6" fmla="*/ 177 w 204"/>
                <a:gd name="T7" fmla="*/ 45 h 433"/>
                <a:gd name="T8" fmla="*/ 204 w 204"/>
                <a:gd name="T9" fmla="*/ 18 h 433"/>
                <a:gd name="T10" fmla="*/ 104 w 204"/>
                <a:gd name="T11" fmla="*/ 355 h 433"/>
                <a:gd name="T12" fmla="*/ 43 w 204"/>
                <a:gd name="T13" fmla="*/ 422 h 433"/>
                <a:gd name="T14" fmla="*/ 23 w 204"/>
                <a:gd name="T15" fmla="*/ 417 h 433"/>
                <a:gd name="T16" fmla="*/ 46 w 204"/>
                <a:gd name="T17" fmla="*/ 391 h 433"/>
                <a:gd name="T18" fmla="*/ 27 w 204"/>
                <a:gd name="T19" fmla="*/ 373 h 433"/>
                <a:gd name="T20" fmla="*/ 0 w 204"/>
                <a:gd name="T21" fmla="*/ 402 h 433"/>
                <a:gd name="T22" fmla="*/ 44 w 204"/>
                <a:gd name="T23" fmla="*/ 433 h 433"/>
                <a:gd name="T24" fmla="*/ 138 w 204"/>
                <a:gd name="T25" fmla="*/ 357 h 433"/>
                <a:gd name="T26" fmla="*/ 183 w 204"/>
                <a:gd name="T27" fmla="*/ 174 h 433"/>
                <a:gd name="T28" fmla="*/ 186 w 204"/>
                <a:gd name="T29" fmla="*/ 156 h 433"/>
                <a:gd name="T30" fmla="*/ 140 w 204"/>
                <a:gd name="T31" fmla="*/ 110 h 433"/>
                <a:gd name="T32" fmla="*/ 61 w 204"/>
                <a:gd name="T33" fmla="*/ 187 h 433"/>
                <a:gd name="T34" fmla="*/ 67 w 204"/>
                <a:gd name="T35" fmla="*/ 192 h 433"/>
                <a:gd name="T36" fmla="*/ 76 w 204"/>
                <a:gd name="T37" fmla="*/ 182 h 433"/>
                <a:gd name="T38" fmla="*/ 138 w 204"/>
                <a:gd name="T39" fmla="*/ 121 h 433"/>
                <a:gd name="T40" fmla="*/ 154 w 204"/>
                <a:gd name="T41" fmla="*/ 144 h 433"/>
                <a:gd name="T42" fmla="*/ 151 w 204"/>
                <a:gd name="T43" fmla="*/ 169 h 433"/>
                <a:gd name="T44" fmla="*/ 104 w 204"/>
                <a:gd name="T45" fmla="*/ 355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4" h="433">
                  <a:moveTo>
                    <a:pt x="204" y="18"/>
                  </a:moveTo>
                  <a:cubicBezTo>
                    <a:pt x="204" y="9"/>
                    <a:pt x="197" y="0"/>
                    <a:pt x="185" y="0"/>
                  </a:cubicBezTo>
                  <a:cubicBezTo>
                    <a:pt x="174" y="0"/>
                    <a:pt x="159" y="12"/>
                    <a:pt x="159" y="27"/>
                  </a:cubicBezTo>
                  <a:cubicBezTo>
                    <a:pt x="159" y="37"/>
                    <a:pt x="166" y="45"/>
                    <a:pt x="177" y="45"/>
                  </a:cubicBezTo>
                  <a:cubicBezTo>
                    <a:pt x="191" y="45"/>
                    <a:pt x="204" y="32"/>
                    <a:pt x="204" y="18"/>
                  </a:cubicBezTo>
                  <a:close/>
                  <a:moveTo>
                    <a:pt x="104" y="355"/>
                  </a:moveTo>
                  <a:cubicBezTo>
                    <a:pt x="95" y="393"/>
                    <a:pt x="71" y="422"/>
                    <a:pt x="43" y="422"/>
                  </a:cubicBezTo>
                  <a:cubicBezTo>
                    <a:pt x="40" y="422"/>
                    <a:pt x="32" y="422"/>
                    <a:pt x="23" y="417"/>
                  </a:cubicBezTo>
                  <a:cubicBezTo>
                    <a:pt x="38" y="414"/>
                    <a:pt x="46" y="401"/>
                    <a:pt x="46" y="391"/>
                  </a:cubicBezTo>
                  <a:cubicBezTo>
                    <a:pt x="46" y="383"/>
                    <a:pt x="40" y="373"/>
                    <a:pt x="27" y="373"/>
                  </a:cubicBezTo>
                  <a:cubicBezTo>
                    <a:pt x="14" y="373"/>
                    <a:pt x="0" y="384"/>
                    <a:pt x="0" y="402"/>
                  </a:cubicBezTo>
                  <a:cubicBezTo>
                    <a:pt x="0" y="422"/>
                    <a:pt x="20" y="433"/>
                    <a:pt x="44" y="433"/>
                  </a:cubicBezTo>
                  <a:cubicBezTo>
                    <a:pt x="79" y="433"/>
                    <a:pt x="125" y="406"/>
                    <a:pt x="138" y="357"/>
                  </a:cubicBezTo>
                  <a:lnTo>
                    <a:pt x="183" y="174"/>
                  </a:lnTo>
                  <a:cubicBezTo>
                    <a:pt x="186" y="164"/>
                    <a:pt x="186" y="157"/>
                    <a:pt x="186" y="156"/>
                  </a:cubicBezTo>
                  <a:cubicBezTo>
                    <a:pt x="186" y="127"/>
                    <a:pt x="165" y="110"/>
                    <a:pt x="140" y="110"/>
                  </a:cubicBezTo>
                  <a:cubicBezTo>
                    <a:pt x="89" y="110"/>
                    <a:pt x="61" y="182"/>
                    <a:pt x="61" y="187"/>
                  </a:cubicBezTo>
                  <a:cubicBezTo>
                    <a:pt x="61" y="192"/>
                    <a:pt x="66" y="192"/>
                    <a:pt x="67" y="192"/>
                  </a:cubicBezTo>
                  <a:cubicBezTo>
                    <a:pt x="71" y="192"/>
                    <a:pt x="72" y="191"/>
                    <a:pt x="76" y="182"/>
                  </a:cubicBezTo>
                  <a:cubicBezTo>
                    <a:pt x="88" y="151"/>
                    <a:pt x="111" y="121"/>
                    <a:pt x="138" y="121"/>
                  </a:cubicBezTo>
                  <a:cubicBezTo>
                    <a:pt x="145" y="121"/>
                    <a:pt x="154" y="123"/>
                    <a:pt x="154" y="144"/>
                  </a:cubicBezTo>
                  <a:cubicBezTo>
                    <a:pt x="154"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4" name="Freeform 276"/>
            <p:cNvSpPr>
              <a:spLocks noEditPoints="1"/>
            </p:cNvSpPr>
            <p:nvPr>
              <p:custDataLst>
                <p:tags r:id="rId144"/>
              </p:custDataLst>
            </p:nvPr>
          </p:nvSpPr>
          <p:spPr bwMode="auto">
            <a:xfrm>
              <a:off x="7388225" y="1817688"/>
              <a:ext cx="73025" cy="95250"/>
            </a:xfrm>
            <a:custGeom>
              <a:avLst/>
              <a:gdLst>
                <a:gd name="T0" fmla="*/ 166 w 229"/>
                <a:gd name="T1" fmla="*/ 32 h 226"/>
                <a:gd name="T2" fmla="*/ 120 w 229"/>
                <a:gd name="T3" fmla="*/ 0 h 226"/>
                <a:gd name="T4" fmla="*/ 0 w 229"/>
                <a:gd name="T5" fmla="*/ 146 h 226"/>
                <a:gd name="T6" fmla="*/ 67 w 229"/>
                <a:gd name="T7" fmla="*/ 226 h 226"/>
                <a:gd name="T8" fmla="*/ 131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0" y="0"/>
                  </a:cubicBezTo>
                  <a:cubicBezTo>
                    <a:pt x="62" y="0"/>
                    <a:pt x="0" y="73"/>
                    <a:pt x="0" y="146"/>
                  </a:cubicBezTo>
                  <a:cubicBezTo>
                    <a:pt x="0" y="193"/>
                    <a:pt x="28" y="226"/>
                    <a:pt x="67" y="226"/>
                  </a:cubicBezTo>
                  <a:cubicBezTo>
                    <a:pt x="77" y="226"/>
                    <a:pt x="102" y="224"/>
                    <a:pt x="131" y="188"/>
                  </a:cubicBezTo>
                  <a:cubicBezTo>
                    <a:pt x="135"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2" y="215"/>
                    <a:pt x="68" y="215"/>
                  </a:cubicBezTo>
                  <a:cubicBezTo>
                    <a:pt x="43" y="215"/>
                    <a:pt x="36" y="187"/>
                    <a:pt x="36" y="168"/>
                  </a:cubicBezTo>
                  <a:cubicBezTo>
                    <a:pt x="36" y="143"/>
                    <a:pt x="52" y="82"/>
                    <a:pt x="63" y="59"/>
                  </a:cubicBezTo>
                  <a:cubicBezTo>
                    <a:pt x="79"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5" name="Freeform 277"/>
            <p:cNvSpPr>
              <a:spLocks/>
            </p:cNvSpPr>
            <p:nvPr>
              <p:custDataLst>
                <p:tags r:id="rId145"/>
              </p:custDataLst>
            </p:nvPr>
          </p:nvSpPr>
          <p:spPr bwMode="auto">
            <a:xfrm>
              <a:off x="7475538" y="1754188"/>
              <a:ext cx="36513" cy="207963"/>
            </a:xfrm>
            <a:custGeom>
              <a:avLst/>
              <a:gdLst>
                <a:gd name="T0" fmla="*/ 116 w 116"/>
                <a:gd name="T1" fmla="*/ 250 h 499"/>
                <a:gd name="T2" fmla="*/ 83 w 116"/>
                <a:gd name="T3" fmla="*/ 94 h 499"/>
                <a:gd name="T4" fmla="*/ 5 w 116"/>
                <a:gd name="T5" fmla="*/ 0 h 499"/>
                <a:gd name="T6" fmla="*/ 0 w 116"/>
                <a:gd name="T7" fmla="*/ 5 h 499"/>
                <a:gd name="T8" fmla="*/ 9 w 116"/>
                <a:gd name="T9" fmla="*/ 17 h 499"/>
                <a:gd name="T10" fmla="*/ 87 w 116"/>
                <a:gd name="T11" fmla="*/ 250 h 499"/>
                <a:gd name="T12" fmla="*/ 6 w 116"/>
                <a:gd name="T13" fmla="*/ 486 h 499"/>
                <a:gd name="T14" fmla="*/ 0 w 116"/>
                <a:gd name="T15" fmla="*/ 494 h 499"/>
                <a:gd name="T16" fmla="*/ 5 w 116"/>
                <a:gd name="T17" fmla="*/ 499 h 499"/>
                <a:gd name="T18" fmla="*/ 84 w 116"/>
                <a:gd name="T19" fmla="*/ 402 h 499"/>
                <a:gd name="T20" fmla="*/ 116 w 116"/>
                <a:gd name="T21" fmla="*/ 25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50"/>
                  </a:moveTo>
                  <a:cubicBezTo>
                    <a:pt x="116" y="211"/>
                    <a:pt x="110" y="150"/>
                    <a:pt x="83" y="94"/>
                  </a:cubicBezTo>
                  <a:cubicBezTo>
                    <a:pt x="53" y="32"/>
                    <a:pt x="10" y="0"/>
                    <a:pt x="5" y="0"/>
                  </a:cubicBezTo>
                  <a:cubicBezTo>
                    <a:pt x="2" y="0"/>
                    <a:pt x="0" y="2"/>
                    <a:pt x="0" y="5"/>
                  </a:cubicBezTo>
                  <a:cubicBezTo>
                    <a:pt x="0" y="7"/>
                    <a:pt x="0" y="8"/>
                    <a:pt x="9" y="17"/>
                  </a:cubicBezTo>
                  <a:cubicBezTo>
                    <a:pt x="58" y="66"/>
                    <a:pt x="87" y="145"/>
                    <a:pt x="87" y="250"/>
                  </a:cubicBezTo>
                  <a:cubicBezTo>
                    <a:pt x="87" y="335"/>
                    <a:pt x="68" y="423"/>
                    <a:pt x="6" y="486"/>
                  </a:cubicBezTo>
                  <a:cubicBezTo>
                    <a:pt x="0" y="492"/>
                    <a:pt x="0" y="493"/>
                    <a:pt x="0" y="494"/>
                  </a:cubicBezTo>
                  <a:cubicBezTo>
                    <a:pt x="0" y="497"/>
                    <a:pt x="2" y="499"/>
                    <a:pt x="5" y="499"/>
                  </a:cubicBezTo>
                  <a:cubicBezTo>
                    <a:pt x="10" y="499"/>
                    <a:pt x="55" y="465"/>
                    <a:pt x="84" y="402"/>
                  </a:cubicBezTo>
                  <a:cubicBezTo>
                    <a:pt x="110" y="347"/>
                    <a:pt x="116" y="292"/>
                    <a:pt x="116" y="25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6" name="Freeform 278"/>
            <p:cNvSpPr>
              <a:spLocks/>
            </p:cNvSpPr>
            <p:nvPr>
              <p:custDataLst>
                <p:tags r:id="rId146"/>
              </p:custDataLst>
            </p:nvPr>
          </p:nvSpPr>
          <p:spPr bwMode="auto">
            <a:xfrm>
              <a:off x="7537450" y="1754188"/>
              <a:ext cx="36513" cy="207963"/>
            </a:xfrm>
            <a:custGeom>
              <a:avLst/>
              <a:gdLst>
                <a:gd name="T0" fmla="*/ 115 w 115"/>
                <a:gd name="T1" fmla="*/ 250 h 499"/>
                <a:gd name="T2" fmla="*/ 82 w 115"/>
                <a:gd name="T3" fmla="*/ 94 h 499"/>
                <a:gd name="T4" fmla="*/ 5 w 115"/>
                <a:gd name="T5" fmla="*/ 0 h 499"/>
                <a:gd name="T6" fmla="*/ 0 w 115"/>
                <a:gd name="T7" fmla="*/ 5 h 499"/>
                <a:gd name="T8" fmla="*/ 9 w 115"/>
                <a:gd name="T9" fmla="*/ 17 h 499"/>
                <a:gd name="T10" fmla="*/ 86 w 115"/>
                <a:gd name="T11" fmla="*/ 250 h 499"/>
                <a:gd name="T12" fmla="*/ 6 w 115"/>
                <a:gd name="T13" fmla="*/ 486 h 499"/>
                <a:gd name="T14" fmla="*/ 0 w 115"/>
                <a:gd name="T15" fmla="*/ 494 h 499"/>
                <a:gd name="T16" fmla="*/ 5 w 115"/>
                <a:gd name="T17" fmla="*/ 499 h 499"/>
                <a:gd name="T18" fmla="*/ 84 w 115"/>
                <a:gd name="T19" fmla="*/ 402 h 499"/>
                <a:gd name="T20" fmla="*/ 115 w 115"/>
                <a:gd name="T21" fmla="*/ 25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250"/>
                  </a:moveTo>
                  <a:cubicBezTo>
                    <a:pt x="115" y="211"/>
                    <a:pt x="110" y="150"/>
                    <a:pt x="82" y="94"/>
                  </a:cubicBezTo>
                  <a:cubicBezTo>
                    <a:pt x="52" y="32"/>
                    <a:pt x="10" y="0"/>
                    <a:pt x="5" y="0"/>
                  </a:cubicBezTo>
                  <a:cubicBezTo>
                    <a:pt x="2" y="0"/>
                    <a:pt x="0" y="2"/>
                    <a:pt x="0" y="5"/>
                  </a:cubicBezTo>
                  <a:cubicBezTo>
                    <a:pt x="0" y="7"/>
                    <a:pt x="0" y="8"/>
                    <a:pt x="9" y="17"/>
                  </a:cubicBezTo>
                  <a:cubicBezTo>
                    <a:pt x="58" y="66"/>
                    <a:pt x="86" y="145"/>
                    <a:pt x="86" y="250"/>
                  </a:cubicBezTo>
                  <a:cubicBezTo>
                    <a:pt x="86" y="335"/>
                    <a:pt x="68" y="423"/>
                    <a:pt x="6" y="486"/>
                  </a:cubicBezTo>
                  <a:cubicBezTo>
                    <a:pt x="0" y="492"/>
                    <a:pt x="0" y="493"/>
                    <a:pt x="0" y="494"/>
                  </a:cubicBezTo>
                  <a:cubicBezTo>
                    <a:pt x="0" y="497"/>
                    <a:pt x="2" y="499"/>
                    <a:pt x="5" y="499"/>
                  </a:cubicBezTo>
                  <a:cubicBezTo>
                    <a:pt x="10" y="499"/>
                    <a:pt x="54" y="465"/>
                    <a:pt x="84" y="402"/>
                  </a:cubicBezTo>
                  <a:cubicBezTo>
                    <a:pt x="109" y="347"/>
                    <a:pt x="115" y="292"/>
                    <a:pt x="115" y="25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3766" name="Group 103765"/>
          <p:cNvGrpSpPr>
            <a:grpSpLocks noChangeAspect="1"/>
          </p:cNvGrpSpPr>
          <p:nvPr>
            <p:custDataLst>
              <p:tags r:id="rId2"/>
            </p:custDataLst>
          </p:nvPr>
        </p:nvGrpSpPr>
        <p:grpSpPr>
          <a:xfrm>
            <a:off x="946634" y="3430120"/>
            <a:ext cx="7693024" cy="264881"/>
            <a:chOff x="2540000" y="2540000"/>
            <a:chExt cx="5618163" cy="201613"/>
          </a:xfrm>
        </p:grpSpPr>
        <p:sp>
          <p:nvSpPr>
            <p:cNvPr id="639" name="Freeform 509"/>
            <p:cNvSpPr>
              <a:spLocks/>
            </p:cNvSpPr>
            <p:nvPr>
              <p:custDataLst>
                <p:tags r:id="rId3"/>
              </p:custDataLst>
            </p:nvPr>
          </p:nvSpPr>
          <p:spPr bwMode="auto">
            <a:xfrm>
              <a:off x="2540000" y="2552700"/>
              <a:ext cx="107950" cy="131763"/>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0 h 339"/>
                <a:gd name="T34" fmla="*/ 96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8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8"/>
                    <a:pt x="96" y="300"/>
                  </a:cubicBezTo>
                  <a:lnTo>
                    <a:pt x="96" y="15"/>
                  </a:lnTo>
                  <a:lnTo>
                    <a:pt x="245" y="15"/>
                  </a:lnTo>
                  <a:lnTo>
                    <a:pt x="245" y="300"/>
                  </a:lnTo>
                  <a:cubicBezTo>
                    <a:pt x="245" y="318"/>
                    <a:pt x="244" y="324"/>
                    <a:pt x="205" y="324"/>
                  </a:cubicBezTo>
                  <a:lnTo>
                    <a:pt x="193" y="324"/>
                  </a:lnTo>
                  <a:lnTo>
                    <a:pt x="193" y="339"/>
                  </a:lnTo>
                  <a:cubicBezTo>
                    <a:pt x="211" y="338"/>
                    <a:pt x="248" y="338"/>
                    <a:pt x="267" y="338"/>
                  </a:cubicBezTo>
                  <a:cubicBezTo>
                    <a:pt x="286" y="338"/>
                    <a:pt x="323" y="338"/>
                    <a:pt x="340" y="339"/>
                  </a:cubicBezTo>
                  <a:lnTo>
                    <a:pt x="340" y="324"/>
                  </a:lnTo>
                  <a:lnTo>
                    <a:pt x="328"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0" name="Freeform 510"/>
            <p:cNvSpPr>
              <a:spLocks noEditPoints="1"/>
            </p:cNvSpPr>
            <p:nvPr>
              <p:custDataLst>
                <p:tags r:id="rId4"/>
              </p:custDataLst>
            </p:nvPr>
          </p:nvSpPr>
          <p:spPr bwMode="auto">
            <a:xfrm>
              <a:off x="2654300" y="2624138"/>
              <a:ext cx="47625" cy="117475"/>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3 h 302"/>
                <a:gd name="T18" fmla="*/ 20 w 153"/>
                <a:gd name="T19" fmla="*/ 260 h 302"/>
                <a:gd name="T20" fmla="*/ 0 w 153"/>
                <a:gd name="T21" fmla="*/ 280 h 302"/>
                <a:gd name="T22" fmla="*/ 35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4 w 153"/>
                <a:gd name="T41" fmla="*/ 104 h 302"/>
                <a:gd name="T42" fmla="*/ 113 w 153"/>
                <a:gd name="T43" fmla="*/ 115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3"/>
                  </a:cubicBezTo>
                  <a:cubicBezTo>
                    <a:pt x="33" y="264"/>
                    <a:pt x="27" y="260"/>
                    <a:pt x="20" y="260"/>
                  </a:cubicBezTo>
                  <a:cubicBezTo>
                    <a:pt x="9" y="260"/>
                    <a:pt x="0" y="269"/>
                    <a:pt x="0" y="280"/>
                  </a:cubicBezTo>
                  <a:cubicBezTo>
                    <a:pt x="0" y="294"/>
                    <a:pt x="14" y="302"/>
                    <a:pt x="35" y="302"/>
                  </a:cubicBezTo>
                  <a:cubicBezTo>
                    <a:pt x="55" y="302"/>
                    <a:pt x="96" y="290"/>
                    <a:pt x="107" y="247"/>
                  </a:cubicBezTo>
                  <a:lnTo>
                    <a:pt x="138" y="122"/>
                  </a:lnTo>
                  <a:cubicBezTo>
                    <a:pt x="139" y="118"/>
                    <a:pt x="140" y="115"/>
                    <a:pt x="140" y="110"/>
                  </a:cubicBezTo>
                  <a:cubicBezTo>
                    <a:pt x="140" y="91"/>
                    <a:pt x="124" y="77"/>
                    <a:pt x="103" y="77"/>
                  </a:cubicBezTo>
                  <a:cubicBezTo>
                    <a:pt x="64" y="77"/>
                    <a:pt x="42" y="126"/>
                    <a:pt x="42" y="131"/>
                  </a:cubicBezTo>
                  <a:cubicBezTo>
                    <a:pt x="42" y="135"/>
                    <a:pt x="47" y="135"/>
                    <a:pt x="48" y="135"/>
                  </a:cubicBezTo>
                  <a:cubicBezTo>
                    <a:pt x="52" y="135"/>
                    <a:pt x="52" y="134"/>
                    <a:pt x="55" y="129"/>
                  </a:cubicBezTo>
                  <a:cubicBezTo>
                    <a:pt x="63" y="109"/>
                    <a:pt x="82" y="87"/>
                    <a:pt x="102" y="87"/>
                  </a:cubicBezTo>
                  <a:cubicBezTo>
                    <a:pt x="111" y="87"/>
                    <a:pt x="114" y="93"/>
                    <a:pt x="114" y="104"/>
                  </a:cubicBezTo>
                  <a:cubicBezTo>
                    <a:pt x="114" y="108"/>
                    <a:pt x="113" y="113"/>
                    <a:pt x="113"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1" name="Freeform 511"/>
            <p:cNvSpPr>
              <a:spLocks noEditPoints="1"/>
            </p:cNvSpPr>
            <p:nvPr>
              <p:custDataLst>
                <p:tags r:id="rId5"/>
              </p:custDataLst>
            </p:nvPr>
          </p:nvSpPr>
          <p:spPr bwMode="auto">
            <a:xfrm>
              <a:off x="2719388" y="2654300"/>
              <a:ext cx="55563" cy="61913"/>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3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9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9" y="147"/>
                    <a:pt x="102" y="133"/>
                  </a:cubicBezTo>
                  <a:cubicBezTo>
                    <a:pt x="109" y="154"/>
                    <a:pt x="129" y="158"/>
                    <a:pt x="138" y="158"/>
                  </a:cubicBezTo>
                  <a:cubicBezTo>
                    <a:pt x="151" y="158"/>
                    <a:pt x="160" y="150"/>
                    <a:pt x="166" y="139"/>
                  </a:cubicBezTo>
                  <a:cubicBezTo>
                    <a:pt x="174" y="125"/>
                    <a:pt x="178" y="106"/>
                    <a:pt x="178" y="104"/>
                  </a:cubicBezTo>
                  <a:cubicBezTo>
                    <a:pt x="178" y="100"/>
                    <a:pt x="174" y="100"/>
                    <a:pt x="173" y="100"/>
                  </a:cubicBezTo>
                  <a:cubicBezTo>
                    <a:pt x="168" y="100"/>
                    <a:pt x="167" y="101"/>
                    <a:pt x="165" y="110"/>
                  </a:cubicBezTo>
                  <a:cubicBezTo>
                    <a:pt x="161" y="127"/>
                    <a:pt x="154" y="148"/>
                    <a:pt x="139" y="148"/>
                  </a:cubicBezTo>
                  <a:cubicBezTo>
                    <a:pt x="130" y="148"/>
                    <a:pt x="128" y="140"/>
                    <a:pt x="128" y="131"/>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9" y="139"/>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2" name="Freeform 512"/>
            <p:cNvSpPr>
              <a:spLocks noEditPoints="1"/>
            </p:cNvSpPr>
            <p:nvPr>
              <p:custDataLst>
                <p:tags r:id="rId6"/>
              </p:custDataLst>
            </p:nvPr>
          </p:nvSpPr>
          <p:spPr bwMode="auto">
            <a:xfrm>
              <a:off x="2787650" y="2620963"/>
              <a:ext cx="55563" cy="95250"/>
            </a:xfrm>
            <a:custGeom>
              <a:avLst/>
              <a:gdLst>
                <a:gd name="T0" fmla="*/ 178 w 180"/>
                <a:gd name="T1" fmla="*/ 10 h 246"/>
                <a:gd name="T2" fmla="*/ 180 w 180"/>
                <a:gd name="T3" fmla="*/ 5 h 246"/>
                <a:gd name="T4" fmla="*/ 174 w 180"/>
                <a:gd name="T5" fmla="*/ 0 h 246"/>
                <a:gd name="T6" fmla="*/ 129 w 180"/>
                <a:gd name="T7" fmla="*/ 3 h 246"/>
                <a:gd name="T8" fmla="*/ 122 w 180"/>
                <a:gd name="T9" fmla="*/ 11 h 246"/>
                <a:gd name="T10" fmla="*/ 131 w 180"/>
                <a:gd name="T11" fmla="*/ 16 h 246"/>
                <a:gd name="T12" fmla="*/ 147 w 180"/>
                <a:gd name="T13" fmla="*/ 22 h 246"/>
                <a:gd name="T14" fmla="*/ 146 w 180"/>
                <a:gd name="T15" fmla="*/ 29 h 246"/>
                <a:gd name="T16" fmla="*/ 126 w 180"/>
                <a:gd name="T17" fmla="*/ 109 h 246"/>
                <a:gd name="T18" fmla="*/ 90 w 180"/>
                <a:gd name="T19" fmla="*/ 88 h 246"/>
                <a:gd name="T20" fmla="*/ 0 w 180"/>
                <a:gd name="T21" fmla="*/ 188 h 246"/>
                <a:gd name="T22" fmla="*/ 53 w 180"/>
                <a:gd name="T23" fmla="*/ 246 h 246"/>
                <a:gd name="T24" fmla="*/ 103 w 180"/>
                <a:gd name="T25" fmla="*/ 221 h 246"/>
                <a:gd name="T26" fmla="*/ 138 w 180"/>
                <a:gd name="T27" fmla="*/ 246 h 246"/>
                <a:gd name="T28" fmla="*/ 166 w 180"/>
                <a:gd name="T29" fmla="*/ 227 h 246"/>
                <a:gd name="T30" fmla="*/ 178 w 180"/>
                <a:gd name="T31" fmla="*/ 192 h 246"/>
                <a:gd name="T32" fmla="*/ 173 w 180"/>
                <a:gd name="T33" fmla="*/ 188 h 246"/>
                <a:gd name="T34" fmla="*/ 165 w 180"/>
                <a:gd name="T35" fmla="*/ 198 h 246"/>
                <a:gd name="T36" fmla="*/ 139 w 180"/>
                <a:gd name="T37" fmla="*/ 236 h 246"/>
                <a:gd name="T38" fmla="*/ 128 w 180"/>
                <a:gd name="T39" fmla="*/ 219 h 246"/>
                <a:gd name="T40" fmla="*/ 130 w 180"/>
                <a:gd name="T41" fmla="*/ 204 h 246"/>
                <a:gd name="T42" fmla="*/ 178 w 180"/>
                <a:gd name="T43" fmla="*/ 10 h 246"/>
                <a:gd name="T44" fmla="*/ 104 w 180"/>
                <a:gd name="T45" fmla="*/ 198 h 246"/>
                <a:gd name="T46" fmla="*/ 86 w 180"/>
                <a:gd name="T47" fmla="*/ 222 h 246"/>
                <a:gd name="T48" fmla="*/ 54 w 180"/>
                <a:gd name="T49" fmla="*/ 236 h 246"/>
                <a:gd name="T50" fmla="*/ 29 w 180"/>
                <a:gd name="T51" fmla="*/ 202 h 246"/>
                <a:gd name="T52" fmla="*/ 47 w 180"/>
                <a:gd name="T53" fmla="*/ 131 h 246"/>
                <a:gd name="T54" fmla="*/ 90 w 180"/>
                <a:gd name="T55" fmla="*/ 98 h 246"/>
                <a:gd name="T56" fmla="*/ 121 w 180"/>
                <a:gd name="T57" fmla="*/ 128 h 246"/>
                <a:gd name="T58" fmla="*/ 120 w 180"/>
                <a:gd name="T59" fmla="*/ 133 h 246"/>
                <a:gd name="T60" fmla="*/ 104 w 180"/>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6">
                  <a:moveTo>
                    <a:pt x="178" y="10"/>
                  </a:moveTo>
                  <a:cubicBezTo>
                    <a:pt x="179" y="10"/>
                    <a:pt x="180" y="5"/>
                    <a:pt x="180" y="5"/>
                  </a:cubicBezTo>
                  <a:cubicBezTo>
                    <a:pt x="180" y="3"/>
                    <a:pt x="178" y="0"/>
                    <a:pt x="174" y="0"/>
                  </a:cubicBezTo>
                  <a:cubicBezTo>
                    <a:pt x="167" y="0"/>
                    <a:pt x="138" y="3"/>
                    <a:pt x="129" y="3"/>
                  </a:cubicBezTo>
                  <a:cubicBezTo>
                    <a:pt x="127" y="4"/>
                    <a:pt x="122" y="4"/>
                    <a:pt x="122" y="11"/>
                  </a:cubicBezTo>
                  <a:cubicBezTo>
                    <a:pt x="122" y="16"/>
                    <a:pt x="127" y="16"/>
                    <a:pt x="131" y="16"/>
                  </a:cubicBezTo>
                  <a:cubicBezTo>
                    <a:pt x="147" y="16"/>
                    <a:pt x="147" y="19"/>
                    <a:pt x="147" y="22"/>
                  </a:cubicBezTo>
                  <a:cubicBezTo>
                    <a:pt x="147" y="24"/>
                    <a:pt x="147" y="26"/>
                    <a:pt x="146" y="29"/>
                  </a:cubicBezTo>
                  <a:lnTo>
                    <a:pt x="126" y="109"/>
                  </a:lnTo>
                  <a:cubicBezTo>
                    <a:pt x="119" y="97"/>
                    <a:pt x="107" y="88"/>
                    <a:pt x="90" y="88"/>
                  </a:cubicBezTo>
                  <a:cubicBezTo>
                    <a:pt x="46" y="88"/>
                    <a:pt x="0" y="137"/>
                    <a:pt x="0" y="188"/>
                  </a:cubicBezTo>
                  <a:cubicBezTo>
                    <a:pt x="0" y="221"/>
                    <a:pt x="23" y="246"/>
                    <a:pt x="53" y="246"/>
                  </a:cubicBezTo>
                  <a:cubicBezTo>
                    <a:pt x="72" y="246"/>
                    <a:pt x="89" y="235"/>
                    <a:pt x="103" y="221"/>
                  </a:cubicBezTo>
                  <a:cubicBezTo>
                    <a:pt x="109" y="242"/>
                    <a:pt x="129" y="246"/>
                    <a:pt x="138" y="246"/>
                  </a:cubicBezTo>
                  <a:cubicBezTo>
                    <a:pt x="151" y="246"/>
                    <a:pt x="160" y="238"/>
                    <a:pt x="166" y="227"/>
                  </a:cubicBezTo>
                  <a:cubicBezTo>
                    <a:pt x="174" y="213"/>
                    <a:pt x="178" y="194"/>
                    <a:pt x="178" y="192"/>
                  </a:cubicBezTo>
                  <a:cubicBezTo>
                    <a:pt x="178" y="188"/>
                    <a:pt x="174" y="188"/>
                    <a:pt x="173" y="188"/>
                  </a:cubicBezTo>
                  <a:cubicBezTo>
                    <a:pt x="168" y="188"/>
                    <a:pt x="167" y="189"/>
                    <a:pt x="165" y="198"/>
                  </a:cubicBezTo>
                  <a:cubicBezTo>
                    <a:pt x="161" y="215"/>
                    <a:pt x="154" y="236"/>
                    <a:pt x="139" y="236"/>
                  </a:cubicBezTo>
                  <a:cubicBezTo>
                    <a:pt x="130" y="236"/>
                    <a:pt x="128" y="228"/>
                    <a:pt x="128" y="219"/>
                  </a:cubicBezTo>
                  <a:cubicBezTo>
                    <a:pt x="128" y="212"/>
                    <a:pt x="129" y="209"/>
                    <a:pt x="130" y="204"/>
                  </a:cubicBezTo>
                  <a:lnTo>
                    <a:pt x="178" y="10"/>
                  </a:lnTo>
                  <a:close/>
                  <a:moveTo>
                    <a:pt x="104" y="198"/>
                  </a:moveTo>
                  <a:cubicBezTo>
                    <a:pt x="101" y="208"/>
                    <a:pt x="94" y="215"/>
                    <a:pt x="86" y="222"/>
                  </a:cubicBezTo>
                  <a:cubicBezTo>
                    <a:pt x="83" y="225"/>
                    <a:pt x="69" y="236"/>
                    <a:pt x="54" y="236"/>
                  </a:cubicBezTo>
                  <a:cubicBezTo>
                    <a:pt x="41" y="236"/>
                    <a:pt x="29" y="227"/>
                    <a:pt x="29" y="202"/>
                  </a:cubicBezTo>
                  <a:cubicBezTo>
                    <a:pt x="29" y="183"/>
                    <a:pt x="39" y="145"/>
                    <a:pt x="47" y="131"/>
                  </a:cubicBezTo>
                  <a:cubicBezTo>
                    <a:pt x="63" y="103"/>
                    <a:pt x="81"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3" name="Freeform 513"/>
            <p:cNvSpPr>
              <a:spLocks/>
            </p:cNvSpPr>
            <p:nvPr>
              <p:custDataLst>
                <p:tags r:id="rId7"/>
              </p:custDataLst>
            </p:nvPr>
          </p:nvSpPr>
          <p:spPr bwMode="auto">
            <a:xfrm>
              <a:off x="2851150" y="2654300"/>
              <a:ext cx="50800" cy="61913"/>
            </a:xfrm>
            <a:custGeom>
              <a:avLst/>
              <a:gdLst>
                <a:gd name="T0" fmla="*/ 65 w 162"/>
                <a:gd name="T1" fmla="*/ 84 h 158"/>
                <a:gd name="T2" fmla="*/ 74 w 162"/>
                <a:gd name="T3" fmla="*/ 48 h 158"/>
                <a:gd name="T4" fmla="*/ 96 w 162"/>
                <a:gd name="T5" fmla="*/ 20 h 158"/>
                <a:gd name="T6" fmla="*/ 125 w 162"/>
                <a:gd name="T7" fmla="*/ 10 h 158"/>
                <a:gd name="T8" fmla="*/ 144 w 162"/>
                <a:gd name="T9" fmla="*/ 15 h 158"/>
                <a:gd name="T10" fmla="*/ 129 w 162"/>
                <a:gd name="T11" fmla="*/ 34 h 158"/>
                <a:gd name="T12" fmla="*/ 142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3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3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6" y="81"/>
                    <a:pt x="74" y="50"/>
                    <a:pt x="74" y="48"/>
                  </a:cubicBezTo>
                  <a:cubicBezTo>
                    <a:pt x="75" y="46"/>
                    <a:pt x="85" y="28"/>
                    <a:pt x="96" y="20"/>
                  </a:cubicBezTo>
                  <a:cubicBezTo>
                    <a:pt x="100" y="17"/>
                    <a:pt x="110" y="10"/>
                    <a:pt x="125" y="10"/>
                  </a:cubicBezTo>
                  <a:cubicBezTo>
                    <a:pt x="128" y="10"/>
                    <a:pt x="137" y="10"/>
                    <a:pt x="144" y="15"/>
                  </a:cubicBezTo>
                  <a:cubicBezTo>
                    <a:pt x="133" y="18"/>
                    <a:pt x="129" y="28"/>
                    <a:pt x="129" y="34"/>
                  </a:cubicBezTo>
                  <a:cubicBezTo>
                    <a:pt x="129" y="42"/>
                    <a:pt x="134" y="47"/>
                    <a:pt x="142" y="47"/>
                  </a:cubicBezTo>
                  <a:cubicBezTo>
                    <a:pt x="150" y="47"/>
                    <a:pt x="162" y="40"/>
                    <a:pt x="162" y="26"/>
                  </a:cubicBezTo>
                  <a:cubicBezTo>
                    <a:pt x="162" y="8"/>
                    <a:pt x="143" y="0"/>
                    <a:pt x="125" y="0"/>
                  </a:cubicBezTo>
                  <a:cubicBezTo>
                    <a:pt x="107" y="0"/>
                    <a:pt x="91" y="8"/>
                    <a:pt x="76" y="25"/>
                  </a:cubicBezTo>
                  <a:cubicBezTo>
                    <a:pt x="70" y="4"/>
                    <a:pt x="48" y="0"/>
                    <a:pt x="40" y="0"/>
                  </a:cubicBezTo>
                  <a:cubicBezTo>
                    <a:pt x="27" y="0"/>
                    <a:pt x="18" y="8"/>
                    <a:pt x="13" y="18"/>
                  </a:cubicBezTo>
                  <a:cubicBezTo>
                    <a:pt x="5" y="32"/>
                    <a:pt x="0" y="52"/>
                    <a:pt x="0" y="54"/>
                  </a:cubicBezTo>
                  <a:cubicBezTo>
                    <a:pt x="0" y="58"/>
                    <a:pt x="5" y="58"/>
                    <a:pt x="6" y="58"/>
                  </a:cubicBezTo>
                  <a:cubicBezTo>
                    <a:pt x="11" y="58"/>
                    <a:pt x="11" y="57"/>
                    <a:pt x="13" y="48"/>
                  </a:cubicBezTo>
                  <a:cubicBezTo>
                    <a:pt x="19" y="26"/>
                    <a:pt x="25" y="10"/>
                    <a:pt x="39" y="10"/>
                  </a:cubicBezTo>
                  <a:cubicBezTo>
                    <a:pt x="48" y="10"/>
                    <a:pt x="50" y="18"/>
                    <a:pt x="50" y="27"/>
                  </a:cubicBezTo>
                  <a:cubicBezTo>
                    <a:pt x="50" y="34"/>
                    <a:pt x="47" y="47"/>
                    <a:pt x="45" y="56"/>
                  </a:cubicBezTo>
                  <a:cubicBezTo>
                    <a:pt x="42" y="65"/>
                    <a:pt x="39" y="80"/>
                    <a:pt x="37" y="87"/>
                  </a:cubicBezTo>
                  <a:lnTo>
                    <a:pt x="26" y="132"/>
                  </a:lnTo>
                  <a:cubicBezTo>
                    <a:pt x="25" y="137"/>
                    <a:pt x="23" y="145"/>
                    <a:pt x="23" y="146"/>
                  </a:cubicBezTo>
                  <a:cubicBezTo>
                    <a:pt x="23" y="154"/>
                    <a:pt x="29" y="158"/>
                    <a:pt x="34" y="158"/>
                  </a:cubicBezTo>
                  <a:cubicBezTo>
                    <a:pt x="40" y="158"/>
                    <a:pt x="47"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4" name="Freeform 514"/>
            <p:cNvSpPr>
              <a:spLocks noEditPoints="1"/>
            </p:cNvSpPr>
            <p:nvPr>
              <p:custDataLst>
                <p:tags r:id="rId8"/>
              </p:custDataLst>
            </p:nvPr>
          </p:nvSpPr>
          <p:spPr bwMode="auto">
            <a:xfrm>
              <a:off x="2914650" y="2654300"/>
              <a:ext cx="55563" cy="61913"/>
            </a:xfrm>
            <a:custGeom>
              <a:avLst/>
              <a:gdLst>
                <a:gd name="T0" fmla="*/ 125 w 177"/>
                <a:gd name="T1" fmla="*/ 21 h 158"/>
                <a:gd name="T2" fmla="*/ 90 w 177"/>
                <a:gd name="T3" fmla="*/ 0 h 158"/>
                <a:gd name="T4" fmla="*/ 0 w 177"/>
                <a:gd name="T5" fmla="*/ 100 h 158"/>
                <a:gd name="T6" fmla="*/ 52 w 177"/>
                <a:gd name="T7" fmla="*/ 158 h 158"/>
                <a:gd name="T8" fmla="*/ 102 w 177"/>
                <a:gd name="T9" fmla="*/ 133 h 158"/>
                <a:gd name="T10" fmla="*/ 138 w 177"/>
                <a:gd name="T11" fmla="*/ 158 h 158"/>
                <a:gd name="T12" fmla="*/ 165 w 177"/>
                <a:gd name="T13" fmla="*/ 139 h 158"/>
                <a:gd name="T14" fmla="*/ 177 w 177"/>
                <a:gd name="T15" fmla="*/ 104 h 158"/>
                <a:gd name="T16" fmla="*/ 172 w 177"/>
                <a:gd name="T17" fmla="*/ 100 h 158"/>
                <a:gd name="T18" fmla="*/ 164 w 177"/>
                <a:gd name="T19" fmla="*/ 110 h 158"/>
                <a:gd name="T20" fmla="*/ 139 w 177"/>
                <a:gd name="T21" fmla="*/ 148 h 158"/>
                <a:gd name="T22" fmla="*/ 127 w 177"/>
                <a:gd name="T23" fmla="*/ 131 h 158"/>
                <a:gd name="T24" fmla="*/ 132 w 177"/>
                <a:gd name="T25" fmla="*/ 103 h 158"/>
                <a:gd name="T26" fmla="*/ 140 w 177"/>
                <a:gd name="T27" fmla="*/ 72 h 158"/>
                <a:gd name="T28" fmla="*/ 147 w 177"/>
                <a:gd name="T29" fmla="*/ 45 h 158"/>
                <a:gd name="T30" fmla="*/ 153 w 177"/>
                <a:gd name="T31" fmla="*/ 18 h 158"/>
                <a:gd name="T32" fmla="*/ 142 w 177"/>
                <a:gd name="T33" fmla="*/ 7 h 158"/>
                <a:gd name="T34" fmla="*/ 125 w 177"/>
                <a:gd name="T35" fmla="*/ 21 h 158"/>
                <a:gd name="T36" fmla="*/ 103 w 177"/>
                <a:gd name="T37" fmla="*/ 110 h 158"/>
                <a:gd name="T38" fmla="*/ 85 w 177"/>
                <a:gd name="T39" fmla="*/ 134 h 158"/>
                <a:gd name="T40" fmla="*/ 53 w 177"/>
                <a:gd name="T41" fmla="*/ 148 h 158"/>
                <a:gd name="T42" fmla="*/ 28 w 177"/>
                <a:gd name="T43" fmla="*/ 114 h 158"/>
                <a:gd name="T44" fmla="*/ 46 w 177"/>
                <a:gd name="T45" fmla="*/ 43 h 158"/>
                <a:gd name="T46" fmla="*/ 90 w 177"/>
                <a:gd name="T47" fmla="*/ 10 h 158"/>
                <a:gd name="T48" fmla="*/ 121 w 177"/>
                <a:gd name="T49" fmla="*/ 40 h 158"/>
                <a:gd name="T50" fmla="*/ 120 w 177"/>
                <a:gd name="T51" fmla="*/ 45 h 158"/>
                <a:gd name="T52" fmla="*/ 103 w 177"/>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8">
                  <a:moveTo>
                    <a:pt x="125" y="21"/>
                  </a:moveTo>
                  <a:cubicBezTo>
                    <a:pt x="118" y="9"/>
                    <a:pt x="106" y="0"/>
                    <a:pt x="90" y="0"/>
                  </a:cubicBezTo>
                  <a:cubicBezTo>
                    <a:pt x="45" y="0"/>
                    <a:pt x="0" y="49"/>
                    <a:pt x="0" y="100"/>
                  </a:cubicBezTo>
                  <a:cubicBezTo>
                    <a:pt x="0" y="133"/>
                    <a:pt x="22" y="158"/>
                    <a:pt x="52" y="158"/>
                  </a:cubicBezTo>
                  <a:cubicBezTo>
                    <a:pt x="71" y="158"/>
                    <a:pt x="88" y="147"/>
                    <a:pt x="102" y="133"/>
                  </a:cubicBezTo>
                  <a:cubicBezTo>
                    <a:pt x="108" y="154"/>
                    <a:pt x="129" y="158"/>
                    <a:pt x="138" y="158"/>
                  </a:cubicBezTo>
                  <a:cubicBezTo>
                    <a:pt x="150" y="158"/>
                    <a:pt x="159" y="150"/>
                    <a:pt x="165" y="139"/>
                  </a:cubicBezTo>
                  <a:cubicBezTo>
                    <a:pt x="173" y="125"/>
                    <a:pt x="177" y="106"/>
                    <a:pt x="177" y="104"/>
                  </a:cubicBezTo>
                  <a:cubicBezTo>
                    <a:pt x="177" y="100"/>
                    <a:pt x="173" y="100"/>
                    <a:pt x="172" y="100"/>
                  </a:cubicBezTo>
                  <a:cubicBezTo>
                    <a:pt x="167" y="100"/>
                    <a:pt x="167" y="101"/>
                    <a:pt x="164" y="110"/>
                  </a:cubicBezTo>
                  <a:cubicBezTo>
                    <a:pt x="160" y="127"/>
                    <a:pt x="153" y="148"/>
                    <a:pt x="139" y="148"/>
                  </a:cubicBezTo>
                  <a:cubicBezTo>
                    <a:pt x="130" y="148"/>
                    <a:pt x="127" y="140"/>
                    <a:pt x="127" y="131"/>
                  </a:cubicBezTo>
                  <a:cubicBezTo>
                    <a:pt x="127" y="125"/>
                    <a:pt x="130" y="112"/>
                    <a:pt x="132" y="103"/>
                  </a:cubicBezTo>
                  <a:cubicBezTo>
                    <a:pt x="135" y="94"/>
                    <a:pt x="138" y="79"/>
                    <a:pt x="140" y="72"/>
                  </a:cubicBezTo>
                  <a:lnTo>
                    <a:pt x="147" y="45"/>
                  </a:lnTo>
                  <a:cubicBezTo>
                    <a:pt x="149" y="36"/>
                    <a:pt x="153" y="20"/>
                    <a:pt x="153" y="18"/>
                  </a:cubicBezTo>
                  <a:cubicBezTo>
                    <a:pt x="153" y="10"/>
                    <a:pt x="147" y="7"/>
                    <a:pt x="142" y="7"/>
                  </a:cubicBezTo>
                  <a:cubicBezTo>
                    <a:pt x="136" y="7"/>
                    <a:pt x="128" y="11"/>
                    <a:pt x="125" y="21"/>
                  </a:cubicBezTo>
                  <a:close/>
                  <a:moveTo>
                    <a:pt x="103" y="110"/>
                  </a:moveTo>
                  <a:cubicBezTo>
                    <a:pt x="101" y="120"/>
                    <a:pt x="93" y="127"/>
                    <a:pt x="85" y="134"/>
                  </a:cubicBezTo>
                  <a:cubicBezTo>
                    <a:pt x="82" y="137"/>
                    <a:pt x="68" y="148"/>
                    <a:pt x="53" y="148"/>
                  </a:cubicBezTo>
                  <a:cubicBezTo>
                    <a:pt x="40"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5" name="Freeform 515"/>
            <p:cNvSpPr>
              <a:spLocks/>
            </p:cNvSpPr>
            <p:nvPr>
              <p:custDataLst>
                <p:tags r:id="rId9"/>
              </p:custDataLst>
            </p:nvPr>
          </p:nvSpPr>
          <p:spPr bwMode="auto">
            <a:xfrm>
              <a:off x="2982913" y="2620963"/>
              <a:ext cx="25400" cy="95250"/>
            </a:xfrm>
            <a:custGeom>
              <a:avLst/>
              <a:gdLst>
                <a:gd name="T0" fmla="*/ 77 w 78"/>
                <a:gd name="T1" fmla="*/ 10 h 246"/>
                <a:gd name="T2" fmla="*/ 78 w 78"/>
                <a:gd name="T3" fmla="*/ 5 h 246"/>
                <a:gd name="T4" fmla="*/ 72 w 78"/>
                <a:gd name="T5" fmla="*/ 0 h 246"/>
                <a:gd name="T6" fmla="*/ 28 w 78"/>
                <a:gd name="T7" fmla="*/ 3 h 246"/>
                <a:gd name="T8" fmla="*/ 21 w 78"/>
                <a:gd name="T9" fmla="*/ 11 h 246"/>
                <a:gd name="T10" fmla="*/ 29 w 78"/>
                <a:gd name="T11" fmla="*/ 16 h 246"/>
                <a:gd name="T12" fmla="*/ 46 w 78"/>
                <a:gd name="T13" fmla="*/ 22 h 246"/>
                <a:gd name="T14" fmla="*/ 45 w 78"/>
                <a:gd name="T15" fmla="*/ 29 h 246"/>
                <a:gd name="T16" fmla="*/ 1 w 78"/>
                <a:gd name="T17" fmla="*/ 202 h 246"/>
                <a:gd name="T18" fmla="*/ 0 w 78"/>
                <a:gd name="T19" fmla="*/ 212 h 246"/>
                <a:gd name="T20" fmla="*/ 37 w 78"/>
                <a:gd name="T21" fmla="*/ 246 h 246"/>
                <a:gd name="T22" fmla="*/ 64 w 78"/>
                <a:gd name="T23" fmla="*/ 227 h 246"/>
                <a:gd name="T24" fmla="*/ 77 w 78"/>
                <a:gd name="T25" fmla="*/ 192 h 246"/>
                <a:gd name="T26" fmla="*/ 71 w 78"/>
                <a:gd name="T27" fmla="*/ 188 h 246"/>
                <a:gd name="T28" fmla="*/ 64 w 78"/>
                <a:gd name="T29" fmla="*/ 196 h 246"/>
                <a:gd name="T30" fmla="*/ 38 w 78"/>
                <a:gd name="T31" fmla="*/ 236 h 246"/>
                <a:gd name="T32" fmla="*/ 26 w 78"/>
                <a:gd name="T33" fmla="*/ 219 h 246"/>
                <a:gd name="T34" fmla="*/ 28 w 78"/>
                <a:gd name="T35" fmla="*/ 204 h 246"/>
                <a:gd name="T36" fmla="*/ 77 w 78"/>
                <a:gd name="T37" fmla="*/ 1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6">
                  <a:moveTo>
                    <a:pt x="77" y="10"/>
                  </a:moveTo>
                  <a:cubicBezTo>
                    <a:pt x="77" y="10"/>
                    <a:pt x="78" y="5"/>
                    <a:pt x="78" y="5"/>
                  </a:cubicBezTo>
                  <a:cubicBezTo>
                    <a:pt x="78" y="3"/>
                    <a:pt x="77" y="0"/>
                    <a:pt x="72" y="0"/>
                  </a:cubicBezTo>
                  <a:cubicBezTo>
                    <a:pt x="66" y="0"/>
                    <a:pt x="37" y="3"/>
                    <a:pt x="28" y="3"/>
                  </a:cubicBezTo>
                  <a:cubicBezTo>
                    <a:pt x="25" y="4"/>
                    <a:pt x="21" y="4"/>
                    <a:pt x="21" y="11"/>
                  </a:cubicBezTo>
                  <a:cubicBezTo>
                    <a:pt x="21" y="16"/>
                    <a:pt x="25" y="16"/>
                    <a:pt x="29" y="16"/>
                  </a:cubicBezTo>
                  <a:cubicBezTo>
                    <a:pt x="46" y="16"/>
                    <a:pt x="46" y="19"/>
                    <a:pt x="46" y="22"/>
                  </a:cubicBezTo>
                  <a:cubicBezTo>
                    <a:pt x="46" y="24"/>
                    <a:pt x="45" y="26"/>
                    <a:pt x="45" y="29"/>
                  </a:cubicBezTo>
                  <a:lnTo>
                    <a:pt x="1" y="202"/>
                  </a:lnTo>
                  <a:cubicBezTo>
                    <a:pt x="0" y="205"/>
                    <a:pt x="0" y="209"/>
                    <a:pt x="0" y="212"/>
                  </a:cubicBezTo>
                  <a:cubicBezTo>
                    <a:pt x="0" y="235"/>
                    <a:pt x="20" y="246"/>
                    <a:pt x="37" y="246"/>
                  </a:cubicBezTo>
                  <a:cubicBezTo>
                    <a:pt x="45" y="246"/>
                    <a:pt x="55" y="243"/>
                    <a:pt x="64" y="227"/>
                  </a:cubicBezTo>
                  <a:cubicBezTo>
                    <a:pt x="72" y="214"/>
                    <a:pt x="77" y="194"/>
                    <a:pt x="77" y="192"/>
                  </a:cubicBezTo>
                  <a:cubicBezTo>
                    <a:pt x="77" y="188"/>
                    <a:pt x="72" y="188"/>
                    <a:pt x="71" y="188"/>
                  </a:cubicBezTo>
                  <a:cubicBezTo>
                    <a:pt x="66" y="188"/>
                    <a:pt x="66" y="190"/>
                    <a:pt x="64" y="196"/>
                  </a:cubicBezTo>
                  <a:cubicBezTo>
                    <a:pt x="60" y="213"/>
                    <a:pt x="53" y="236"/>
                    <a:pt x="38" y="236"/>
                  </a:cubicBezTo>
                  <a:cubicBezTo>
                    <a:pt x="29" y="236"/>
                    <a:pt x="26" y="227"/>
                    <a:pt x="26" y="219"/>
                  </a:cubicBezTo>
                  <a:cubicBezTo>
                    <a:pt x="26" y="215"/>
                    <a:pt x="27" y="208"/>
                    <a:pt x="28" y="204"/>
                  </a:cubicBezTo>
                  <a:lnTo>
                    <a:pt x="77"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6" name="Freeform 516"/>
            <p:cNvSpPr>
              <a:spLocks noEditPoints="1"/>
            </p:cNvSpPr>
            <p:nvPr>
              <p:custDataLst>
                <p:tags r:id="rId10"/>
              </p:custDataLst>
            </p:nvPr>
          </p:nvSpPr>
          <p:spPr bwMode="auto">
            <a:xfrm>
              <a:off x="3024188" y="2654300"/>
              <a:ext cx="47625" cy="61913"/>
            </a:xfrm>
            <a:custGeom>
              <a:avLst/>
              <a:gdLst>
                <a:gd name="T0" fmla="*/ 55 w 150"/>
                <a:gd name="T1" fmla="*/ 75 h 158"/>
                <a:gd name="T2" fmla="*/ 111 w 150"/>
                <a:gd name="T3" fmla="*/ 67 h 158"/>
                <a:gd name="T4" fmla="*/ 142 w 150"/>
                <a:gd name="T5" fmla="*/ 31 h 158"/>
                <a:gd name="T6" fmla="*/ 99 w 150"/>
                <a:gd name="T7" fmla="*/ 0 h 158"/>
                <a:gd name="T8" fmla="*/ 0 w 150"/>
                <a:gd name="T9" fmla="*/ 92 h 158"/>
                <a:gd name="T10" fmla="*/ 63 w 150"/>
                <a:gd name="T11" fmla="*/ 158 h 158"/>
                <a:gd name="T12" fmla="*/ 150 w 150"/>
                <a:gd name="T13" fmla="*/ 118 h 158"/>
                <a:gd name="T14" fmla="*/ 144 w 150"/>
                <a:gd name="T15" fmla="*/ 112 h 158"/>
                <a:gd name="T16" fmla="*/ 138 w 150"/>
                <a:gd name="T17" fmla="*/ 116 h 158"/>
                <a:gd name="T18" fmla="*/ 64 w 150"/>
                <a:gd name="T19" fmla="*/ 148 h 158"/>
                <a:gd name="T20" fmla="*/ 29 w 150"/>
                <a:gd name="T21" fmla="*/ 106 h 158"/>
                <a:gd name="T22" fmla="*/ 33 w 150"/>
                <a:gd name="T23" fmla="*/ 75 h 158"/>
                <a:gd name="T24" fmla="*/ 55 w 150"/>
                <a:gd name="T25" fmla="*/ 75 h 158"/>
                <a:gd name="T26" fmla="*/ 36 w 150"/>
                <a:gd name="T27" fmla="*/ 65 h 158"/>
                <a:gd name="T28" fmla="*/ 99 w 150"/>
                <a:gd name="T29" fmla="*/ 10 h 158"/>
                <a:gd name="T30" fmla="*/ 127 w 150"/>
                <a:gd name="T31" fmla="*/ 31 h 158"/>
                <a:gd name="T32" fmla="*/ 53 w 150"/>
                <a:gd name="T33" fmla="*/ 65 h 158"/>
                <a:gd name="T34" fmla="*/ 36 w 150"/>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8">
                  <a:moveTo>
                    <a:pt x="55" y="75"/>
                  </a:moveTo>
                  <a:cubicBezTo>
                    <a:pt x="65" y="75"/>
                    <a:pt x="92" y="74"/>
                    <a:pt x="111" y="67"/>
                  </a:cubicBezTo>
                  <a:cubicBezTo>
                    <a:pt x="137" y="58"/>
                    <a:pt x="142" y="41"/>
                    <a:pt x="142" y="31"/>
                  </a:cubicBezTo>
                  <a:cubicBezTo>
                    <a:pt x="142" y="12"/>
                    <a:pt x="123" y="0"/>
                    <a:pt x="99" y="0"/>
                  </a:cubicBezTo>
                  <a:cubicBezTo>
                    <a:pt x="57" y="0"/>
                    <a:pt x="0" y="32"/>
                    <a:pt x="0" y="92"/>
                  </a:cubicBezTo>
                  <a:cubicBezTo>
                    <a:pt x="0" y="127"/>
                    <a:pt x="22" y="158"/>
                    <a:pt x="63" y="158"/>
                  </a:cubicBezTo>
                  <a:cubicBezTo>
                    <a:pt x="122" y="158"/>
                    <a:pt x="150" y="123"/>
                    <a:pt x="150" y="118"/>
                  </a:cubicBezTo>
                  <a:cubicBezTo>
                    <a:pt x="150" y="116"/>
                    <a:pt x="146" y="112"/>
                    <a:pt x="144" y="112"/>
                  </a:cubicBezTo>
                  <a:cubicBezTo>
                    <a:pt x="142" y="112"/>
                    <a:pt x="141" y="113"/>
                    <a:pt x="138" y="116"/>
                  </a:cubicBezTo>
                  <a:cubicBezTo>
                    <a:pt x="111" y="148"/>
                    <a:pt x="70" y="148"/>
                    <a:pt x="64" y="148"/>
                  </a:cubicBezTo>
                  <a:cubicBezTo>
                    <a:pt x="43" y="148"/>
                    <a:pt x="29" y="134"/>
                    <a:pt x="29" y="106"/>
                  </a:cubicBezTo>
                  <a:cubicBezTo>
                    <a:pt x="29" y="101"/>
                    <a:pt x="29" y="94"/>
                    <a:pt x="33" y="75"/>
                  </a:cubicBezTo>
                  <a:lnTo>
                    <a:pt x="55" y="75"/>
                  </a:lnTo>
                  <a:close/>
                  <a:moveTo>
                    <a:pt x="36" y="65"/>
                  </a:moveTo>
                  <a:cubicBezTo>
                    <a:pt x="50" y="14"/>
                    <a:pt x="89" y="10"/>
                    <a:pt x="99"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7" name="Freeform 517"/>
            <p:cNvSpPr>
              <a:spLocks/>
            </p:cNvSpPr>
            <p:nvPr>
              <p:custDataLst>
                <p:tags r:id="rId11"/>
              </p:custDataLst>
            </p:nvPr>
          </p:nvSpPr>
          <p:spPr bwMode="auto">
            <a:xfrm>
              <a:off x="3082925" y="2654300"/>
              <a:ext cx="47625" cy="61913"/>
            </a:xfrm>
            <a:custGeom>
              <a:avLst/>
              <a:gdLst>
                <a:gd name="T0" fmla="*/ 131 w 151"/>
                <a:gd name="T1" fmla="*/ 20 h 158"/>
                <a:gd name="T2" fmla="*/ 113 w 151"/>
                <a:gd name="T3" fmla="*/ 40 h 158"/>
                <a:gd name="T4" fmla="*/ 127 w 151"/>
                <a:gd name="T5" fmla="*/ 53 h 158"/>
                <a:gd name="T6" fmla="*/ 146 w 151"/>
                <a:gd name="T7" fmla="*/ 31 h 158"/>
                <a:gd name="T8" fmla="*/ 100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0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3"/>
                    <a:pt x="113" y="32"/>
                    <a:pt x="113" y="40"/>
                  </a:cubicBezTo>
                  <a:cubicBezTo>
                    <a:pt x="113" y="49"/>
                    <a:pt x="120" y="53"/>
                    <a:pt x="127" y="53"/>
                  </a:cubicBezTo>
                  <a:cubicBezTo>
                    <a:pt x="134" y="53"/>
                    <a:pt x="146" y="47"/>
                    <a:pt x="146" y="31"/>
                  </a:cubicBezTo>
                  <a:cubicBezTo>
                    <a:pt x="146" y="7"/>
                    <a:pt x="119" y="0"/>
                    <a:pt x="100" y="0"/>
                  </a:cubicBezTo>
                  <a:cubicBezTo>
                    <a:pt x="48" y="0"/>
                    <a:pt x="0" y="48"/>
                    <a:pt x="0" y="97"/>
                  </a:cubicBezTo>
                  <a:cubicBezTo>
                    <a:pt x="0" y="127"/>
                    <a:pt x="21" y="158"/>
                    <a:pt x="64" y="158"/>
                  </a:cubicBezTo>
                  <a:cubicBezTo>
                    <a:pt x="123" y="158"/>
                    <a:pt x="151" y="123"/>
                    <a:pt x="151" y="118"/>
                  </a:cubicBezTo>
                  <a:cubicBezTo>
                    <a:pt x="151" y="116"/>
                    <a:pt x="148" y="112"/>
                    <a:pt x="145" y="112"/>
                  </a:cubicBezTo>
                  <a:cubicBezTo>
                    <a:pt x="143" y="112"/>
                    <a:pt x="142" y="113"/>
                    <a:pt x="139" y="116"/>
                  </a:cubicBezTo>
                  <a:cubicBezTo>
                    <a:pt x="112" y="148"/>
                    <a:pt x="71" y="148"/>
                    <a:pt x="65" y="148"/>
                  </a:cubicBezTo>
                  <a:cubicBezTo>
                    <a:pt x="40" y="148"/>
                    <a:pt x="29" y="131"/>
                    <a:pt x="29" y="109"/>
                  </a:cubicBezTo>
                  <a:cubicBezTo>
                    <a:pt x="29" y="99"/>
                    <a:pt x="34" y="61"/>
                    <a:pt x="52" y="37"/>
                  </a:cubicBezTo>
                  <a:cubicBezTo>
                    <a:pt x="65" y="20"/>
                    <a:pt x="83" y="10"/>
                    <a:pt x="100" y="10"/>
                  </a:cubicBezTo>
                  <a:cubicBezTo>
                    <a:pt x="105"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8" name="Freeform 518"/>
            <p:cNvSpPr>
              <a:spLocks/>
            </p:cNvSpPr>
            <p:nvPr>
              <p:custDataLst>
                <p:tags r:id="rId12"/>
              </p:custDataLst>
            </p:nvPr>
          </p:nvSpPr>
          <p:spPr bwMode="auto">
            <a:xfrm>
              <a:off x="3144838" y="2698750"/>
              <a:ext cx="12700" cy="15875"/>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9"/>
                    <a:pt x="0" y="20"/>
                  </a:cubicBezTo>
                  <a:cubicBezTo>
                    <a:pt x="0" y="32"/>
                    <a:pt x="11" y="40"/>
                    <a:pt x="20" y="40"/>
                  </a:cubicBezTo>
                  <a:cubicBezTo>
                    <a:pt x="32"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9" name="Freeform 519"/>
            <p:cNvSpPr>
              <a:spLocks noEditPoints="1"/>
            </p:cNvSpPr>
            <p:nvPr>
              <p:custDataLst>
                <p:tags r:id="rId13"/>
              </p:custDataLst>
            </p:nvPr>
          </p:nvSpPr>
          <p:spPr bwMode="auto">
            <a:xfrm>
              <a:off x="3175000" y="2624138"/>
              <a:ext cx="33338" cy="92075"/>
            </a:xfrm>
            <a:custGeom>
              <a:avLst/>
              <a:gdLst>
                <a:gd name="T0" fmla="*/ 96 w 106"/>
                <a:gd name="T1" fmla="*/ 13 h 235"/>
                <a:gd name="T2" fmla="*/ 83 w 106"/>
                <a:gd name="T3" fmla="*/ 0 h 235"/>
                <a:gd name="T4" fmla="*/ 63 w 106"/>
                <a:gd name="T5" fmla="*/ 19 h 235"/>
                <a:gd name="T6" fmla="*/ 77 w 106"/>
                <a:gd name="T7" fmla="*/ 32 h 235"/>
                <a:gd name="T8" fmla="*/ 96 w 106"/>
                <a:gd name="T9" fmla="*/ 13 h 235"/>
                <a:gd name="T10" fmla="*/ 25 w 106"/>
                <a:gd name="T11" fmla="*/ 190 h 235"/>
                <a:gd name="T12" fmla="*/ 22 w 106"/>
                <a:gd name="T13" fmla="*/ 205 h 235"/>
                <a:gd name="T14" fmla="*/ 55 w 106"/>
                <a:gd name="T15" fmla="*/ 235 h 235"/>
                <a:gd name="T16" fmla="*/ 106 w 106"/>
                <a:gd name="T17" fmla="*/ 181 h 235"/>
                <a:gd name="T18" fmla="*/ 100 w 106"/>
                <a:gd name="T19" fmla="*/ 177 h 235"/>
                <a:gd name="T20" fmla="*/ 93 w 106"/>
                <a:gd name="T21" fmla="*/ 183 h 235"/>
                <a:gd name="T22" fmla="*/ 56 w 106"/>
                <a:gd name="T23" fmla="*/ 225 h 235"/>
                <a:gd name="T24" fmla="*/ 48 w 106"/>
                <a:gd name="T25" fmla="*/ 213 h 235"/>
                <a:gd name="T26" fmla="*/ 53 w 106"/>
                <a:gd name="T27" fmla="*/ 190 h 235"/>
                <a:gd name="T28" fmla="*/ 64 w 106"/>
                <a:gd name="T29" fmla="*/ 162 h 235"/>
                <a:gd name="T30" fmla="*/ 81 w 106"/>
                <a:gd name="T31" fmla="*/ 118 h 235"/>
                <a:gd name="T32" fmla="*/ 84 w 106"/>
                <a:gd name="T33" fmla="*/ 107 h 235"/>
                <a:gd name="T34" fmla="*/ 50 w 106"/>
                <a:gd name="T35" fmla="*/ 77 h 235"/>
                <a:gd name="T36" fmla="*/ 0 w 106"/>
                <a:gd name="T37" fmla="*/ 131 h 235"/>
                <a:gd name="T38" fmla="*/ 6 w 106"/>
                <a:gd name="T39" fmla="*/ 135 h 235"/>
                <a:gd name="T40" fmla="*/ 12 w 106"/>
                <a:gd name="T41" fmla="*/ 130 h 235"/>
                <a:gd name="T42" fmla="*/ 49 w 106"/>
                <a:gd name="T43" fmla="*/ 87 h 235"/>
                <a:gd name="T44" fmla="*/ 58 w 106"/>
                <a:gd name="T45" fmla="*/ 99 h 235"/>
                <a:gd name="T46" fmla="*/ 47 w 106"/>
                <a:gd name="T47" fmla="*/ 134 h 235"/>
                <a:gd name="T48" fmla="*/ 25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6" y="13"/>
                  </a:moveTo>
                  <a:cubicBezTo>
                    <a:pt x="96" y="7"/>
                    <a:pt x="92" y="0"/>
                    <a:pt x="83" y="0"/>
                  </a:cubicBezTo>
                  <a:cubicBezTo>
                    <a:pt x="73" y="0"/>
                    <a:pt x="63" y="9"/>
                    <a:pt x="63" y="19"/>
                  </a:cubicBezTo>
                  <a:cubicBezTo>
                    <a:pt x="63" y="25"/>
                    <a:pt x="68"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6" y="186"/>
                    <a:pt x="106" y="181"/>
                  </a:cubicBezTo>
                  <a:cubicBezTo>
                    <a:pt x="106"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1" y="171"/>
                    <a:pt x="64" y="162"/>
                  </a:cubicBezTo>
                  <a:cubicBezTo>
                    <a:pt x="68" y="154"/>
                    <a:pt x="80" y="122"/>
                    <a:pt x="81" y="118"/>
                  </a:cubicBezTo>
                  <a:cubicBezTo>
                    <a:pt x="83" y="115"/>
                    <a:pt x="84" y="110"/>
                    <a:pt x="84" y="107"/>
                  </a:cubicBezTo>
                  <a:cubicBezTo>
                    <a:pt x="84" y="90"/>
                    <a:pt x="70" y="77"/>
                    <a:pt x="50" y="77"/>
                  </a:cubicBezTo>
                  <a:cubicBezTo>
                    <a:pt x="16" y="77"/>
                    <a:pt x="0" y="125"/>
                    <a:pt x="0" y="131"/>
                  </a:cubicBezTo>
                  <a:cubicBezTo>
                    <a:pt x="0" y="135"/>
                    <a:pt x="5" y="135"/>
                    <a:pt x="6" y="135"/>
                  </a:cubicBezTo>
                  <a:cubicBezTo>
                    <a:pt x="11" y="135"/>
                    <a:pt x="11" y="133"/>
                    <a:pt x="12" y="130"/>
                  </a:cubicBezTo>
                  <a:cubicBezTo>
                    <a:pt x="21" y="100"/>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0" name="Freeform 520"/>
            <p:cNvSpPr>
              <a:spLocks/>
            </p:cNvSpPr>
            <p:nvPr>
              <p:custDataLst>
                <p:tags r:id="rId14"/>
              </p:custDataLst>
            </p:nvPr>
          </p:nvSpPr>
          <p:spPr bwMode="auto">
            <a:xfrm>
              <a:off x="3219450" y="2654300"/>
              <a:ext cx="101600" cy="61913"/>
            </a:xfrm>
            <a:custGeom>
              <a:avLst/>
              <a:gdLst>
                <a:gd name="T0" fmla="*/ 135 w 320"/>
                <a:gd name="T1" fmla="*/ 126 h 158"/>
                <a:gd name="T2" fmla="*/ 130 w 320"/>
                <a:gd name="T3" fmla="*/ 146 h 158"/>
                <a:gd name="T4" fmla="*/ 142 w 320"/>
                <a:gd name="T5" fmla="*/ 158 h 158"/>
                <a:gd name="T6" fmla="*/ 155 w 320"/>
                <a:gd name="T7" fmla="*/ 150 h 158"/>
                <a:gd name="T8" fmla="*/ 161 w 320"/>
                <a:gd name="T9" fmla="*/ 128 h 158"/>
                <a:gd name="T10" fmla="*/ 169 w 320"/>
                <a:gd name="T11" fmla="*/ 97 h 158"/>
                <a:gd name="T12" fmla="*/ 175 w 320"/>
                <a:gd name="T13" fmla="*/ 73 h 158"/>
                <a:gd name="T14" fmla="*/ 186 w 320"/>
                <a:gd name="T15" fmla="*/ 47 h 158"/>
                <a:gd name="T16" fmla="*/ 242 w 320"/>
                <a:gd name="T17" fmla="*/ 10 h 158"/>
                <a:gd name="T18" fmla="*/ 262 w 320"/>
                <a:gd name="T19" fmla="*/ 34 h 158"/>
                <a:gd name="T20" fmla="*/ 242 w 320"/>
                <a:gd name="T21" fmla="*/ 109 h 158"/>
                <a:gd name="T22" fmla="*/ 236 w 320"/>
                <a:gd name="T23" fmla="*/ 128 h 158"/>
                <a:gd name="T24" fmla="*/ 270 w 320"/>
                <a:gd name="T25" fmla="*/ 158 h 158"/>
                <a:gd name="T26" fmla="*/ 320 w 320"/>
                <a:gd name="T27" fmla="*/ 104 h 158"/>
                <a:gd name="T28" fmla="*/ 314 w 320"/>
                <a:gd name="T29" fmla="*/ 100 h 158"/>
                <a:gd name="T30" fmla="*/ 308 w 320"/>
                <a:gd name="T31" fmla="*/ 106 h 158"/>
                <a:gd name="T32" fmla="*/ 271 w 320"/>
                <a:gd name="T33" fmla="*/ 148 h 158"/>
                <a:gd name="T34" fmla="*/ 262 w 320"/>
                <a:gd name="T35" fmla="*/ 136 h 158"/>
                <a:gd name="T36" fmla="*/ 270 w 320"/>
                <a:gd name="T37" fmla="*/ 107 h 158"/>
                <a:gd name="T38" fmla="*/ 288 w 320"/>
                <a:gd name="T39" fmla="*/ 40 h 158"/>
                <a:gd name="T40" fmla="*/ 275 w 320"/>
                <a:gd name="T41" fmla="*/ 10 h 158"/>
                <a:gd name="T42" fmla="*/ 243 w 320"/>
                <a:gd name="T43" fmla="*/ 0 h 158"/>
                <a:gd name="T44" fmla="*/ 181 w 320"/>
                <a:gd name="T45" fmla="*/ 35 h 158"/>
                <a:gd name="T46" fmla="*/ 136 w 320"/>
                <a:gd name="T47" fmla="*/ 0 h 158"/>
                <a:gd name="T48" fmla="*/ 77 w 320"/>
                <a:gd name="T49" fmla="*/ 32 h 158"/>
                <a:gd name="T50" fmla="*/ 40 w 320"/>
                <a:gd name="T51" fmla="*/ 0 h 158"/>
                <a:gd name="T52" fmla="*/ 12 w 320"/>
                <a:gd name="T53" fmla="*/ 19 h 158"/>
                <a:gd name="T54" fmla="*/ 0 w 320"/>
                <a:gd name="T55" fmla="*/ 54 h 158"/>
                <a:gd name="T56" fmla="*/ 6 w 320"/>
                <a:gd name="T57" fmla="*/ 58 h 158"/>
                <a:gd name="T58" fmla="*/ 13 w 320"/>
                <a:gd name="T59" fmla="*/ 48 h 158"/>
                <a:gd name="T60" fmla="*/ 39 w 320"/>
                <a:gd name="T61" fmla="*/ 10 h 158"/>
                <a:gd name="T62" fmla="*/ 50 w 320"/>
                <a:gd name="T63" fmla="*/ 27 h 158"/>
                <a:gd name="T64" fmla="*/ 45 w 320"/>
                <a:gd name="T65" fmla="*/ 56 h 158"/>
                <a:gd name="T66" fmla="*/ 37 w 320"/>
                <a:gd name="T67" fmla="*/ 87 h 158"/>
                <a:gd name="T68" fmla="*/ 26 w 320"/>
                <a:gd name="T69" fmla="*/ 132 h 158"/>
                <a:gd name="T70" fmla="*/ 22 w 320"/>
                <a:gd name="T71" fmla="*/ 146 h 158"/>
                <a:gd name="T72" fmla="*/ 34 w 320"/>
                <a:gd name="T73" fmla="*/ 158 h 158"/>
                <a:gd name="T74" fmla="*/ 48 w 320"/>
                <a:gd name="T75" fmla="*/ 150 h 158"/>
                <a:gd name="T76" fmla="*/ 54 w 320"/>
                <a:gd name="T77" fmla="*/ 128 h 158"/>
                <a:gd name="T78" fmla="*/ 62 w 320"/>
                <a:gd name="T79" fmla="*/ 97 h 158"/>
                <a:gd name="T80" fmla="*/ 68 w 320"/>
                <a:gd name="T81" fmla="*/ 73 h 158"/>
                <a:gd name="T82" fmla="*/ 82 w 320"/>
                <a:gd name="T83" fmla="*/ 42 h 158"/>
                <a:gd name="T84" fmla="*/ 135 w 320"/>
                <a:gd name="T85" fmla="*/ 10 h 158"/>
                <a:gd name="T86" fmla="*/ 155 w 320"/>
                <a:gd name="T87" fmla="*/ 34 h 158"/>
                <a:gd name="T88" fmla="*/ 149 w 320"/>
                <a:gd name="T89" fmla="*/ 67 h 158"/>
                <a:gd name="T90" fmla="*/ 135 w 320"/>
                <a:gd name="T91" fmla="*/ 12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158">
                  <a:moveTo>
                    <a:pt x="135" y="126"/>
                  </a:moveTo>
                  <a:cubicBezTo>
                    <a:pt x="133" y="133"/>
                    <a:pt x="130" y="145"/>
                    <a:pt x="130" y="146"/>
                  </a:cubicBezTo>
                  <a:cubicBezTo>
                    <a:pt x="130" y="154"/>
                    <a:pt x="136" y="158"/>
                    <a:pt x="142" y="158"/>
                  </a:cubicBezTo>
                  <a:cubicBezTo>
                    <a:pt x="148" y="158"/>
                    <a:pt x="153" y="153"/>
                    <a:pt x="155" y="150"/>
                  </a:cubicBezTo>
                  <a:cubicBezTo>
                    <a:pt x="157" y="147"/>
                    <a:pt x="160" y="136"/>
                    <a:pt x="161" y="128"/>
                  </a:cubicBezTo>
                  <a:cubicBezTo>
                    <a:pt x="163" y="122"/>
                    <a:pt x="167" y="106"/>
                    <a:pt x="169" y="97"/>
                  </a:cubicBezTo>
                  <a:cubicBezTo>
                    <a:pt x="171" y="89"/>
                    <a:pt x="173" y="81"/>
                    <a:pt x="175" y="73"/>
                  </a:cubicBezTo>
                  <a:cubicBezTo>
                    <a:pt x="179" y="58"/>
                    <a:pt x="179" y="58"/>
                    <a:pt x="186" y="47"/>
                  </a:cubicBezTo>
                  <a:cubicBezTo>
                    <a:pt x="197" y="30"/>
                    <a:pt x="214" y="10"/>
                    <a:pt x="242" y="10"/>
                  </a:cubicBezTo>
                  <a:cubicBezTo>
                    <a:pt x="261" y="10"/>
                    <a:pt x="262" y="26"/>
                    <a:pt x="262" y="34"/>
                  </a:cubicBezTo>
                  <a:cubicBezTo>
                    <a:pt x="262" y="55"/>
                    <a:pt x="247" y="94"/>
                    <a:pt x="242" y="109"/>
                  </a:cubicBezTo>
                  <a:cubicBezTo>
                    <a:pt x="238" y="118"/>
                    <a:pt x="236" y="122"/>
                    <a:pt x="236" y="128"/>
                  </a:cubicBezTo>
                  <a:cubicBezTo>
                    <a:pt x="236" y="146"/>
                    <a:pt x="252" y="158"/>
                    <a:pt x="270" y="158"/>
                  </a:cubicBezTo>
                  <a:cubicBezTo>
                    <a:pt x="304" y="158"/>
                    <a:pt x="320" y="109"/>
                    <a:pt x="320" y="104"/>
                  </a:cubicBezTo>
                  <a:cubicBezTo>
                    <a:pt x="320" y="100"/>
                    <a:pt x="315" y="100"/>
                    <a:pt x="314" y="100"/>
                  </a:cubicBezTo>
                  <a:cubicBezTo>
                    <a:pt x="309" y="100"/>
                    <a:pt x="309" y="102"/>
                    <a:pt x="308" y="106"/>
                  </a:cubicBezTo>
                  <a:cubicBezTo>
                    <a:pt x="300" y="133"/>
                    <a:pt x="285" y="148"/>
                    <a:pt x="271" y="148"/>
                  </a:cubicBezTo>
                  <a:cubicBezTo>
                    <a:pt x="263" y="148"/>
                    <a:pt x="262" y="143"/>
                    <a:pt x="262" y="136"/>
                  </a:cubicBezTo>
                  <a:cubicBezTo>
                    <a:pt x="262" y="128"/>
                    <a:pt x="264" y="123"/>
                    <a:pt x="270" y="107"/>
                  </a:cubicBezTo>
                  <a:cubicBezTo>
                    <a:pt x="274" y="96"/>
                    <a:pt x="288" y="59"/>
                    <a:pt x="288" y="40"/>
                  </a:cubicBezTo>
                  <a:cubicBezTo>
                    <a:pt x="288" y="34"/>
                    <a:pt x="288" y="20"/>
                    <a:pt x="275" y="10"/>
                  </a:cubicBezTo>
                  <a:cubicBezTo>
                    <a:pt x="270" y="5"/>
                    <a:pt x="259" y="0"/>
                    <a:pt x="243" y="0"/>
                  </a:cubicBezTo>
                  <a:cubicBezTo>
                    <a:pt x="212" y="0"/>
                    <a:pt x="193" y="21"/>
                    <a:pt x="181" y="35"/>
                  </a:cubicBezTo>
                  <a:cubicBezTo>
                    <a:pt x="179" y="6"/>
                    <a:pt x="154" y="0"/>
                    <a:pt x="136" y="0"/>
                  </a:cubicBezTo>
                  <a:cubicBezTo>
                    <a:pt x="107" y="0"/>
                    <a:pt x="88" y="18"/>
                    <a:pt x="77" y="32"/>
                  </a:cubicBezTo>
                  <a:cubicBezTo>
                    <a:pt x="75" y="8"/>
                    <a:pt x="54" y="0"/>
                    <a:pt x="40" y="0"/>
                  </a:cubicBezTo>
                  <a:cubicBezTo>
                    <a:pt x="25" y="0"/>
                    <a:pt x="17" y="11"/>
                    <a:pt x="12" y="19"/>
                  </a:cubicBezTo>
                  <a:cubicBezTo>
                    <a:pt x="5" y="32"/>
                    <a:pt x="0" y="52"/>
                    <a:pt x="0" y="54"/>
                  </a:cubicBezTo>
                  <a:cubicBezTo>
                    <a:pt x="0" y="58"/>
                    <a:pt x="5" y="58"/>
                    <a:pt x="6" y="58"/>
                  </a:cubicBezTo>
                  <a:cubicBezTo>
                    <a:pt x="11" y="58"/>
                    <a:pt x="11" y="57"/>
                    <a:pt x="13" y="48"/>
                  </a:cubicBezTo>
                  <a:cubicBezTo>
                    <a:pt x="19" y="27"/>
                    <a:pt x="25" y="10"/>
                    <a:pt x="39" y="10"/>
                  </a:cubicBezTo>
                  <a:cubicBezTo>
                    <a:pt x="48" y="10"/>
                    <a:pt x="50" y="18"/>
                    <a:pt x="50" y="27"/>
                  </a:cubicBezTo>
                  <a:cubicBezTo>
                    <a:pt x="50" y="34"/>
                    <a:pt x="47" y="47"/>
                    <a:pt x="45" y="56"/>
                  </a:cubicBezTo>
                  <a:cubicBezTo>
                    <a:pt x="42" y="65"/>
                    <a:pt x="39" y="80"/>
                    <a:pt x="37" y="87"/>
                  </a:cubicBezTo>
                  <a:lnTo>
                    <a:pt x="26" y="132"/>
                  </a:lnTo>
                  <a:cubicBezTo>
                    <a:pt x="24" y="137"/>
                    <a:pt x="22" y="145"/>
                    <a:pt x="22" y="146"/>
                  </a:cubicBezTo>
                  <a:cubicBezTo>
                    <a:pt x="22" y="154"/>
                    <a:pt x="29" y="158"/>
                    <a:pt x="34" y="158"/>
                  </a:cubicBezTo>
                  <a:cubicBezTo>
                    <a:pt x="41" y="158"/>
                    <a:pt x="46" y="153"/>
                    <a:pt x="48" y="150"/>
                  </a:cubicBezTo>
                  <a:cubicBezTo>
                    <a:pt x="50" y="147"/>
                    <a:pt x="52" y="136"/>
                    <a:pt x="54" y="128"/>
                  </a:cubicBezTo>
                  <a:cubicBezTo>
                    <a:pt x="56" y="122"/>
                    <a:pt x="60" y="106"/>
                    <a:pt x="62" y="97"/>
                  </a:cubicBezTo>
                  <a:cubicBezTo>
                    <a:pt x="64" y="89"/>
                    <a:pt x="66" y="81"/>
                    <a:pt x="68" y="73"/>
                  </a:cubicBezTo>
                  <a:cubicBezTo>
                    <a:pt x="72" y="59"/>
                    <a:pt x="72" y="56"/>
                    <a:pt x="82" y="42"/>
                  </a:cubicBezTo>
                  <a:cubicBezTo>
                    <a:pt x="92" y="28"/>
                    <a:pt x="109" y="10"/>
                    <a:pt x="135" y="10"/>
                  </a:cubicBezTo>
                  <a:cubicBezTo>
                    <a:pt x="155" y="10"/>
                    <a:pt x="155" y="28"/>
                    <a:pt x="155" y="34"/>
                  </a:cubicBezTo>
                  <a:cubicBezTo>
                    <a:pt x="155" y="43"/>
                    <a:pt x="154" y="48"/>
                    <a:pt x="149" y="67"/>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1" name="Freeform 521"/>
            <p:cNvSpPr>
              <a:spLocks noEditPoints="1"/>
            </p:cNvSpPr>
            <p:nvPr>
              <p:custDataLst>
                <p:tags r:id="rId15"/>
              </p:custDataLst>
            </p:nvPr>
          </p:nvSpPr>
          <p:spPr bwMode="auto">
            <a:xfrm>
              <a:off x="3333750" y="2654300"/>
              <a:ext cx="46038" cy="61913"/>
            </a:xfrm>
            <a:custGeom>
              <a:avLst/>
              <a:gdLst>
                <a:gd name="T0" fmla="*/ 55 w 149"/>
                <a:gd name="T1" fmla="*/ 75 h 158"/>
                <a:gd name="T2" fmla="*/ 111 w 149"/>
                <a:gd name="T3" fmla="*/ 67 h 158"/>
                <a:gd name="T4" fmla="*/ 142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4 w 149"/>
                <a:gd name="T19" fmla="*/ 148 h 158"/>
                <a:gd name="T20" fmla="*/ 29 w 149"/>
                <a:gd name="T21" fmla="*/ 106 h 158"/>
                <a:gd name="T22" fmla="*/ 33 w 149"/>
                <a:gd name="T23" fmla="*/ 75 h 158"/>
                <a:gd name="T24" fmla="*/ 55 w 149"/>
                <a:gd name="T25" fmla="*/ 75 h 158"/>
                <a:gd name="T26" fmla="*/ 36 w 149"/>
                <a:gd name="T27" fmla="*/ 65 h 158"/>
                <a:gd name="T28" fmla="*/ 98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5"/>
                  </a:moveTo>
                  <a:cubicBezTo>
                    <a:pt x="65" y="75"/>
                    <a:pt x="92" y="74"/>
                    <a:pt x="111" y="67"/>
                  </a:cubicBezTo>
                  <a:cubicBezTo>
                    <a:pt x="137" y="58"/>
                    <a:pt x="142" y="41"/>
                    <a:pt x="142" y="31"/>
                  </a:cubicBezTo>
                  <a:cubicBezTo>
                    <a:pt x="142" y="12"/>
                    <a:pt x="122" y="0"/>
                    <a:pt x="98" y="0"/>
                  </a:cubicBezTo>
                  <a:cubicBezTo>
                    <a:pt x="57" y="0"/>
                    <a:pt x="0" y="32"/>
                    <a:pt x="0" y="92"/>
                  </a:cubicBezTo>
                  <a:cubicBezTo>
                    <a:pt x="0" y="127"/>
                    <a:pt x="22" y="158"/>
                    <a:pt x="63" y="158"/>
                  </a:cubicBezTo>
                  <a:cubicBezTo>
                    <a:pt x="122" y="158"/>
                    <a:pt x="149" y="123"/>
                    <a:pt x="149" y="118"/>
                  </a:cubicBezTo>
                  <a:cubicBezTo>
                    <a:pt x="149" y="116"/>
                    <a:pt x="146" y="112"/>
                    <a:pt x="143" y="112"/>
                  </a:cubicBezTo>
                  <a:cubicBezTo>
                    <a:pt x="141" y="112"/>
                    <a:pt x="141" y="113"/>
                    <a:pt x="138" y="116"/>
                  </a:cubicBezTo>
                  <a:cubicBezTo>
                    <a:pt x="111" y="148"/>
                    <a:pt x="70" y="148"/>
                    <a:pt x="64" y="148"/>
                  </a:cubicBezTo>
                  <a:cubicBezTo>
                    <a:pt x="43" y="148"/>
                    <a:pt x="29" y="134"/>
                    <a:pt x="29" y="106"/>
                  </a:cubicBezTo>
                  <a:cubicBezTo>
                    <a:pt x="29" y="101"/>
                    <a:pt x="29" y="94"/>
                    <a:pt x="33" y="75"/>
                  </a:cubicBezTo>
                  <a:lnTo>
                    <a:pt x="55" y="75"/>
                  </a:lnTo>
                  <a:close/>
                  <a:moveTo>
                    <a:pt x="36" y="65"/>
                  </a:moveTo>
                  <a:cubicBezTo>
                    <a:pt x="50" y="14"/>
                    <a:pt x="89" y="10"/>
                    <a:pt x="98"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2" name="Freeform 522"/>
            <p:cNvSpPr>
              <a:spLocks/>
            </p:cNvSpPr>
            <p:nvPr>
              <p:custDataLst>
                <p:tags r:id="rId16"/>
              </p:custDataLst>
            </p:nvPr>
          </p:nvSpPr>
          <p:spPr bwMode="auto">
            <a:xfrm>
              <a:off x="3409950" y="2540000"/>
              <a:ext cx="36513" cy="193675"/>
            </a:xfrm>
            <a:custGeom>
              <a:avLst/>
              <a:gdLst>
                <a:gd name="T0" fmla="*/ 116 w 116"/>
                <a:gd name="T1" fmla="*/ 494 h 499"/>
                <a:gd name="T2" fmla="*/ 107 w 116"/>
                <a:gd name="T3" fmla="*/ 483 h 499"/>
                <a:gd name="T4" fmla="*/ 29 w 116"/>
                <a:gd name="T5" fmla="*/ 250 h 499"/>
                <a:gd name="T6" fmla="*/ 109 w 116"/>
                <a:gd name="T7" fmla="*/ 14 h 499"/>
                <a:gd name="T8" fmla="*/ 116 w 116"/>
                <a:gd name="T9" fmla="*/ 5 h 499"/>
                <a:gd name="T10" fmla="*/ 111 w 116"/>
                <a:gd name="T11" fmla="*/ 0 h 499"/>
                <a:gd name="T12" fmla="*/ 32 w 116"/>
                <a:gd name="T13" fmla="*/ 97 h 499"/>
                <a:gd name="T14" fmla="*/ 0 w 116"/>
                <a:gd name="T15" fmla="*/ 250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3"/>
                    <a:pt x="116" y="492"/>
                    <a:pt x="107" y="483"/>
                  </a:cubicBezTo>
                  <a:cubicBezTo>
                    <a:pt x="45" y="420"/>
                    <a:pt x="29" y="326"/>
                    <a:pt x="29" y="250"/>
                  </a:cubicBezTo>
                  <a:cubicBezTo>
                    <a:pt x="29" y="163"/>
                    <a:pt x="48" y="76"/>
                    <a:pt x="109" y="14"/>
                  </a:cubicBezTo>
                  <a:cubicBezTo>
                    <a:pt x="116" y="8"/>
                    <a:pt x="116" y="7"/>
                    <a:pt x="116" y="5"/>
                  </a:cubicBezTo>
                  <a:cubicBezTo>
                    <a:pt x="116" y="2"/>
                    <a:pt x="114" y="0"/>
                    <a:pt x="111" y="0"/>
                  </a:cubicBezTo>
                  <a:cubicBezTo>
                    <a:pt x="106" y="0"/>
                    <a:pt x="61" y="34"/>
                    <a:pt x="32" y="97"/>
                  </a:cubicBezTo>
                  <a:cubicBezTo>
                    <a:pt x="6" y="152"/>
                    <a:pt x="0" y="208"/>
                    <a:pt x="0" y="250"/>
                  </a:cubicBezTo>
                  <a:cubicBezTo>
                    <a:pt x="0" y="289"/>
                    <a:pt x="6" y="349"/>
                    <a:pt x="33" y="405"/>
                  </a:cubicBezTo>
                  <a:cubicBezTo>
                    <a:pt x="63" y="467"/>
                    <a:pt x="106" y="499"/>
                    <a:pt x="111" y="499"/>
                  </a:cubicBezTo>
                  <a:cubicBezTo>
                    <a:pt x="114" y="499"/>
                    <a:pt x="116" y="498"/>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3" name="Freeform 523"/>
            <p:cNvSpPr>
              <a:spLocks noEditPoints="1"/>
            </p:cNvSpPr>
            <p:nvPr>
              <p:custDataLst>
                <p:tags r:id="rId17"/>
              </p:custDataLst>
            </p:nvPr>
          </p:nvSpPr>
          <p:spPr bwMode="auto">
            <a:xfrm>
              <a:off x="3460750" y="2601913"/>
              <a:ext cx="84138" cy="85725"/>
            </a:xfrm>
            <a:custGeom>
              <a:avLst/>
              <a:gdLst>
                <a:gd name="T0" fmla="*/ 239 w 263"/>
                <a:gd name="T1" fmla="*/ 29 h 221"/>
                <a:gd name="T2" fmla="*/ 263 w 263"/>
                <a:gd name="T3" fmla="*/ 12 h 221"/>
                <a:gd name="T4" fmla="*/ 244 w 263"/>
                <a:gd name="T5" fmla="*/ 0 h 221"/>
                <a:gd name="T6" fmla="*/ 130 w 263"/>
                <a:gd name="T7" fmla="*/ 0 h 221"/>
                <a:gd name="T8" fmla="*/ 0 w 263"/>
                <a:gd name="T9" fmla="*/ 142 h 221"/>
                <a:gd name="T10" fmla="*/ 74 w 263"/>
                <a:gd name="T11" fmla="*/ 221 h 221"/>
                <a:gd name="T12" fmla="*/ 200 w 263"/>
                <a:gd name="T13" fmla="*/ 84 h 221"/>
                <a:gd name="T14" fmla="*/ 184 w 263"/>
                <a:gd name="T15" fmla="*/ 29 h 221"/>
                <a:gd name="T16" fmla="*/ 239 w 263"/>
                <a:gd name="T17" fmla="*/ 29 h 221"/>
                <a:gd name="T18" fmla="*/ 75 w 263"/>
                <a:gd name="T19" fmla="*/ 210 h 221"/>
                <a:gd name="T20" fmla="*/ 31 w 263"/>
                <a:gd name="T21" fmla="*/ 156 h 221"/>
                <a:gd name="T22" fmla="*/ 54 w 263"/>
                <a:gd name="T23" fmla="*/ 71 h 221"/>
                <a:gd name="T24" fmla="*/ 122 w 263"/>
                <a:gd name="T25" fmla="*/ 29 h 221"/>
                <a:gd name="T26" fmla="*/ 168 w 263"/>
                <a:gd name="T27" fmla="*/ 78 h 221"/>
                <a:gd name="T28" fmla="*/ 141 w 263"/>
                <a:gd name="T29" fmla="*/ 167 h 221"/>
                <a:gd name="T30" fmla="*/ 75 w 263"/>
                <a:gd name="T31" fmla="*/ 21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221">
                  <a:moveTo>
                    <a:pt x="239" y="29"/>
                  </a:moveTo>
                  <a:cubicBezTo>
                    <a:pt x="245" y="29"/>
                    <a:pt x="263" y="29"/>
                    <a:pt x="263" y="12"/>
                  </a:cubicBezTo>
                  <a:cubicBezTo>
                    <a:pt x="263" y="0"/>
                    <a:pt x="253" y="0"/>
                    <a:pt x="244" y="0"/>
                  </a:cubicBezTo>
                  <a:lnTo>
                    <a:pt x="130" y="0"/>
                  </a:lnTo>
                  <a:cubicBezTo>
                    <a:pt x="55" y="0"/>
                    <a:pt x="0" y="83"/>
                    <a:pt x="0" y="142"/>
                  </a:cubicBezTo>
                  <a:cubicBezTo>
                    <a:pt x="0" y="186"/>
                    <a:pt x="29" y="221"/>
                    <a:pt x="74" y="221"/>
                  </a:cubicBezTo>
                  <a:cubicBezTo>
                    <a:pt x="133" y="221"/>
                    <a:pt x="200" y="160"/>
                    <a:pt x="200" y="84"/>
                  </a:cubicBezTo>
                  <a:cubicBezTo>
                    <a:pt x="200" y="75"/>
                    <a:pt x="200" y="51"/>
                    <a:pt x="184" y="29"/>
                  </a:cubicBezTo>
                  <a:lnTo>
                    <a:pt x="239" y="29"/>
                  </a:lnTo>
                  <a:close/>
                  <a:moveTo>
                    <a:pt x="75" y="210"/>
                  </a:moveTo>
                  <a:cubicBezTo>
                    <a:pt x="50" y="210"/>
                    <a:pt x="31" y="192"/>
                    <a:pt x="31" y="156"/>
                  </a:cubicBezTo>
                  <a:cubicBezTo>
                    <a:pt x="31" y="141"/>
                    <a:pt x="37" y="100"/>
                    <a:pt x="54" y="71"/>
                  </a:cubicBezTo>
                  <a:cubicBezTo>
                    <a:pt x="75" y="36"/>
                    <a:pt x="105" y="29"/>
                    <a:pt x="122" y="29"/>
                  </a:cubicBezTo>
                  <a:cubicBezTo>
                    <a:pt x="164" y="29"/>
                    <a:pt x="168" y="62"/>
                    <a:pt x="168" y="78"/>
                  </a:cubicBezTo>
                  <a:cubicBezTo>
                    <a:pt x="168" y="101"/>
                    <a:pt x="158" y="142"/>
                    <a:pt x="141" y="167"/>
                  </a:cubicBezTo>
                  <a:cubicBezTo>
                    <a:pt x="121" y="197"/>
                    <a:pt x="94" y="210"/>
                    <a:pt x="75" y="21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4" name="Freeform 524"/>
            <p:cNvSpPr>
              <a:spLocks noEditPoints="1"/>
            </p:cNvSpPr>
            <p:nvPr>
              <p:custDataLst>
                <p:tags r:id="rId18"/>
              </p:custDataLst>
            </p:nvPr>
          </p:nvSpPr>
          <p:spPr bwMode="auto">
            <a:xfrm>
              <a:off x="3544888" y="2624138"/>
              <a:ext cx="47625" cy="117475"/>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4 w 153"/>
                <a:gd name="T17" fmla="*/ 273 h 302"/>
                <a:gd name="T18" fmla="*/ 20 w 153"/>
                <a:gd name="T19" fmla="*/ 260 h 302"/>
                <a:gd name="T20" fmla="*/ 0 w 153"/>
                <a:gd name="T21" fmla="*/ 280 h 302"/>
                <a:gd name="T22" fmla="*/ 35 w 153"/>
                <a:gd name="T23" fmla="*/ 302 h 302"/>
                <a:gd name="T24" fmla="*/ 107 w 153"/>
                <a:gd name="T25" fmla="*/ 247 h 302"/>
                <a:gd name="T26" fmla="*/ 139 w 153"/>
                <a:gd name="T27" fmla="*/ 122 h 302"/>
                <a:gd name="T28" fmla="*/ 140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4 w 153"/>
                <a:gd name="T41" fmla="*/ 104 h 302"/>
                <a:gd name="T42" fmla="*/ 113 w 153"/>
                <a:gd name="T43" fmla="*/ 115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6" y="292"/>
                    <a:pt x="22" y="290"/>
                  </a:cubicBezTo>
                  <a:cubicBezTo>
                    <a:pt x="31" y="286"/>
                    <a:pt x="34" y="278"/>
                    <a:pt x="34" y="273"/>
                  </a:cubicBezTo>
                  <a:cubicBezTo>
                    <a:pt x="34" y="264"/>
                    <a:pt x="27" y="260"/>
                    <a:pt x="20" y="260"/>
                  </a:cubicBezTo>
                  <a:cubicBezTo>
                    <a:pt x="9" y="260"/>
                    <a:pt x="0" y="269"/>
                    <a:pt x="0" y="280"/>
                  </a:cubicBezTo>
                  <a:cubicBezTo>
                    <a:pt x="0" y="294"/>
                    <a:pt x="14" y="302"/>
                    <a:pt x="35" y="302"/>
                  </a:cubicBezTo>
                  <a:cubicBezTo>
                    <a:pt x="56" y="302"/>
                    <a:pt x="96" y="290"/>
                    <a:pt x="107" y="247"/>
                  </a:cubicBezTo>
                  <a:lnTo>
                    <a:pt x="139" y="122"/>
                  </a:lnTo>
                  <a:cubicBezTo>
                    <a:pt x="140" y="118"/>
                    <a:pt x="140" y="115"/>
                    <a:pt x="140" y="110"/>
                  </a:cubicBezTo>
                  <a:cubicBezTo>
                    <a:pt x="140" y="91"/>
                    <a:pt x="124" y="77"/>
                    <a:pt x="103" y="77"/>
                  </a:cubicBezTo>
                  <a:cubicBezTo>
                    <a:pt x="64" y="77"/>
                    <a:pt x="42" y="126"/>
                    <a:pt x="42" y="131"/>
                  </a:cubicBezTo>
                  <a:cubicBezTo>
                    <a:pt x="42" y="135"/>
                    <a:pt x="47" y="135"/>
                    <a:pt x="48" y="135"/>
                  </a:cubicBezTo>
                  <a:cubicBezTo>
                    <a:pt x="52" y="135"/>
                    <a:pt x="53" y="134"/>
                    <a:pt x="55" y="129"/>
                  </a:cubicBezTo>
                  <a:cubicBezTo>
                    <a:pt x="64" y="109"/>
                    <a:pt x="82" y="87"/>
                    <a:pt x="102" y="87"/>
                  </a:cubicBezTo>
                  <a:cubicBezTo>
                    <a:pt x="111" y="87"/>
                    <a:pt x="114" y="93"/>
                    <a:pt x="114" y="104"/>
                  </a:cubicBezTo>
                  <a:cubicBezTo>
                    <a:pt x="114" y="108"/>
                    <a:pt x="113" y="113"/>
                    <a:pt x="113"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5" name="Freeform 525"/>
            <p:cNvSpPr>
              <a:spLocks noEditPoints="1"/>
            </p:cNvSpPr>
            <p:nvPr>
              <p:custDataLst>
                <p:tags r:id="rId19"/>
              </p:custDataLst>
            </p:nvPr>
          </p:nvSpPr>
          <p:spPr bwMode="auto">
            <a:xfrm>
              <a:off x="3609975" y="2654300"/>
              <a:ext cx="55563" cy="61913"/>
            </a:xfrm>
            <a:custGeom>
              <a:avLst/>
              <a:gdLst>
                <a:gd name="T0" fmla="*/ 125 w 177"/>
                <a:gd name="T1" fmla="*/ 21 h 158"/>
                <a:gd name="T2" fmla="*/ 90 w 177"/>
                <a:gd name="T3" fmla="*/ 0 h 158"/>
                <a:gd name="T4" fmla="*/ 0 w 177"/>
                <a:gd name="T5" fmla="*/ 100 h 158"/>
                <a:gd name="T6" fmla="*/ 52 w 177"/>
                <a:gd name="T7" fmla="*/ 158 h 158"/>
                <a:gd name="T8" fmla="*/ 102 w 177"/>
                <a:gd name="T9" fmla="*/ 133 h 158"/>
                <a:gd name="T10" fmla="*/ 138 w 177"/>
                <a:gd name="T11" fmla="*/ 158 h 158"/>
                <a:gd name="T12" fmla="*/ 165 w 177"/>
                <a:gd name="T13" fmla="*/ 139 h 158"/>
                <a:gd name="T14" fmla="*/ 177 w 177"/>
                <a:gd name="T15" fmla="*/ 104 h 158"/>
                <a:gd name="T16" fmla="*/ 172 w 177"/>
                <a:gd name="T17" fmla="*/ 100 h 158"/>
                <a:gd name="T18" fmla="*/ 164 w 177"/>
                <a:gd name="T19" fmla="*/ 110 h 158"/>
                <a:gd name="T20" fmla="*/ 139 w 177"/>
                <a:gd name="T21" fmla="*/ 148 h 158"/>
                <a:gd name="T22" fmla="*/ 127 w 177"/>
                <a:gd name="T23" fmla="*/ 131 h 158"/>
                <a:gd name="T24" fmla="*/ 132 w 177"/>
                <a:gd name="T25" fmla="*/ 103 h 158"/>
                <a:gd name="T26" fmla="*/ 140 w 177"/>
                <a:gd name="T27" fmla="*/ 72 h 158"/>
                <a:gd name="T28" fmla="*/ 147 w 177"/>
                <a:gd name="T29" fmla="*/ 45 h 158"/>
                <a:gd name="T30" fmla="*/ 153 w 177"/>
                <a:gd name="T31" fmla="*/ 18 h 158"/>
                <a:gd name="T32" fmla="*/ 141 w 177"/>
                <a:gd name="T33" fmla="*/ 7 h 158"/>
                <a:gd name="T34" fmla="*/ 125 w 177"/>
                <a:gd name="T35" fmla="*/ 21 h 158"/>
                <a:gd name="T36" fmla="*/ 103 w 177"/>
                <a:gd name="T37" fmla="*/ 110 h 158"/>
                <a:gd name="T38" fmla="*/ 85 w 177"/>
                <a:gd name="T39" fmla="*/ 134 h 158"/>
                <a:gd name="T40" fmla="*/ 53 w 177"/>
                <a:gd name="T41" fmla="*/ 148 h 158"/>
                <a:gd name="T42" fmla="*/ 28 w 177"/>
                <a:gd name="T43" fmla="*/ 114 h 158"/>
                <a:gd name="T44" fmla="*/ 46 w 177"/>
                <a:gd name="T45" fmla="*/ 43 h 158"/>
                <a:gd name="T46" fmla="*/ 90 w 177"/>
                <a:gd name="T47" fmla="*/ 10 h 158"/>
                <a:gd name="T48" fmla="*/ 121 w 177"/>
                <a:gd name="T49" fmla="*/ 40 h 158"/>
                <a:gd name="T50" fmla="*/ 120 w 177"/>
                <a:gd name="T51" fmla="*/ 45 h 158"/>
                <a:gd name="T52" fmla="*/ 103 w 177"/>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8">
                  <a:moveTo>
                    <a:pt x="125" y="21"/>
                  </a:moveTo>
                  <a:cubicBezTo>
                    <a:pt x="118" y="9"/>
                    <a:pt x="106" y="0"/>
                    <a:pt x="90" y="0"/>
                  </a:cubicBezTo>
                  <a:cubicBezTo>
                    <a:pt x="45" y="0"/>
                    <a:pt x="0" y="49"/>
                    <a:pt x="0" y="100"/>
                  </a:cubicBezTo>
                  <a:cubicBezTo>
                    <a:pt x="0" y="133"/>
                    <a:pt x="22" y="158"/>
                    <a:pt x="52" y="158"/>
                  </a:cubicBezTo>
                  <a:cubicBezTo>
                    <a:pt x="71" y="158"/>
                    <a:pt x="88" y="147"/>
                    <a:pt x="102" y="133"/>
                  </a:cubicBezTo>
                  <a:cubicBezTo>
                    <a:pt x="108" y="154"/>
                    <a:pt x="129" y="158"/>
                    <a:pt x="138" y="158"/>
                  </a:cubicBezTo>
                  <a:cubicBezTo>
                    <a:pt x="150" y="158"/>
                    <a:pt x="159" y="150"/>
                    <a:pt x="165" y="139"/>
                  </a:cubicBezTo>
                  <a:cubicBezTo>
                    <a:pt x="173" y="125"/>
                    <a:pt x="177" y="106"/>
                    <a:pt x="177" y="104"/>
                  </a:cubicBezTo>
                  <a:cubicBezTo>
                    <a:pt x="177" y="100"/>
                    <a:pt x="173" y="100"/>
                    <a:pt x="172" y="100"/>
                  </a:cubicBezTo>
                  <a:cubicBezTo>
                    <a:pt x="167" y="100"/>
                    <a:pt x="167" y="101"/>
                    <a:pt x="164" y="110"/>
                  </a:cubicBezTo>
                  <a:cubicBezTo>
                    <a:pt x="160" y="127"/>
                    <a:pt x="153" y="148"/>
                    <a:pt x="139" y="148"/>
                  </a:cubicBezTo>
                  <a:cubicBezTo>
                    <a:pt x="130" y="148"/>
                    <a:pt x="127" y="140"/>
                    <a:pt x="127" y="131"/>
                  </a:cubicBezTo>
                  <a:cubicBezTo>
                    <a:pt x="127" y="125"/>
                    <a:pt x="130" y="112"/>
                    <a:pt x="132" y="103"/>
                  </a:cubicBezTo>
                  <a:cubicBezTo>
                    <a:pt x="135" y="94"/>
                    <a:pt x="138" y="79"/>
                    <a:pt x="140" y="72"/>
                  </a:cubicBezTo>
                  <a:lnTo>
                    <a:pt x="147" y="45"/>
                  </a:lnTo>
                  <a:cubicBezTo>
                    <a:pt x="149" y="36"/>
                    <a:pt x="153" y="20"/>
                    <a:pt x="153" y="18"/>
                  </a:cubicBezTo>
                  <a:cubicBezTo>
                    <a:pt x="153" y="10"/>
                    <a:pt x="147" y="7"/>
                    <a:pt x="141" y="7"/>
                  </a:cubicBezTo>
                  <a:cubicBezTo>
                    <a:pt x="136" y="7"/>
                    <a:pt x="128" y="11"/>
                    <a:pt x="125" y="21"/>
                  </a:cubicBezTo>
                  <a:close/>
                  <a:moveTo>
                    <a:pt x="103" y="110"/>
                  </a:moveTo>
                  <a:cubicBezTo>
                    <a:pt x="101" y="120"/>
                    <a:pt x="93" y="127"/>
                    <a:pt x="85" y="134"/>
                  </a:cubicBezTo>
                  <a:cubicBezTo>
                    <a:pt x="82" y="137"/>
                    <a:pt x="68" y="148"/>
                    <a:pt x="53" y="148"/>
                  </a:cubicBezTo>
                  <a:cubicBezTo>
                    <a:pt x="40"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6" name="Freeform 526"/>
            <p:cNvSpPr>
              <a:spLocks noEditPoints="1"/>
            </p:cNvSpPr>
            <p:nvPr>
              <p:custDataLst>
                <p:tags r:id="rId20"/>
              </p:custDataLst>
            </p:nvPr>
          </p:nvSpPr>
          <p:spPr bwMode="auto">
            <a:xfrm>
              <a:off x="3678238" y="2620963"/>
              <a:ext cx="57150" cy="95250"/>
            </a:xfrm>
            <a:custGeom>
              <a:avLst/>
              <a:gdLst>
                <a:gd name="T0" fmla="*/ 178 w 179"/>
                <a:gd name="T1" fmla="*/ 10 h 246"/>
                <a:gd name="T2" fmla="*/ 179 w 179"/>
                <a:gd name="T3" fmla="*/ 5 h 246"/>
                <a:gd name="T4" fmla="*/ 173 w 179"/>
                <a:gd name="T5" fmla="*/ 0 h 246"/>
                <a:gd name="T6" fmla="*/ 129 w 179"/>
                <a:gd name="T7" fmla="*/ 3 h 246"/>
                <a:gd name="T8" fmla="*/ 121 w 179"/>
                <a:gd name="T9" fmla="*/ 11 h 246"/>
                <a:gd name="T10" fmla="*/ 130 w 179"/>
                <a:gd name="T11" fmla="*/ 16 h 246"/>
                <a:gd name="T12" fmla="*/ 147 w 179"/>
                <a:gd name="T13" fmla="*/ 22 h 246"/>
                <a:gd name="T14" fmla="*/ 145 w 179"/>
                <a:gd name="T15" fmla="*/ 29 h 246"/>
                <a:gd name="T16" fmla="*/ 126 w 179"/>
                <a:gd name="T17" fmla="*/ 109 h 246"/>
                <a:gd name="T18" fmla="*/ 90 w 179"/>
                <a:gd name="T19" fmla="*/ 88 h 246"/>
                <a:gd name="T20" fmla="*/ 0 w 179"/>
                <a:gd name="T21" fmla="*/ 188 h 246"/>
                <a:gd name="T22" fmla="*/ 52 w 179"/>
                <a:gd name="T23" fmla="*/ 246 h 246"/>
                <a:gd name="T24" fmla="*/ 102 w 179"/>
                <a:gd name="T25" fmla="*/ 221 h 246"/>
                <a:gd name="T26" fmla="*/ 138 w 179"/>
                <a:gd name="T27" fmla="*/ 246 h 246"/>
                <a:gd name="T28" fmla="*/ 165 w 179"/>
                <a:gd name="T29" fmla="*/ 227 h 246"/>
                <a:gd name="T30" fmla="*/ 178 w 179"/>
                <a:gd name="T31" fmla="*/ 192 h 246"/>
                <a:gd name="T32" fmla="*/ 172 w 179"/>
                <a:gd name="T33" fmla="*/ 188 h 246"/>
                <a:gd name="T34" fmla="*/ 164 w 179"/>
                <a:gd name="T35" fmla="*/ 198 h 246"/>
                <a:gd name="T36" fmla="*/ 139 w 179"/>
                <a:gd name="T37" fmla="*/ 236 h 246"/>
                <a:gd name="T38" fmla="*/ 127 w 179"/>
                <a:gd name="T39" fmla="*/ 219 h 246"/>
                <a:gd name="T40" fmla="*/ 129 w 179"/>
                <a:gd name="T41" fmla="*/ 204 h 246"/>
                <a:gd name="T42" fmla="*/ 178 w 179"/>
                <a:gd name="T43" fmla="*/ 10 h 246"/>
                <a:gd name="T44" fmla="*/ 103 w 179"/>
                <a:gd name="T45" fmla="*/ 198 h 246"/>
                <a:gd name="T46" fmla="*/ 86 w 179"/>
                <a:gd name="T47" fmla="*/ 222 h 246"/>
                <a:gd name="T48" fmla="*/ 53 w 179"/>
                <a:gd name="T49" fmla="*/ 236 h 246"/>
                <a:gd name="T50" fmla="*/ 28 w 179"/>
                <a:gd name="T51" fmla="*/ 202 h 246"/>
                <a:gd name="T52" fmla="*/ 46 w 179"/>
                <a:gd name="T53" fmla="*/ 131 h 246"/>
                <a:gd name="T54" fmla="*/ 90 w 179"/>
                <a:gd name="T55" fmla="*/ 98 h 246"/>
                <a:gd name="T56" fmla="*/ 121 w 179"/>
                <a:gd name="T57" fmla="*/ 128 h 246"/>
                <a:gd name="T58" fmla="*/ 120 w 179"/>
                <a:gd name="T59" fmla="*/ 133 h 246"/>
                <a:gd name="T60" fmla="*/ 103 w 179"/>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0"/>
                  </a:moveTo>
                  <a:cubicBezTo>
                    <a:pt x="178" y="10"/>
                    <a:pt x="179" y="5"/>
                    <a:pt x="179" y="5"/>
                  </a:cubicBezTo>
                  <a:cubicBezTo>
                    <a:pt x="179" y="3"/>
                    <a:pt x="178" y="0"/>
                    <a:pt x="173" y="0"/>
                  </a:cubicBezTo>
                  <a:cubicBezTo>
                    <a:pt x="166" y="0"/>
                    <a:pt x="137" y="3"/>
                    <a:pt x="129" y="3"/>
                  </a:cubicBezTo>
                  <a:cubicBezTo>
                    <a:pt x="126" y="4"/>
                    <a:pt x="121" y="4"/>
                    <a:pt x="121" y="11"/>
                  </a:cubicBezTo>
                  <a:cubicBezTo>
                    <a:pt x="121" y="16"/>
                    <a:pt x="126" y="16"/>
                    <a:pt x="130" y="16"/>
                  </a:cubicBezTo>
                  <a:cubicBezTo>
                    <a:pt x="147" y="16"/>
                    <a:pt x="147" y="19"/>
                    <a:pt x="147" y="22"/>
                  </a:cubicBezTo>
                  <a:cubicBezTo>
                    <a:pt x="147" y="24"/>
                    <a:pt x="146" y="26"/>
                    <a:pt x="145" y="29"/>
                  </a:cubicBezTo>
                  <a:lnTo>
                    <a:pt x="126" y="109"/>
                  </a:lnTo>
                  <a:cubicBezTo>
                    <a:pt x="118" y="97"/>
                    <a:pt x="106" y="88"/>
                    <a:pt x="90" y="88"/>
                  </a:cubicBezTo>
                  <a:cubicBezTo>
                    <a:pt x="45" y="88"/>
                    <a:pt x="0" y="137"/>
                    <a:pt x="0" y="188"/>
                  </a:cubicBezTo>
                  <a:cubicBezTo>
                    <a:pt x="0" y="221"/>
                    <a:pt x="22" y="246"/>
                    <a:pt x="52" y="246"/>
                  </a:cubicBezTo>
                  <a:cubicBezTo>
                    <a:pt x="71" y="246"/>
                    <a:pt x="88" y="235"/>
                    <a:pt x="102" y="221"/>
                  </a:cubicBezTo>
                  <a:cubicBezTo>
                    <a:pt x="109" y="242"/>
                    <a:pt x="129" y="246"/>
                    <a:pt x="138" y="246"/>
                  </a:cubicBezTo>
                  <a:cubicBezTo>
                    <a:pt x="150" y="246"/>
                    <a:pt x="159" y="238"/>
                    <a:pt x="165" y="227"/>
                  </a:cubicBezTo>
                  <a:cubicBezTo>
                    <a:pt x="173" y="213"/>
                    <a:pt x="178" y="194"/>
                    <a:pt x="178" y="192"/>
                  </a:cubicBezTo>
                  <a:cubicBezTo>
                    <a:pt x="178" y="188"/>
                    <a:pt x="173" y="188"/>
                    <a:pt x="172" y="188"/>
                  </a:cubicBezTo>
                  <a:cubicBezTo>
                    <a:pt x="167" y="188"/>
                    <a:pt x="167" y="189"/>
                    <a:pt x="164" y="198"/>
                  </a:cubicBezTo>
                  <a:cubicBezTo>
                    <a:pt x="160" y="215"/>
                    <a:pt x="154" y="236"/>
                    <a:pt x="139" y="236"/>
                  </a:cubicBezTo>
                  <a:cubicBezTo>
                    <a:pt x="130" y="236"/>
                    <a:pt x="127" y="228"/>
                    <a:pt x="127" y="219"/>
                  </a:cubicBezTo>
                  <a:cubicBezTo>
                    <a:pt x="127" y="212"/>
                    <a:pt x="128" y="209"/>
                    <a:pt x="129" y="204"/>
                  </a:cubicBezTo>
                  <a:lnTo>
                    <a:pt x="178" y="10"/>
                  </a:lnTo>
                  <a:close/>
                  <a:moveTo>
                    <a:pt x="103" y="198"/>
                  </a:moveTo>
                  <a:cubicBezTo>
                    <a:pt x="101" y="208"/>
                    <a:pt x="93" y="215"/>
                    <a:pt x="86" y="222"/>
                  </a:cubicBezTo>
                  <a:cubicBezTo>
                    <a:pt x="82" y="225"/>
                    <a:pt x="68" y="236"/>
                    <a:pt x="53" y="236"/>
                  </a:cubicBezTo>
                  <a:cubicBezTo>
                    <a:pt x="41" y="236"/>
                    <a:pt x="28" y="227"/>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3"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7" name="Freeform 527"/>
            <p:cNvSpPr>
              <a:spLocks/>
            </p:cNvSpPr>
            <p:nvPr>
              <p:custDataLst>
                <p:tags r:id="rId21"/>
              </p:custDataLst>
            </p:nvPr>
          </p:nvSpPr>
          <p:spPr bwMode="auto">
            <a:xfrm>
              <a:off x="3741738" y="2654300"/>
              <a:ext cx="52388" cy="61913"/>
            </a:xfrm>
            <a:custGeom>
              <a:avLst/>
              <a:gdLst>
                <a:gd name="T0" fmla="*/ 66 w 162"/>
                <a:gd name="T1" fmla="*/ 84 h 158"/>
                <a:gd name="T2" fmla="*/ 75 w 162"/>
                <a:gd name="T3" fmla="*/ 48 h 158"/>
                <a:gd name="T4" fmla="*/ 97 w 162"/>
                <a:gd name="T5" fmla="*/ 20 h 158"/>
                <a:gd name="T6" fmla="*/ 125 w 162"/>
                <a:gd name="T7" fmla="*/ 10 h 158"/>
                <a:gd name="T8" fmla="*/ 144 w 162"/>
                <a:gd name="T9" fmla="*/ 15 h 158"/>
                <a:gd name="T10" fmla="*/ 129 w 162"/>
                <a:gd name="T11" fmla="*/ 34 h 158"/>
                <a:gd name="T12" fmla="*/ 143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4 w 162"/>
                <a:gd name="T29" fmla="*/ 48 h 158"/>
                <a:gd name="T30" fmla="*/ 39 w 162"/>
                <a:gd name="T31" fmla="*/ 10 h 158"/>
                <a:gd name="T32" fmla="*/ 51 w 162"/>
                <a:gd name="T33" fmla="*/ 27 h 158"/>
                <a:gd name="T34" fmla="*/ 45 w 162"/>
                <a:gd name="T35" fmla="*/ 56 h 158"/>
                <a:gd name="T36" fmla="*/ 38 w 162"/>
                <a:gd name="T37" fmla="*/ 87 h 158"/>
                <a:gd name="T38" fmla="*/ 26 w 162"/>
                <a:gd name="T39" fmla="*/ 132 h 158"/>
                <a:gd name="T40" fmla="*/ 23 w 162"/>
                <a:gd name="T41" fmla="*/ 146 h 158"/>
                <a:gd name="T42" fmla="*/ 35 w 162"/>
                <a:gd name="T43" fmla="*/ 158 h 158"/>
                <a:gd name="T44" fmla="*/ 50 w 162"/>
                <a:gd name="T45" fmla="*/ 147 h 158"/>
                <a:gd name="T46" fmla="*/ 56 w 162"/>
                <a:gd name="T47" fmla="*/ 121 h 158"/>
                <a:gd name="T48" fmla="*/ 66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6" y="84"/>
                  </a:moveTo>
                  <a:cubicBezTo>
                    <a:pt x="66" y="81"/>
                    <a:pt x="74" y="50"/>
                    <a:pt x="75" y="48"/>
                  </a:cubicBezTo>
                  <a:cubicBezTo>
                    <a:pt x="76" y="46"/>
                    <a:pt x="86" y="28"/>
                    <a:pt x="97" y="20"/>
                  </a:cubicBezTo>
                  <a:cubicBezTo>
                    <a:pt x="101" y="17"/>
                    <a:pt x="110" y="10"/>
                    <a:pt x="125" y="10"/>
                  </a:cubicBezTo>
                  <a:cubicBezTo>
                    <a:pt x="129" y="10"/>
                    <a:pt x="137" y="10"/>
                    <a:pt x="144" y="15"/>
                  </a:cubicBezTo>
                  <a:cubicBezTo>
                    <a:pt x="133" y="18"/>
                    <a:pt x="129" y="28"/>
                    <a:pt x="129" y="34"/>
                  </a:cubicBezTo>
                  <a:cubicBezTo>
                    <a:pt x="129" y="42"/>
                    <a:pt x="135" y="47"/>
                    <a:pt x="143" y="47"/>
                  </a:cubicBezTo>
                  <a:cubicBezTo>
                    <a:pt x="151" y="47"/>
                    <a:pt x="162" y="40"/>
                    <a:pt x="162" y="26"/>
                  </a:cubicBezTo>
                  <a:cubicBezTo>
                    <a:pt x="162" y="8"/>
                    <a:pt x="143" y="0"/>
                    <a:pt x="125" y="0"/>
                  </a:cubicBezTo>
                  <a:cubicBezTo>
                    <a:pt x="107" y="0"/>
                    <a:pt x="92" y="8"/>
                    <a:pt x="76" y="25"/>
                  </a:cubicBezTo>
                  <a:cubicBezTo>
                    <a:pt x="70" y="4"/>
                    <a:pt x="49" y="0"/>
                    <a:pt x="40" y="0"/>
                  </a:cubicBezTo>
                  <a:cubicBezTo>
                    <a:pt x="27" y="0"/>
                    <a:pt x="19" y="8"/>
                    <a:pt x="13" y="18"/>
                  </a:cubicBezTo>
                  <a:cubicBezTo>
                    <a:pt x="5" y="32"/>
                    <a:pt x="0" y="52"/>
                    <a:pt x="0" y="54"/>
                  </a:cubicBezTo>
                  <a:cubicBezTo>
                    <a:pt x="0" y="58"/>
                    <a:pt x="5" y="58"/>
                    <a:pt x="6" y="58"/>
                  </a:cubicBezTo>
                  <a:cubicBezTo>
                    <a:pt x="11" y="58"/>
                    <a:pt x="11" y="57"/>
                    <a:pt x="14" y="48"/>
                  </a:cubicBezTo>
                  <a:cubicBezTo>
                    <a:pt x="19" y="26"/>
                    <a:pt x="26" y="10"/>
                    <a:pt x="39" y="10"/>
                  </a:cubicBezTo>
                  <a:cubicBezTo>
                    <a:pt x="48" y="10"/>
                    <a:pt x="51" y="18"/>
                    <a:pt x="51" y="27"/>
                  </a:cubicBezTo>
                  <a:cubicBezTo>
                    <a:pt x="51" y="34"/>
                    <a:pt x="48" y="47"/>
                    <a:pt x="45" y="56"/>
                  </a:cubicBezTo>
                  <a:cubicBezTo>
                    <a:pt x="43" y="65"/>
                    <a:pt x="39" y="80"/>
                    <a:pt x="38" y="87"/>
                  </a:cubicBezTo>
                  <a:lnTo>
                    <a:pt x="26" y="132"/>
                  </a:lnTo>
                  <a:cubicBezTo>
                    <a:pt x="25" y="137"/>
                    <a:pt x="23" y="145"/>
                    <a:pt x="23" y="146"/>
                  </a:cubicBezTo>
                  <a:cubicBezTo>
                    <a:pt x="23" y="154"/>
                    <a:pt x="29" y="158"/>
                    <a:pt x="35" y="158"/>
                  </a:cubicBezTo>
                  <a:cubicBezTo>
                    <a:pt x="40" y="158"/>
                    <a:pt x="47" y="154"/>
                    <a:pt x="50" y="147"/>
                  </a:cubicBezTo>
                  <a:cubicBezTo>
                    <a:pt x="50" y="145"/>
                    <a:pt x="54" y="130"/>
                    <a:pt x="56" y="121"/>
                  </a:cubicBezTo>
                  <a:lnTo>
                    <a:pt x="66"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8" name="Freeform 528"/>
            <p:cNvSpPr>
              <a:spLocks noEditPoints="1"/>
            </p:cNvSpPr>
            <p:nvPr>
              <p:custDataLst>
                <p:tags r:id="rId22"/>
              </p:custDataLst>
            </p:nvPr>
          </p:nvSpPr>
          <p:spPr bwMode="auto">
            <a:xfrm>
              <a:off x="3805238" y="2654300"/>
              <a:ext cx="57150" cy="61913"/>
            </a:xfrm>
            <a:custGeom>
              <a:avLst/>
              <a:gdLst>
                <a:gd name="T0" fmla="*/ 126 w 178"/>
                <a:gd name="T1" fmla="*/ 21 h 158"/>
                <a:gd name="T2" fmla="*/ 90 w 178"/>
                <a:gd name="T3" fmla="*/ 0 h 158"/>
                <a:gd name="T4" fmla="*/ 0 w 178"/>
                <a:gd name="T5" fmla="*/ 100 h 158"/>
                <a:gd name="T6" fmla="*/ 52 w 178"/>
                <a:gd name="T7" fmla="*/ 158 h 158"/>
                <a:gd name="T8" fmla="*/ 102 w 178"/>
                <a:gd name="T9" fmla="*/ 133 h 158"/>
                <a:gd name="T10" fmla="*/ 138 w 178"/>
                <a:gd name="T11" fmla="*/ 158 h 158"/>
                <a:gd name="T12" fmla="*/ 165 w 178"/>
                <a:gd name="T13" fmla="*/ 139 h 158"/>
                <a:gd name="T14" fmla="*/ 178 w 178"/>
                <a:gd name="T15" fmla="*/ 104 h 158"/>
                <a:gd name="T16" fmla="*/ 172 w 178"/>
                <a:gd name="T17" fmla="*/ 100 h 158"/>
                <a:gd name="T18" fmla="*/ 164 w 178"/>
                <a:gd name="T19" fmla="*/ 110 h 158"/>
                <a:gd name="T20" fmla="*/ 139 w 178"/>
                <a:gd name="T21" fmla="*/ 148 h 158"/>
                <a:gd name="T22" fmla="*/ 127 w 178"/>
                <a:gd name="T23" fmla="*/ 131 h 158"/>
                <a:gd name="T24" fmla="*/ 133 w 178"/>
                <a:gd name="T25" fmla="*/ 103 h 158"/>
                <a:gd name="T26" fmla="*/ 140 w 178"/>
                <a:gd name="T27" fmla="*/ 72 h 158"/>
                <a:gd name="T28" fmla="*/ 147 w 178"/>
                <a:gd name="T29" fmla="*/ 45 h 158"/>
                <a:gd name="T30" fmla="*/ 154 w 178"/>
                <a:gd name="T31" fmla="*/ 18 h 158"/>
                <a:gd name="T32" fmla="*/ 142 w 178"/>
                <a:gd name="T33" fmla="*/ 7 h 158"/>
                <a:gd name="T34" fmla="*/ 126 w 178"/>
                <a:gd name="T35" fmla="*/ 21 h 158"/>
                <a:gd name="T36" fmla="*/ 103 w 178"/>
                <a:gd name="T37" fmla="*/ 110 h 158"/>
                <a:gd name="T38" fmla="*/ 86 w 178"/>
                <a:gd name="T39" fmla="*/ 134 h 158"/>
                <a:gd name="T40" fmla="*/ 54 w 178"/>
                <a:gd name="T41" fmla="*/ 148 h 158"/>
                <a:gd name="T42" fmla="*/ 28 w 178"/>
                <a:gd name="T43" fmla="*/ 114 h 158"/>
                <a:gd name="T44" fmla="*/ 46 w 178"/>
                <a:gd name="T45" fmla="*/ 43 h 158"/>
                <a:gd name="T46" fmla="*/ 90 w 178"/>
                <a:gd name="T47" fmla="*/ 10 h 158"/>
                <a:gd name="T48" fmla="*/ 121 w 178"/>
                <a:gd name="T49" fmla="*/ 40 h 158"/>
                <a:gd name="T50" fmla="*/ 120 w 178"/>
                <a:gd name="T51" fmla="*/ 45 h 158"/>
                <a:gd name="T52" fmla="*/ 103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8" y="9"/>
                    <a:pt x="107" y="0"/>
                    <a:pt x="90" y="0"/>
                  </a:cubicBezTo>
                  <a:cubicBezTo>
                    <a:pt x="45" y="0"/>
                    <a:pt x="0" y="49"/>
                    <a:pt x="0" y="100"/>
                  </a:cubicBezTo>
                  <a:cubicBezTo>
                    <a:pt x="0" y="133"/>
                    <a:pt x="22" y="158"/>
                    <a:pt x="52" y="158"/>
                  </a:cubicBezTo>
                  <a:cubicBezTo>
                    <a:pt x="71" y="158"/>
                    <a:pt x="88" y="147"/>
                    <a:pt x="102" y="133"/>
                  </a:cubicBezTo>
                  <a:cubicBezTo>
                    <a:pt x="109" y="154"/>
                    <a:pt x="129" y="158"/>
                    <a:pt x="138" y="158"/>
                  </a:cubicBezTo>
                  <a:cubicBezTo>
                    <a:pt x="150" y="158"/>
                    <a:pt x="159" y="150"/>
                    <a:pt x="165" y="139"/>
                  </a:cubicBezTo>
                  <a:cubicBezTo>
                    <a:pt x="173" y="125"/>
                    <a:pt x="178" y="106"/>
                    <a:pt x="178" y="104"/>
                  </a:cubicBezTo>
                  <a:cubicBezTo>
                    <a:pt x="178" y="100"/>
                    <a:pt x="173" y="100"/>
                    <a:pt x="172" y="100"/>
                  </a:cubicBezTo>
                  <a:cubicBezTo>
                    <a:pt x="167" y="100"/>
                    <a:pt x="167" y="101"/>
                    <a:pt x="164" y="110"/>
                  </a:cubicBezTo>
                  <a:cubicBezTo>
                    <a:pt x="160" y="127"/>
                    <a:pt x="154" y="148"/>
                    <a:pt x="139" y="148"/>
                  </a:cubicBezTo>
                  <a:cubicBezTo>
                    <a:pt x="130" y="148"/>
                    <a:pt x="127" y="140"/>
                    <a:pt x="127" y="131"/>
                  </a:cubicBezTo>
                  <a:cubicBezTo>
                    <a:pt x="127" y="125"/>
                    <a:pt x="130" y="112"/>
                    <a:pt x="133" y="103"/>
                  </a:cubicBezTo>
                  <a:cubicBezTo>
                    <a:pt x="135" y="94"/>
                    <a:pt x="139" y="79"/>
                    <a:pt x="140" y="72"/>
                  </a:cubicBezTo>
                  <a:lnTo>
                    <a:pt x="147" y="45"/>
                  </a:lnTo>
                  <a:cubicBezTo>
                    <a:pt x="149" y="36"/>
                    <a:pt x="154" y="20"/>
                    <a:pt x="154" y="18"/>
                  </a:cubicBezTo>
                  <a:cubicBezTo>
                    <a:pt x="154" y="10"/>
                    <a:pt x="147" y="7"/>
                    <a:pt x="142" y="7"/>
                  </a:cubicBezTo>
                  <a:cubicBezTo>
                    <a:pt x="136" y="7"/>
                    <a:pt x="128" y="11"/>
                    <a:pt x="126" y="21"/>
                  </a:cubicBezTo>
                  <a:close/>
                  <a:moveTo>
                    <a:pt x="103" y="110"/>
                  </a:moveTo>
                  <a:cubicBezTo>
                    <a:pt x="101" y="120"/>
                    <a:pt x="93" y="127"/>
                    <a:pt x="86" y="134"/>
                  </a:cubicBezTo>
                  <a:cubicBezTo>
                    <a:pt x="82" y="137"/>
                    <a:pt x="69" y="148"/>
                    <a:pt x="54" y="148"/>
                  </a:cubicBezTo>
                  <a:cubicBezTo>
                    <a:pt x="41"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9" name="Freeform 529"/>
            <p:cNvSpPr>
              <a:spLocks/>
            </p:cNvSpPr>
            <p:nvPr>
              <p:custDataLst>
                <p:tags r:id="rId23"/>
              </p:custDataLst>
            </p:nvPr>
          </p:nvSpPr>
          <p:spPr bwMode="auto">
            <a:xfrm>
              <a:off x="3875088" y="2620963"/>
              <a:ext cx="23813" cy="95250"/>
            </a:xfrm>
            <a:custGeom>
              <a:avLst/>
              <a:gdLst>
                <a:gd name="T0" fmla="*/ 77 w 78"/>
                <a:gd name="T1" fmla="*/ 10 h 246"/>
                <a:gd name="T2" fmla="*/ 78 w 78"/>
                <a:gd name="T3" fmla="*/ 5 h 246"/>
                <a:gd name="T4" fmla="*/ 72 w 78"/>
                <a:gd name="T5" fmla="*/ 0 h 246"/>
                <a:gd name="T6" fmla="*/ 28 w 78"/>
                <a:gd name="T7" fmla="*/ 3 h 246"/>
                <a:gd name="T8" fmla="*/ 20 w 78"/>
                <a:gd name="T9" fmla="*/ 11 h 246"/>
                <a:gd name="T10" fmla="*/ 29 w 78"/>
                <a:gd name="T11" fmla="*/ 16 h 246"/>
                <a:gd name="T12" fmla="*/ 46 w 78"/>
                <a:gd name="T13" fmla="*/ 22 h 246"/>
                <a:gd name="T14" fmla="*/ 44 w 78"/>
                <a:gd name="T15" fmla="*/ 29 h 246"/>
                <a:gd name="T16" fmla="*/ 1 w 78"/>
                <a:gd name="T17" fmla="*/ 202 h 246"/>
                <a:gd name="T18" fmla="*/ 0 w 78"/>
                <a:gd name="T19" fmla="*/ 212 h 246"/>
                <a:gd name="T20" fmla="*/ 36 w 78"/>
                <a:gd name="T21" fmla="*/ 246 h 246"/>
                <a:gd name="T22" fmla="*/ 64 w 78"/>
                <a:gd name="T23" fmla="*/ 227 h 246"/>
                <a:gd name="T24" fmla="*/ 77 w 78"/>
                <a:gd name="T25" fmla="*/ 192 h 246"/>
                <a:gd name="T26" fmla="*/ 71 w 78"/>
                <a:gd name="T27" fmla="*/ 188 h 246"/>
                <a:gd name="T28" fmla="*/ 64 w 78"/>
                <a:gd name="T29" fmla="*/ 196 h 246"/>
                <a:gd name="T30" fmla="*/ 38 w 78"/>
                <a:gd name="T31" fmla="*/ 236 h 246"/>
                <a:gd name="T32" fmla="*/ 26 w 78"/>
                <a:gd name="T33" fmla="*/ 219 h 246"/>
                <a:gd name="T34" fmla="*/ 28 w 78"/>
                <a:gd name="T35" fmla="*/ 204 h 246"/>
                <a:gd name="T36" fmla="*/ 77 w 78"/>
                <a:gd name="T37" fmla="*/ 1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6">
                  <a:moveTo>
                    <a:pt x="77" y="10"/>
                  </a:moveTo>
                  <a:cubicBezTo>
                    <a:pt x="77" y="10"/>
                    <a:pt x="78" y="5"/>
                    <a:pt x="78" y="5"/>
                  </a:cubicBezTo>
                  <a:cubicBezTo>
                    <a:pt x="78" y="3"/>
                    <a:pt x="77" y="0"/>
                    <a:pt x="72" y="0"/>
                  </a:cubicBezTo>
                  <a:cubicBezTo>
                    <a:pt x="65" y="0"/>
                    <a:pt x="36" y="3"/>
                    <a:pt x="28" y="3"/>
                  </a:cubicBezTo>
                  <a:cubicBezTo>
                    <a:pt x="25" y="4"/>
                    <a:pt x="20" y="4"/>
                    <a:pt x="20" y="11"/>
                  </a:cubicBezTo>
                  <a:cubicBezTo>
                    <a:pt x="20" y="16"/>
                    <a:pt x="25" y="16"/>
                    <a:pt x="29" y="16"/>
                  </a:cubicBezTo>
                  <a:cubicBezTo>
                    <a:pt x="46" y="16"/>
                    <a:pt x="46" y="19"/>
                    <a:pt x="46" y="22"/>
                  </a:cubicBezTo>
                  <a:cubicBezTo>
                    <a:pt x="46" y="24"/>
                    <a:pt x="45" y="26"/>
                    <a:pt x="44" y="29"/>
                  </a:cubicBezTo>
                  <a:lnTo>
                    <a:pt x="1" y="202"/>
                  </a:lnTo>
                  <a:cubicBezTo>
                    <a:pt x="0" y="205"/>
                    <a:pt x="0" y="209"/>
                    <a:pt x="0" y="212"/>
                  </a:cubicBezTo>
                  <a:cubicBezTo>
                    <a:pt x="0" y="235"/>
                    <a:pt x="20" y="246"/>
                    <a:pt x="36" y="246"/>
                  </a:cubicBezTo>
                  <a:cubicBezTo>
                    <a:pt x="45" y="246"/>
                    <a:pt x="55" y="243"/>
                    <a:pt x="64" y="227"/>
                  </a:cubicBezTo>
                  <a:cubicBezTo>
                    <a:pt x="72" y="214"/>
                    <a:pt x="77" y="194"/>
                    <a:pt x="77" y="192"/>
                  </a:cubicBezTo>
                  <a:cubicBezTo>
                    <a:pt x="77" y="188"/>
                    <a:pt x="72" y="188"/>
                    <a:pt x="71" y="188"/>
                  </a:cubicBezTo>
                  <a:cubicBezTo>
                    <a:pt x="66" y="188"/>
                    <a:pt x="65" y="190"/>
                    <a:pt x="64" y="196"/>
                  </a:cubicBezTo>
                  <a:cubicBezTo>
                    <a:pt x="59" y="213"/>
                    <a:pt x="53" y="236"/>
                    <a:pt x="38" y="236"/>
                  </a:cubicBezTo>
                  <a:cubicBezTo>
                    <a:pt x="28" y="236"/>
                    <a:pt x="26" y="227"/>
                    <a:pt x="26" y="219"/>
                  </a:cubicBezTo>
                  <a:cubicBezTo>
                    <a:pt x="26" y="215"/>
                    <a:pt x="27" y="208"/>
                    <a:pt x="28" y="204"/>
                  </a:cubicBezTo>
                  <a:lnTo>
                    <a:pt x="77"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0" name="Freeform 530"/>
            <p:cNvSpPr>
              <a:spLocks noEditPoints="1"/>
            </p:cNvSpPr>
            <p:nvPr>
              <p:custDataLst>
                <p:tags r:id="rId24"/>
              </p:custDataLst>
            </p:nvPr>
          </p:nvSpPr>
          <p:spPr bwMode="auto">
            <a:xfrm>
              <a:off x="3914775" y="2654300"/>
              <a:ext cx="47625" cy="61913"/>
            </a:xfrm>
            <a:custGeom>
              <a:avLst/>
              <a:gdLst>
                <a:gd name="T0" fmla="*/ 55 w 149"/>
                <a:gd name="T1" fmla="*/ 75 h 158"/>
                <a:gd name="T2" fmla="*/ 111 w 149"/>
                <a:gd name="T3" fmla="*/ 67 h 158"/>
                <a:gd name="T4" fmla="*/ 141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3 w 149"/>
                <a:gd name="T19" fmla="*/ 148 h 158"/>
                <a:gd name="T20" fmla="*/ 28 w 149"/>
                <a:gd name="T21" fmla="*/ 106 h 158"/>
                <a:gd name="T22" fmla="*/ 33 w 149"/>
                <a:gd name="T23" fmla="*/ 75 h 158"/>
                <a:gd name="T24" fmla="*/ 55 w 149"/>
                <a:gd name="T25" fmla="*/ 75 h 158"/>
                <a:gd name="T26" fmla="*/ 35 w 149"/>
                <a:gd name="T27" fmla="*/ 65 h 158"/>
                <a:gd name="T28" fmla="*/ 98 w 149"/>
                <a:gd name="T29" fmla="*/ 10 h 158"/>
                <a:gd name="T30" fmla="*/ 126 w 149"/>
                <a:gd name="T31" fmla="*/ 31 h 158"/>
                <a:gd name="T32" fmla="*/ 52 w 149"/>
                <a:gd name="T33" fmla="*/ 65 h 158"/>
                <a:gd name="T34" fmla="*/ 35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5"/>
                  </a:moveTo>
                  <a:cubicBezTo>
                    <a:pt x="64" y="75"/>
                    <a:pt x="92" y="74"/>
                    <a:pt x="111" y="67"/>
                  </a:cubicBezTo>
                  <a:cubicBezTo>
                    <a:pt x="136" y="58"/>
                    <a:pt x="141" y="41"/>
                    <a:pt x="141" y="31"/>
                  </a:cubicBezTo>
                  <a:cubicBezTo>
                    <a:pt x="141" y="12"/>
                    <a:pt x="122" y="0"/>
                    <a:pt x="98" y="0"/>
                  </a:cubicBezTo>
                  <a:cubicBezTo>
                    <a:pt x="56" y="0"/>
                    <a:pt x="0" y="32"/>
                    <a:pt x="0" y="92"/>
                  </a:cubicBezTo>
                  <a:cubicBezTo>
                    <a:pt x="0" y="127"/>
                    <a:pt x="22" y="158"/>
                    <a:pt x="63" y="158"/>
                  </a:cubicBezTo>
                  <a:cubicBezTo>
                    <a:pt x="121" y="158"/>
                    <a:pt x="149" y="123"/>
                    <a:pt x="149" y="118"/>
                  </a:cubicBezTo>
                  <a:cubicBezTo>
                    <a:pt x="149" y="116"/>
                    <a:pt x="146" y="112"/>
                    <a:pt x="143" y="112"/>
                  </a:cubicBezTo>
                  <a:cubicBezTo>
                    <a:pt x="141" y="112"/>
                    <a:pt x="140" y="113"/>
                    <a:pt x="138" y="116"/>
                  </a:cubicBezTo>
                  <a:cubicBezTo>
                    <a:pt x="110" y="148"/>
                    <a:pt x="70" y="148"/>
                    <a:pt x="63" y="148"/>
                  </a:cubicBezTo>
                  <a:cubicBezTo>
                    <a:pt x="42" y="148"/>
                    <a:pt x="28" y="134"/>
                    <a:pt x="28" y="106"/>
                  </a:cubicBezTo>
                  <a:cubicBezTo>
                    <a:pt x="28" y="101"/>
                    <a:pt x="28" y="94"/>
                    <a:pt x="33" y="75"/>
                  </a:cubicBezTo>
                  <a:lnTo>
                    <a:pt x="55" y="75"/>
                  </a:lnTo>
                  <a:close/>
                  <a:moveTo>
                    <a:pt x="35" y="65"/>
                  </a:moveTo>
                  <a:cubicBezTo>
                    <a:pt x="50" y="14"/>
                    <a:pt x="88" y="10"/>
                    <a:pt x="98" y="10"/>
                  </a:cubicBezTo>
                  <a:cubicBezTo>
                    <a:pt x="113" y="10"/>
                    <a:pt x="126" y="18"/>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1" name="Freeform 531"/>
            <p:cNvSpPr>
              <a:spLocks/>
            </p:cNvSpPr>
            <p:nvPr>
              <p:custDataLst>
                <p:tags r:id="rId25"/>
              </p:custDataLst>
            </p:nvPr>
          </p:nvSpPr>
          <p:spPr bwMode="auto">
            <a:xfrm>
              <a:off x="3975100" y="2654300"/>
              <a:ext cx="47625" cy="61913"/>
            </a:xfrm>
            <a:custGeom>
              <a:avLst/>
              <a:gdLst>
                <a:gd name="T0" fmla="*/ 131 w 151"/>
                <a:gd name="T1" fmla="*/ 20 h 158"/>
                <a:gd name="T2" fmla="*/ 113 w 151"/>
                <a:gd name="T3" fmla="*/ 40 h 158"/>
                <a:gd name="T4" fmla="*/ 127 w 151"/>
                <a:gd name="T5" fmla="*/ 53 h 158"/>
                <a:gd name="T6" fmla="*/ 147 w 151"/>
                <a:gd name="T7" fmla="*/ 31 h 158"/>
                <a:gd name="T8" fmla="*/ 101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1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3"/>
                    <a:pt x="113" y="32"/>
                    <a:pt x="113" y="40"/>
                  </a:cubicBezTo>
                  <a:cubicBezTo>
                    <a:pt x="113" y="49"/>
                    <a:pt x="121" y="53"/>
                    <a:pt x="127" y="53"/>
                  </a:cubicBezTo>
                  <a:cubicBezTo>
                    <a:pt x="134" y="53"/>
                    <a:pt x="147" y="47"/>
                    <a:pt x="147" y="31"/>
                  </a:cubicBezTo>
                  <a:cubicBezTo>
                    <a:pt x="147" y="7"/>
                    <a:pt x="120" y="0"/>
                    <a:pt x="101" y="0"/>
                  </a:cubicBezTo>
                  <a:cubicBezTo>
                    <a:pt x="48" y="0"/>
                    <a:pt x="0" y="48"/>
                    <a:pt x="0" y="97"/>
                  </a:cubicBezTo>
                  <a:cubicBezTo>
                    <a:pt x="0" y="127"/>
                    <a:pt x="21" y="158"/>
                    <a:pt x="64" y="158"/>
                  </a:cubicBezTo>
                  <a:cubicBezTo>
                    <a:pt x="123" y="158"/>
                    <a:pt x="151" y="123"/>
                    <a:pt x="151" y="118"/>
                  </a:cubicBezTo>
                  <a:cubicBezTo>
                    <a:pt x="151" y="116"/>
                    <a:pt x="148" y="112"/>
                    <a:pt x="145" y="112"/>
                  </a:cubicBezTo>
                  <a:cubicBezTo>
                    <a:pt x="143" y="112"/>
                    <a:pt x="142" y="113"/>
                    <a:pt x="139" y="116"/>
                  </a:cubicBezTo>
                  <a:cubicBezTo>
                    <a:pt x="112" y="148"/>
                    <a:pt x="71" y="148"/>
                    <a:pt x="65" y="148"/>
                  </a:cubicBezTo>
                  <a:cubicBezTo>
                    <a:pt x="40" y="148"/>
                    <a:pt x="29" y="131"/>
                    <a:pt x="29" y="109"/>
                  </a:cubicBezTo>
                  <a:cubicBezTo>
                    <a:pt x="29" y="99"/>
                    <a:pt x="34" y="61"/>
                    <a:pt x="52" y="37"/>
                  </a:cubicBezTo>
                  <a:cubicBezTo>
                    <a:pt x="65" y="20"/>
                    <a:pt x="83" y="10"/>
                    <a:pt x="101" y="10"/>
                  </a:cubicBezTo>
                  <a:cubicBezTo>
                    <a:pt x="106"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2" name="Freeform 532"/>
            <p:cNvSpPr>
              <a:spLocks/>
            </p:cNvSpPr>
            <p:nvPr>
              <p:custDataLst>
                <p:tags r:id="rId26"/>
              </p:custDataLst>
            </p:nvPr>
          </p:nvSpPr>
          <p:spPr bwMode="auto">
            <a:xfrm>
              <a:off x="4035425" y="2698750"/>
              <a:ext cx="14288" cy="15875"/>
            </a:xfrm>
            <a:custGeom>
              <a:avLst/>
              <a:gdLst>
                <a:gd name="T0" fmla="*/ 41 w 41"/>
                <a:gd name="T1" fmla="*/ 20 h 40"/>
                <a:gd name="T2" fmla="*/ 21 w 41"/>
                <a:gd name="T3" fmla="*/ 0 h 40"/>
                <a:gd name="T4" fmla="*/ 0 w 41"/>
                <a:gd name="T5" fmla="*/ 20 h 40"/>
                <a:gd name="T6" fmla="*/ 20 w 41"/>
                <a:gd name="T7" fmla="*/ 40 h 40"/>
                <a:gd name="T8" fmla="*/ 41 w 41"/>
                <a:gd name="T9" fmla="*/ 20 h 40"/>
              </a:gdLst>
              <a:ahLst/>
              <a:cxnLst>
                <a:cxn ang="0">
                  <a:pos x="T0" y="T1"/>
                </a:cxn>
                <a:cxn ang="0">
                  <a:pos x="T2" y="T3"/>
                </a:cxn>
                <a:cxn ang="0">
                  <a:pos x="T4" y="T5"/>
                </a:cxn>
                <a:cxn ang="0">
                  <a:pos x="T6" y="T7"/>
                </a:cxn>
                <a:cxn ang="0">
                  <a:pos x="T8" y="T9"/>
                </a:cxn>
              </a:cxnLst>
              <a:rect l="0" t="0" r="r" b="b"/>
              <a:pathLst>
                <a:path w="41" h="40">
                  <a:moveTo>
                    <a:pt x="41" y="20"/>
                  </a:moveTo>
                  <a:cubicBezTo>
                    <a:pt x="41" y="8"/>
                    <a:pt x="30" y="0"/>
                    <a:pt x="21" y="0"/>
                  </a:cubicBezTo>
                  <a:cubicBezTo>
                    <a:pt x="9" y="0"/>
                    <a:pt x="0" y="9"/>
                    <a:pt x="0" y="20"/>
                  </a:cubicBezTo>
                  <a:cubicBezTo>
                    <a:pt x="0" y="32"/>
                    <a:pt x="11" y="40"/>
                    <a:pt x="20" y="40"/>
                  </a:cubicBezTo>
                  <a:cubicBezTo>
                    <a:pt x="32" y="40"/>
                    <a:pt x="41" y="31"/>
                    <a:pt x="4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3" name="Freeform 533"/>
            <p:cNvSpPr>
              <a:spLocks noEditPoints="1"/>
            </p:cNvSpPr>
            <p:nvPr>
              <p:custDataLst>
                <p:tags r:id="rId27"/>
              </p:custDataLst>
            </p:nvPr>
          </p:nvSpPr>
          <p:spPr bwMode="auto">
            <a:xfrm>
              <a:off x="4060825" y="2624138"/>
              <a:ext cx="49213" cy="117475"/>
            </a:xfrm>
            <a:custGeom>
              <a:avLst/>
              <a:gdLst>
                <a:gd name="T0" fmla="*/ 153 w 153"/>
                <a:gd name="T1" fmla="*/ 13 h 302"/>
                <a:gd name="T2" fmla="*/ 139 w 153"/>
                <a:gd name="T3" fmla="*/ 0 h 302"/>
                <a:gd name="T4" fmla="*/ 119 w 153"/>
                <a:gd name="T5" fmla="*/ 19 h 302"/>
                <a:gd name="T6" fmla="*/ 133 w 153"/>
                <a:gd name="T7" fmla="*/ 32 h 302"/>
                <a:gd name="T8" fmla="*/ 153 w 153"/>
                <a:gd name="T9" fmla="*/ 13 h 302"/>
                <a:gd name="T10" fmla="*/ 79 w 153"/>
                <a:gd name="T11" fmla="*/ 248 h 302"/>
                <a:gd name="T12" fmla="*/ 34 w 153"/>
                <a:gd name="T13" fmla="*/ 292 h 302"/>
                <a:gd name="T14" fmla="*/ 21 w 153"/>
                <a:gd name="T15" fmla="*/ 290 h 302"/>
                <a:gd name="T16" fmla="*/ 33 w 153"/>
                <a:gd name="T17" fmla="*/ 273 h 302"/>
                <a:gd name="T18" fmla="*/ 20 w 153"/>
                <a:gd name="T19" fmla="*/ 260 h 302"/>
                <a:gd name="T20" fmla="*/ 0 w 153"/>
                <a:gd name="T21" fmla="*/ 280 h 302"/>
                <a:gd name="T22" fmla="*/ 34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1 h 302"/>
                <a:gd name="T34" fmla="*/ 47 w 153"/>
                <a:gd name="T35" fmla="*/ 135 h 302"/>
                <a:gd name="T36" fmla="*/ 54 w 153"/>
                <a:gd name="T37" fmla="*/ 129 h 302"/>
                <a:gd name="T38" fmla="*/ 102 w 153"/>
                <a:gd name="T39" fmla="*/ 87 h 302"/>
                <a:gd name="T40" fmla="*/ 113 w 153"/>
                <a:gd name="T41" fmla="*/ 104 h 302"/>
                <a:gd name="T42" fmla="*/ 112 w 153"/>
                <a:gd name="T43" fmla="*/ 115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8" y="0"/>
                    <a:pt x="139" y="0"/>
                  </a:cubicBezTo>
                  <a:cubicBezTo>
                    <a:pt x="129" y="0"/>
                    <a:pt x="119" y="9"/>
                    <a:pt x="119" y="19"/>
                  </a:cubicBezTo>
                  <a:cubicBezTo>
                    <a:pt x="119" y="24"/>
                    <a:pt x="123" y="32"/>
                    <a:pt x="133" y="32"/>
                  </a:cubicBezTo>
                  <a:cubicBezTo>
                    <a:pt x="143" y="32"/>
                    <a:pt x="153" y="23"/>
                    <a:pt x="153" y="13"/>
                  </a:cubicBezTo>
                  <a:close/>
                  <a:moveTo>
                    <a:pt x="79" y="248"/>
                  </a:moveTo>
                  <a:cubicBezTo>
                    <a:pt x="73" y="272"/>
                    <a:pt x="54" y="292"/>
                    <a:pt x="34" y="292"/>
                  </a:cubicBezTo>
                  <a:cubicBezTo>
                    <a:pt x="29" y="292"/>
                    <a:pt x="25" y="292"/>
                    <a:pt x="21" y="290"/>
                  </a:cubicBezTo>
                  <a:cubicBezTo>
                    <a:pt x="30" y="286"/>
                    <a:pt x="33" y="278"/>
                    <a:pt x="33" y="273"/>
                  </a:cubicBezTo>
                  <a:cubicBezTo>
                    <a:pt x="33" y="264"/>
                    <a:pt x="27" y="260"/>
                    <a:pt x="20" y="260"/>
                  </a:cubicBezTo>
                  <a:cubicBezTo>
                    <a:pt x="9" y="260"/>
                    <a:pt x="0" y="269"/>
                    <a:pt x="0" y="280"/>
                  </a:cubicBezTo>
                  <a:cubicBezTo>
                    <a:pt x="0" y="294"/>
                    <a:pt x="13" y="302"/>
                    <a:pt x="34" y="302"/>
                  </a:cubicBezTo>
                  <a:cubicBezTo>
                    <a:pt x="55" y="302"/>
                    <a:pt x="96" y="290"/>
                    <a:pt x="107" y="247"/>
                  </a:cubicBezTo>
                  <a:lnTo>
                    <a:pt x="138" y="122"/>
                  </a:lnTo>
                  <a:cubicBezTo>
                    <a:pt x="139" y="118"/>
                    <a:pt x="140" y="115"/>
                    <a:pt x="140" y="110"/>
                  </a:cubicBezTo>
                  <a:cubicBezTo>
                    <a:pt x="140" y="91"/>
                    <a:pt x="123" y="77"/>
                    <a:pt x="103" y="77"/>
                  </a:cubicBezTo>
                  <a:cubicBezTo>
                    <a:pt x="64" y="77"/>
                    <a:pt x="42" y="126"/>
                    <a:pt x="42" y="131"/>
                  </a:cubicBezTo>
                  <a:cubicBezTo>
                    <a:pt x="42" y="135"/>
                    <a:pt x="46" y="135"/>
                    <a:pt x="47" y="135"/>
                  </a:cubicBezTo>
                  <a:cubicBezTo>
                    <a:pt x="52" y="135"/>
                    <a:pt x="52" y="134"/>
                    <a:pt x="54" y="129"/>
                  </a:cubicBezTo>
                  <a:cubicBezTo>
                    <a:pt x="63" y="109"/>
                    <a:pt x="81" y="87"/>
                    <a:pt x="102" y="87"/>
                  </a:cubicBezTo>
                  <a:cubicBezTo>
                    <a:pt x="110" y="87"/>
                    <a:pt x="113" y="93"/>
                    <a:pt x="113" y="104"/>
                  </a:cubicBezTo>
                  <a:cubicBezTo>
                    <a:pt x="113" y="108"/>
                    <a:pt x="113" y="113"/>
                    <a:pt x="112"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4" name="Freeform 534"/>
            <p:cNvSpPr>
              <a:spLocks noEditPoints="1"/>
            </p:cNvSpPr>
            <p:nvPr>
              <p:custDataLst>
                <p:tags r:id="rId28"/>
              </p:custDataLst>
            </p:nvPr>
          </p:nvSpPr>
          <p:spPr bwMode="auto">
            <a:xfrm>
              <a:off x="4124325" y="2624138"/>
              <a:ext cx="34925" cy="92075"/>
            </a:xfrm>
            <a:custGeom>
              <a:avLst/>
              <a:gdLst>
                <a:gd name="T0" fmla="*/ 97 w 106"/>
                <a:gd name="T1" fmla="*/ 13 h 235"/>
                <a:gd name="T2" fmla="*/ 83 w 106"/>
                <a:gd name="T3" fmla="*/ 0 h 235"/>
                <a:gd name="T4" fmla="*/ 63 w 106"/>
                <a:gd name="T5" fmla="*/ 19 h 235"/>
                <a:gd name="T6" fmla="*/ 77 w 106"/>
                <a:gd name="T7" fmla="*/ 32 h 235"/>
                <a:gd name="T8" fmla="*/ 97 w 106"/>
                <a:gd name="T9" fmla="*/ 13 h 235"/>
                <a:gd name="T10" fmla="*/ 26 w 106"/>
                <a:gd name="T11" fmla="*/ 190 h 235"/>
                <a:gd name="T12" fmla="*/ 22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0 h 235"/>
                <a:gd name="T28" fmla="*/ 65 w 106"/>
                <a:gd name="T29" fmla="*/ 162 h 235"/>
                <a:gd name="T30" fmla="*/ 82 w 106"/>
                <a:gd name="T31" fmla="*/ 118 h 235"/>
                <a:gd name="T32" fmla="*/ 84 w 106"/>
                <a:gd name="T33" fmla="*/ 107 h 235"/>
                <a:gd name="T34" fmla="*/ 51 w 106"/>
                <a:gd name="T35" fmla="*/ 77 h 235"/>
                <a:gd name="T36" fmla="*/ 0 w 106"/>
                <a:gd name="T37" fmla="*/ 131 h 235"/>
                <a:gd name="T38" fmla="*/ 6 w 106"/>
                <a:gd name="T39" fmla="*/ 135 h 235"/>
                <a:gd name="T40" fmla="*/ 12 w 106"/>
                <a:gd name="T41" fmla="*/ 130 h 235"/>
                <a:gd name="T42" fmla="*/ 50 w 106"/>
                <a:gd name="T43" fmla="*/ 87 h 235"/>
                <a:gd name="T44" fmla="*/ 58 w 106"/>
                <a:gd name="T45" fmla="*/ 99 h 235"/>
                <a:gd name="T46" fmla="*/ 48 w 106"/>
                <a:gd name="T47" fmla="*/ 134 h 235"/>
                <a:gd name="T48" fmla="*/ 26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3" y="0"/>
                    <a:pt x="83" y="0"/>
                  </a:cubicBezTo>
                  <a:cubicBezTo>
                    <a:pt x="73" y="0"/>
                    <a:pt x="63" y="9"/>
                    <a:pt x="63" y="19"/>
                  </a:cubicBezTo>
                  <a:cubicBezTo>
                    <a:pt x="63" y="25"/>
                    <a:pt x="68" y="32"/>
                    <a:pt x="77" y="32"/>
                  </a:cubicBezTo>
                  <a:cubicBezTo>
                    <a:pt x="87" y="32"/>
                    <a:pt x="97" y="22"/>
                    <a:pt x="97" y="13"/>
                  </a:cubicBezTo>
                  <a:close/>
                  <a:moveTo>
                    <a:pt x="26" y="190"/>
                  </a:moveTo>
                  <a:cubicBezTo>
                    <a:pt x="24" y="195"/>
                    <a:pt x="22" y="199"/>
                    <a:pt x="22" y="205"/>
                  </a:cubicBezTo>
                  <a:cubicBezTo>
                    <a:pt x="22" y="221"/>
                    <a:pt x="36" y="235"/>
                    <a:pt x="56" y="235"/>
                  </a:cubicBezTo>
                  <a:cubicBezTo>
                    <a:pt x="90" y="235"/>
                    <a:pt x="106" y="186"/>
                    <a:pt x="106" y="181"/>
                  </a:cubicBezTo>
                  <a:cubicBezTo>
                    <a:pt x="106" y="177"/>
                    <a:pt x="101" y="177"/>
                    <a:pt x="100" y="177"/>
                  </a:cubicBezTo>
                  <a:cubicBezTo>
                    <a:pt x="95" y="177"/>
                    <a:pt x="95" y="179"/>
                    <a:pt x="94" y="183"/>
                  </a:cubicBezTo>
                  <a:cubicBezTo>
                    <a:pt x="86" y="210"/>
                    <a:pt x="70" y="225"/>
                    <a:pt x="57" y="225"/>
                  </a:cubicBezTo>
                  <a:cubicBezTo>
                    <a:pt x="50" y="225"/>
                    <a:pt x="48" y="220"/>
                    <a:pt x="48" y="213"/>
                  </a:cubicBezTo>
                  <a:cubicBezTo>
                    <a:pt x="48" y="205"/>
                    <a:pt x="50" y="198"/>
                    <a:pt x="54" y="190"/>
                  </a:cubicBezTo>
                  <a:cubicBezTo>
                    <a:pt x="57" y="181"/>
                    <a:pt x="61" y="171"/>
                    <a:pt x="65" y="162"/>
                  </a:cubicBezTo>
                  <a:cubicBezTo>
                    <a:pt x="68" y="154"/>
                    <a:pt x="80" y="122"/>
                    <a:pt x="82" y="118"/>
                  </a:cubicBezTo>
                  <a:cubicBezTo>
                    <a:pt x="83" y="115"/>
                    <a:pt x="84" y="110"/>
                    <a:pt x="84" y="107"/>
                  </a:cubicBezTo>
                  <a:cubicBezTo>
                    <a:pt x="84" y="90"/>
                    <a:pt x="70" y="77"/>
                    <a:pt x="51" y="77"/>
                  </a:cubicBezTo>
                  <a:cubicBezTo>
                    <a:pt x="16" y="77"/>
                    <a:pt x="0" y="125"/>
                    <a:pt x="0" y="131"/>
                  </a:cubicBezTo>
                  <a:cubicBezTo>
                    <a:pt x="0" y="135"/>
                    <a:pt x="5" y="135"/>
                    <a:pt x="6" y="135"/>
                  </a:cubicBezTo>
                  <a:cubicBezTo>
                    <a:pt x="11" y="135"/>
                    <a:pt x="11" y="133"/>
                    <a:pt x="12" y="130"/>
                  </a:cubicBezTo>
                  <a:cubicBezTo>
                    <a:pt x="21" y="100"/>
                    <a:pt x="37" y="87"/>
                    <a:pt x="50" y="87"/>
                  </a:cubicBezTo>
                  <a:cubicBezTo>
                    <a:pt x="55" y="87"/>
                    <a:pt x="58" y="90"/>
                    <a:pt x="58" y="99"/>
                  </a:cubicBezTo>
                  <a:cubicBezTo>
                    <a:pt x="58" y="107"/>
                    <a:pt x="56"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5" name="Freeform 535"/>
            <p:cNvSpPr>
              <a:spLocks noEditPoints="1"/>
            </p:cNvSpPr>
            <p:nvPr>
              <p:custDataLst>
                <p:tags r:id="rId29"/>
              </p:custDataLst>
            </p:nvPr>
          </p:nvSpPr>
          <p:spPr bwMode="auto">
            <a:xfrm>
              <a:off x="4170363" y="2620963"/>
              <a:ext cx="57150" cy="95250"/>
            </a:xfrm>
            <a:custGeom>
              <a:avLst/>
              <a:gdLst>
                <a:gd name="T0" fmla="*/ 178 w 179"/>
                <a:gd name="T1" fmla="*/ 10 h 246"/>
                <a:gd name="T2" fmla="*/ 179 w 179"/>
                <a:gd name="T3" fmla="*/ 5 h 246"/>
                <a:gd name="T4" fmla="*/ 174 w 179"/>
                <a:gd name="T5" fmla="*/ 0 h 246"/>
                <a:gd name="T6" fmla="*/ 129 w 179"/>
                <a:gd name="T7" fmla="*/ 3 h 246"/>
                <a:gd name="T8" fmla="*/ 121 w 179"/>
                <a:gd name="T9" fmla="*/ 11 h 246"/>
                <a:gd name="T10" fmla="*/ 130 w 179"/>
                <a:gd name="T11" fmla="*/ 16 h 246"/>
                <a:gd name="T12" fmla="*/ 147 w 179"/>
                <a:gd name="T13" fmla="*/ 22 h 246"/>
                <a:gd name="T14" fmla="*/ 146 w 179"/>
                <a:gd name="T15" fmla="*/ 29 h 246"/>
                <a:gd name="T16" fmla="*/ 126 w 179"/>
                <a:gd name="T17" fmla="*/ 109 h 246"/>
                <a:gd name="T18" fmla="*/ 90 w 179"/>
                <a:gd name="T19" fmla="*/ 88 h 246"/>
                <a:gd name="T20" fmla="*/ 0 w 179"/>
                <a:gd name="T21" fmla="*/ 188 h 246"/>
                <a:gd name="T22" fmla="*/ 53 w 179"/>
                <a:gd name="T23" fmla="*/ 246 h 246"/>
                <a:gd name="T24" fmla="*/ 102 w 179"/>
                <a:gd name="T25" fmla="*/ 221 h 246"/>
                <a:gd name="T26" fmla="*/ 138 w 179"/>
                <a:gd name="T27" fmla="*/ 246 h 246"/>
                <a:gd name="T28" fmla="*/ 165 w 179"/>
                <a:gd name="T29" fmla="*/ 227 h 246"/>
                <a:gd name="T30" fmla="*/ 178 w 179"/>
                <a:gd name="T31" fmla="*/ 192 h 246"/>
                <a:gd name="T32" fmla="*/ 172 w 179"/>
                <a:gd name="T33" fmla="*/ 188 h 246"/>
                <a:gd name="T34" fmla="*/ 164 w 179"/>
                <a:gd name="T35" fmla="*/ 198 h 246"/>
                <a:gd name="T36" fmla="*/ 139 w 179"/>
                <a:gd name="T37" fmla="*/ 236 h 246"/>
                <a:gd name="T38" fmla="*/ 127 w 179"/>
                <a:gd name="T39" fmla="*/ 219 h 246"/>
                <a:gd name="T40" fmla="*/ 129 w 179"/>
                <a:gd name="T41" fmla="*/ 204 h 246"/>
                <a:gd name="T42" fmla="*/ 178 w 179"/>
                <a:gd name="T43" fmla="*/ 10 h 246"/>
                <a:gd name="T44" fmla="*/ 103 w 179"/>
                <a:gd name="T45" fmla="*/ 198 h 246"/>
                <a:gd name="T46" fmla="*/ 86 w 179"/>
                <a:gd name="T47" fmla="*/ 222 h 246"/>
                <a:gd name="T48" fmla="*/ 54 w 179"/>
                <a:gd name="T49" fmla="*/ 236 h 246"/>
                <a:gd name="T50" fmla="*/ 28 w 179"/>
                <a:gd name="T51" fmla="*/ 202 h 246"/>
                <a:gd name="T52" fmla="*/ 46 w 179"/>
                <a:gd name="T53" fmla="*/ 131 h 246"/>
                <a:gd name="T54" fmla="*/ 90 w 179"/>
                <a:gd name="T55" fmla="*/ 98 h 246"/>
                <a:gd name="T56" fmla="*/ 121 w 179"/>
                <a:gd name="T57" fmla="*/ 128 h 246"/>
                <a:gd name="T58" fmla="*/ 120 w 179"/>
                <a:gd name="T59" fmla="*/ 133 h 246"/>
                <a:gd name="T60" fmla="*/ 103 w 179"/>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0"/>
                  </a:moveTo>
                  <a:cubicBezTo>
                    <a:pt x="178" y="10"/>
                    <a:pt x="179" y="5"/>
                    <a:pt x="179" y="5"/>
                  </a:cubicBezTo>
                  <a:cubicBezTo>
                    <a:pt x="179" y="3"/>
                    <a:pt x="178" y="0"/>
                    <a:pt x="174" y="0"/>
                  </a:cubicBezTo>
                  <a:cubicBezTo>
                    <a:pt x="167" y="0"/>
                    <a:pt x="138" y="3"/>
                    <a:pt x="129" y="3"/>
                  </a:cubicBezTo>
                  <a:cubicBezTo>
                    <a:pt x="126" y="4"/>
                    <a:pt x="121" y="4"/>
                    <a:pt x="121" y="11"/>
                  </a:cubicBezTo>
                  <a:cubicBezTo>
                    <a:pt x="121" y="16"/>
                    <a:pt x="126" y="16"/>
                    <a:pt x="130" y="16"/>
                  </a:cubicBezTo>
                  <a:cubicBezTo>
                    <a:pt x="147" y="16"/>
                    <a:pt x="147" y="19"/>
                    <a:pt x="147" y="22"/>
                  </a:cubicBezTo>
                  <a:cubicBezTo>
                    <a:pt x="147" y="24"/>
                    <a:pt x="146" y="26"/>
                    <a:pt x="146" y="29"/>
                  </a:cubicBezTo>
                  <a:lnTo>
                    <a:pt x="126" y="109"/>
                  </a:lnTo>
                  <a:cubicBezTo>
                    <a:pt x="118" y="97"/>
                    <a:pt x="107" y="88"/>
                    <a:pt x="90" y="88"/>
                  </a:cubicBezTo>
                  <a:cubicBezTo>
                    <a:pt x="45" y="88"/>
                    <a:pt x="0" y="137"/>
                    <a:pt x="0" y="188"/>
                  </a:cubicBezTo>
                  <a:cubicBezTo>
                    <a:pt x="0" y="221"/>
                    <a:pt x="23" y="246"/>
                    <a:pt x="53" y="246"/>
                  </a:cubicBezTo>
                  <a:cubicBezTo>
                    <a:pt x="71" y="246"/>
                    <a:pt x="88" y="235"/>
                    <a:pt x="102" y="221"/>
                  </a:cubicBezTo>
                  <a:cubicBezTo>
                    <a:pt x="109" y="242"/>
                    <a:pt x="129" y="246"/>
                    <a:pt x="138" y="246"/>
                  </a:cubicBezTo>
                  <a:cubicBezTo>
                    <a:pt x="150" y="246"/>
                    <a:pt x="159" y="238"/>
                    <a:pt x="165" y="227"/>
                  </a:cubicBezTo>
                  <a:cubicBezTo>
                    <a:pt x="173" y="213"/>
                    <a:pt x="178" y="194"/>
                    <a:pt x="178" y="192"/>
                  </a:cubicBezTo>
                  <a:cubicBezTo>
                    <a:pt x="178" y="188"/>
                    <a:pt x="173" y="188"/>
                    <a:pt x="172" y="188"/>
                  </a:cubicBezTo>
                  <a:cubicBezTo>
                    <a:pt x="167" y="188"/>
                    <a:pt x="167" y="189"/>
                    <a:pt x="164" y="198"/>
                  </a:cubicBezTo>
                  <a:cubicBezTo>
                    <a:pt x="160" y="215"/>
                    <a:pt x="154" y="236"/>
                    <a:pt x="139" y="236"/>
                  </a:cubicBezTo>
                  <a:cubicBezTo>
                    <a:pt x="130" y="236"/>
                    <a:pt x="127" y="228"/>
                    <a:pt x="127" y="219"/>
                  </a:cubicBezTo>
                  <a:cubicBezTo>
                    <a:pt x="127" y="212"/>
                    <a:pt x="128" y="209"/>
                    <a:pt x="129" y="204"/>
                  </a:cubicBezTo>
                  <a:lnTo>
                    <a:pt x="178" y="10"/>
                  </a:lnTo>
                  <a:close/>
                  <a:moveTo>
                    <a:pt x="103" y="198"/>
                  </a:moveTo>
                  <a:cubicBezTo>
                    <a:pt x="101" y="208"/>
                    <a:pt x="93" y="215"/>
                    <a:pt x="86" y="222"/>
                  </a:cubicBezTo>
                  <a:cubicBezTo>
                    <a:pt x="83" y="225"/>
                    <a:pt x="69" y="236"/>
                    <a:pt x="54" y="236"/>
                  </a:cubicBezTo>
                  <a:cubicBezTo>
                    <a:pt x="41" y="236"/>
                    <a:pt x="28" y="227"/>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3"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6" name="Freeform 536"/>
            <p:cNvSpPr>
              <a:spLocks noEditPoints="1"/>
            </p:cNvSpPr>
            <p:nvPr>
              <p:custDataLst>
                <p:tags r:id="rId30"/>
              </p:custDataLst>
            </p:nvPr>
          </p:nvSpPr>
          <p:spPr bwMode="auto">
            <a:xfrm>
              <a:off x="4237038" y="2662238"/>
              <a:ext cx="80963" cy="36513"/>
            </a:xfrm>
            <a:custGeom>
              <a:avLst/>
              <a:gdLst>
                <a:gd name="T0" fmla="*/ 244 w 257"/>
                <a:gd name="T1" fmla="*/ 17 h 94"/>
                <a:gd name="T2" fmla="*/ 257 w 257"/>
                <a:gd name="T3" fmla="*/ 8 h 94"/>
                <a:gd name="T4" fmla="*/ 244 w 257"/>
                <a:gd name="T5" fmla="*/ 0 h 94"/>
                <a:gd name="T6" fmla="*/ 13 w 257"/>
                <a:gd name="T7" fmla="*/ 0 h 94"/>
                <a:gd name="T8" fmla="*/ 0 w 257"/>
                <a:gd name="T9" fmla="*/ 8 h 94"/>
                <a:gd name="T10" fmla="*/ 14 w 257"/>
                <a:gd name="T11" fmla="*/ 17 h 94"/>
                <a:gd name="T12" fmla="*/ 244 w 257"/>
                <a:gd name="T13" fmla="*/ 17 h 94"/>
                <a:gd name="T14" fmla="*/ 244 w 257"/>
                <a:gd name="T15" fmla="*/ 94 h 94"/>
                <a:gd name="T16" fmla="*/ 257 w 257"/>
                <a:gd name="T17" fmla="*/ 85 h 94"/>
                <a:gd name="T18" fmla="*/ 244 w 257"/>
                <a:gd name="T19" fmla="*/ 76 h 94"/>
                <a:gd name="T20" fmla="*/ 14 w 257"/>
                <a:gd name="T21" fmla="*/ 76 h 94"/>
                <a:gd name="T22" fmla="*/ 0 w 257"/>
                <a:gd name="T23" fmla="*/ 85 h 94"/>
                <a:gd name="T24" fmla="*/ 13 w 257"/>
                <a:gd name="T25" fmla="*/ 94 h 94"/>
                <a:gd name="T26" fmla="*/ 244 w 257"/>
                <a:gd name="T2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94">
                  <a:moveTo>
                    <a:pt x="244" y="17"/>
                  </a:moveTo>
                  <a:cubicBezTo>
                    <a:pt x="249" y="17"/>
                    <a:pt x="257" y="17"/>
                    <a:pt x="257" y="8"/>
                  </a:cubicBezTo>
                  <a:cubicBezTo>
                    <a:pt x="257" y="0"/>
                    <a:pt x="249" y="0"/>
                    <a:pt x="244" y="0"/>
                  </a:cubicBezTo>
                  <a:lnTo>
                    <a:pt x="13" y="0"/>
                  </a:lnTo>
                  <a:cubicBezTo>
                    <a:pt x="9" y="0"/>
                    <a:pt x="0" y="0"/>
                    <a:pt x="0" y="8"/>
                  </a:cubicBezTo>
                  <a:cubicBezTo>
                    <a:pt x="0" y="17"/>
                    <a:pt x="8" y="17"/>
                    <a:pt x="14" y="17"/>
                  </a:cubicBezTo>
                  <a:lnTo>
                    <a:pt x="244" y="17"/>
                  </a:lnTo>
                  <a:close/>
                  <a:moveTo>
                    <a:pt x="244" y="94"/>
                  </a:moveTo>
                  <a:cubicBezTo>
                    <a:pt x="249" y="94"/>
                    <a:pt x="257" y="94"/>
                    <a:pt x="257" y="85"/>
                  </a:cubicBezTo>
                  <a:cubicBezTo>
                    <a:pt x="257" y="76"/>
                    <a:pt x="249" y="76"/>
                    <a:pt x="244" y="76"/>
                  </a:cubicBezTo>
                  <a:lnTo>
                    <a:pt x="14" y="76"/>
                  </a:lnTo>
                  <a:cubicBezTo>
                    <a:pt x="8" y="76"/>
                    <a:pt x="0" y="76"/>
                    <a:pt x="0" y="85"/>
                  </a:cubicBezTo>
                  <a:cubicBezTo>
                    <a:pt x="0" y="94"/>
                    <a:pt x="9" y="94"/>
                    <a:pt x="13" y="94"/>
                  </a:cubicBezTo>
                  <a:lnTo>
                    <a:pt x="244"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7" name="Freeform 537"/>
            <p:cNvSpPr>
              <a:spLocks/>
            </p:cNvSpPr>
            <p:nvPr>
              <p:custDataLst>
                <p:tags r:id="rId31"/>
              </p:custDataLst>
            </p:nvPr>
          </p:nvSpPr>
          <p:spPr bwMode="auto">
            <a:xfrm>
              <a:off x="4332288" y="2654300"/>
              <a:ext cx="50800" cy="61913"/>
            </a:xfrm>
            <a:custGeom>
              <a:avLst/>
              <a:gdLst>
                <a:gd name="T0" fmla="*/ 66 w 162"/>
                <a:gd name="T1" fmla="*/ 84 h 158"/>
                <a:gd name="T2" fmla="*/ 75 w 162"/>
                <a:gd name="T3" fmla="*/ 48 h 158"/>
                <a:gd name="T4" fmla="*/ 97 w 162"/>
                <a:gd name="T5" fmla="*/ 20 h 158"/>
                <a:gd name="T6" fmla="*/ 125 w 162"/>
                <a:gd name="T7" fmla="*/ 10 h 158"/>
                <a:gd name="T8" fmla="*/ 144 w 162"/>
                <a:gd name="T9" fmla="*/ 15 h 158"/>
                <a:gd name="T10" fmla="*/ 129 w 162"/>
                <a:gd name="T11" fmla="*/ 34 h 158"/>
                <a:gd name="T12" fmla="*/ 143 w 162"/>
                <a:gd name="T13" fmla="*/ 47 h 158"/>
                <a:gd name="T14" fmla="*/ 162 w 162"/>
                <a:gd name="T15" fmla="*/ 26 h 158"/>
                <a:gd name="T16" fmla="*/ 126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4 w 162"/>
                <a:gd name="T29" fmla="*/ 48 h 158"/>
                <a:gd name="T30" fmla="*/ 39 w 162"/>
                <a:gd name="T31" fmla="*/ 10 h 158"/>
                <a:gd name="T32" fmla="*/ 51 w 162"/>
                <a:gd name="T33" fmla="*/ 27 h 158"/>
                <a:gd name="T34" fmla="*/ 45 w 162"/>
                <a:gd name="T35" fmla="*/ 56 h 158"/>
                <a:gd name="T36" fmla="*/ 38 w 162"/>
                <a:gd name="T37" fmla="*/ 87 h 158"/>
                <a:gd name="T38" fmla="*/ 27 w 162"/>
                <a:gd name="T39" fmla="*/ 132 h 158"/>
                <a:gd name="T40" fmla="*/ 23 w 162"/>
                <a:gd name="T41" fmla="*/ 146 h 158"/>
                <a:gd name="T42" fmla="*/ 35 w 162"/>
                <a:gd name="T43" fmla="*/ 158 h 158"/>
                <a:gd name="T44" fmla="*/ 50 w 162"/>
                <a:gd name="T45" fmla="*/ 147 h 158"/>
                <a:gd name="T46" fmla="*/ 56 w 162"/>
                <a:gd name="T47" fmla="*/ 121 h 158"/>
                <a:gd name="T48" fmla="*/ 66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6" y="84"/>
                  </a:moveTo>
                  <a:cubicBezTo>
                    <a:pt x="66" y="81"/>
                    <a:pt x="74" y="50"/>
                    <a:pt x="75" y="48"/>
                  </a:cubicBezTo>
                  <a:cubicBezTo>
                    <a:pt x="76" y="46"/>
                    <a:pt x="86" y="28"/>
                    <a:pt x="97" y="20"/>
                  </a:cubicBezTo>
                  <a:cubicBezTo>
                    <a:pt x="101" y="17"/>
                    <a:pt x="110" y="10"/>
                    <a:pt x="125" y="10"/>
                  </a:cubicBezTo>
                  <a:cubicBezTo>
                    <a:pt x="129" y="10"/>
                    <a:pt x="137" y="10"/>
                    <a:pt x="144" y="15"/>
                  </a:cubicBezTo>
                  <a:cubicBezTo>
                    <a:pt x="133" y="18"/>
                    <a:pt x="129" y="28"/>
                    <a:pt x="129" y="34"/>
                  </a:cubicBezTo>
                  <a:cubicBezTo>
                    <a:pt x="129" y="42"/>
                    <a:pt x="135" y="47"/>
                    <a:pt x="143" y="47"/>
                  </a:cubicBezTo>
                  <a:cubicBezTo>
                    <a:pt x="151" y="47"/>
                    <a:pt x="162" y="40"/>
                    <a:pt x="162" y="26"/>
                  </a:cubicBezTo>
                  <a:cubicBezTo>
                    <a:pt x="162" y="8"/>
                    <a:pt x="143" y="0"/>
                    <a:pt x="126" y="0"/>
                  </a:cubicBezTo>
                  <a:cubicBezTo>
                    <a:pt x="107" y="0"/>
                    <a:pt x="92" y="8"/>
                    <a:pt x="76" y="25"/>
                  </a:cubicBezTo>
                  <a:cubicBezTo>
                    <a:pt x="70" y="4"/>
                    <a:pt x="49" y="0"/>
                    <a:pt x="40" y="0"/>
                  </a:cubicBezTo>
                  <a:cubicBezTo>
                    <a:pt x="28" y="0"/>
                    <a:pt x="19" y="8"/>
                    <a:pt x="13" y="18"/>
                  </a:cubicBezTo>
                  <a:cubicBezTo>
                    <a:pt x="5" y="32"/>
                    <a:pt x="0" y="52"/>
                    <a:pt x="0" y="54"/>
                  </a:cubicBezTo>
                  <a:cubicBezTo>
                    <a:pt x="0" y="58"/>
                    <a:pt x="5" y="58"/>
                    <a:pt x="6" y="58"/>
                  </a:cubicBezTo>
                  <a:cubicBezTo>
                    <a:pt x="11" y="58"/>
                    <a:pt x="12" y="57"/>
                    <a:pt x="14" y="48"/>
                  </a:cubicBezTo>
                  <a:cubicBezTo>
                    <a:pt x="19" y="26"/>
                    <a:pt x="26" y="10"/>
                    <a:pt x="39" y="10"/>
                  </a:cubicBezTo>
                  <a:cubicBezTo>
                    <a:pt x="48" y="10"/>
                    <a:pt x="51" y="18"/>
                    <a:pt x="51" y="27"/>
                  </a:cubicBezTo>
                  <a:cubicBezTo>
                    <a:pt x="51" y="34"/>
                    <a:pt x="48" y="47"/>
                    <a:pt x="45" y="56"/>
                  </a:cubicBezTo>
                  <a:cubicBezTo>
                    <a:pt x="43" y="65"/>
                    <a:pt x="39" y="80"/>
                    <a:pt x="38" y="87"/>
                  </a:cubicBezTo>
                  <a:lnTo>
                    <a:pt x="27" y="132"/>
                  </a:lnTo>
                  <a:cubicBezTo>
                    <a:pt x="25" y="137"/>
                    <a:pt x="23" y="145"/>
                    <a:pt x="23" y="146"/>
                  </a:cubicBezTo>
                  <a:cubicBezTo>
                    <a:pt x="23" y="154"/>
                    <a:pt x="29" y="158"/>
                    <a:pt x="35" y="158"/>
                  </a:cubicBezTo>
                  <a:cubicBezTo>
                    <a:pt x="40" y="158"/>
                    <a:pt x="47" y="154"/>
                    <a:pt x="50" y="147"/>
                  </a:cubicBezTo>
                  <a:cubicBezTo>
                    <a:pt x="51" y="145"/>
                    <a:pt x="54" y="130"/>
                    <a:pt x="56" y="121"/>
                  </a:cubicBezTo>
                  <a:lnTo>
                    <a:pt x="66"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8" name="Freeform 538"/>
            <p:cNvSpPr>
              <a:spLocks noEditPoints="1"/>
            </p:cNvSpPr>
            <p:nvPr>
              <p:custDataLst>
                <p:tags r:id="rId32"/>
              </p:custDataLst>
            </p:nvPr>
          </p:nvSpPr>
          <p:spPr bwMode="auto">
            <a:xfrm>
              <a:off x="4395788" y="2654300"/>
              <a:ext cx="47625" cy="61913"/>
            </a:xfrm>
            <a:custGeom>
              <a:avLst/>
              <a:gdLst>
                <a:gd name="T0" fmla="*/ 55 w 149"/>
                <a:gd name="T1" fmla="*/ 75 h 158"/>
                <a:gd name="T2" fmla="*/ 111 w 149"/>
                <a:gd name="T3" fmla="*/ 67 h 158"/>
                <a:gd name="T4" fmla="*/ 142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3 w 149"/>
                <a:gd name="T19" fmla="*/ 148 h 158"/>
                <a:gd name="T20" fmla="*/ 29 w 149"/>
                <a:gd name="T21" fmla="*/ 106 h 158"/>
                <a:gd name="T22" fmla="*/ 33 w 149"/>
                <a:gd name="T23" fmla="*/ 75 h 158"/>
                <a:gd name="T24" fmla="*/ 55 w 149"/>
                <a:gd name="T25" fmla="*/ 75 h 158"/>
                <a:gd name="T26" fmla="*/ 36 w 149"/>
                <a:gd name="T27" fmla="*/ 65 h 158"/>
                <a:gd name="T28" fmla="*/ 98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5"/>
                  </a:moveTo>
                  <a:cubicBezTo>
                    <a:pt x="65" y="75"/>
                    <a:pt x="92" y="74"/>
                    <a:pt x="111" y="67"/>
                  </a:cubicBezTo>
                  <a:cubicBezTo>
                    <a:pt x="137" y="58"/>
                    <a:pt x="142" y="41"/>
                    <a:pt x="142" y="31"/>
                  </a:cubicBezTo>
                  <a:cubicBezTo>
                    <a:pt x="142" y="12"/>
                    <a:pt x="122" y="0"/>
                    <a:pt x="98" y="0"/>
                  </a:cubicBezTo>
                  <a:cubicBezTo>
                    <a:pt x="56" y="0"/>
                    <a:pt x="0" y="32"/>
                    <a:pt x="0" y="92"/>
                  </a:cubicBezTo>
                  <a:cubicBezTo>
                    <a:pt x="0" y="127"/>
                    <a:pt x="22" y="158"/>
                    <a:pt x="63" y="158"/>
                  </a:cubicBezTo>
                  <a:cubicBezTo>
                    <a:pt x="122" y="158"/>
                    <a:pt x="149" y="123"/>
                    <a:pt x="149" y="118"/>
                  </a:cubicBezTo>
                  <a:cubicBezTo>
                    <a:pt x="149" y="116"/>
                    <a:pt x="146" y="112"/>
                    <a:pt x="143" y="112"/>
                  </a:cubicBezTo>
                  <a:cubicBezTo>
                    <a:pt x="141" y="112"/>
                    <a:pt x="141" y="113"/>
                    <a:pt x="138" y="116"/>
                  </a:cubicBezTo>
                  <a:cubicBezTo>
                    <a:pt x="111" y="148"/>
                    <a:pt x="70" y="148"/>
                    <a:pt x="63" y="148"/>
                  </a:cubicBezTo>
                  <a:cubicBezTo>
                    <a:pt x="43" y="148"/>
                    <a:pt x="29" y="134"/>
                    <a:pt x="29" y="106"/>
                  </a:cubicBezTo>
                  <a:cubicBezTo>
                    <a:pt x="29" y="101"/>
                    <a:pt x="29" y="94"/>
                    <a:pt x="33" y="75"/>
                  </a:cubicBezTo>
                  <a:lnTo>
                    <a:pt x="55" y="75"/>
                  </a:lnTo>
                  <a:close/>
                  <a:moveTo>
                    <a:pt x="36" y="65"/>
                  </a:moveTo>
                  <a:cubicBezTo>
                    <a:pt x="50" y="14"/>
                    <a:pt x="89" y="10"/>
                    <a:pt x="98"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9" name="Freeform 539"/>
            <p:cNvSpPr>
              <a:spLocks/>
            </p:cNvSpPr>
            <p:nvPr>
              <p:custDataLst>
                <p:tags r:id="rId33"/>
              </p:custDataLst>
            </p:nvPr>
          </p:nvSpPr>
          <p:spPr bwMode="auto">
            <a:xfrm>
              <a:off x="4454525" y="2654300"/>
              <a:ext cx="50800" cy="61913"/>
            </a:xfrm>
            <a:custGeom>
              <a:avLst/>
              <a:gdLst>
                <a:gd name="T0" fmla="*/ 37 w 160"/>
                <a:gd name="T1" fmla="*/ 123 h 158"/>
                <a:gd name="T2" fmla="*/ 82 w 160"/>
                <a:gd name="T3" fmla="*/ 84 h 158"/>
                <a:gd name="T4" fmla="*/ 126 w 160"/>
                <a:gd name="T5" fmla="*/ 47 h 158"/>
                <a:gd name="T6" fmla="*/ 160 w 160"/>
                <a:gd name="T7" fmla="*/ 4 h 158"/>
                <a:gd name="T8" fmla="*/ 154 w 160"/>
                <a:gd name="T9" fmla="*/ 0 h 158"/>
                <a:gd name="T10" fmla="*/ 148 w 160"/>
                <a:gd name="T11" fmla="*/ 4 h 158"/>
                <a:gd name="T12" fmla="*/ 122 w 160"/>
                <a:gd name="T13" fmla="*/ 25 h 158"/>
                <a:gd name="T14" fmla="*/ 102 w 160"/>
                <a:gd name="T15" fmla="*/ 14 h 158"/>
                <a:gd name="T16" fmla="*/ 75 w 160"/>
                <a:gd name="T17" fmla="*/ 0 h 158"/>
                <a:gd name="T18" fmla="*/ 28 w 160"/>
                <a:gd name="T19" fmla="*/ 41 h 158"/>
                <a:gd name="T20" fmla="*/ 34 w 160"/>
                <a:gd name="T21" fmla="*/ 45 h 158"/>
                <a:gd name="T22" fmla="*/ 40 w 160"/>
                <a:gd name="T23" fmla="*/ 40 h 158"/>
                <a:gd name="T24" fmla="*/ 70 w 160"/>
                <a:gd name="T25" fmla="*/ 27 h 158"/>
                <a:gd name="T26" fmla="*/ 92 w 160"/>
                <a:gd name="T27" fmla="*/ 31 h 158"/>
                <a:gd name="T28" fmla="*/ 123 w 160"/>
                <a:gd name="T29" fmla="*/ 35 h 158"/>
                <a:gd name="T30" fmla="*/ 74 w 160"/>
                <a:gd name="T31" fmla="*/ 77 h 158"/>
                <a:gd name="T32" fmla="*/ 31 w 160"/>
                <a:gd name="T33" fmla="*/ 114 h 158"/>
                <a:gd name="T34" fmla="*/ 0 w 160"/>
                <a:gd name="T35" fmla="*/ 153 h 158"/>
                <a:gd name="T36" fmla="*/ 6 w 160"/>
                <a:gd name="T37" fmla="*/ 158 h 158"/>
                <a:gd name="T38" fmla="*/ 12 w 160"/>
                <a:gd name="T39" fmla="*/ 154 h 158"/>
                <a:gd name="T40" fmla="*/ 44 w 160"/>
                <a:gd name="T41" fmla="*/ 133 h 158"/>
                <a:gd name="T42" fmla="*/ 63 w 160"/>
                <a:gd name="T43" fmla="*/ 142 h 158"/>
                <a:gd name="T44" fmla="*/ 92 w 160"/>
                <a:gd name="T45" fmla="*/ 158 h 158"/>
                <a:gd name="T46" fmla="*/ 152 w 160"/>
                <a:gd name="T47" fmla="*/ 103 h 158"/>
                <a:gd name="T48" fmla="*/ 146 w 160"/>
                <a:gd name="T49" fmla="*/ 99 h 158"/>
                <a:gd name="T50" fmla="*/ 140 w 160"/>
                <a:gd name="T51" fmla="*/ 105 h 158"/>
                <a:gd name="T52" fmla="*/ 96 w 160"/>
                <a:gd name="T53" fmla="*/ 130 h 158"/>
                <a:gd name="T54" fmla="*/ 70 w 160"/>
                <a:gd name="T55" fmla="*/ 127 h 158"/>
                <a:gd name="T56" fmla="*/ 45 w 160"/>
                <a:gd name="T57" fmla="*/ 123 h 158"/>
                <a:gd name="T58" fmla="*/ 37 w 160"/>
                <a:gd name="T59" fmla="*/ 12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58">
                  <a:moveTo>
                    <a:pt x="37" y="123"/>
                  </a:moveTo>
                  <a:cubicBezTo>
                    <a:pt x="46" y="114"/>
                    <a:pt x="53" y="108"/>
                    <a:pt x="82" y="84"/>
                  </a:cubicBezTo>
                  <a:cubicBezTo>
                    <a:pt x="90" y="78"/>
                    <a:pt x="116" y="57"/>
                    <a:pt x="126" y="47"/>
                  </a:cubicBezTo>
                  <a:cubicBezTo>
                    <a:pt x="147" y="26"/>
                    <a:pt x="160" y="9"/>
                    <a:pt x="160" y="4"/>
                  </a:cubicBezTo>
                  <a:cubicBezTo>
                    <a:pt x="160" y="0"/>
                    <a:pt x="156" y="0"/>
                    <a:pt x="154" y="0"/>
                  </a:cubicBezTo>
                  <a:cubicBezTo>
                    <a:pt x="151" y="0"/>
                    <a:pt x="150" y="1"/>
                    <a:pt x="148" y="4"/>
                  </a:cubicBezTo>
                  <a:cubicBezTo>
                    <a:pt x="138" y="20"/>
                    <a:pt x="130" y="25"/>
                    <a:pt x="122" y="25"/>
                  </a:cubicBezTo>
                  <a:cubicBezTo>
                    <a:pt x="118" y="25"/>
                    <a:pt x="113" y="25"/>
                    <a:pt x="102" y="14"/>
                  </a:cubicBezTo>
                  <a:cubicBezTo>
                    <a:pt x="90" y="3"/>
                    <a:pt x="83" y="0"/>
                    <a:pt x="75" y="0"/>
                  </a:cubicBezTo>
                  <a:cubicBezTo>
                    <a:pt x="47" y="0"/>
                    <a:pt x="28" y="31"/>
                    <a:pt x="28" y="41"/>
                  </a:cubicBezTo>
                  <a:cubicBezTo>
                    <a:pt x="28" y="44"/>
                    <a:pt x="31" y="45"/>
                    <a:pt x="34" y="45"/>
                  </a:cubicBezTo>
                  <a:cubicBezTo>
                    <a:pt x="38" y="45"/>
                    <a:pt x="39" y="44"/>
                    <a:pt x="40" y="40"/>
                  </a:cubicBezTo>
                  <a:cubicBezTo>
                    <a:pt x="45" y="28"/>
                    <a:pt x="65" y="27"/>
                    <a:pt x="70" y="27"/>
                  </a:cubicBezTo>
                  <a:cubicBezTo>
                    <a:pt x="78" y="27"/>
                    <a:pt x="87" y="29"/>
                    <a:pt x="92" y="31"/>
                  </a:cubicBezTo>
                  <a:cubicBezTo>
                    <a:pt x="112" y="35"/>
                    <a:pt x="114" y="35"/>
                    <a:pt x="123" y="35"/>
                  </a:cubicBezTo>
                  <a:cubicBezTo>
                    <a:pt x="114" y="44"/>
                    <a:pt x="107" y="50"/>
                    <a:pt x="74" y="77"/>
                  </a:cubicBezTo>
                  <a:cubicBezTo>
                    <a:pt x="47" y="99"/>
                    <a:pt x="38" y="107"/>
                    <a:pt x="31" y="114"/>
                  </a:cubicBezTo>
                  <a:cubicBezTo>
                    <a:pt x="10" y="135"/>
                    <a:pt x="0" y="150"/>
                    <a:pt x="0" y="153"/>
                  </a:cubicBezTo>
                  <a:cubicBezTo>
                    <a:pt x="0" y="158"/>
                    <a:pt x="4" y="158"/>
                    <a:pt x="6" y="158"/>
                  </a:cubicBezTo>
                  <a:cubicBezTo>
                    <a:pt x="9" y="158"/>
                    <a:pt x="10" y="157"/>
                    <a:pt x="12" y="154"/>
                  </a:cubicBezTo>
                  <a:cubicBezTo>
                    <a:pt x="21" y="141"/>
                    <a:pt x="32" y="133"/>
                    <a:pt x="44" y="133"/>
                  </a:cubicBezTo>
                  <a:cubicBezTo>
                    <a:pt x="48" y="133"/>
                    <a:pt x="53" y="133"/>
                    <a:pt x="63" y="142"/>
                  </a:cubicBezTo>
                  <a:cubicBezTo>
                    <a:pt x="74" y="152"/>
                    <a:pt x="80" y="158"/>
                    <a:pt x="92" y="158"/>
                  </a:cubicBezTo>
                  <a:cubicBezTo>
                    <a:pt x="129" y="158"/>
                    <a:pt x="152" y="115"/>
                    <a:pt x="152" y="103"/>
                  </a:cubicBezTo>
                  <a:cubicBezTo>
                    <a:pt x="152" y="99"/>
                    <a:pt x="148" y="99"/>
                    <a:pt x="146" y="99"/>
                  </a:cubicBezTo>
                  <a:cubicBezTo>
                    <a:pt x="142" y="99"/>
                    <a:pt x="142" y="101"/>
                    <a:pt x="140" y="105"/>
                  </a:cubicBezTo>
                  <a:cubicBezTo>
                    <a:pt x="133" y="122"/>
                    <a:pt x="113" y="130"/>
                    <a:pt x="96" y="130"/>
                  </a:cubicBezTo>
                  <a:cubicBezTo>
                    <a:pt x="88" y="130"/>
                    <a:pt x="79" y="129"/>
                    <a:pt x="70" y="127"/>
                  </a:cubicBezTo>
                  <a:cubicBezTo>
                    <a:pt x="54" y="123"/>
                    <a:pt x="52" y="123"/>
                    <a:pt x="45" y="123"/>
                  </a:cubicBezTo>
                  <a:cubicBezTo>
                    <a:pt x="45" y="123"/>
                    <a:pt x="39" y="123"/>
                    <a:pt x="37"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0" name="Freeform 540"/>
            <p:cNvSpPr>
              <a:spLocks noEditPoints="1"/>
            </p:cNvSpPr>
            <p:nvPr>
              <p:custDataLst>
                <p:tags r:id="rId34"/>
              </p:custDataLst>
            </p:nvPr>
          </p:nvSpPr>
          <p:spPr bwMode="auto">
            <a:xfrm>
              <a:off x="4519613" y="2654300"/>
              <a:ext cx="47625" cy="61913"/>
            </a:xfrm>
            <a:custGeom>
              <a:avLst/>
              <a:gdLst>
                <a:gd name="T0" fmla="*/ 54 w 149"/>
                <a:gd name="T1" fmla="*/ 75 h 158"/>
                <a:gd name="T2" fmla="*/ 111 w 149"/>
                <a:gd name="T3" fmla="*/ 67 h 158"/>
                <a:gd name="T4" fmla="*/ 141 w 149"/>
                <a:gd name="T5" fmla="*/ 31 h 158"/>
                <a:gd name="T6" fmla="*/ 98 w 149"/>
                <a:gd name="T7" fmla="*/ 0 h 158"/>
                <a:gd name="T8" fmla="*/ 0 w 149"/>
                <a:gd name="T9" fmla="*/ 92 h 158"/>
                <a:gd name="T10" fmla="*/ 62 w 149"/>
                <a:gd name="T11" fmla="*/ 158 h 158"/>
                <a:gd name="T12" fmla="*/ 149 w 149"/>
                <a:gd name="T13" fmla="*/ 118 h 158"/>
                <a:gd name="T14" fmla="*/ 143 w 149"/>
                <a:gd name="T15" fmla="*/ 112 h 158"/>
                <a:gd name="T16" fmla="*/ 137 w 149"/>
                <a:gd name="T17" fmla="*/ 116 h 158"/>
                <a:gd name="T18" fmla="*/ 63 w 149"/>
                <a:gd name="T19" fmla="*/ 148 h 158"/>
                <a:gd name="T20" fmla="*/ 28 w 149"/>
                <a:gd name="T21" fmla="*/ 106 h 158"/>
                <a:gd name="T22" fmla="*/ 32 w 149"/>
                <a:gd name="T23" fmla="*/ 75 h 158"/>
                <a:gd name="T24" fmla="*/ 54 w 149"/>
                <a:gd name="T25" fmla="*/ 75 h 158"/>
                <a:gd name="T26" fmla="*/ 35 w 149"/>
                <a:gd name="T27" fmla="*/ 65 h 158"/>
                <a:gd name="T28" fmla="*/ 98 w 149"/>
                <a:gd name="T29" fmla="*/ 10 h 158"/>
                <a:gd name="T30" fmla="*/ 126 w 149"/>
                <a:gd name="T31" fmla="*/ 31 h 158"/>
                <a:gd name="T32" fmla="*/ 52 w 149"/>
                <a:gd name="T33" fmla="*/ 65 h 158"/>
                <a:gd name="T34" fmla="*/ 35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4" y="75"/>
                  </a:moveTo>
                  <a:cubicBezTo>
                    <a:pt x="64" y="75"/>
                    <a:pt x="92" y="74"/>
                    <a:pt x="111" y="67"/>
                  </a:cubicBezTo>
                  <a:cubicBezTo>
                    <a:pt x="136" y="58"/>
                    <a:pt x="141" y="41"/>
                    <a:pt x="141" y="31"/>
                  </a:cubicBezTo>
                  <a:cubicBezTo>
                    <a:pt x="141" y="12"/>
                    <a:pt x="122" y="0"/>
                    <a:pt x="98" y="0"/>
                  </a:cubicBezTo>
                  <a:cubicBezTo>
                    <a:pt x="56" y="0"/>
                    <a:pt x="0" y="32"/>
                    <a:pt x="0" y="92"/>
                  </a:cubicBezTo>
                  <a:cubicBezTo>
                    <a:pt x="0" y="127"/>
                    <a:pt x="22" y="158"/>
                    <a:pt x="62" y="158"/>
                  </a:cubicBezTo>
                  <a:cubicBezTo>
                    <a:pt x="121" y="158"/>
                    <a:pt x="149" y="123"/>
                    <a:pt x="149" y="118"/>
                  </a:cubicBezTo>
                  <a:cubicBezTo>
                    <a:pt x="149" y="116"/>
                    <a:pt x="146" y="112"/>
                    <a:pt x="143" y="112"/>
                  </a:cubicBezTo>
                  <a:cubicBezTo>
                    <a:pt x="141" y="112"/>
                    <a:pt x="140" y="113"/>
                    <a:pt x="137" y="116"/>
                  </a:cubicBezTo>
                  <a:cubicBezTo>
                    <a:pt x="110" y="148"/>
                    <a:pt x="69" y="148"/>
                    <a:pt x="63" y="148"/>
                  </a:cubicBezTo>
                  <a:cubicBezTo>
                    <a:pt x="42" y="148"/>
                    <a:pt x="28" y="134"/>
                    <a:pt x="28" y="106"/>
                  </a:cubicBezTo>
                  <a:cubicBezTo>
                    <a:pt x="28" y="101"/>
                    <a:pt x="28" y="94"/>
                    <a:pt x="32" y="75"/>
                  </a:cubicBezTo>
                  <a:lnTo>
                    <a:pt x="54" y="75"/>
                  </a:lnTo>
                  <a:close/>
                  <a:moveTo>
                    <a:pt x="35" y="65"/>
                  </a:moveTo>
                  <a:cubicBezTo>
                    <a:pt x="50" y="14"/>
                    <a:pt x="88" y="10"/>
                    <a:pt x="98" y="10"/>
                  </a:cubicBezTo>
                  <a:cubicBezTo>
                    <a:pt x="113" y="10"/>
                    <a:pt x="126" y="18"/>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1" name="Freeform 541"/>
            <p:cNvSpPr>
              <a:spLocks/>
            </p:cNvSpPr>
            <p:nvPr>
              <p:custDataLst>
                <p:tags r:id="rId35"/>
              </p:custDataLst>
            </p:nvPr>
          </p:nvSpPr>
          <p:spPr bwMode="auto">
            <a:xfrm>
              <a:off x="4578350" y="2654300"/>
              <a:ext cx="50800" cy="61913"/>
            </a:xfrm>
            <a:custGeom>
              <a:avLst/>
              <a:gdLst>
                <a:gd name="T0" fmla="*/ 65 w 162"/>
                <a:gd name="T1" fmla="*/ 84 h 158"/>
                <a:gd name="T2" fmla="*/ 74 w 162"/>
                <a:gd name="T3" fmla="*/ 48 h 158"/>
                <a:gd name="T4" fmla="*/ 96 w 162"/>
                <a:gd name="T5" fmla="*/ 20 h 158"/>
                <a:gd name="T6" fmla="*/ 124 w 162"/>
                <a:gd name="T7" fmla="*/ 10 h 158"/>
                <a:gd name="T8" fmla="*/ 144 w 162"/>
                <a:gd name="T9" fmla="*/ 15 h 158"/>
                <a:gd name="T10" fmla="*/ 128 w 162"/>
                <a:gd name="T11" fmla="*/ 34 h 158"/>
                <a:gd name="T12" fmla="*/ 142 w 162"/>
                <a:gd name="T13" fmla="*/ 47 h 158"/>
                <a:gd name="T14" fmla="*/ 162 w 162"/>
                <a:gd name="T15" fmla="*/ 26 h 158"/>
                <a:gd name="T16" fmla="*/ 125 w 162"/>
                <a:gd name="T17" fmla="*/ 0 h 158"/>
                <a:gd name="T18" fmla="*/ 76 w 162"/>
                <a:gd name="T19" fmla="*/ 25 h 158"/>
                <a:gd name="T20" fmla="*/ 40 w 162"/>
                <a:gd name="T21" fmla="*/ 0 h 158"/>
                <a:gd name="T22" fmla="*/ 12 w 162"/>
                <a:gd name="T23" fmla="*/ 18 h 158"/>
                <a:gd name="T24" fmla="*/ 0 w 162"/>
                <a:gd name="T25" fmla="*/ 54 h 158"/>
                <a:gd name="T26" fmla="*/ 6 w 162"/>
                <a:gd name="T27" fmla="*/ 58 h 158"/>
                <a:gd name="T28" fmla="*/ 13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2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5" y="81"/>
                    <a:pt x="73" y="50"/>
                    <a:pt x="74" y="48"/>
                  </a:cubicBezTo>
                  <a:cubicBezTo>
                    <a:pt x="75" y="46"/>
                    <a:pt x="85" y="28"/>
                    <a:pt x="96" y="20"/>
                  </a:cubicBezTo>
                  <a:cubicBezTo>
                    <a:pt x="100" y="17"/>
                    <a:pt x="109" y="10"/>
                    <a:pt x="124" y="10"/>
                  </a:cubicBezTo>
                  <a:cubicBezTo>
                    <a:pt x="128" y="10"/>
                    <a:pt x="137" y="10"/>
                    <a:pt x="144" y="15"/>
                  </a:cubicBezTo>
                  <a:cubicBezTo>
                    <a:pt x="132" y="18"/>
                    <a:pt x="128" y="28"/>
                    <a:pt x="128" y="34"/>
                  </a:cubicBezTo>
                  <a:cubicBezTo>
                    <a:pt x="128" y="42"/>
                    <a:pt x="134" y="47"/>
                    <a:pt x="142" y="47"/>
                  </a:cubicBezTo>
                  <a:cubicBezTo>
                    <a:pt x="150" y="47"/>
                    <a:pt x="162" y="40"/>
                    <a:pt x="162" y="26"/>
                  </a:cubicBezTo>
                  <a:cubicBezTo>
                    <a:pt x="162" y="8"/>
                    <a:pt x="143" y="0"/>
                    <a:pt x="125" y="0"/>
                  </a:cubicBezTo>
                  <a:cubicBezTo>
                    <a:pt x="107" y="0"/>
                    <a:pt x="91" y="8"/>
                    <a:pt x="76" y="25"/>
                  </a:cubicBezTo>
                  <a:cubicBezTo>
                    <a:pt x="69" y="4"/>
                    <a:pt x="48" y="0"/>
                    <a:pt x="40" y="0"/>
                  </a:cubicBezTo>
                  <a:cubicBezTo>
                    <a:pt x="27" y="0"/>
                    <a:pt x="18" y="8"/>
                    <a:pt x="12" y="18"/>
                  </a:cubicBezTo>
                  <a:cubicBezTo>
                    <a:pt x="4" y="32"/>
                    <a:pt x="0" y="52"/>
                    <a:pt x="0" y="54"/>
                  </a:cubicBezTo>
                  <a:cubicBezTo>
                    <a:pt x="0" y="58"/>
                    <a:pt x="4" y="58"/>
                    <a:pt x="6" y="58"/>
                  </a:cubicBezTo>
                  <a:cubicBezTo>
                    <a:pt x="10" y="58"/>
                    <a:pt x="11" y="57"/>
                    <a:pt x="13" y="48"/>
                  </a:cubicBezTo>
                  <a:cubicBezTo>
                    <a:pt x="18" y="26"/>
                    <a:pt x="25" y="10"/>
                    <a:pt x="39" y="10"/>
                  </a:cubicBezTo>
                  <a:cubicBezTo>
                    <a:pt x="48" y="10"/>
                    <a:pt x="50" y="18"/>
                    <a:pt x="50" y="27"/>
                  </a:cubicBezTo>
                  <a:cubicBezTo>
                    <a:pt x="50" y="34"/>
                    <a:pt x="47" y="47"/>
                    <a:pt x="45" y="56"/>
                  </a:cubicBezTo>
                  <a:cubicBezTo>
                    <a:pt x="42" y="65"/>
                    <a:pt x="39" y="80"/>
                    <a:pt x="37" y="87"/>
                  </a:cubicBezTo>
                  <a:lnTo>
                    <a:pt x="26" y="132"/>
                  </a:lnTo>
                  <a:cubicBezTo>
                    <a:pt x="24" y="137"/>
                    <a:pt x="22" y="145"/>
                    <a:pt x="22" y="146"/>
                  </a:cubicBezTo>
                  <a:cubicBezTo>
                    <a:pt x="22" y="154"/>
                    <a:pt x="29" y="158"/>
                    <a:pt x="34" y="158"/>
                  </a:cubicBezTo>
                  <a:cubicBezTo>
                    <a:pt x="39" y="158"/>
                    <a:pt x="46"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2" name="Freeform 542"/>
            <p:cNvSpPr>
              <a:spLocks/>
            </p:cNvSpPr>
            <p:nvPr>
              <p:custDataLst>
                <p:tags r:id="rId36"/>
              </p:custDataLst>
            </p:nvPr>
          </p:nvSpPr>
          <p:spPr bwMode="auto">
            <a:xfrm>
              <a:off x="4640263" y="2654300"/>
              <a:ext cx="52388" cy="61913"/>
            </a:xfrm>
            <a:custGeom>
              <a:avLst/>
              <a:gdLst>
                <a:gd name="T0" fmla="*/ 170 w 170"/>
                <a:gd name="T1" fmla="*/ 27 h 158"/>
                <a:gd name="T2" fmla="*/ 153 w 170"/>
                <a:gd name="T3" fmla="*/ 0 h 158"/>
                <a:gd name="T4" fmla="*/ 134 w 170"/>
                <a:gd name="T5" fmla="*/ 18 h 158"/>
                <a:gd name="T6" fmla="*/ 140 w 170"/>
                <a:gd name="T7" fmla="*/ 29 h 158"/>
                <a:gd name="T8" fmla="*/ 153 w 170"/>
                <a:gd name="T9" fmla="*/ 57 h 158"/>
                <a:gd name="T10" fmla="*/ 88 w 170"/>
                <a:gd name="T11" fmla="*/ 148 h 158"/>
                <a:gd name="T12" fmla="*/ 60 w 170"/>
                <a:gd name="T13" fmla="*/ 117 h 158"/>
                <a:gd name="T14" fmla="*/ 79 w 170"/>
                <a:gd name="T15" fmla="*/ 49 h 158"/>
                <a:gd name="T16" fmla="*/ 84 w 170"/>
                <a:gd name="T17" fmla="*/ 30 h 158"/>
                <a:gd name="T18" fmla="*/ 51 w 170"/>
                <a:gd name="T19" fmla="*/ 0 h 158"/>
                <a:gd name="T20" fmla="*/ 0 w 170"/>
                <a:gd name="T21" fmla="*/ 54 h 158"/>
                <a:gd name="T22" fmla="*/ 6 w 170"/>
                <a:gd name="T23" fmla="*/ 58 h 158"/>
                <a:gd name="T24" fmla="*/ 13 w 170"/>
                <a:gd name="T25" fmla="*/ 53 h 158"/>
                <a:gd name="T26" fmla="*/ 50 w 170"/>
                <a:gd name="T27" fmla="*/ 10 h 158"/>
                <a:gd name="T28" fmla="*/ 59 w 170"/>
                <a:gd name="T29" fmla="*/ 22 h 158"/>
                <a:gd name="T30" fmla="*/ 52 w 170"/>
                <a:gd name="T31" fmla="*/ 46 h 158"/>
                <a:gd name="T32" fmla="*/ 34 w 170"/>
                <a:gd name="T33" fmla="*/ 112 h 158"/>
                <a:gd name="T34" fmla="*/ 87 w 170"/>
                <a:gd name="T35" fmla="*/ 158 h 158"/>
                <a:gd name="T36" fmla="*/ 170 w 170"/>
                <a:gd name="T37" fmla="*/ 27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8">
                  <a:moveTo>
                    <a:pt x="170" y="27"/>
                  </a:moveTo>
                  <a:cubicBezTo>
                    <a:pt x="170" y="0"/>
                    <a:pt x="154" y="0"/>
                    <a:pt x="153" y="0"/>
                  </a:cubicBezTo>
                  <a:cubicBezTo>
                    <a:pt x="144" y="0"/>
                    <a:pt x="134" y="9"/>
                    <a:pt x="134" y="18"/>
                  </a:cubicBezTo>
                  <a:cubicBezTo>
                    <a:pt x="134" y="24"/>
                    <a:pt x="137" y="27"/>
                    <a:pt x="140" y="29"/>
                  </a:cubicBezTo>
                  <a:cubicBezTo>
                    <a:pt x="146" y="34"/>
                    <a:pt x="153" y="43"/>
                    <a:pt x="153" y="57"/>
                  </a:cubicBezTo>
                  <a:cubicBezTo>
                    <a:pt x="153" y="73"/>
                    <a:pt x="130" y="148"/>
                    <a:pt x="88" y="148"/>
                  </a:cubicBezTo>
                  <a:cubicBezTo>
                    <a:pt x="60" y="148"/>
                    <a:pt x="60" y="123"/>
                    <a:pt x="60" y="117"/>
                  </a:cubicBezTo>
                  <a:cubicBezTo>
                    <a:pt x="60" y="101"/>
                    <a:pt x="66" y="81"/>
                    <a:pt x="79" y="49"/>
                  </a:cubicBezTo>
                  <a:cubicBezTo>
                    <a:pt x="82" y="41"/>
                    <a:pt x="84" y="36"/>
                    <a:pt x="84" y="30"/>
                  </a:cubicBezTo>
                  <a:cubicBezTo>
                    <a:pt x="84" y="12"/>
                    <a:pt x="69" y="0"/>
                    <a:pt x="51" y="0"/>
                  </a:cubicBezTo>
                  <a:cubicBezTo>
                    <a:pt x="16" y="0"/>
                    <a:pt x="0" y="48"/>
                    <a:pt x="0" y="54"/>
                  </a:cubicBezTo>
                  <a:cubicBezTo>
                    <a:pt x="0" y="58"/>
                    <a:pt x="5" y="58"/>
                    <a:pt x="6" y="58"/>
                  </a:cubicBezTo>
                  <a:cubicBezTo>
                    <a:pt x="11" y="58"/>
                    <a:pt x="12" y="56"/>
                    <a:pt x="13" y="53"/>
                  </a:cubicBezTo>
                  <a:cubicBezTo>
                    <a:pt x="21" y="24"/>
                    <a:pt x="36" y="10"/>
                    <a:pt x="50" y="10"/>
                  </a:cubicBezTo>
                  <a:cubicBezTo>
                    <a:pt x="56" y="10"/>
                    <a:pt x="59" y="14"/>
                    <a:pt x="59" y="22"/>
                  </a:cubicBezTo>
                  <a:cubicBezTo>
                    <a:pt x="59" y="30"/>
                    <a:pt x="56" y="38"/>
                    <a:pt x="52" y="46"/>
                  </a:cubicBezTo>
                  <a:cubicBezTo>
                    <a:pt x="37" y="84"/>
                    <a:pt x="34" y="99"/>
                    <a:pt x="34" y="112"/>
                  </a:cubicBezTo>
                  <a:cubicBezTo>
                    <a:pt x="34" y="146"/>
                    <a:pt x="61" y="158"/>
                    <a:pt x="87" y="158"/>
                  </a:cubicBezTo>
                  <a:cubicBezTo>
                    <a:pt x="146" y="158"/>
                    <a:pt x="170" y="56"/>
                    <a:pt x="170" y="27"/>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3" name="Freeform 543"/>
            <p:cNvSpPr>
              <a:spLocks noEditPoints="1"/>
            </p:cNvSpPr>
            <p:nvPr>
              <p:custDataLst>
                <p:tags r:id="rId37"/>
              </p:custDataLst>
            </p:nvPr>
          </p:nvSpPr>
          <p:spPr bwMode="auto">
            <a:xfrm>
              <a:off x="4708525" y="2654300"/>
              <a:ext cx="55563" cy="61913"/>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2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8 w 178"/>
                <a:gd name="T43" fmla="*/ 114 h 158"/>
                <a:gd name="T44" fmla="*/ 46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5" y="0"/>
                    <a:pt x="0" y="49"/>
                    <a:pt x="0" y="100"/>
                  </a:cubicBezTo>
                  <a:cubicBezTo>
                    <a:pt x="0" y="133"/>
                    <a:pt x="23" y="158"/>
                    <a:pt x="53" y="158"/>
                  </a:cubicBezTo>
                  <a:cubicBezTo>
                    <a:pt x="71" y="158"/>
                    <a:pt x="88" y="147"/>
                    <a:pt x="102" y="133"/>
                  </a:cubicBezTo>
                  <a:cubicBezTo>
                    <a:pt x="109" y="154"/>
                    <a:pt x="129" y="158"/>
                    <a:pt x="138" y="158"/>
                  </a:cubicBezTo>
                  <a:cubicBezTo>
                    <a:pt x="151" y="158"/>
                    <a:pt x="159" y="150"/>
                    <a:pt x="166" y="139"/>
                  </a:cubicBezTo>
                  <a:cubicBezTo>
                    <a:pt x="173" y="125"/>
                    <a:pt x="178" y="106"/>
                    <a:pt x="178" y="104"/>
                  </a:cubicBezTo>
                  <a:cubicBezTo>
                    <a:pt x="178" y="100"/>
                    <a:pt x="173" y="100"/>
                    <a:pt x="172" y="100"/>
                  </a:cubicBezTo>
                  <a:cubicBezTo>
                    <a:pt x="167" y="100"/>
                    <a:pt x="167" y="101"/>
                    <a:pt x="165" y="110"/>
                  </a:cubicBezTo>
                  <a:cubicBezTo>
                    <a:pt x="160" y="127"/>
                    <a:pt x="154" y="148"/>
                    <a:pt x="139" y="148"/>
                  </a:cubicBezTo>
                  <a:cubicBezTo>
                    <a:pt x="130" y="148"/>
                    <a:pt x="128" y="140"/>
                    <a:pt x="128" y="131"/>
                  </a:cubicBezTo>
                  <a:cubicBezTo>
                    <a:pt x="128" y="125"/>
                    <a:pt x="130" y="112"/>
                    <a:pt x="133" y="103"/>
                  </a:cubicBezTo>
                  <a:cubicBezTo>
                    <a:pt x="135"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3" y="127"/>
                    <a:pt x="86" y="134"/>
                  </a:cubicBezTo>
                  <a:cubicBezTo>
                    <a:pt x="83" y="137"/>
                    <a:pt x="69" y="148"/>
                    <a:pt x="54" y="148"/>
                  </a:cubicBezTo>
                  <a:cubicBezTo>
                    <a:pt x="41"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4" name="Freeform 544"/>
            <p:cNvSpPr>
              <a:spLocks/>
            </p:cNvSpPr>
            <p:nvPr>
              <p:custDataLst>
                <p:tags r:id="rId38"/>
              </p:custDataLst>
            </p:nvPr>
          </p:nvSpPr>
          <p:spPr bwMode="auto">
            <a:xfrm>
              <a:off x="4776788" y="2654300"/>
              <a:ext cx="47625" cy="61913"/>
            </a:xfrm>
            <a:custGeom>
              <a:avLst/>
              <a:gdLst>
                <a:gd name="T0" fmla="*/ 131 w 151"/>
                <a:gd name="T1" fmla="*/ 20 h 158"/>
                <a:gd name="T2" fmla="*/ 113 w 151"/>
                <a:gd name="T3" fmla="*/ 40 h 158"/>
                <a:gd name="T4" fmla="*/ 127 w 151"/>
                <a:gd name="T5" fmla="*/ 53 h 158"/>
                <a:gd name="T6" fmla="*/ 146 w 151"/>
                <a:gd name="T7" fmla="*/ 31 h 158"/>
                <a:gd name="T8" fmla="*/ 100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0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3"/>
                    <a:pt x="113" y="32"/>
                    <a:pt x="113" y="40"/>
                  </a:cubicBezTo>
                  <a:cubicBezTo>
                    <a:pt x="113" y="49"/>
                    <a:pt x="120" y="53"/>
                    <a:pt x="127" y="53"/>
                  </a:cubicBezTo>
                  <a:cubicBezTo>
                    <a:pt x="134" y="53"/>
                    <a:pt x="146" y="47"/>
                    <a:pt x="146" y="31"/>
                  </a:cubicBezTo>
                  <a:cubicBezTo>
                    <a:pt x="146" y="7"/>
                    <a:pt x="119" y="0"/>
                    <a:pt x="100" y="0"/>
                  </a:cubicBezTo>
                  <a:cubicBezTo>
                    <a:pt x="48" y="0"/>
                    <a:pt x="0" y="48"/>
                    <a:pt x="0" y="97"/>
                  </a:cubicBezTo>
                  <a:cubicBezTo>
                    <a:pt x="0" y="127"/>
                    <a:pt x="20" y="158"/>
                    <a:pt x="64" y="158"/>
                  </a:cubicBezTo>
                  <a:cubicBezTo>
                    <a:pt x="123" y="158"/>
                    <a:pt x="151" y="123"/>
                    <a:pt x="151" y="118"/>
                  </a:cubicBezTo>
                  <a:cubicBezTo>
                    <a:pt x="151" y="116"/>
                    <a:pt x="147" y="112"/>
                    <a:pt x="145" y="112"/>
                  </a:cubicBezTo>
                  <a:cubicBezTo>
                    <a:pt x="143" y="112"/>
                    <a:pt x="142" y="113"/>
                    <a:pt x="139" y="116"/>
                  </a:cubicBezTo>
                  <a:cubicBezTo>
                    <a:pt x="112" y="148"/>
                    <a:pt x="71" y="148"/>
                    <a:pt x="65" y="148"/>
                  </a:cubicBezTo>
                  <a:cubicBezTo>
                    <a:pt x="40" y="148"/>
                    <a:pt x="29" y="131"/>
                    <a:pt x="29" y="109"/>
                  </a:cubicBezTo>
                  <a:cubicBezTo>
                    <a:pt x="29" y="99"/>
                    <a:pt x="33" y="61"/>
                    <a:pt x="52" y="37"/>
                  </a:cubicBezTo>
                  <a:cubicBezTo>
                    <a:pt x="65" y="20"/>
                    <a:pt x="83" y="10"/>
                    <a:pt x="100" y="10"/>
                  </a:cubicBezTo>
                  <a:cubicBezTo>
                    <a:pt x="105"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5" name="Freeform 545"/>
            <p:cNvSpPr>
              <a:spLocks noEditPoints="1"/>
            </p:cNvSpPr>
            <p:nvPr>
              <p:custDataLst>
                <p:tags r:id="rId39"/>
              </p:custDataLst>
            </p:nvPr>
          </p:nvSpPr>
          <p:spPr bwMode="auto">
            <a:xfrm>
              <a:off x="4830763" y="2624138"/>
              <a:ext cx="33338" cy="92075"/>
            </a:xfrm>
            <a:custGeom>
              <a:avLst/>
              <a:gdLst>
                <a:gd name="T0" fmla="*/ 97 w 106"/>
                <a:gd name="T1" fmla="*/ 13 h 235"/>
                <a:gd name="T2" fmla="*/ 83 w 106"/>
                <a:gd name="T3" fmla="*/ 0 h 235"/>
                <a:gd name="T4" fmla="*/ 63 w 106"/>
                <a:gd name="T5" fmla="*/ 19 h 235"/>
                <a:gd name="T6" fmla="*/ 77 w 106"/>
                <a:gd name="T7" fmla="*/ 32 h 235"/>
                <a:gd name="T8" fmla="*/ 97 w 106"/>
                <a:gd name="T9" fmla="*/ 13 h 235"/>
                <a:gd name="T10" fmla="*/ 26 w 106"/>
                <a:gd name="T11" fmla="*/ 190 h 235"/>
                <a:gd name="T12" fmla="*/ 23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0 h 235"/>
                <a:gd name="T28" fmla="*/ 65 w 106"/>
                <a:gd name="T29" fmla="*/ 162 h 235"/>
                <a:gd name="T30" fmla="*/ 82 w 106"/>
                <a:gd name="T31" fmla="*/ 118 h 235"/>
                <a:gd name="T32" fmla="*/ 84 w 106"/>
                <a:gd name="T33" fmla="*/ 107 h 235"/>
                <a:gd name="T34" fmla="*/ 51 w 106"/>
                <a:gd name="T35" fmla="*/ 77 h 235"/>
                <a:gd name="T36" fmla="*/ 0 w 106"/>
                <a:gd name="T37" fmla="*/ 131 h 235"/>
                <a:gd name="T38" fmla="*/ 6 w 106"/>
                <a:gd name="T39" fmla="*/ 135 h 235"/>
                <a:gd name="T40" fmla="*/ 12 w 106"/>
                <a:gd name="T41" fmla="*/ 130 h 235"/>
                <a:gd name="T42" fmla="*/ 50 w 106"/>
                <a:gd name="T43" fmla="*/ 87 h 235"/>
                <a:gd name="T44" fmla="*/ 58 w 106"/>
                <a:gd name="T45" fmla="*/ 99 h 235"/>
                <a:gd name="T46" fmla="*/ 48 w 106"/>
                <a:gd name="T47" fmla="*/ 134 h 235"/>
                <a:gd name="T48" fmla="*/ 26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3" y="0"/>
                    <a:pt x="83" y="0"/>
                  </a:cubicBezTo>
                  <a:cubicBezTo>
                    <a:pt x="73" y="0"/>
                    <a:pt x="63" y="9"/>
                    <a:pt x="63" y="19"/>
                  </a:cubicBezTo>
                  <a:cubicBezTo>
                    <a:pt x="63" y="25"/>
                    <a:pt x="68" y="32"/>
                    <a:pt x="77" y="32"/>
                  </a:cubicBezTo>
                  <a:cubicBezTo>
                    <a:pt x="87" y="32"/>
                    <a:pt x="97" y="22"/>
                    <a:pt x="97" y="13"/>
                  </a:cubicBezTo>
                  <a:close/>
                  <a:moveTo>
                    <a:pt x="26" y="190"/>
                  </a:moveTo>
                  <a:cubicBezTo>
                    <a:pt x="24" y="195"/>
                    <a:pt x="23" y="199"/>
                    <a:pt x="23" y="205"/>
                  </a:cubicBezTo>
                  <a:cubicBezTo>
                    <a:pt x="23" y="221"/>
                    <a:pt x="37" y="235"/>
                    <a:pt x="56" y="235"/>
                  </a:cubicBezTo>
                  <a:cubicBezTo>
                    <a:pt x="91" y="235"/>
                    <a:pt x="106" y="186"/>
                    <a:pt x="106" y="181"/>
                  </a:cubicBezTo>
                  <a:cubicBezTo>
                    <a:pt x="106" y="177"/>
                    <a:pt x="101" y="177"/>
                    <a:pt x="100" y="177"/>
                  </a:cubicBezTo>
                  <a:cubicBezTo>
                    <a:pt x="95" y="177"/>
                    <a:pt x="95" y="179"/>
                    <a:pt x="94" y="183"/>
                  </a:cubicBezTo>
                  <a:cubicBezTo>
                    <a:pt x="86" y="210"/>
                    <a:pt x="70" y="225"/>
                    <a:pt x="57" y="225"/>
                  </a:cubicBezTo>
                  <a:cubicBezTo>
                    <a:pt x="50" y="225"/>
                    <a:pt x="48" y="220"/>
                    <a:pt x="48" y="213"/>
                  </a:cubicBezTo>
                  <a:cubicBezTo>
                    <a:pt x="48" y="205"/>
                    <a:pt x="50" y="198"/>
                    <a:pt x="54" y="190"/>
                  </a:cubicBezTo>
                  <a:cubicBezTo>
                    <a:pt x="57" y="181"/>
                    <a:pt x="61" y="171"/>
                    <a:pt x="65" y="162"/>
                  </a:cubicBezTo>
                  <a:cubicBezTo>
                    <a:pt x="68" y="154"/>
                    <a:pt x="80" y="122"/>
                    <a:pt x="82" y="118"/>
                  </a:cubicBezTo>
                  <a:cubicBezTo>
                    <a:pt x="83" y="115"/>
                    <a:pt x="84" y="110"/>
                    <a:pt x="84" y="107"/>
                  </a:cubicBezTo>
                  <a:cubicBezTo>
                    <a:pt x="84" y="90"/>
                    <a:pt x="70" y="77"/>
                    <a:pt x="51" y="77"/>
                  </a:cubicBezTo>
                  <a:cubicBezTo>
                    <a:pt x="16" y="77"/>
                    <a:pt x="0" y="125"/>
                    <a:pt x="0" y="131"/>
                  </a:cubicBezTo>
                  <a:cubicBezTo>
                    <a:pt x="0" y="135"/>
                    <a:pt x="5" y="135"/>
                    <a:pt x="6" y="135"/>
                  </a:cubicBezTo>
                  <a:cubicBezTo>
                    <a:pt x="11" y="135"/>
                    <a:pt x="11" y="133"/>
                    <a:pt x="12" y="130"/>
                  </a:cubicBezTo>
                  <a:cubicBezTo>
                    <a:pt x="22" y="100"/>
                    <a:pt x="37" y="87"/>
                    <a:pt x="50" y="87"/>
                  </a:cubicBezTo>
                  <a:cubicBezTo>
                    <a:pt x="55" y="87"/>
                    <a:pt x="58" y="90"/>
                    <a:pt x="58" y="99"/>
                  </a:cubicBezTo>
                  <a:cubicBezTo>
                    <a:pt x="58" y="107"/>
                    <a:pt x="56"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6" name="Freeform 546"/>
            <p:cNvSpPr>
              <a:spLocks noEditPoints="1"/>
            </p:cNvSpPr>
            <p:nvPr>
              <p:custDataLst>
                <p:tags r:id="rId40"/>
              </p:custDataLst>
            </p:nvPr>
          </p:nvSpPr>
          <p:spPr bwMode="auto">
            <a:xfrm>
              <a:off x="4870450" y="2624138"/>
              <a:ext cx="49213" cy="117475"/>
            </a:xfrm>
            <a:custGeom>
              <a:avLst/>
              <a:gdLst>
                <a:gd name="T0" fmla="*/ 153 w 153"/>
                <a:gd name="T1" fmla="*/ 13 h 302"/>
                <a:gd name="T2" fmla="*/ 139 w 153"/>
                <a:gd name="T3" fmla="*/ 0 h 302"/>
                <a:gd name="T4" fmla="*/ 119 w 153"/>
                <a:gd name="T5" fmla="*/ 19 h 302"/>
                <a:gd name="T6" fmla="*/ 133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3 h 302"/>
                <a:gd name="T18" fmla="*/ 20 w 153"/>
                <a:gd name="T19" fmla="*/ 260 h 302"/>
                <a:gd name="T20" fmla="*/ 0 w 153"/>
                <a:gd name="T21" fmla="*/ 280 h 302"/>
                <a:gd name="T22" fmla="*/ 34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4 w 153"/>
                <a:gd name="T41" fmla="*/ 104 h 302"/>
                <a:gd name="T42" fmla="*/ 112 w 153"/>
                <a:gd name="T43" fmla="*/ 115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8" y="0"/>
                    <a:pt x="139" y="0"/>
                  </a:cubicBezTo>
                  <a:cubicBezTo>
                    <a:pt x="129" y="0"/>
                    <a:pt x="119" y="9"/>
                    <a:pt x="119" y="19"/>
                  </a:cubicBezTo>
                  <a:cubicBezTo>
                    <a:pt x="119" y="24"/>
                    <a:pt x="124" y="32"/>
                    <a:pt x="133"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3"/>
                  </a:cubicBezTo>
                  <a:cubicBezTo>
                    <a:pt x="33" y="264"/>
                    <a:pt x="27" y="260"/>
                    <a:pt x="20" y="260"/>
                  </a:cubicBezTo>
                  <a:cubicBezTo>
                    <a:pt x="9" y="260"/>
                    <a:pt x="0" y="269"/>
                    <a:pt x="0" y="280"/>
                  </a:cubicBezTo>
                  <a:cubicBezTo>
                    <a:pt x="0" y="294"/>
                    <a:pt x="13" y="302"/>
                    <a:pt x="34" y="302"/>
                  </a:cubicBezTo>
                  <a:cubicBezTo>
                    <a:pt x="55" y="302"/>
                    <a:pt x="96" y="290"/>
                    <a:pt x="107" y="247"/>
                  </a:cubicBezTo>
                  <a:lnTo>
                    <a:pt x="138" y="122"/>
                  </a:lnTo>
                  <a:cubicBezTo>
                    <a:pt x="139" y="118"/>
                    <a:pt x="140" y="115"/>
                    <a:pt x="140" y="110"/>
                  </a:cubicBezTo>
                  <a:cubicBezTo>
                    <a:pt x="140" y="91"/>
                    <a:pt x="124" y="77"/>
                    <a:pt x="103" y="77"/>
                  </a:cubicBezTo>
                  <a:cubicBezTo>
                    <a:pt x="64" y="77"/>
                    <a:pt x="42" y="126"/>
                    <a:pt x="42" y="131"/>
                  </a:cubicBezTo>
                  <a:cubicBezTo>
                    <a:pt x="42" y="135"/>
                    <a:pt x="47" y="135"/>
                    <a:pt x="48" y="135"/>
                  </a:cubicBezTo>
                  <a:cubicBezTo>
                    <a:pt x="52" y="135"/>
                    <a:pt x="52" y="134"/>
                    <a:pt x="55" y="129"/>
                  </a:cubicBezTo>
                  <a:cubicBezTo>
                    <a:pt x="63" y="109"/>
                    <a:pt x="81" y="87"/>
                    <a:pt x="102" y="87"/>
                  </a:cubicBezTo>
                  <a:cubicBezTo>
                    <a:pt x="110" y="87"/>
                    <a:pt x="114" y="93"/>
                    <a:pt x="114" y="104"/>
                  </a:cubicBezTo>
                  <a:cubicBezTo>
                    <a:pt x="114" y="108"/>
                    <a:pt x="113" y="113"/>
                    <a:pt x="112"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7" name="Freeform 547"/>
            <p:cNvSpPr>
              <a:spLocks noEditPoints="1"/>
            </p:cNvSpPr>
            <p:nvPr>
              <p:custDataLst>
                <p:tags r:id="rId41"/>
              </p:custDataLst>
            </p:nvPr>
          </p:nvSpPr>
          <p:spPr bwMode="auto">
            <a:xfrm>
              <a:off x="4935538" y="2654300"/>
              <a:ext cx="57150" cy="61913"/>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5 w 178"/>
                <a:gd name="T13" fmla="*/ 139 h 158"/>
                <a:gd name="T14" fmla="*/ 178 w 178"/>
                <a:gd name="T15" fmla="*/ 104 h 158"/>
                <a:gd name="T16" fmla="*/ 172 w 178"/>
                <a:gd name="T17" fmla="*/ 100 h 158"/>
                <a:gd name="T18" fmla="*/ 164 w 178"/>
                <a:gd name="T19" fmla="*/ 110 h 158"/>
                <a:gd name="T20" fmla="*/ 139 w 178"/>
                <a:gd name="T21" fmla="*/ 148 h 158"/>
                <a:gd name="T22" fmla="*/ 127 w 178"/>
                <a:gd name="T23" fmla="*/ 131 h 158"/>
                <a:gd name="T24" fmla="*/ 133 w 178"/>
                <a:gd name="T25" fmla="*/ 103 h 158"/>
                <a:gd name="T26" fmla="*/ 140 w 178"/>
                <a:gd name="T27" fmla="*/ 72 h 158"/>
                <a:gd name="T28" fmla="*/ 147 w 178"/>
                <a:gd name="T29" fmla="*/ 45 h 158"/>
                <a:gd name="T30" fmla="*/ 154 w 178"/>
                <a:gd name="T31" fmla="*/ 18 h 158"/>
                <a:gd name="T32" fmla="*/ 142 w 178"/>
                <a:gd name="T33" fmla="*/ 7 h 158"/>
                <a:gd name="T34" fmla="*/ 126 w 178"/>
                <a:gd name="T35" fmla="*/ 21 h 158"/>
                <a:gd name="T36" fmla="*/ 103 w 178"/>
                <a:gd name="T37" fmla="*/ 110 h 158"/>
                <a:gd name="T38" fmla="*/ 86 w 178"/>
                <a:gd name="T39" fmla="*/ 134 h 158"/>
                <a:gd name="T40" fmla="*/ 54 w 178"/>
                <a:gd name="T41" fmla="*/ 148 h 158"/>
                <a:gd name="T42" fmla="*/ 28 w 178"/>
                <a:gd name="T43" fmla="*/ 114 h 158"/>
                <a:gd name="T44" fmla="*/ 46 w 178"/>
                <a:gd name="T45" fmla="*/ 43 h 158"/>
                <a:gd name="T46" fmla="*/ 90 w 178"/>
                <a:gd name="T47" fmla="*/ 10 h 158"/>
                <a:gd name="T48" fmla="*/ 121 w 178"/>
                <a:gd name="T49" fmla="*/ 40 h 158"/>
                <a:gd name="T50" fmla="*/ 120 w 178"/>
                <a:gd name="T51" fmla="*/ 45 h 158"/>
                <a:gd name="T52" fmla="*/ 103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8" y="9"/>
                    <a:pt x="107" y="0"/>
                    <a:pt x="90" y="0"/>
                  </a:cubicBezTo>
                  <a:cubicBezTo>
                    <a:pt x="45" y="0"/>
                    <a:pt x="0" y="49"/>
                    <a:pt x="0" y="100"/>
                  </a:cubicBezTo>
                  <a:cubicBezTo>
                    <a:pt x="0" y="133"/>
                    <a:pt x="23" y="158"/>
                    <a:pt x="53" y="158"/>
                  </a:cubicBezTo>
                  <a:cubicBezTo>
                    <a:pt x="71" y="158"/>
                    <a:pt x="88" y="147"/>
                    <a:pt x="102" y="133"/>
                  </a:cubicBezTo>
                  <a:cubicBezTo>
                    <a:pt x="109" y="154"/>
                    <a:pt x="129" y="158"/>
                    <a:pt x="138" y="158"/>
                  </a:cubicBezTo>
                  <a:cubicBezTo>
                    <a:pt x="150" y="158"/>
                    <a:pt x="159" y="150"/>
                    <a:pt x="165" y="139"/>
                  </a:cubicBezTo>
                  <a:cubicBezTo>
                    <a:pt x="173" y="125"/>
                    <a:pt x="178" y="106"/>
                    <a:pt x="178" y="104"/>
                  </a:cubicBezTo>
                  <a:cubicBezTo>
                    <a:pt x="178" y="100"/>
                    <a:pt x="173" y="100"/>
                    <a:pt x="172" y="100"/>
                  </a:cubicBezTo>
                  <a:cubicBezTo>
                    <a:pt x="167" y="100"/>
                    <a:pt x="167" y="101"/>
                    <a:pt x="164" y="110"/>
                  </a:cubicBezTo>
                  <a:cubicBezTo>
                    <a:pt x="160" y="127"/>
                    <a:pt x="154" y="148"/>
                    <a:pt x="139" y="148"/>
                  </a:cubicBezTo>
                  <a:cubicBezTo>
                    <a:pt x="130" y="148"/>
                    <a:pt x="127" y="140"/>
                    <a:pt x="127" y="131"/>
                  </a:cubicBezTo>
                  <a:cubicBezTo>
                    <a:pt x="127" y="125"/>
                    <a:pt x="130" y="112"/>
                    <a:pt x="133" y="103"/>
                  </a:cubicBezTo>
                  <a:cubicBezTo>
                    <a:pt x="135" y="94"/>
                    <a:pt x="139" y="79"/>
                    <a:pt x="140" y="72"/>
                  </a:cubicBezTo>
                  <a:lnTo>
                    <a:pt x="147" y="45"/>
                  </a:lnTo>
                  <a:cubicBezTo>
                    <a:pt x="149" y="36"/>
                    <a:pt x="154" y="20"/>
                    <a:pt x="154" y="18"/>
                  </a:cubicBezTo>
                  <a:cubicBezTo>
                    <a:pt x="154" y="10"/>
                    <a:pt x="147" y="7"/>
                    <a:pt x="142" y="7"/>
                  </a:cubicBezTo>
                  <a:cubicBezTo>
                    <a:pt x="136" y="7"/>
                    <a:pt x="128" y="11"/>
                    <a:pt x="126" y="21"/>
                  </a:cubicBezTo>
                  <a:close/>
                  <a:moveTo>
                    <a:pt x="103" y="110"/>
                  </a:moveTo>
                  <a:cubicBezTo>
                    <a:pt x="101" y="120"/>
                    <a:pt x="93" y="127"/>
                    <a:pt x="86" y="134"/>
                  </a:cubicBezTo>
                  <a:cubicBezTo>
                    <a:pt x="82" y="137"/>
                    <a:pt x="69" y="148"/>
                    <a:pt x="54" y="148"/>
                  </a:cubicBezTo>
                  <a:cubicBezTo>
                    <a:pt x="41"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8" name="Freeform 548"/>
            <p:cNvSpPr>
              <a:spLocks/>
            </p:cNvSpPr>
            <p:nvPr>
              <p:custDataLst>
                <p:tags r:id="rId42"/>
              </p:custDataLst>
            </p:nvPr>
          </p:nvSpPr>
          <p:spPr bwMode="auto">
            <a:xfrm>
              <a:off x="5010150" y="2698750"/>
              <a:ext cx="12700" cy="15875"/>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29" y="0"/>
                    <a:pt x="20" y="0"/>
                  </a:cubicBezTo>
                  <a:cubicBezTo>
                    <a:pt x="8" y="0"/>
                    <a:pt x="0" y="9"/>
                    <a:pt x="0" y="20"/>
                  </a:cubicBezTo>
                  <a:cubicBezTo>
                    <a:pt x="0" y="32"/>
                    <a:pt x="10" y="40"/>
                    <a:pt x="20" y="40"/>
                  </a:cubicBezTo>
                  <a:cubicBezTo>
                    <a:pt x="31"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19" name="Freeform 549"/>
            <p:cNvSpPr>
              <a:spLocks noEditPoints="1"/>
            </p:cNvSpPr>
            <p:nvPr>
              <p:custDataLst>
                <p:tags r:id="rId43"/>
              </p:custDataLst>
            </p:nvPr>
          </p:nvSpPr>
          <p:spPr bwMode="auto">
            <a:xfrm>
              <a:off x="5033963" y="2624138"/>
              <a:ext cx="49213" cy="117475"/>
            </a:xfrm>
            <a:custGeom>
              <a:avLst/>
              <a:gdLst>
                <a:gd name="T0" fmla="*/ 153 w 153"/>
                <a:gd name="T1" fmla="*/ 13 h 302"/>
                <a:gd name="T2" fmla="*/ 139 w 153"/>
                <a:gd name="T3" fmla="*/ 0 h 302"/>
                <a:gd name="T4" fmla="*/ 120 w 153"/>
                <a:gd name="T5" fmla="*/ 19 h 302"/>
                <a:gd name="T6" fmla="*/ 133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3 h 302"/>
                <a:gd name="T18" fmla="*/ 20 w 153"/>
                <a:gd name="T19" fmla="*/ 260 h 302"/>
                <a:gd name="T20" fmla="*/ 0 w 153"/>
                <a:gd name="T21" fmla="*/ 280 h 302"/>
                <a:gd name="T22" fmla="*/ 34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4 w 153"/>
                <a:gd name="T41" fmla="*/ 104 h 302"/>
                <a:gd name="T42" fmla="*/ 113 w 153"/>
                <a:gd name="T43" fmla="*/ 115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8" y="0"/>
                    <a:pt x="139" y="0"/>
                  </a:cubicBezTo>
                  <a:cubicBezTo>
                    <a:pt x="129" y="0"/>
                    <a:pt x="120" y="9"/>
                    <a:pt x="120" y="19"/>
                  </a:cubicBezTo>
                  <a:cubicBezTo>
                    <a:pt x="120" y="24"/>
                    <a:pt x="124" y="32"/>
                    <a:pt x="133"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3"/>
                  </a:cubicBezTo>
                  <a:cubicBezTo>
                    <a:pt x="33" y="264"/>
                    <a:pt x="27" y="260"/>
                    <a:pt x="20" y="260"/>
                  </a:cubicBezTo>
                  <a:cubicBezTo>
                    <a:pt x="9" y="260"/>
                    <a:pt x="0" y="269"/>
                    <a:pt x="0" y="280"/>
                  </a:cubicBezTo>
                  <a:cubicBezTo>
                    <a:pt x="0" y="294"/>
                    <a:pt x="14" y="302"/>
                    <a:pt x="34" y="302"/>
                  </a:cubicBezTo>
                  <a:cubicBezTo>
                    <a:pt x="55" y="302"/>
                    <a:pt x="96" y="290"/>
                    <a:pt x="107" y="247"/>
                  </a:cubicBezTo>
                  <a:lnTo>
                    <a:pt x="138" y="122"/>
                  </a:lnTo>
                  <a:cubicBezTo>
                    <a:pt x="139" y="118"/>
                    <a:pt x="140" y="115"/>
                    <a:pt x="140" y="110"/>
                  </a:cubicBezTo>
                  <a:cubicBezTo>
                    <a:pt x="140" y="91"/>
                    <a:pt x="124" y="77"/>
                    <a:pt x="103" y="77"/>
                  </a:cubicBezTo>
                  <a:cubicBezTo>
                    <a:pt x="64" y="77"/>
                    <a:pt x="42" y="126"/>
                    <a:pt x="42" y="131"/>
                  </a:cubicBezTo>
                  <a:cubicBezTo>
                    <a:pt x="42" y="135"/>
                    <a:pt x="47" y="135"/>
                    <a:pt x="48" y="135"/>
                  </a:cubicBezTo>
                  <a:cubicBezTo>
                    <a:pt x="52" y="135"/>
                    <a:pt x="52" y="134"/>
                    <a:pt x="55" y="129"/>
                  </a:cubicBezTo>
                  <a:cubicBezTo>
                    <a:pt x="63" y="109"/>
                    <a:pt x="82" y="87"/>
                    <a:pt x="102" y="87"/>
                  </a:cubicBezTo>
                  <a:cubicBezTo>
                    <a:pt x="110" y="87"/>
                    <a:pt x="114" y="93"/>
                    <a:pt x="114" y="104"/>
                  </a:cubicBezTo>
                  <a:cubicBezTo>
                    <a:pt x="114" y="108"/>
                    <a:pt x="113" y="113"/>
                    <a:pt x="113"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0" name="Freeform 550"/>
            <p:cNvSpPr>
              <a:spLocks noEditPoints="1"/>
            </p:cNvSpPr>
            <p:nvPr>
              <p:custDataLst>
                <p:tags r:id="rId44"/>
              </p:custDataLst>
            </p:nvPr>
          </p:nvSpPr>
          <p:spPr bwMode="auto">
            <a:xfrm>
              <a:off x="5097463" y="2624138"/>
              <a:ext cx="34925" cy="92075"/>
            </a:xfrm>
            <a:custGeom>
              <a:avLst/>
              <a:gdLst>
                <a:gd name="T0" fmla="*/ 97 w 106"/>
                <a:gd name="T1" fmla="*/ 13 h 235"/>
                <a:gd name="T2" fmla="*/ 83 w 106"/>
                <a:gd name="T3" fmla="*/ 0 h 235"/>
                <a:gd name="T4" fmla="*/ 64 w 106"/>
                <a:gd name="T5" fmla="*/ 19 h 235"/>
                <a:gd name="T6" fmla="*/ 77 w 106"/>
                <a:gd name="T7" fmla="*/ 32 h 235"/>
                <a:gd name="T8" fmla="*/ 97 w 106"/>
                <a:gd name="T9" fmla="*/ 13 h 235"/>
                <a:gd name="T10" fmla="*/ 26 w 106"/>
                <a:gd name="T11" fmla="*/ 190 h 235"/>
                <a:gd name="T12" fmla="*/ 23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0 h 235"/>
                <a:gd name="T28" fmla="*/ 65 w 106"/>
                <a:gd name="T29" fmla="*/ 162 h 235"/>
                <a:gd name="T30" fmla="*/ 82 w 106"/>
                <a:gd name="T31" fmla="*/ 118 h 235"/>
                <a:gd name="T32" fmla="*/ 84 w 106"/>
                <a:gd name="T33" fmla="*/ 107 h 235"/>
                <a:gd name="T34" fmla="*/ 51 w 106"/>
                <a:gd name="T35" fmla="*/ 77 h 235"/>
                <a:gd name="T36" fmla="*/ 0 w 106"/>
                <a:gd name="T37" fmla="*/ 131 h 235"/>
                <a:gd name="T38" fmla="*/ 6 w 106"/>
                <a:gd name="T39" fmla="*/ 135 h 235"/>
                <a:gd name="T40" fmla="*/ 13 w 106"/>
                <a:gd name="T41" fmla="*/ 130 h 235"/>
                <a:gd name="T42" fmla="*/ 50 w 106"/>
                <a:gd name="T43" fmla="*/ 87 h 235"/>
                <a:gd name="T44" fmla="*/ 59 w 106"/>
                <a:gd name="T45" fmla="*/ 99 h 235"/>
                <a:gd name="T46" fmla="*/ 48 w 106"/>
                <a:gd name="T47" fmla="*/ 134 h 235"/>
                <a:gd name="T48" fmla="*/ 26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3" y="0"/>
                    <a:pt x="83" y="0"/>
                  </a:cubicBezTo>
                  <a:cubicBezTo>
                    <a:pt x="74" y="0"/>
                    <a:pt x="64" y="9"/>
                    <a:pt x="64" y="19"/>
                  </a:cubicBezTo>
                  <a:cubicBezTo>
                    <a:pt x="64" y="25"/>
                    <a:pt x="68" y="32"/>
                    <a:pt x="77" y="32"/>
                  </a:cubicBezTo>
                  <a:cubicBezTo>
                    <a:pt x="88" y="32"/>
                    <a:pt x="97" y="22"/>
                    <a:pt x="97" y="13"/>
                  </a:cubicBezTo>
                  <a:close/>
                  <a:moveTo>
                    <a:pt x="26" y="190"/>
                  </a:moveTo>
                  <a:cubicBezTo>
                    <a:pt x="24" y="195"/>
                    <a:pt x="23" y="199"/>
                    <a:pt x="23" y="205"/>
                  </a:cubicBezTo>
                  <a:cubicBezTo>
                    <a:pt x="23" y="221"/>
                    <a:pt x="37" y="235"/>
                    <a:pt x="56" y="235"/>
                  </a:cubicBezTo>
                  <a:cubicBezTo>
                    <a:pt x="91" y="235"/>
                    <a:pt x="106" y="186"/>
                    <a:pt x="106" y="181"/>
                  </a:cubicBezTo>
                  <a:cubicBezTo>
                    <a:pt x="106" y="177"/>
                    <a:pt x="102" y="177"/>
                    <a:pt x="100" y="177"/>
                  </a:cubicBezTo>
                  <a:cubicBezTo>
                    <a:pt x="96" y="177"/>
                    <a:pt x="95" y="179"/>
                    <a:pt x="94" y="183"/>
                  </a:cubicBezTo>
                  <a:cubicBezTo>
                    <a:pt x="86" y="210"/>
                    <a:pt x="70" y="225"/>
                    <a:pt x="57" y="225"/>
                  </a:cubicBezTo>
                  <a:cubicBezTo>
                    <a:pt x="50" y="225"/>
                    <a:pt x="48" y="220"/>
                    <a:pt x="48" y="213"/>
                  </a:cubicBezTo>
                  <a:cubicBezTo>
                    <a:pt x="48" y="205"/>
                    <a:pt x="51" y="198"/>
                    <a:pt x="54" y="190"/>
                  </a:cubicBezTo>
                  <a:cubicBezTo>
                    <a:pt x="57" y="181"/>
                    <a:pt x="61" y="171"/>
                    <a:pt x="65" y="162"/>
                  </a:cubicBezTo>
                  <a:cubicBezTo>
                    <a:pt x="68" y="154"/>
                    <a:pt x="81" y="122"/>
                    <a:pt x="82" y="118"/>
                  </a:cubicBezTo>
                  <a:cubicBezTo>
                    <a:pt x="83" y="115"/>
                    <a:pt x="84" y="110"/>
                    <a:pt x="84" y="107"/>
                  </a:cubicBezTo>
                  <a:cubicBezTo>
                    <a:pt x="84" y="90"/>
                    <a:pt x="70" y="77"/>
                    <a:pt x="51" y="77"/>
                  </a:cubicBezTo>
                  <a:cubicBezTo>
                    <a:pt x="16" y="77"/>
                    <a:pt x="0" y="125"/>
                    <a:pt x="0" y="131"/>
                  </a:cubicBezTo>
                  <a:cubicBezTo>
                    <a:pt x="0" y="135"/>
                    <a:pt x="5" y="135"/>
                    <a:pt x="6" y="135"/>
                  </a:cubicBezTo>
                  <a:cubicBezTo>
                    <a:pt x="11" y="135"/>
                    <a:pt x="12" y="133"/>
                    <a:pt x="13" y="130"/>
                  </a:cubicBezTo>
                  <a:cubicBezTo>
                    <a:pt x="22" y="100"/>
                    <a:pt x="37" y="87"/>
                    <a:pt x="50" y="87"/>
                  </a:cubicBezTo>
                  <a:cubicBezTo>
                    <a:pt x="55" y="87"/>
                    <a:pt x="59" y="90"/>
                    <a:pt x="59" y="99"/>
                  </a:cubicBezTo>
                  <a:cubicBezTo>
                    <a:pt x="59" y="107"/>
                    <a:pt x="57"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1" name="Freeform 551"/>
            <p:cNvSpPr>
              <a:spLocks noEditPoints="1"/>
            </p:cNvSpPr>
            <p:nvPr>
              <p:custDataLst>
                <p:tags r:id="rId45"/>
              </p:custDataLst>
            </p:nvPr>
          </p:nvSpPr>
          <p:spPr bwMode="auto">
            <a:xfrm>
              <a:off x="5145088" y="2620963"/>
              <a:ext cx="55563" cy="95250"/>
            </a:xfrm>
            <a:custGeom>
              <a:avLst/>
              <a:gdLst>
                <a:gd name="T0" fmla="*/ 178 w 179"/>
                <a:gd name="T1" fmla="*/ 10 h 246"/>
                <a:gd name="T2" fmla="*/ 179 w 179"/>
                <a:gd name="T3" fmla="*/ 5 h 246"/>
                <a:gd name="T4" fmla="*/ 174 w 179"/>
                <a:gd name="T5" fmla="*/ 0 h 246"/>
                <a:gd name="T6" fmla="*/ 129 w 179"/>
                <a:gd name="T7" fmla="*/ 3 h 246"/>
                <a:gd name="T8" fmla="*/ 122 w 179"/>
                <a:gd name="T9" fmla="*/ 11 h 246"/>
                <a:gd name="T10" fmla="*/ 131 w 179"/>
                <a:gd name="T11" fmla="*/ 16 h 246"/>
                <a:gd name="T12" fmla="*/ 147 w 179"/>
                <a:gd name="T13" fmla="*/ 22 h 246"/>
                <a:gd name="T14" fmla="*/ 146 w 179"/>
                <a:gd name="T15" fmla="*/ 29 h 246"/>
                <a:gd name="T16" fmla="*/ 126 w 179"/>
                <a:gd name="T17" fmla="*/ 109 h 246"/>
                <a:gd name="T18" fmla="*/ 90 w 179"/>
                <a:gd name="T19" fmla="*/ 88 h 246"/>
                <a:gd name="T20" fmla="*/ 0 w 179"/>
                <a:gd name="T21" fmla="*/ 188 h 246"/>
                <a:gd name="T22" fmla="*/ 53 w 179"/>
                <a:gd name="T23" fmla="*/ 246 h 246"/>
                <a:gd name="T24" fmla="*/ 102 w 179"/>
                <a:gd name="T25" fmla="*/ 221 h 246"/>
                <a:gd name="T26" fmla="*/ 138 w 179"/>
                <a:gd name="T27" fmla="*/ 246 h 246"/>
                <a:gd name="T28" fmla="*/ 166 w 179"/>
                <a:gd name="T29" fmla="*/ 227 h 246"/>
                <a:gd name="T30" fmla="*/ 178 w 179"/>
                <a:gd name="T31" fmla="*/ 192 h 246"/>
                <a:gd name="T32" fmla="*/ 173 w 179"/>
                <a:gd name="T33" fmla="*/ 188 h 246"/>
                <a:gd name="T34" fmla="*/ 165 w 179"/>
                <a:gd name="T35" fmla="*/ 198 h 246"/>
                <a:gd name="T36" fmla="*/ 139 w 179"/>
                <a:gd name="T37" fmla="*/ 236 h 246"/>
                <a:gd name="T38" fmla="*/ 128 w 179"/>
                <a:gd name="T39" fmla="*/ 219 h 246"/>
                <a:gd name="T40" fmla="*/ 130 w 179"/>
                <a:gd name="T41" fmla="*/ 204 h 246"/>
                <a:gd name="T42" fmla="*/ 178 w 179"/>
                <a:gd name="T43" fmla="*/ 10 h 246"/>
                <a:gd name="T44" fmla="*/ 104 w 179"/>
                <a:gd name="T45" fmla="*/ 198 h 246"/>
                <a:gd name="T46" fmla="*/ 86 w 179"/>
                <a:gd name="T47" fmla="*/ 222 h 246"/>
                <a:gd name="T48" fmla="*/ 54 w 179"/>
                <a:gd name="T49" fmla="*/ 236 h 246"/>
                <a:gd name="T50" fmla="*/ 29 w 179"/>
                <a:gd name="T51" fmla="*/ 202 h 246"/>
                <a:gd name="T52" fmla="*/ 47 w 179"/>
                <a:gd name="T53" fmla="*/ 131 h 246"/>
                <a:gd name="T54" fmla="*/ 90 w 179"/>
                <a:gd name="T55" fmla="*/ 98 h 246"/>
                <a:gd name="T56" fmla="*/ 121 w 179"/>
                <a:gd name="T57" fmla="*/ 128 h 246"/>
                <a:gd name="T58" fmla="*/ 120 w 179"/>
                <a:gd name="T59" fmla="*/ 133 h 246"/>
                <a:gd name="T60" fmla="*/ 104 w 179"/>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0"/>
                  </a:moveTo>
                  <a:cubicBezTo>
                    <a:pt x="178" y="10"/>
                    <a:pt x="179" y="5"/>
                    <a:pt x="179" y="5"/>
                  </a:cubicBezTo>
                  <a:cubicBezTo>
                    <a:pt x="179" y="3"/>
                    <a:pt x="178" y="0"/>
                    <a:pt x="174" y="0"/>
                  </a:cubicBezTo>
                  <a:cubicBezTo>
                    <a:pt x="167" y="0"/>
                    <a:pt x="138" y="3"/>
                    <a:pt x="129" y="3"/>
                  </a:cubicBezTo>
                  <a:cubicBezTo>
                    <a:pt x="126" y="4"/>
                    <a:pt x="122" y="4"/>
                    <a:pt x="122" y="11"/>
                  </a:cubicBezTo>
                  <a:cubicBezTo>
                    <a:pt x="122" y="16"/>
                    <a:pt x="126" y="16"/>
                    <a:pt x="131" y="16"/>
                  </a:cubicBezTo>
                  <a:cubicBezTo>
                    <a:pt x="147" y="16"/>
                    <a:pt x="147" y="19"/>
                    <a:pt x="147" y="22"/>
                  </a:cubicBezTo>
                  <a:cubicBezTo>
                    <a:pt x="147" y="24"/>
                    <a:pt x="147" y="26"/>
                    <a:pt x="146" y="29"/>
                  </a:cubicBezTo>
                  <a:lnTo>
                    <a:pt x="126" y="109"/>
                  </a:lnTo>
                  <a:cubicBezTo>
                    <a:pt x="119" y="97"/>
                    <a:pt x="107" y="88"/>
                    <a:pt x="90" y="88"/>
                  </a:cubicBezTo>
                  <a:cubicBezTo>
                    <a:pt x="46" y="88"/>
                    <a:pt x="0" y="137"/>
                    <a:pt x="0" y="188"/>
                  </a:cubicBezTo>
                  <a:cubicBezTo>
                    <a:pt x="0" y="221"/>
                    <a:pt x="23" y="246"/>
                    <a:pt x="53" y="246"/>
                  </a:cubicBezTo>
                  <a:cubicBezTo>
                    <a:pt x="72" y="246"/>
                    <a:pt x="89" y="235"/>
                    <a:pt x="102" y="221"/>
                  </a:cubicBezTo>
                  <a:cubicBezTo>
                    <a:pt x="109" y="242"/>
                    <a:pt x="129" y="246"/>
                    <a:pt x="138" y="246"/>
                  </a:cubicBezTo>
                  <a:cubicBezTo>
                    <a:pt x="151" y="246"/>
                    <a:pt x="160" y="238"/>
                    <a:pt x="166" y="227"/>
                  </a:cubicBezTo>
                  <a:cubicBezTo>
                    <a:pt x="174" y="213"/>
                    <a:pt x="178" y="194"/>
                    <a:pt x="178" y="192"/>
                  </a:cubicBezTo>
                  <a:cubicBezTo>
                    <a:pt x="178" y="188"/>
                    <a:pt x="174" y="188"/>
                    <a:pt x="173" y="188"/>
                  </a:cubicBezTo>
                  <a:cubicBezTo>
                    <a:pt x="168" y="188"/>
                    <a:pt x="167" y="189"/>
                    <a:pt x="165" y="198"/>
                  </a:cubicBezTo>
                  <a:cubicBezTo>
                    <a:pt x="161" y="215"/>
                    <a:pt x="154" y="236"/>
                    <a:pt x="139" y="236"/>
                  </a:cubicBezTo>
                  <a:cubicBezTo>
                    <a:pt x="130" y="236"/>
                    <a:pt x="128" y="228"/>
                    <a:pt x="128" y="219"/>
                  </a:cubicBezTo>
                  <a:cubicBezTo>
                    <a:pt x="128" y="212"/>
                    <a:pt x="129" y="209"/>
                    <a:pt x="130" y="204"/>
                  </a:cubicBezTo>
                  <a:lnTo>
                    <a:pt x="178" y="10"/>
                  </a:lnTo>
                  <a:close/>
                  <a:moveTo>
                    <a:pt x="104" y="198"/>
                  </a:moveTo>
                  <a:cubicBezTo>
                    <a:pt x="101" y="208"/>
                    <a:pt x="94" y="215"/>
                    <a:pt x="86" y="222"/>
                  </a:cubicBezTo>
                  <a:cubicBezTo>
                    <a:pt x="83" y="225"/>
                    <a:pt x="69" y="236"/>
                    <a:pt x="54" y="236"/>
                  </a:cubicBezTo>
                  <a:cubicBezTo>
                    <a:pt x="41" y="236"/>
                    <a:pt x="29" y="227"/>
                    <a:pt x="29" y="202"/>
                  </a:cubicBezTo>
                  <a:cubicBezTo>
                    <a:pt x="29" y="183"/>
                    <a:pt x="39" y="145"/>
                    <a:pt x="47" y="131"/>
                  </a:cubicBezTo>
                  <a:cubicBezTo>
                    <a:pt x="63" y="103"/>
                    <a:pt x="80"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2" name="Freeform 552"/>
            <p:cNvSpPr>
              <a:spLocks/>
            </p:cNvSpPr>
            <p:nvPr>
              <p:custDataLst>
                <p:tags r:id="rId46"/>
              </p:custDataLst>
            </p:nvPr>
          </p:nvSpPr>
          <p:spPr bwMode="auto">
            <a:xfrm>
              <a:off x="5211763" y="2632075"/>
              <a:ext cx="68263" cy="85725"/>
            </a:xfrm>
            <a:custGeom>
              <a:avLst/>
              <a:gdLst>
                <a:gd name="T0" fmla="*/ 117 w 215"/>
                <a:gd name="T1" fmla="*/ 8 h 217"/>
                <a:gd name="T2" fmla="*/ 108 w 215"/>
                <a:gd name="T3" fmla="*/ 0 h 217"/>
                <a:gd name="T4" fmla="*/ 98 w 215"/>
                <a:gd name="T5" fmla="*/ 8 h 217"/>
                <a:gd name="T6" fmla="*/ 3 w 215"/>
                <a:gd name="T7" fmla="*/ 202 h 217"/>
                <a:gd name="T8" fmla="*/ 0 w 215"/>
                <a:gd name="T9" fmla="*/ 208 h 217"/>
                <a:gd name="T10" fmla="*/ 9 w 215"/>
                <a:gd name="T11" fmla="*/ 217 h 217"/>
                <a:gd name="T12" fmla="*/ 18 w 215"/>
                <a:gd name="T13" fmla="*/ 209 h 217"/>
                <a:gd name="T14" fmla="*/ 107 w 215"/>
                <a:gd name="T15" fmla="*/ 28 h 217"/>
                <a:gd name="T16" fmla="*/ 197 w 215"/>
                <a:gd name="T17" fmla="*/ 208 h 217"/>
                <a:gd name="T18" fmla="*/ 206 w 215"/>
                <a:gd name="T19" fmla="*/ 217 h 217"/>
                <a:gd name="T20" fmla="*/ 215 w 215"/>
                <a:gd name="T21" fmla="*/ 208 h 217"/>
                <a:gd name="T22" fmla="*/ 212 w 215"/>
                <a:gd name="T23" fmla="*/ 202 h 217"/>
                <a:gd name="T24" fmla="*/ 117 w 215"/>
                <a:gd name="T25" fmla="*/ 8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5" h="217">
                  <a:moveTo>
                    <a:pt x="117" y="8"/>
                  </a:moveTo>
                  <a:cubicBezTo>
                    <a:pt x="115" y="4"/>
                    <a:pt x="113" y="0"/>
                    <a:pt x="108" y="0"/>
                  </a:cubicBezTo>
                  <a:cubicBezTo>
                    <a:pt x="103" y="0"/>
                    <a:pt x="101" y="3"/>
                    <a:pt x="98" y="8"/>
                  </a:cubicBezTo>
                  <a:lnTo>
                    <a:pt x="3" y="202"/>
                  </a:lnTo>
                  <a:cubicBezTo>
                    <a:pt x="0" y="207"/>
                    <a:pt x="0" y="207"/>
                    <a:pt x="0" y="208"/>
                  </a:cubicBezTo>
                  <a:cubicBezTo>
                    <a:pt x="0" y="214"/>
                    <a:pt x="5" y="217"/>
                    <a:pt x="9" y="217"/>
                  </a:cubicBezTo>
                  <a:cubicBezTo>
                    <a:pt x="13" y="217"/>
                    <a:pt x="16" y="214"/>
                    <a:pt x="18" y="209"/>
                  </a:cubicBezTo>
                  <a:lnTo>
                    <a:pt x="107" y="28"/>
                  </a:lnTo>
                  <a:lnTo>
                    <a:pt x="197" y="208"/>
                  </a:lnTo>
                  <a:cubicBezTo>
                    <a:pt x="200" y="215"/>
                    <a:pt x="201" y="217"/>
                    <a:pt x="206" y="217"/>
                  </a:cubicBezTo>
                  <a:cubicBezTo>
                    <a:pt x="210" y="217"/>
                    <a:pt x="215" y="214"/>
                    <a:pt x="215" y="208"/>
                  </a:cubicBezTo>
                  <a:cubicBezTo>
                    <a:pt x="215" y="207"/>
                    <a:pt x="215" y="207"/>
                    <a:pt x="212" y="202"/>
                  </a:cubicBezTo>
                  <a:lnTo>
                    <a:pt x="117" y="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3" name="Freeform 553"/>
            <p:cNvSpPr>
              <a:spLocks/>
            </p:cNvSpPr>
            <p:nvPr>
              <p:custDataLst>
                <p:tags r:id="rId47"/>
              </p:custDataLst>
            </p:nvPr>
          </p:nvSpPr>
          <p:spPr bwMode="auto">
            <a:xfrm>
              <a:off x="5292725" y="2654300"/>
              <a:ext cx="52388" cy="61913"/>
            </a:xfrm>
            <a:custGeom>
              <a:avLst/>
              <a:gdLst>
                <a:gd name="T0" fmla="*/ 66 w 162"/>
                <a:gd name="T1" fmla="*/ 84 h 158"/>
                <a:gd name="T2" fmla="*/ 75 w 162"/>
                <a:gd name="T3" fmla="*/ 48 h 158"/>
                <a:gd name="T4" fmla="*/ 97 w 162"/>
                <a:gd name="T5" fmla="*/ 20 h 158"/>
                <a:gd name="T6" fmla="*/ 125 w 162"/>
                <a:gd name="T7" fmla="*/ 10 h 158"/>
                <a:gd name="T8" fmla="*/ 144 w 162"/>
                <a:gd name="T9" fmla="*/ 15 h 158"/>
                <a:gd name="T10" fmla="*/ 129 w 162"/>
                <a:gd name="T11" fmla="*/ 34 h 158"/>
                <a:gd name="T12" fmla="*/ 143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4 w 162"/>
                <a:gd name="T29" fmla="*/ 48 h 158"/>
                <a:gd name="T30" fmla="*/ 39 w 162"/>
                <a:gd name="T31" fmla="*/ 10 h 158"/>
                <a:gd name="T32" fmla="*/ 51 w 162"/>
                <a:gd name="T33" fmla="*/ 27 h 158"/>
                <a:gd name="T34" fmla="*/ 45 w 162"/>
                <a:gd name="T35" fmla="*/ 56 h 158"/>
                <a:gd name="T36" fmla="*/ 37 w 162"/>
                <a:gd name="T37" fmla="*/ 87 h 158"/>
                <a:gd name="T38" fmla="*/ 26 w 162"/>
                <a:gd name="T39" fmla="*/ 132 h 158"/>
                <a:gd name="T40" fmla="*/ 23 w 162"/>
                <a:gd name="T41" fmla="*/ 146 h 158"/>
                <a:gd name="T42" fmla="*/ 35 w 162"/>
                <a:gd name="T43" fmla="*/ 158 h 158"/>
                <a:gd name="T44" fmla="*/ 50 w 162"/>
                <a:gd name="T45" fmla="*/ 147 h 158"/>
                <a:gd name="T46" fmla="*/ 56 w 162"/>
                <a:gd name="T47" fmla="*/ 121 h 158"/>
                <a:gd name="T48" fmla="*/ 66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6" y="84"/>
                  </a:moveTo>
                  <a:cubicBezTo>
                    <a:pt x="66" y="81"/>
                    <a:pt x="74" y="50"/>
                    <a:pt x="75" y="48"/>
                  </a:cubicBezTo>
                  <a:cubicBezTo>
                    <a:pt x="75" y="46"/>
                    <a:pt x="86" y="28"/>
                    <a:pt x="97" y="20"/>
                  </a:cubicBezTo>
                  <a:cubicBezTo>
                    <a:pt x="101" y="17"/>
                    <a:pt x="110" y="10"/>
                    <a:pt x="125" y="10"/>
                  </a:cubicBezTo>
                  <a:cubicBezTo>
                    <a:pt x="128" y="10"/>
                    <a:pt x="137" y="10"/>
                    <a:pt x="144" y="15"/>
                  </a:cubicBezTo>
                  <a:cubicBezTo>
                    <a:pt x="133" y="18"/>
                    <a:pt x="129" y="28"/>
                    <a:pt x="129" y="34"/>
                  </a:cubicBezTo>
                  <a:cubicBezTo>
                    <a:pt x="129" y="42"/>
                    <a:pt x="135" y="47"/>
                    <a:pt x="143" y="47"/>
                  </a:cubicBezTo>
                  <a:cubicBezTo>
                    <a:pt x="151" y="47"/>
                    <a:pt x="162" y="40"/>
                    <a:pt x="162" y="26"/>
                  </a:cubicBezTo>
                  <a:cubicBezTo>
                    <a:pt x="162" y="8"/>
                    <a:pt x="143" y="0"/>
                    <a:pt x="125" y="0"/>
                  </a:cubicBezTo>
                  <a:cubicBezTo>
                    <a:pt x="107" y="0"/>
                    <a:pt x="91" y="8"/>
                    <a:pt x="76" y="25"/>
                  </a:cubicBezTo>
                  <a:cubicBezTo>
                    <a:pt x="70" y="4"/>
                    <a:pt x="49" y="0"/>
                    <a:pt x="40" y="0"/>
                  </a:cubicBezTo>
                  <a:cubicBezTo>
                    <a:pt x="27" y="0"/>
                    <a:pt x="19" y="8"/>
                    <a:pt x="13" y="18"/>
                  </a:cubicBezTo>
                  <a:cubicBezTo>
                    <a:pt x="5" y="32"/>
                    <a:pt x="0" y="52"/>
                    <a:pt x="0" y="54"/>
                  </a:cubicBezTo>
                  <a:cubicBezTo>
                    <a:pt x="0" y="58"/>
                    <a:pt x="5" y="58"/>
                    <a:pt x="6" y="58"/>
                  </a:cubicBezTo>
                  <a:cubicBezTo>
                    <a:pt x="11" y="58"/>
                    <a:pt x="11" y="57"/>
                    <a:pt x="14" y="48"/>
                  </a:cubicBezTo>
                  <a:cubicBezTo>
                    <a:pt x="19" y="26"/>
                    <a:pt x="26" y="10"/>
                    <a:pt x="39" y="10"/>
                  </a:cubicBezTo>
                  <a:cubicBezTo>
                    <a:pt x="48" y="10"/>
                    <a:pt x="51" y="18"/>
                    <a:pt x="51" y="27"/>
                  </a:cubicBezTo>
                  <a:cubicBezTo>
                    <a:pt x="51" y="34"/>
                    <a:pt x="48" y="47"/>
                    <a:pt x="45" y="56"/>
                  </a:cubicBezTo>
                  <a:cubicBezTo>
                    <a:pt x="43" y="65"/>
                    <a:pt x="39" y="80"/>
                    <a:pt x="37" y="87"/>
                  </a:cubicBezTo>
                  <a:lnTo>
                    <a:pt x="26" y="132"/>
                  </a:lnTo>
                  <a:cubicBezTo>
                    <a:pt x="25" y="137"/>
                    <a:pt x="23" y="145"/>
                    <a:pt x="23" y="146"/>
                  </a:cubicBezTo>
                  <a:cubicBezTo>
                    <a:pt x="23" y="154"/>
                    <a:pt x="29" y="158"/>
                    <a:pt x="35" y="158"/>
                  </a:cubicBezTo>
                  <a:cubicBezTo>
                    <a:pt x="40" y="158"/>
                    <a:pt x="47" y="154"/>
                    <a:pt x="50" y="147"/>
                  </a:cubicBezTo>
                  <a:cubicBezTo>
                    <a:pt x="50" y="145"/>
                    <a:pt x="54" y="130"/>
                    <a:pt x="56" y="121"/>
                  </a:cubicBezTo>
                  <a:lnTo>
                    <a:pt x="66"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4" name="Freeform 554"/>
            <p:cNvSpPr>
              <a:spLocks noEditPoints="1"/>
            </p:cNvSpPr>
            <p:nvPr>
              <p:custDataLst>
                <p:tags r:id="rId48"/>
              </p:custDataLst>
            </p:nvPr>
          </p:nvSpPr>
          <p:spPr bwMode="auto">
            <a:xfrm>
              <a:off x="5357813" y="2654300"/>
              <a:ext cx="46038" cy="61913"/>
            </a:xfrm>
            <a:custGeom>
              <a:avLst/>
              <a:gdLst>
                <a:gd name="T0" fmla="*/ 55 w 149"/>
                <a:gd name="T1" fmla="*/ 75 h 158"/>
                <a:gd name="T2" fmla="*/ 111 w 149"/>
                <a:gd name="T3" fmla="*/ 67 h 158"/>
                <a:gd name="T4" fmla="*/ 142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3 w 149"/>
                <a:gd name="T19" fmla="*/ 148 h 158"/>
                <a:gd name="T20" fmla="*/ 29 w 149"/>
                <a:gd name="T21" fmla="*/ 106 h 158"/>
                <a:gd name="T22" fmla="*/ 33 w 149"/>
                <a:gd name="T23" fmla="*/ 75 h 158"/>
                <a:gd name="T24" fmla="*/ 55 w 149"/>
                <a:gd name="T25" fmla="*/ 75 h 158"/>
                <a:gd name="T26" fmla="*/ 36 w 149"/>
                <a:gd name="T27" fmla="*/ 65 h 158"/>
                <a:gd name="T28" fmla="*/ 98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5"/>
                  </a:moveTo>
                  <a:cubicBezTo>
                    <a:pt x="65" y="75"/>
                    <a:pt x="92" y="74"/>
                    <a:pt x="111" y="67"/>
                  </a:cubicBezTo>
                  <a:cubicBezTo>
                    <a:pt x="137" y="58"/>
                    <a:pt x="142" y="41"/>
                    <a:pt x="142" y="31"/>
                  </a:cubicBezTo>
                  <a:cubicBezTo>
                    <a:pt x="142" y="12"/>
                    <a:pt x="122" y="0"/>
                    <a:pt x="98" y="0"/>
                  </a:cubicBezTo>
                  <a:cubicBezTo>
                    <a:pt x="56" y="0"/>
                    <a:pt x="0" y="32"/>
                    <a:pt x="0" y="92"/>
                  </a:cubicBezTo>
                  <a:cubicBezTo>
                    <a:pt x="0" y="127"/>
                    <a:pt x="22" y="158"/>
                    <a:pt x="63" y="158"/>
                  </a:cubicBezTo>
                  <a:cubicBezTo>
                    <a:pt x="122" y="158"/>
                    <a:pt x="149" y="123"/>
                    <a:pt x="149" y="118"/>
                  </a:cubicBezTo>
                  <a:cubicBezTo>
                    <a:pt x="149" y="116"/>
                    <a:pt x="146" y="112"/>
                    <a:pt x="143" y="112"/>
                  </a:cubicBezTo>
                  <a:cubicBezTo>
                    <a:pt x="141" y="112"/>
                    <a:pt x="141" y="113"/>
                    <a:pt x="138" y="116"/>
                  </a:cubicBezTo>
                  <a:cubicBezTo>
                    <a:pt x="111" y="148"/>
                    <a:pt x="70" y="148"/>
                    <a:pt x="63" y="148"/>
                  </a:cubicBezTo>
                  <a:cubicBezTo>
                    <a:pt x="43" y="148"/>
                    <a:pt x="29" y="134"/>
                    <a:pt x="29" y="106"/>
                  </a:cubicBezTo>
                  <a:cubicBezTo>
                    <a:pt x="29" y="101"/>
                    <a:pt x="29" y="94"/>
                    <a:pt x="33" y="75"/>
                  </a:cubicBezTo>
                  <a:lnTo>
                    <a:pt x="55" y="75"/>
                  </a:lnTo>
                  <a:close/>
                  <a:moveTo>
                    <a:pt x="36" y="65"/>
                  </a:moveTo>
                  <a:cubicBezTo>
                    <a:pt x="50" y="14"/>
                    <a:pt x="89" y="10"/>
                    <a:pt x="98"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5" name="Freeform 555"/>
            <p:cNvSpPr>
              <a:spLocks/>
            </p:cNvSpPr>
            <p:nvPr>
              <p:custDataLst>
                <p:tags r:id="rId49"/>
              </p:custDataLst>
            </p:nvPr>
          </p:nvSpPr>
          <p:spPr bwMode="auto">
            <a:xfrm>
              <a:off x="5416550" y="2654300"/>
              <a:ext cx="50800" cy="61913"/>
            </a:xfrm>
            <a:custGeom>
              <a:avLst/>
              <a:gdLst>
                <a:gd name="T0" fmla="*/ 37 w 160"/>
                <a:gd name="T1" fmla="*/ 123 h 158"/>
                <a:gd name="T2" fmla="*/ 82 w 160"/>
                <a:gd name="T3" fmla="*/ 84 h 158"/>
                <a:gd name="T4" fmla="*/ 126 w 160"/>
                <a:gd name="T5" fmla="*/ 47 h 158"/>
                <a:gd name="T6" fmla="*/ 160 w 160"/>
                <a:gd name="T7" fmla="*/ 4 h 158"/>
                <a:gd name="T8" fmla="*/ 154 w 160"/>
                <a:gd name="T9" fmla="*/ 0 h 158"/>
                <a:gd name="T10" fmla="*/ 148 w 160"/>
                <a:gd name="T11" fmla="*/ 4 h 158"/>
                <a:gd name="T12" fmla="*/ 122 w 160"/>
                <a:gd name="T13" fmla="*/ 25 h 158"/>
                <a:gd name="T14" fmla="*/ 102 w 160"/>
                <a:gd name="T15" fmla="*/ 14 h 158"/>
                <a:gd name="T16" fmla="*/ 75 w 160"/>
                <a:gd name="T17" fmla="*/ 0 h 158"/>
                <a:gd name="T18" fmla="*/ 28 w 160"/>
                <a:gd name="T19" fmla="*/ 41 h 158"/>
                <a:gd name="T20" fmla="*/ 34 w 160"/>
                <a:gd name="T21" fmla="*/ 45 h 158"/>
                <a:gd name="T22" fmla="*/ 40 w 160"/>
                <a:gd name="T23" fmla="*/ 40 h 158"/>
                <a:gd name="T24" fmla="*/ 70 w 160"/>
                <a:gd name="T25" fmla="*/ 27 h 158"/>
                <a:gd name="T26" fmla="*/ 92 w 160"/>
                <a:gd name="T27" fmla="*/ 31 h 158"/>
                <a:gd name="T28" fmla="*/ 123 w 160"/>
                <a:gd name="T29" fmla="*/ 35 h 158"/>
                <a:gd name="T30" fmla="*/ 74 w 160"/>
                <a:gd name="T31" fmla="*/ 77 h 158"/>
                <a:gd name="T32" fmla="*/ 31 w 160"/>
                <a:gd name="T33" fmla="*/ 114 h 158"/>
                <a:gd name="T34" fmla="*/ 0 w 160"/>
                <a:gd name="T35" fmla="*/ 153 h 158"/>
                <a:gd name="T36" fmla="*/ 6 w 160"/>
                <a:gd name="T37" fmla="*/ 158 h 158"/>
                <a:gd name="T38" fmla="*/ 12 w 160"/>
                <a:gd name="T39" fmla="*/ 154 h 158"/>
                <a:gd name="T40" fmla="*/ 44 w 160"/>
                <a:gd name="T41" fmla="*/ 133 h 158"/>
                <a:gd name="T42" fmla="*/ 63 w 160"/>
                <a:gd name="T43" fmla="*/ 142 h 158"/>
                <a:gd name="T44" fmla="*/ 92 w 160"/>
                <a:gd name="T45" fmla="*/ 158 h 158"/>
                <a:gd name="T46" fmla="*/ 152 w 160"/>
                <a:gd name="T47" fmla="*/ 103 h 158"/>
                <a:gd name="T48" fmla="*/ 146 w 160"/>
                <a:gd name="T49" fmla="*/ 99 h 158"/>
                <a:gd name="T50" fmla="*/ 140 w 160"/>
                <a:gd name="T51" fmla="*/ 105 h 158"/>
                <a:gd name="T52" fmla="*/ 96 w 160"/>
                <a:gd name="T53" fmla="*/ 130 h 158"/>
                <a:gd name="T54" fmla="*/ 70 w 160"/>
                <a:gd name="T55" fmla="*/ 127 h 158"/>
                <a:gd name="T56" fmla="*/ 45 w 160"/>
                <a:gd name="T57" fmla="*/ 123 h 158"/>
                <a:gd name="T58" fmla="*/ 37 w 160"/>
                <a:gd name="T59" fmla="*/ 12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58">
                  <a:moveTo>
                    <a:pt x="37" y="123"/>
                  </a:moveTo>
                  <a:cubicBezTo>
                    <a:pt x="46" y="114"/>
                    <a:pt x="53" y="108"/>
                    <a:pt x="82" y="84"/>
                  </a:cubicBezTo>
                  <a:cubicBezTo>
                    <a:pt x="90" y="78"/>
                    <a:pt x="116" y="57"/>
                    <a:pt x="126" y="47"/>
                  </a:cubicBezTo>
                  <a:cubicBezTo>
                    <a:pt x="147" y="26"/>
                    <a:pt x="160" y="9"/>
                    <a:pt x="160" y="4"/>
                  </a:cubicBezTo>
                  <a:cubicBezTo>
                    <a:pt x="160" y="0"/>
                    <a:pt x="156" y="0"/>
                    <a:pt x="154" y="0"/>
                  </a:cubicBezTo>
                  <a:cubicBezTo>
                    <a:pt x="151" y="0"/>
                    <a:pt x="150" y="1"/>
                    <a:pt x="148" y="4"/>
                  </a:cubicBezTo>
                  <a:cubicBezTo>
                    <a:pt x="138" y="20"/>
                    <a:pt x="130" y="25"/>
                    <a:pt x="122" y="25"/>
                  </a:cubicBezTo>
                  <a:cubicBezTo>
                    <a:pt x="118" y="25"/>
                    <a:pt x="113" y="25"/>
                    <a:pt x="102" y="14"/>
                  </a:cubicBezTo>
                  <a:cubicBezTo>
                    <a:pt x="90" y="3"/>
                    <a:pt x="83" y="0"/>
                    <a:pt x="75" y="0"/>
                  </a:cubicBezTo>
                  <a:cubicBezTo>
                    <a:pt x="47" y="0"/>
                    <a:pt x="28" y="31"/>
                    <a:pt x="28" y="41"/>
                  </a:cubicBezTo>
                  <a:cubicBezTo>
                    <a:pt x="28" y="44"/>
                    <a:pt x="31" y="45"/>
                    <a:pt x="34" y="45"/>
                  </a:cubicBezTo>
                  <a:cubicBezTo>
                    <a:pt x="38" y="45"/>
                    <a:pt x="39" y="44"/>
                    <a:pt x="40" y="40"/>
                  </a:cubicBezTo>
                  <a:cubicBezTo>
                    <a:pt x="45" y="28"/>
                    <a:pt x="65" y="27"/>
                    <a:pt x="70" y="27"/>
                  </a:cubicBezTo>
                  <a:cubicBezTo>
                    <a:pt x="78" y="27"/>
                    <a:pt x="87" y="29"/>
                    <a:pt x="92" y="31"/>
                  </a:cubicBezTo>
                  <a:cubicBezTo>
                    <a:pt x="112" y="35"/>
                    <a:pt x="114" y="35"/>
                    <a:pt x="123" y="35"/>
                  </a:cubicBezTo>
                  <a:cubicBezTo>
                    <a:pt x="114" y="44"/>
                    <a:pt x="107" y="50"/>
                    <a:pt x="74" y="77"/>
                  </a:cubicBezTo>
                  <a:cubicBezTo>
                    <a:pt x="47" y="99"/>
                    <a:pt x="38" y="107"/>
                    <a:pt x="31" y="114"/>
                  </a:cubicBezTo>
                  <a:cubicBezTo>
                    <a:pt x="10" y="135"/>
                    <a:pt x="0" y="150"/>
                    <a:pt x="0" y="153"/>
                  </a:cubicBezTo>
                  <a:cubicBezTo>
                    <a:pt x="0" y="158"/>
                    <a:pt x="4" y="158"/>
                    <a:pt x="6" y="158"/>
                  </a:cubicBezTo>
                  <a:cubicBezTo>
                    <a:pt x="9" y="158"/>
                    <a:pt x="10" y="157"/>
                    <a:pt x="12" y="154"/>
                  </a:cubicBezTo>
                  <a:cubicBezTo>
                    <a:pt x="21" y="141"/>
                    <a:pt x="32" y="133"/>
                    <a:pt x="44" y="133"/>
                  </a:cubicBezTo>
                  <a:cubicBezTo>
                    <a:pt x="48" y="133"/>
                    <a:pt x="53" y="133"/>
                    <a:pt x="63" y="142"/>
                  </a:cubicBezTo>
                  <a:cubicBezTo>
                    <a:pt x="74" y="152"/>
                    <a:pt x="80" y="158"/>
                    <a:pt x="92" y="158"/>
                  </a:cubicBezTo>
                  <a:cubicBezTo>
                    <a:pt x="129" y="158"/>
                    <a:pt x="152" y="115"/>
                    <a:pt x="152" y="103"/>
                  </a:cubicBezTo>
                  <a:cubicBezTo>
                    <a:pt x="152" y="99"/>
                    <a:pt x="148" y="99"/>
                    <a:pt x="146" y="99"/>
                  </a:cubicBezTo>
                  <a:cubicBezTo>
                    <a:pt x="142" y="99"/>
                    <a:pt x="142" y="101"/>
                    <a:pt x="140" y="105"/>
                  </a:cubicBezTo>
                  <a:cubicBezTo>
                    <a:pt x="133" y="122"/>
                    <a:pt x="113" y="130"/>
                    <a:pt x="96" y="130"/>
                  </a:cubicBezTo>
                  <a:cubicBezTo>
                    <a:pt x="88" y="130"/>
                    <a:pt x="79" y="129"/>
                    <a:pt x="70" y="127"/>
                  </a:cubicBezTo>
                  <a:cubicBezTo>
                    <a:pt x="54" y="123"/>
                    <a:pt x="52" y="123"/>
                    <a:pt x="45" y="123"/>
                  </a:cubicBezTo>
                  <a:cubicBezTo>
                    <a:pt x="45" y="123"/>
                    <a:pt x="39" y="123"/>
                    <a:pt x="37"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6" name="Freeform 556"/>
            <p:cNvSpPr>
              <a:spLocks noEditPoints="1"/>
            </p:cNvSpPr>
            <p:nvPr>
              <p:custDataLst>
                <p:tags r:id="rId50"/>
              </p:custDataLst>
            </p:nvPr>
          </p:nvSpPr>
          <p:spPr bwMode="auto">
            <a:xfrm>
              <a:off x="5481638" y="2654300"/>
              <a:ext cx="47625" cy="61913"/>
            </a:xfrm>
            <a:custGeom>
              <a:avLst/>
              <a:gdLst>
                <a:gd name="T0" fmla="*/ 54 w 149"/>
                <a:gd name="T1" fmla="*/ 75 h 158"/>
                <a:gd name="T2" fmla="*/ 110 w 149"/>
                <a:gd name="T3" fmla="*/ 67 h 158"/>
                <a:gd name="T4" fmla="*/ 141 w 149"/>
                <a:gd name="T5" fmla="*/ 31 h 158"/>
                <a:gd name="T6" fmla="*/ 98 w 149"/>
                <a:gd name="T7" fmla="*/ 0 h 158"/>
                <a:gd name="T8" fmla="*/ 0 w 149"/>
                <a:gd name="T9" fmla="*/ 92 h 158"/>
                <a:gd name="T10" fmla="*/ 62 w 149"/>
                <a:gd name="T11" fmla="*/ 158 h 158"/>
                <a:gd name="T12" fmla="*/ 149 w 149"/>
                <a:gd name="T13" fmla="*/ 118 h 158"/>
                <a:gd name="T14" fmla="*/ 143 w 149"/>
                <a:gd name="T15" fmla="*/ 112 h 158"/>
                <a:gd name="T16" fmla="*/ 137 w 149"/>
                <a:gd name="T17" fmla="*/ 116 h 158"/>
                <a:gd name="T18" fmla="*/ 63 w 149"/>
                <a:gd name="T19" fmla="*/ 148 h 158"/>
                <a:gd name="T20" fmla="*/ 28 w 149"/>
                <a:gd name="T21" fmla="*/ 106 h 158"/>
                <a:gd name="T22" fmla="*/ 32 w 149"/>
                <a:gd name="T23" fmla="*/ 75 h 158"/>
                <a:gd name="T24" fmla="*/ 54 w 149"/>
                <a:gd name="T25" fmla="*/ 75 h 158"/>
                <a:gd name="T26" fmla="*/ 35 w 149"/>
                <a:gd name="T27" fmla="*/ 65 h 158"/>
                <a:gd name="T28" fmla="*/ 98 w 149"/>
                <a:gd name="T29" fmla="*/ 10 h 158"/>
                <a:gd name="T30" fmla="*/ 126 w 149"/>
                <a:gd name="T31" fmla="*/ 31 h 158"/>
                <a:gd name="T32" fmla="*/ 52 w 149"/>
                <a:gd name="T33" fmla="*/ 65 h 158"/>
                <a:gd name="T34" fmla="*/ 35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4" y="75"/>
                  </a:moveTo>
                  <a:cubicBezTo>
                    <a:pt x="64" y="75"/>
                    <a:pt x="92" y="74"/>
                    <a:pt x="110" y="67"/>
                  </a:cubicBezTo>
                  <a:cubicBezTo>
                    <a:pt x="136" y="58"/>
                    <a:pt x="141" y="41"/>
                    <a:pt x="141" y="31"/>
                  </a:cubicBezTo>
                  <a:cubicBezTo>
                    <a:pt x="141" y="12"/>
                    <a:pt x="122" y="0"/>
                    <a:pt x="98" y="0"/>
                  </a:cubicBezTo>
                  <a:cubicBezTo>
                    <a:pt x="56" y="0"/>
                    <a:pt x="0" y="32"/>
                    <a:pt x="0" y="92"/>
                  </a:cubicBezTo>
                  <a:cubicBezTo>
                    <a:pt x="0" y="127"/>
                    <a:pt x="21" y="158"/>
                    <a:pt x="62" y="158"/>
                  </a:cubicBezTo>
                  <a:cubicBezTo>
                    <a:pt x="121" y="158"/>
                    <a:pt x="149" y="123"/>
                    <a:pt x="149" y="118"/>
                  </a:cubicBezTo>
                  <a:cubicBezTo>
                    <a:pt x="149" y="116"/>
                    <a:pt x="146" y="112"/>
                    <a:pt x="143" y="112"/>
                  </a:cubicBezTo>
                  <a:cubicBezTo>
                    <a:pt x="141" y="112"/>
                    <a:pt x="140" y="113"/>
                    <a:pt x="137" y="116"/>
                  </a:cubicBezTo>
                  <a:cubicBezTo>
                    <a:pt x="110" y="148"/>
                    <a:pt x="69" y="148"/>
                    <a:pt x="63" y="148"/>
                  </a:cubicBezTo>
                  <a:cubicBezTo>
                    <a:pt x="42" y="148"/>
                    <a:pt x="28" y="134"/>
                    <a:pt x="28" y="106"/>
                  </a:cubicBezTo>
                  <a:cubicBezTo>
                    <a:pt x="28" y="101"/>
                    <a:pt x="28" y="94"/>
                    <a:pt x="32" y="75"/>
                  </a:cubicBezTo>
                  <a:lnTo>
                    <a:pt x="54" y="75"/>
                  </a:lnTo>
                  <a:close/>
                  <a:moveTo>
                    <a:pt x="35" y="65"/>
                  </a:moveTo>
                  <a:cubicBezTo>
                    <a:pt x="49" y="14"/>
                    <a:pt x="88" y="10"/>
                    <a:pt x="98" y="10"/>
                  </a:cubicBezTo>
                  <a:cubicBezTo>
                    <a:pt x="113" y="10"/>
                    <a:pt x="126" y="18"/>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7" name="Freeform 557"/>
            <p:cNvSpPr>
              <a:spLocks/>
            </p:cNvSpPr>
            <p:nvPr>
              <p:custDataLst>
                <p:tags r:id="rId51"/>
              </p:custDataLst>
            </p:nvPr>
          </p:nvSpPr>
          <p:spPr bwMode="auto">
            <a:xfrm>
              <a:off x="5538788" y="2654300"/>
              <a:ext cx="52388" cy="61913"/>
            </a:xfrm>
            <a:custGeom>
              <a:avLst/>
              <a:gdLst>
                <a:gd name="T0" fmla="*/ 65 w 162"/>
                <a:gd name="T1" fmla="*/ 84 h 158"/>
                <a:gd name="T2" fmla="*/ 74 w 162"/>
                <a:gd name="T3" fmla="*/ 48 h 158"/>
                <a:gd name="T4" fmla="*/ 96 w 162"/>
                <a:gd name="T5" fmla="*/ 20 h 158"/>
                <a:gd name="T6" fmla="*/ 124 w 162"/>
                <a:gd name="T7" fmla="*/ 10 h 158"/>
                <a:gd name="T8" fmla="*/ 144 w 162"/>
                <a:gd name="T9" fmla="*/ 15 h 158"/>
                <a:gd name="T10" fmla="*/ 128 w 162"/>
                <a:gd name="T11" fmla="*/ 34 h 158"/>
                <a:gd name="T12" fmla="*/ 142 w 162"/>
                <a:gd name="T13" fmla="*/ 47 h 158"/>
                <a:gd name="T14" fmla="*/ 162 w 162"/>
                <a:gd name="T15" fmla="*/ 26 h 158"/>
                <a:gd name="T16" fmla="*/ 125 w 162"/>
                <a:gd name="T17" fmla="*/ 0 h 158"/>
                <a:gd name="T18" fmla="*/ 76 w 162"/>
                <a:gd name="T19" fmla="*/ 25 h 158"/>
                <a:gd name="T20" fmla="*/ 40 w 162"/>
                <a:gd name="T21" fmla="*/ 0 h 158"/>
                <a:gd name="T22" fmla="*/ 12 w 162"/>
                <a:gd name="T23" fmla="*/ 18 h 158"/>
                <a:gd name="T24" fmla="*/ 0 w 162"/>
                <a:gd name="T25" fmla="*/ 54 h 158"/>
                <a:gd name="T26" fmla="*/ 6 w 162"/>
                <a:gd name="T27" fmla="*/ 58 h 158"/>
                <a:gd name="T28" fmla="*/ 13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2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5" y="81"/>
                    <a:pt x="74" y="50"/>
                    <a:pt x="74" y="48"/>
                  </a:cubicBezTo>
                  <a:cubicBezTo>
                    <a:pt x="75" y="46"/>
                    <a:pt x="85" y="28"/>
                    <a:pt x="96" y="20"/>
                  </a:cubicBezTo>
                  <a:cubicBezTo>
                    <a:pt x="100" y="17"/>
                    <a:pt x="109" y="10"/>
                    <a:pt x="124" y="10"/>
                  </a:cubicBezTo>
                  <a:cubicBezTo>
                    <a:pt x="128" y="10"/>
                    <a:pt x="137" y="10"/>
                    <a:pt x="144" y="15"/>
                  </a:cubicBezTo>
                  <a:cubicBezTo>
                    <a:pt x="132" y="18"/>
                    <a:pt x="128" y="28"/>
                    <a:pt x="128" y="34"/>
                  </a:cubicBezTo>
                  <a:cubicBezTo>
                    <a:pt x="128" y="42"/>
                    <a:pt x="134" y="47"/>
                    <a:pt x="142" y="47"/>
                  </a:cubicBezTo>
                  <a:cubicBezTo>
                    <a:pt x="150" y="47"/>
                    <a:pt x="162" y="40"/>
                    <a:pt x="162" y="26"/>
                  </a:cubicBezTo>
                  <a:cubicBezTo>
                    <a:pt x="162" y="8"/>
                    <a:pt x="143" y="0"/>
                    <a:pt x="125" y="0"/>
                  </a:cubicBezTo>
                  <a:cubicBezTo>
                    <a:pt x="107" y="0"/>
                    <a:pt x="91" y="8"/>
                    <a:pt x="76" y="25"/>
                  </a:cubicBezTo>
                  <a:cubicBezTo>
                    <a:pt x="69" y="4"/>
                    <a:pt x="48" y="0"/>
                    <a:pt x="40" y="0"/>
                  </a:cubicBezTo>
                  <a:cubicBezTo>
                    <a:pt x="27" y="0"/>
                    <a:pt x="18" y="8"/>
                    <a:pt x="12" y="18"/>
                  </a:cubicBezTo>
                  <a:cubicBezTo>
                    <a:pt x="4" y="32"/>
                    <a:pt x="0" y="52"/>
                    <a:pt x="0" y="54"/>
                  </a:cubicBezTo>
                  <a:cubicBezTo>
                    <a:pt x="0" y="58"/>
                    <a:pt x="4" y="58"/>
                    <a:pt x="6" y="58"/>
                  </a:cubicBezTo>
                  <a:cubicBezTo>
                    <a:pt x="10" y="58"/>
                    <a:pt x="11" y="57"/>
                    <a:pt x="13" y="48"/>
                  </a:cubicBezTo>
                  <a:cubicBezTo>
                    <a:pt x="18" y="26"/>
                    <a:pt x="25" y="10"/>
                    <a:pt x="39" y="10"/>
                  </a:cubicBezTo>
                  <a:cubicBezTo>
                    <a:pt x="48" y="10"/>
                    <a:pt x="50" y="18"/>
                    <a:pt x="50" y="27"/>
                  </a:cubicBezTo>
                  <a:cubicBezTo>
                    <a:pt x="50" y="34"/>
                    <a:pt x="47" y="47"/>
                    <a:pt x="45" y="56"/>
                  </a:cubicBezTo>
                  <a:cubicBezTo>
                    <a:pt x="42" y="65"/>
                    <a:pt x="39" y="80"/>
                    <a:pt x="37" y="87"/>
                  </a:cubicBezTo>
                  <a:lnTo>
                    <a:pt x="26" y="132"/>
                  </a:lnTo>
                  <a:cubicBezTo>
                    <a:pt x="24" y="137"/>
                    <a:pt x="22" y="145"/>
                    <a:pt x="22" y="146"/>
                  </a:cubicBezTo>
                  <a:cubicBezTo>
                    <a:pt x="22" y="154"/>
                    <a:pt x="29" y="158"/>
                    <a:pt x="34" y="158"/>
                  </a:cubicBezTo>
                  <a:cubicBezTo>
                    <a:pt x="39" y="158"/>
                    <a:pt x="46"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8" name="Freeform 558"/>
            <p:cNvSpPr>
              <a:spLocks/>
            </p:cNvSpPr>
            <p:nvPr>
              <p:custDataLst>
                <p:tags r:id="rId52"/>
              </p:custDataLst>
            </p:nvPr>
          </p:nvSpPr>
          <p:spPr bwMode="auto">
            <a:xfrm>
              <a:off x="5600700" y="2654300"/>
              <a:ext cx="53975" cy="61913"/>
            </a:xfrm>
            <a:custGeom>
              <a:avLst/>
              <a:gdLst>
                <a:gd name="T0" fmla="*/ 170 w 170"/>
                <a:gd name="T1" fmla="*/ 27 h 158"/>
                <a:gd name="T2" fmla="*/ 153 w 170"/>
                <a:gd name="T3" fmla="*/ 0 h 158"/>
                <a:gd name="T4" fmla="*/ 134 w 170"/>
                <a:gd name="T5" fmla="*/ 18 h 158"/>
                <a:gd name="T6" fmla="*/ 140 w 170"/>
                <a:gd name="T7" fmla="*/ 29 h 158"/>
                <a:gd name="T8" fmla="*/ 153 w 170"/>
                <a:gd name="T9" fmla="*/ 57 h 158"/>
                <a:gd name="T10" fmla="*/ 88 w 170"/>
                <a:gd name="T11" fmla="*/ 148 h 158"/>
                <a:gd name="T12" fmla="*/ 60 w 170"/>
                <a:gd name="T13" fmla="*/ 117 h 158"/>
                <a:gd name="T14" fmla="*/ 79 w 170"/>
                <a:gd name="T15" fmla="*/ 49 h 158"/>
                <a:gd name="T16" fmla="*/ 84 w 170"/>
                <a:gd name="T17" fmla="*/ 30 h 158"/>
                <a:gd name="T18" fmla="*/ 51 w 170"/>
                <a:gd name="T19" fmla="*/ 0 h 158"/>
                <a:gd name="T20" fmla="*/ 0 w 170"/>
                <a:gd name="T21" fmla="*/ 54 h 158"/>
                <a:gd name="T22" fmla="*/ 6 w 170"/>
                <a:gd name="T23" fmla="*/ 58 h 158"/>
                <a:gd name="T24" fmla="*/ 12 w 170"/>
                <a:gd name="T25" fmla="*/ 53 h 158"/>
                <a:gd name="T26" fmla="*/ 50 w 170"/>
                <a:gd name="T27" fmla="*/ 10 h 158"/>
                <a:gd name="T28" fmla="*/ 59 w 170"/>
                <a:gd name="T29" fmla="*/ 22 h 158"/>
                <a:gd name="T30" fmla="*/ 52 w 170"/>
                <a:gd name="T31" fmla="*/ 46 h 158"/>
                <a:gd name="T32" fmla="*/ 33 w 170"/>
                <a:gd name="T33" fmla="*/ 112 h 158"/>
                <a:gd name="T34" fmla="*/ 87 w 170"/>
                <a:gd name="T35" fmla="*/ 158 h 158"/>
                <a:gd name="T36" fmla="*/ 170 w 170"/>
                <a:gd name="T37" fmla="*/ 27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8">
                  <a:moveTo>
                    <a:pt x="170" y="27"/>
                  </a:moveTo>
                  <a:cubicBezTo>
                    <a:pt x="170" y="0"/>
                    <a:pt x="154" y="0"/>
                    <a:pt x="153" y="0"/>
                  </a:cubicBezTo>
                  <a:cubicBezTo>
                    <a:pt x="144" y="0"/>
                    <a:pt x="134" y="9"/>
                    <a:pt x="134" y="18"/>
                  </a:cubicBezTo>
                  <a:cubicBezTo>
                    <a:pt x="134" y="24"/>
                    <a:pt x="137" y="27"/>
                    <a:pt x="140" y="29"/>
                  </a:cubicBezTo>
                  <a:cubicBezTo>
                    <a:pt x="146" y="34"/>
                    <a:pt x="153" y="43"/>
                    <a:pt x="153" y="57"/>
                  </a:cubicBezTo>
                  <a:cubicBezTo>
                    <a:pt x="153" y="73"/>
                    <a:pt x="130" y="148"/>
                    <a:pt x="88" y="148"/>
                  </a:cubicBezTo>
                  <a:cubicBezTo>
                    <a:pt x="60" y="148"/>
                    <a:pt x="60" y="123"/>
                    <a:pt x="60" y="117"/>
                  </a:cubicBezTo>
                  <a:cubicBezTo>
                    <a:pt x="60" y="101"/>
                    <a:pt x="66" y="81"/>
                    <a:pt x="79" y="49"/>
                  </a:cubicBezTo>
                  <a:cubicBezTo>
                    <a:pt x="82" y="41"/>
                    <a:pt x="84" y="36"/>
                    <a:pt x="84" y="30"/>
                  </a:cubicBezTo>
                  <a:cubicBezTo>
                    <a:pt x="84" y="12"/>
                    <a:pt x="69" y="0"/>
                    <a:pt x="51" y="0"/>
                  </a:cubicBezTo>
                  <a:cubicBezTo>
                    <a:pt x="16" y="0"/>
                    <a:pt x="0" y="48"/>
                    <a:pt x="0" y="54"/>
                  </a:cubicBezTo>
                  <a:cubicBezTo>
                    <a:pt x="0" y="58"/>
                    <a:pt x="5" y="58"/>
                    <a:pt x="6" y="58"/>
                  </a:cubicBezTo>
                  <a:cubicBezTo>
                    <a:pt x="11" y="58"/>
                    <a:pt x="11" y="56"/>
                    <a:pt x="12" y="53"/>
                  </a:cubicBezTo>
                  <a:cubicBezTo>
                    <a:pt x="21" y="24"/>
                    <a:pt x="36" y="10"/>
                    <a:pt x="50" y="10"/>
                  </a:cubicBezTo>
                  <a:cubicBezTo>
                    <a:pt x="56" y="10"/>
                    <a:pt x="59" y="14"/>
                    <a:pt x="59" y="22"/>
                  </a:cubicBezTo>
                  <a:cubicBezTo>
                    <a:pt x="59" y="30"/>
                    <a:pt x="56" y="38"/>
                    <a:pt x="52" y="46"/>
                  </a:cubicBezTo>
                  <a:cubicBezTo>
                    <a:pt x="37" y="84"/>
                    <a:pt x="33" y="99"/>
                    <a:pt x="33" y="112"/>
                  </a:cubicBezTo>
                  <a:cubicBezTo>
                    <a:pt x="33" y="146"/>
                    <a:pt x="61" y="158"/>
                    <a:pt x="87" y="158"/>
                  </a:cubicBezTo>
                  <a:cubicBezTo>
                    <a:pt x="146" y="158"/>
                    <a:pt x="170" y="56"/>
                    <a:pt x="170" y="27"/>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29" name="Freeform 559"/>
            <p:cNvSpPr>
              <a:spLocks noEditPoints="1"/>
            </p:cNvSpPr>
            <p:nvPr>
              <p:custDataLst>
                <p:tags r:id="rId53"/>
              </p:custDataLst>
            </p:nvPr>
          </p:nvSpPr>
          <p:spPr bwMode="auto">
            <a:xfrm>
              <a:off x="5668963" y="2654300"/>
              <a:ext cx="57150" cy="61913"/>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2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7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8 w 178"/>
                <a:gd name="T43" fmla="*/ 114 h 158"/>
                <a:gd name="T44" fmla="*/ 46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5" y="0"/>
                    <a:pt x="0" y="49"/>
                    <a:pt x="0" y="100"/>
                  </a:cubicBezTo>
                  <a:cubicBezTo>
                    <a:pt x="0" y="133"/>
                    <a:pt x="23" y="158"/>
                    <a:pt x="53" y="158"/>
                  </a:cubicBezTo>
                  <a:cubicBezTo>
                    <a:pt x="72" y="158"/>
                    <a:pt x="88" y="147"/>
                    <a:pt x="102" y="133"/>
                  </a:cubicBezTo>
                  <a:cubicBezTo>
                    <a:pt x="109" y="154"/>
                    <a:pt x="129" y="158"/>
                    <a:pt x="138" y="158"/>
                  </a:cubicBezTo>
                  <a:cubicBezTo>
                    <a:pt x="151" y="158"/>
                    <a:pt x="159" y="150"/>
                    <a:pt x="166" y="139"/>
                  </a:cubicBezTo>
                  <a:cubicBezTo>
                    <a:pt x="173" y="125"/>
                    <a:pt x="178" y="106"/>
                    <a:pt x="178" y="104"/>
                  </a:cubicBezTo>
                  <a:cubicBezTo>
                    <a:pt x="178" y="100"/>
                    <a:pt x="173" y="100"/>
                    <a:pt x="172" y="100"/>
                  </a:cubicBezTo>
                  <a:cubicBezTo>
                    <a:pt x="167" y="100"/>
                    <a:pt x="167" y="101"/>
                    <a:pt x="165" y="110"/>
                  </a:cubicBezTo>
                  <a:cubicBezTo>
                    <a:pt x="160" y="127"/>
                    <a:pt x="154" y="148"/>
                    <a:pt x="139" y="148"/>
                  </a:cubicBezTo>
                  <a:cubicBezTo>
                    <a:pt x="130" y="148"/>
                    <a:pt x="128" y="140"/>
                    <a:pt x="128" y="131"/>
                  </a:cubicBezTo>
                  <a:cubicBezTo>
                    <a:pt x="128" y="125"/>
                    <a:pt x="130" y="112"/>
                    <a:pt x="133" y="103"/>
                  </a:cubicBezTo>
                  <a:cubicBezTo>
                    <a:pt x="135" y="94"/>
                    <a:pt x="139" y="79"/>
                    <a:pt x="141" y="72"/>
                  </a:cubicBezTo>
                  <a:lnTo>
                    <a:pt x="147" y="45"/>
                  </a:lnTo>
                  <a:cubicBezTo>
                    <a:pt x="150" y="36"/>
                    <a:pt x="154" y="20"/>
                    <a:pt x="154" y="18"/>
                  </a:cubicBezTo>
                  <a:cubicBezTo>
                    <a:pt x="154" y="10"/>
                    <a:pt x="147" y="7"/>
                    <a:pt x="142" y="7"/>
                  </a:cubicBezTo>
                  <a:cubicBezTo>
                    <a:pt x="136" y="7"/>
                    <a:pt x="128" y="11"/>
                    <a:pt x="126" y="21"/>
                  </a:cubicBezTo>
                  <a:close/>
                  <a:moveTo>
                    <a:pt x="104" y="110"/>
                  </a:moveTo>
                  <a:cubicBezTo>
                    <a:pt x="101" y="120"/>
                    <a:pt x="93" y="127"/>
                    <a:pt x="86" y="134"/>
                  </a:cubicBezTo>
                  <a:cubicBezTo>
                    <a:pt x="83" y="137"/>
                    <a:pt x="69" y="148"/>
                    <a:pt x="54" y="148"/>
                  </a:cubicBezTo>
                  <a:cubicBezTo>
                    <a:pt x="41"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0" name="Freeform 560"/>
            <p:cNvSpPr>
              <a:spLocks/>
            </p:cNvSpPr>
            <p:nvPr>
              <p:custDataLst>
                <p:tags r:id="rId54"/>
              </p:custDataLst>
            </p:nvPr>
          </p:nvSpPr>
          <p:spPr bwMode="auto">
            <a:xfrm>
              <a:off x="5737225" y="2654300"/>
              <a:ext cx="49213" cy="61913"/>
            </a:xfrm>
            <a:custGeom>
              <a:avLst/>
              <a:gdLst>
                <a:gd name="T0" fmla="*/ 131 w 151"/>
                <a:gd name="T1" fmla="*/ 20 h 158"/>
                <a:gd name="T2" fmla="*/ 114 w 151"/>
                <a:gd name="T3" fmla="*/ 40 h 158"/>
                <a:gd name="T4" fmla="*/ 127 w 151"/>
                <a:gd name="T5" fmla="*/ 53 h 158"/>
                <a:gd name="T6" fmla="*/ 147 w 151"/>
                <a:gd name="T7" fmla="*/ 31 h 158"/>
                <a:gd name="T8" fmla="*/ 101 w 151"/>
                <a:gd name="T9" fmla="*/ 0 h 158"/>
                <a:gd name="T10" fmla="*/ 0 w 151"/>
                <a:gd name="T11" fmla="*/ 97 h 158"/>
                <a:gd name="T12" fmla="*/ 65 w 151"/>
                <a:gd name="T13" fmla="*/ 158 h 158"/>
                <a:gd name="T14" fmla="*/ 151 w 151"/>
                <a:gd name="T15" fmla="*/ 118 h 158"/>
                <a:gd name="T16" fmla="*/ 145 w 151"/>
                <a:gd name="T17" fmla="*/ 112 h 158"/>
                <a:gd name="T18" fmla="*/ 140 w 151"/>
                <a:gd name="T19" fmla="*/ 116 h 158"/>
                <a:gd name="T20" fmla="*/ 66 w 151"/>
                <a:gd name="T21" fmla="*/ 148 h 158"/>
                <a:gd name="T22" fmla="*/ 29 w 151"/>
                <a:gd name="T23" fmla="*/ 109 h 158"/>
                <a:gd name="T24" fmla="*/ 52 w 151"/>
                <a:gd name="T25" fmla="*/ 37 h 158"/>
                <a:gd name="T26" fmla="*/ 101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9" y="23"/>
                    <a:pt x="114" y="32"/>
                    <a:pt x="114" y="40"/>
                  </a:cubicBezTo>
                  <a:cubicBezTo>
                    <a:pt x="114" y="49"/>
                    <a:pt x="121" y="53"/>
                    <a:pt x="127" y="53"/>
                  </a:cubicBezTo>
                  <a:cubicBezTo>
                    <a:pt x="135" y="53"/>
                    <a:pt x="147" y="47"/>
                    <a:pt x="147" y="31"/>
                  </a:cubicBezTo>
                  <a:cubicBezTo>
                    <a:pt x="147" y="7"/>
                    <a:pt x="120" y="0"/>
                    <a:pt x="101" y="0"/>
                  </a:cubicBezTo>
                  <a:cubicBezTo>
                    <a:pt x="49" y="0"/>
                    <a:pt x="0" y="48"/>
                    <a:pt x="0" y="97"/>
                  </a:cubicBezTo>
                  <a:cubicBezTo>
                    <a:pt x="0" y="127"/>
                    <a:pt x="21" y="158"/>
                    <a:pt x="65" y="158"/>
                  </a:cubicBezTo>
                  <a:cubicBezTo>
                    <a:pt x="124" y="158"/>
                    <a:pt x="151" y="123"/>
                    <a:pt x="151" y="118"/>
                  </a:cubicBezTo>
                  <a:cubicBezTo>
                    <a:pt x="151" y="116"/>
                    <a:pt x="148" y="112"/>
                    <a:pt x="145" y="112"/>
                  </a:cubicBezTo>
                  <a:cubicBezTo>
                    <a:pt x="143" y="112"/>
                    <a:pt x="143" y="113"/>
                    <a:pt x="140" y="116"/>
                  </a:cubicBezTo>
                  <a:cubicBezTo>
                    <a:pt x="113" y="148"/>
                    <a:pt x="72" y="148"/>
                    <a:pt x="66" y="148"/>
                  </a:cubicBezTo>
                  <a:cubicBezTo>
                    <a:pt x="40" y="148"/>
                    <a:pt x="29" y="131"/>
                    <a:pt x="29" y="109"/>
                  </a:cubicBezTo>
                  <a:cubicBezTo>
                    <a:pt x="29" y="99"/>
                    <a:pt x="34" y="61"/>
                    <a:pt x="52" y="37"/>
                  </a:cubicBezTo>
                  <a:cubicBezTo>
                    <a:pt x="66" y="20"/>
                    <a:pt x="84" y="10"/>
                    <a:pt x="101" y="10"/>
                  </a:cubicBezTo>
                  <a:cubicBezTo>
                    <a:pt x="106" y="10"/>
                    <a:pt x="123"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1" name="Freeform 561"/>
            <p:cNvSpPr>
              <a:spLocks noEditPoints="1"/>
            </p:cNvSpPr>
            <p:nvPr>
              <p:custDataLst>
                <p:tags r:id="rId55"/>
              </p:custDataLst>
            </p:nvPr>
          </p:nvSpPr>
          <p:spPr bwMode="auto">
            <a:xfrm>
              <a:off x="5792788" y="2624138"/>
              <a:ext cx="33338" cy="92075"/>
            </a:xfrm>
            <a:custGeom>
              <a:avLst/>
              <a:gdLst>
                <a:gd name="T0" fmla="*/ 97 w 106"/>
                <a:gd name="T1" fmla="*/ 13 h 235"/>
                <a:gd name="T2" fmla="*/ 83 w 106"/>
                <a:gd name="T3" fmla="*/ 0 h 235"/>
                <a:gd name="T4" fmla="*/ 63 w 106"/>
                <a:gd name="T5" fmla="*/ 19 h 235"/>
                <a:gd name="T6" fmla="*/ 77 w 106"/>
                <a:gd name="T7" fmla="*/ 32 h 235"/>
                <a:gd name="T8" fmla="*/ 97 w 106"/>
                <a:gd name="T9" fmla="*/ 13 h 235"/>
                <a:gd name="T10" fmla="*/ 26 w 106"/>
                <a:gd name="T11" fmla="*/ 190 h 235"/>
                <a:gd name="T12" fmla="*/ 23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0 h 235"/>
                <a:gd name="T28" fmla="*/ 65 w 106"/>
                <a:gd name="T29" fmla="*/ 162 h 235"/>
                <a:gd name="T30" fmla="*/ 82 w 106"/>
                <a:gd name="T31" fmla="*/ 118 h 235"/>
                <a:gd name="T32" fmla="*/ 84 w 106"/>
                <a:gd name="T33" fmla="*/ 107 h 235"/>
                <a:gd name="T34" fmla="*/ 51 w 106"/>
                <a:gd name="T35" fmla="*/ 77 h 235"/>
                <a:gd name="T36" fmla="*/ 0 w 106"/>
                <a:gd name="T37" fmla="*/ 131 h 235"/>
                <a:gd name="T38" fmla="*/ 6 w 106"/>
                <a:gd name="T39" fmla="*/ 135 h 235"/>
                <a:gd name="T40" fmla="*/ 12 w 106"/>
                <a:gd name="T41" fmla="*/ 130 h 235"/>
                <a:gd name="T42" fmla="*/ 50 w 106"/>
                <a:gd name="T43" fmla="*/ 87 h 235"/>
                <a:gd name="T44" fmla="*/ 58 w 106"/>
                <a:gd name="T45" fmla="*/ 99 h 235"/>
                <a:gd name="T46" fmla="*/ 48 w 106"/>
                <a:gd name="T47" fmla="*/ 134 h 235"/>
                <a:gd name="T48" fmla="*/ 26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3" y="0"/>
                    <a:pt x="83" y="0"/>
                  </a:cubicBezTo>
                  <a:cubicBezTo>
                    <a:pt x="73" y="0"/>
                    <a:pt x="63" y="9"/>
                    <a:pt x="63" y="19"/>
                  </a:cubicBezTo>
                  <a:cubicBezTo>
                    <a:pt x="63" y="25"/>
                    <a:pt x="68" y="32"/>
                    <a:pt x="77" y="32"/>
                  </a:cubicBezTo>
                  <a:cubicBezTo>
                    <a:pt x="87" y="32"/>
                    <a:pt x="97" y="22"/>
                    <a:pt x="97" y="13"/>
                  </a:cubicBezTo>
                  <a:close/>
                  <a:moveTo>
                    <a:pt x="26" y="190"/>
                  </a:moveTo>
                  <a:cubicBezTo>
                    <a:pt x="24" y="195"/>
                    <a:pt x="23" y="199"/>
                    <a:pt x="23" y="205"/>
                  </a:cubicBezTo>
                  <a:cubicBezTo>
                    <a:pt x="23" y="221"/>
                    <a:pt x="36" y="235"/>
                    <a:pt x="56" y="235"/>
                  </a:cubicBezTo>
                  <a:cubicBezTo>
                    <a:pt x="91" y="235"/>
                    <a:pt x="106" y="186"/>
                    <a:pt x="106" y="181"/>
                  </a:cubicBezTo>
                  <a:cubicBezTo>
                    <a:pt x="106" y="177"/>
                    <a:pt x="101" y="177"/>
                    <a:pt x="100" y="177"/>
                  </a:cubicBezTo>
                  <a:cubicBezTo>
                    <a:pt x="95" y="177"/>
                    <a:pt x="95" y="179"/>
                    <a:pt x="94" y="183"/>
                  </a:cubicBezTo>
                  <a:cubicBezTo>
                    <a:pt x="86" y="210"/>
                    <a:pt x="70" y="225"/>
                    <a:pt x="57" y="225"/>
                  </a:cubicBezTo>
                  <a:cubicBezTo>
                    <a:pt x="50" y="225"/>
                    <a:pt x="48" y="220"/>
                    <a:pt x="48" y="213"/>
                  </a:cubicBezTo>
                  <a:cubicBezTo>
                    <a:pt x="48" y="205"/>
                    <a:pt x="50" y="198"/>
                    <a:pt x="54" y="190"/>
                  </a:cubicBezTo>
                  <a:cubicBezTo>
                    <a:pt x="57" y="181"/>
                    <a:pt x="61" y="171"/>
                    <a:pt x="65" y="162"/>
                  </a:cubicBezTo>
                  <a:cubicBezTo>
                    <a:pt x="68" y="154"/>
                    <a:pt x="80" y="122"/>
                    <a:pt x="82" y="118"/>
                  </a:cubicBezTo>
                  <a:cubicBezTo>
                    <a:pt x="83" y="115"/>
                    <a:pt x="84" y="110"/>
                    <a:pt x="84" y="107"/>
                  </a:cubicBezTo>
                  <a:cubicBezTo>
                    <a:pt x="84" y="90"/>
                    <a:pt x="70" y="77"/>
                    <a:pt x="51" y="77"/>
                  </a:cubicBezTo>
                  <a:cubicBezTo>
                    <a:pt x="16" y="77"/>
                    <a:pt x="0" y="125"/>
                    <a:pt x="0" y="131"/>
                  </a:cubicBezTo>
                  <a:cubicBezTo>
                    <a:pt x="0" y="135"/>
                    <a:pt x="5" y="135"/>
                    <a:pt x="6" y="135"/>
                  </a:cubicBezTo>
                  <a:cubicBezTo>
                    <a:pt x="11" y="135"/>
                    <a:pt x="11" y="133"/>
                    <a:pt x="12" y="130"/>
                  </a:cubicBezTo>
                  <a:cubicBezTo>
                    <a:pt x="21" y="100"/>
                    <a:pt x="37" y="87"/>
                    <a:pt x="50" y="87"/>
                  </a:cubicBezTo>
                  <a:cubicBezTo>
                    <a:pt x="55" y="87"/>
                    <a:pt x="58" y="90"/>
                    <a:pt x="58" y="99"/>
                  </a:cubicBezTo>
                  <a:cubicBezTo>
                    <a:pt x="58" y="107"/>
                    <a:pt x="56"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2" name="Freeform 562"/>
            <p:cNvSpPr>
              <a:spLocks noEditPoints="1"/>
            </p:cNvSpPr>
            <p:nvPr>
              <p:custDataLst>
                <p:tags r:id="rId56"/>
              </p:custDataLst>
            </p:nvPr>
          </p:nvSpPr>
          <p:spPr bwMode="auto">
            <a:xfrm>
              <a:off x="5832475" y="2624138"/>
              <a:ext cx="47625" cy="117475"/>
            </a:xfrm>
            <a:custGeom>
              <a:avLst/>
              <a:gdLst>
                <a:gd name="T0" fmla="*/ 153 w 153"/>
                <a:gd name="T1" fmla="*/ 13 h 302"/>
                <a:gd name="T2" fmla="*/ 139 w 153"/>
                <a:gd name="T3" fmla="*/ 0 h 302"/>
                <a:gd name="T4" fmla="*/ 119 w 153"/>
                <a:gd name="T5" fmla="*/ 19 h 302"/>
                <a:gd name="T6" fmla="*/ 133 w 153"/>
                <a:gd name="T7" fmla="*/ 32 h 302"/>
                <a:gd name="T8" fmla="*/ 153 w 153"/>
                <a:gd name="T9" fmla="*/ 13 h 302"/>
                <a:gd name="T10" fmla="*/ 79 w 153"/>
                <a:gd name="T11" fmla="*/ 248 h 302"/>
                <a:gd name="T12" fmla="*/ 34 w 153"/>
                <a:gd name="T13" fmla="*/ 292 h 302"/>
                <a:gd name="T14" fmla="*/ 21 w 153"/>
                <a:gd name="T15" fmla="*/ 290 h 302"/>
                <a:gd name="T16" fmla="*/ 33 w 153"/>
                <a:gd name="T17" fmla="*/ 273 h 302"/>
                <a:gd name="T18" fmla="*/ 20 w 153"/>
                <a:gd name="T19" fmla="*/ 260 h 302"/>
                <a:gd name="T20" fmla="*/ 0 w 153"/>
                <a:gd name="T21" fmla="*/ 280 h 302"/>
                <a:gd name="T22" fmla="*/ 34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3 w 153"/>
                <a:gd name="T41" fmla="*/ 104 h 302"/>
                <a:gd name="T42" fmla="*/ 112 w 153"/>
                <a:gd name="T43" fmla="*/ 115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8" y="0"/>
                    <a:pt x="139" y="0"/>
                  </a:cubicBezTo>
                  <a:cubicBezTo>
                    <a:pt x="129" y="0"/>
                    <a:pt x="119" y="9"/>
                    <a:pt x="119" y="19"/>
                  </a:cubicBezTo>
                  <a:cubicBezTo>
                    <a:pt x="119" y="24"/>
                    <a:pt x="124" y="32"/>
                    <a:pt x="133" y="32"/>
                  </a:cubicBezTo>
                  <a:cubicBezTo>
                    <a:pt x="143" y="32"/>
                    <a:pt x="153" y="23"/>
                    <a:pt x="153" y="13"/>
                  </a:cubicBezTo>
                  <a:close/>
                  <a:moveTo>
                    <a:pt x="79" y="248"/>
                  </a:moveTo>
                  <a:cubicBezTo>
                    <a:pt x="73" y="272"/>
                    <a:pt x="55" y="292"/>
                    <a:pt x="34" y="292"/>
                  </a:cubicBezTo>
                  <a:cubicBezTo>
                    <a:pt x="29" y="292"/>
                    <a:pt x="25" y="292"/>
                    <a:pt x="21" y="290"/>
                  </a:cubicBezTo>
                  <a:cubicBezTo>
                    <a:pt x="31" y="286"/>
                    <a:pt x="33" y="278"/>
                    <a:pt x="33" y="273"/>
                  </a:cubicBezTo>
                  <a:cubicBezTo>
                    <a:pt x="33" y="264"/>
                    <a:pt x="27" y="260"/>
                    <a:pt x="20" y="260"/>
                  </a:cubicBezTo>
                  <a:cubicBezTo>
                    <a:pt x="9" y="260"/>
                    <a:pt x="0" y="269"/>
                    <a:pt x="0" y="280"/>
                  </a:cubicBezTo>
                  <a:cubicBezTo>
                    <a:pt x="0" y="294"/>
                    <a:pt x="13" y="302"/>
                    <a:pt x="34" y="302"/>
                  </a:cubicBezTo>
                  <a:cubicBezTo>
                    <a:pt x="55" y="302"/>
                    <a:pt x="96" y="290"/>
                    <a:pt x="107" y="247"/>
                  </a:cubicBezTo>
                  <a:lnTo>
                    <a:pt x="138" y="122"/>
                  </a:lnTo>
                  <a:cubicBezTo>
                    <a:pt x="139" y="118"/>
                    <a:pt x="140" y="115"/>
                    <a:pt x="140" y="110"/>
                  </a:cubicBezTo>
                  <a:cubicBezTo>
                    <a:pt x="140" y="91"/>
                    <a:pt x="124" y="77"/>
                    <a:pt x="103" y="77"/>
                  </a:cubicBezTo>
                  <a:cubicBezTo>
                    <a:pt x="64" y="77"/>
                    <a:pt x="42" y="126"/>
                    <a:pt x="42" y="131"/>
                  </a:cubicBezTo>
                  <a:cubicBezTo>
                    <a:pt x="42" y="135"/>
                    <a:pt x="47" y="135"/>
                    <a:pt x="48" y="135"/>
                  </a:cubicBezTo>
                  <a:cubicBezTo>
                    <a:pt x="52" y="135"/>
                    <a:pt x="52" y="134"/>
                    <a:pt x="55" y="129"/>
                  </a:cubicBezTo>
                  <a:cubicBezTo>
                    <a:pt x="63" y="109"/>
                    <a:pt x="81" y="87"/>
                    <a:pt x="102" y="87"/>
                  </a:cubicBezTo>
                  <a:cubicBezTo>
                    <a:pt x="110" y="87"/>
                    <a:pt x="113" y="93"/>
                    <a:pt x="113" y="104"/>
                  </a:cubicBezTo>
                  <a:cubicBezTo>
                    <a:pt x="113" y="108"/>
                    <a:pt x="113" y="113"/>
                    <a:pt x="112"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3" name="Freeform 563"/>
            <p:cNvSpPr>
              <a:spLocks noEditPoints="1"/>
            </p:cNvSpPr>
            <p:nvPr>
              <p:custDataLst>
                <p:tags r:id="rId57"/>
              </p:custDataLst>
            </p:nvPr>
          </p:nvSpPr>
          <p:spPr bwMode="auto">
            <a:xfrm>
              <a:off x="5897563" y="2654300"/>
              <a:ext cx="55563" cy="61913"/>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5 w 178"/>
                <a:gd name="T13" fmla="*/ 139 h 158"/>
                <a:gd name="T14" fmla="*/ 178 w 178"/>
                <a:gd name="T15" fmla="*/ 104 h 158"/>
                <a:gd name="T16" fmla="*/ 172 w 178"/>
                <a:gd name="T17" fmla="*/ 100 h 158"/>
                <a:gd name="T18" fmla="*/ 164 w 178"/>
                <a:gd name="T19" fmla="*/ 110 h 158"/>
                <a:gd name="T20" fmla="*/ 139 w 178"/>
                <a:gd name="T21" fmla="*/ 148 h 158"/>
                <a:gd name="T22" fmla="*/ 127 w 178"/>
                <a:gd name="T23" fmla="*/ 131 h 158"/>
                <a:gd name="T24" fmla="*/ 133 w 178"/>
                <a:gd name="T25" fmla="*/ 103 h 158"/>
                <a:gd name="T26" fmla="*/ 140 w 178"/>
                <a:gd name="T27" fmla="*/ 72 h 158"/>
                <a:gd name="T28" fmla="*/ 147 w 178"/>
                <a:gd name="T29" fmla="*/ 45 h 158"/>
                <a:gd name="T30" fmla="*/ 154 w 178"/>
                <a:gd name="T31" fmla="*/ 18 h 158"/>
                <a:gd name="T32" fmla="*/ 142 w 178"/>
                <a:gd name="T33" fmla="*/ 7 h 158"/>
                <a:gd name="T34" fmla="*/ 126 w 178"/>
                <a:gd name="T35" fmla="*/ 21 h 158"/>
                <a:gd name="T36" fmla="*/ 103 w 178"/>
                <a:gd name="T37" fmla="*/ 110 h 158"/>
                <a:gd name="T38" fmla="*/ 86 w 178"/>
                <a:gd name="T39" fmla="*/ 134 h 158"/>
                <a:gd name="T40" fmla="*/ 54 w 178"/>
                <a:gd name="T41" fmla="*/ 148 h 158"/>
                <a:gd name="T42" fmla="*/ 28 w 178"/>
                <a:gd name="T43" fmla="*/ 114 h 158"/>
                <a:gd name="T44" fmla="*/ 46 w 178"/>
                <a:gd name="T45" fmla="*/ 43 h 158"/>
                <a:gd name="T46" fmla="*/ 90 w 178"/>
                <a:gd name="T47" fmla="*/ 10 h 158"/>
                <a:gd name="T48" fmla="*/ 121 w 178"/>
                <a:gd name="T49" fmla="*/ 40 h 158"/>
                <a:gd name="T50" fmla="*/ 120 w 178"/>
                <a:gd name="T51" fmla="*/ 45 h 158"/>
                <a:gd name="T52" fmla="*/ 103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8" y="9"/>
                    <a:pt x="107" y="0"/>
                    <a:pt x="90" y="0"/>
                  </a:cubicBezTo>
                  <a:cubicBezTo>
                    <a:pt x="45" y="0"/>
                    <a:pt x="0" y="49"/>
                    <a:pt x="0" y="100"/>
                  </a:cubicBezTo>
                  <a:cubicBezTo>
                    <a:pt x="0" y="133"/>
                    <a:pt x="23" y="158"/>
                    <a:pt x="53" y="158"/>
                  </a:cubicBezTo>
                  <a:cubicBezTo>
                    <a:pt x="71" y="158"/>
                    <a:pt x="88" y="147"/>
                    <a:pt x="102" y="133"/>
                  </a:cubicBezTo>
                  <a:cubicBezTo>
                    <a:pt x="109" y="154"/>
                    <a:pt x="129" y="158"/>
                    <a:pt x="138" y="158"/>
                  </a:cubicBezTo>
                  <a:cubicBezTo>
                    <a:pt x="150" y="158"/>
                    <a:pt x="159" y="150"/>
                    <a:pt x="165" y="139"/>
                  </a:cubicBezTo>
                  <a:cubicBezTo>
                    <a:pt x="173" y="125"/>
                    <a:pt x="178" y="106"/>
                    <a:pt x="178" y="104"/>
                  </a:cubicBezTo>
                  <a:cubicBezTo>
                    <a:pt x="178" y="100"/>
                    <a:pt x="173" y="100"/>
                    <a:pt x="172" y="100"/>
                  </a:cubicBezTo>
                  <a:cubicBezTo>
                    <a:pt x="167" y="100"/>
                    <a:pt x="167" y="101"/>
                    <a:pt x="164" y="110"/>
                  </a:cubicBezTo>
                  <a:cubicBezTo>
                    <a:pt x="160" y="127"/>
                    <a:pt x="154" y="148"/>
                    <a:pt x="139" y="148"/>
                  </a:cubicBezTo>
                  <a:cubicBezTo>
                    <a:pt x="130" y="148"/>
                    <a:pt x="127" y="140"/>
                    <a:pt x="127" y="131"/>
                  </a:cubicBezTo>
                  <a:cubicBezTo>
                    <a:pt x="127" y="125"/>
                    <a:pt x="130" y="112"/>
                    <a:pt x="133" y="103"/>
                  </a:cubicBezTo>
                  <a:cubicBezTo>
                    <a:pt x="135" y="94"/>
                    <a:pt x="139" y="79"/>
                    <a:pt x="140" y="72"/>
                  </a:cubicBezTo>
                  <a:lnTo>
                    <a:pt x="147" y="45"/>
                  </a:lnTo>
                  <a:cubicBezTo>
                    <a:pt x="149" y="36"/>
                    <a:pt x="154" y="20"/>
                    <a:pt x="154" y="18"/>
                  </a:cubicBezTo>
                  <a:cubicBezTo>
                    <a:pt x="154" y="10"/>
                    <a:pt x="147" y="7"/>
                    <a:pt x="142" y="7"/>
                  </a:cubicBezTo>
                  <a:cubicBezTo>
                    <a:pt x="136" y="7"/>
                    <a:pt x="128" y="11"/>
                    <a:pt x="126" y="21"/>
                  </a:cubicBezTo>
                  <a:close/>
                  <a:moveTo>
                    <a:pt x="103" y="110"/>
                  </a:moveTo>
                  <a:cubicBezTo>
                    <a:pt x="101" y="120"/>
                    <a:pt x="93" y="127"/>
                    <a:pt x="86" y="134"/>
                  </a:cubicBezTo>
                  <a:cubicBezTo>
                    <a:pt x="83" y="137"/>
                    <a:pt x="69" y="148"/>
                    <a:pt x="54" y="148"/>
                  </a:cubicBezTo>
                  <a:cubicBezTo>
                    <a:pt x="41"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4" name="Freeform 564"/>
            <p:cNvSpPr>
              <a:spLocks/>
            </p:cNvSpPr>
            <p:nvPr>
              <p:custDataLst>
                <p:tags r:id="rId58"/>
              </p:custDataLst>
            </p:nvPr>
          </p:nvSpPr>
          <p:spPr bwMode="auto">
            <a:xfrm>
              <a:off x="5970588" y="2698750"/>
              <a:ext cx="12700" cy="15875"/>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29" y="0"/>
                    <a:pt x="20" y="0"/>
                  </a:cubicBezTo>
                  <a:cubicBezTo>
                    <a:pt x="8" y="0"/>
                    <a:pt x="0" y="9"/>
                    <a:pt x="0" y="20"/>
                  </a:cubicBezTo>
                  <a:cubicBezTo>
                    <a:pt x="0" y="32"/>
                    <a:pt x="10" y="40"/>
                    <a:pt x="20" y="40"/>
                  </a:cubicBezTo>
                  <a:cubicBezTo>
                    <a:pt x="31"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5" name="Freeform 565"/>
            <p:cNvSpPr>
              <a:spLocks/>
            </p:cNvSpPr>
            <p:nvPr>
              <p:custDataLst>
                <p:tags r:id="rId59"/>
              </p:custDataLst>
            </p:nvPr>
          </p:nvSpPr>
          <p:spPr bwMode="auto">
            <a:xfrm>
              <a:off x="6003925" y="2654300"/>
              <a:ext cx="47625" cy="61913"/>
            </a:xfrm>
            <a:custGeom>
              <a:avLst/>
              <a:gdLst>
                <a:gd name="T0" fmla="*/ 131 w 151"/>
                <a:gd name="T1" fmla="*/ 20 h 158"/>
                <a:gd name="T2" fmla="*/ 113 w 151"/>
                <a:gd name="T3" fmla="*/ 40 h 158"/>
                <a:gd name="T4" fmla="*/ 126 w 151"/>
                <a:gd name="T5" fmla="*/ 53 h 158"/>
                <a:gd name="T6" fmla="*/ 146 w 151"/>
                <a:gd name="T7" fmla="*/ 31 h 158"/>
                <a:gd name="T8" fmla="*/ 100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0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3"/>
                    <a:pt x="113" y="32"/>
                    <a:pt x="113" y="40"/>
                  </a:cubicBezTo>
                  <a:cubicBezTo>
                    <a:pt x="113" y="49"/>
                    <a:pt x="120" y="53"/>
                    <a:pt x="126" y="53"/>
                  </a:cubicBezTo>
                  <a:cubicBezTo>
                    <a:pt x="134" y="53"/>
                    <a:pt x="146" y="47"/>
                    <a:pt x="146" y="31"/>
                  </a:cubicBezTo>
                  <a:cubicBezTo>
                    <a:pt x="146" y="7"/>
                    <a:pt x="119" y="0"/>
                    <a:pt x="100" y="0"/>
                  </a:cubicBezTo>
                  <a:cubicBezTo>
                    <a:pt x="48" y="0"/>
                    <a:pt x="0" y="48"/>
                    <a:pt x="0" y="97"/>
                  </a:cubicBezTo>
                  <a:cubicBezTo>
                    <a:pt x="0" y="127"/>
                    <a:pt x="20" y="158"/>
                    <a:pt x="64" y="158"/>
                  </a:cubicBezTo>
                  <a:cubicBezTo>
                    <a:pt x="123" y="158"/>
                    <a:pt x="151" y="123"/>
                    <a:pt x="151" y="118"/>
                  </a:cubicBezTo>
                  <a:cubicBezTo>
                    <a:pt x="151" y="116"/>
                    <a:pt x="147" y="112"/>
                    <a:pt x="145" y="112"/>
                  </a:cubicBezTo>
                  <a:cubicBezTo>
                    <a:pt x="143" y="112"/>
                    <a:pt x="142" y="113"/>
                    <a:pt x="139" y="116"/>
                  </a:cubicBezTo>
                  <a:cubicBezTo>
                    <a:pt x="112" y="148"/>
                    <a:pt x="71" y="148"/>
                    <a:pt x="65" y="148"/>
                  </a:cubicBezTo>
                  <a:cubicBezTo>
                    <a:pt x="40" y="148"/>
                    <a:pt x="29" y="131"/>
                    <a:pt x="29" y="109"/>
                  </a:cubicBezTo>
                  <a:cubicBezTo>
                    <a:pt x="29" y="99"/>
                    <a:pt x="33" y="61"/>
                    <a:pt x="52" y="37"/>
                  </a:cubicBezTo>
                  <a:cubicBezTo>
                    <a:pt x="65" y="20"/>
                    <a:pt x="83" y="10"/>
                    <a:pt x="100" y="10"/>
                  </a:cubicBezTo>
                  <a:cubicBezTo>
                    <a:pt x="105"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6" name="Freeform 566"/>
            <p:cNvSpPr>
              <a:spLocks noEditPoints="1"/>
            </p:cNvSpPr>
            <p:nvPr>
              <p:custDataLst>
                <p:tags r:id="rId60"/>
              </p:custDataLst>
            </p:nvPr>
          </p:nvSpPr>
          <p:spPr bwMode="auto">
            <a:xfrm>
              <a:off x="6057900" y="2624138"/>
              <a:ext cx="33338" cy="92075"/>
            </a:xfrm>
            <a:custGeom>
              <a:avLst/>
              <a:gdLst>
                <a:gd name="T0" fmla="*/ 97 w 106"/>
                <a:gd name="T1" fmla="*/ 13 h 235"/>
                <a:gd name="T2" fmla="*/ 83 w 106"/>
                <a:gd name="T3" fmla="*/ 0 h 235"/>
                <a:gd name="T4" fmla="*/ 63 w 106"/>
                <a:gd name="T5" fmla="*/ 19 h 235"/>
                <a:gd name="T6" fmla="*/ 77 w 106"/>
                <a:gd name="T7" fmla="*/ 32 h 235"/>
                <a:gd name="T8" fmla="*/ 97 w 106"/>
                <a:gd name="T9" fmla="*/ 13 h 235"/>
                <a:gd name="T10" fmla="*/ 26 w 106"/>
                <a:gd name="T11" fmla="*/ 190 h 235"/>
                <a:gd name="T12" fmla="*/ 23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0 h 235"/>
                <a:gd name="T28" fmla="*/ 65 w 106"/>
                <a:gd name="T29" fmla="*/ 162 h 235"/>
                <a:gd name="T30" fmla="*/ 82 w 106"/>
                <a:gd name="T31" fmla="*/ 118 h 235"/>
                <a:gd name="T32" fmla="*/ 84 w 106"/>
                <a:gd name="T33" fmla="*/ 107 h 235"/>
                <a:gd name="T34" fmla="*/ 51 w 106"/>
                <a:gd name="T35" fmla="*/ 77 h 235"/>
                <a:gd name="T36" fmla="*/ 0 w 106"/>
                <a:gd name="T37" fmla="*/ 131 h 235"/>
                <a:gd name="T38" fmla="*/ 6 w 106"/>
                <a:gd name="T39" fmla="*/ 135 h 235"/>
                <a:gd name="T40" fmla="*/ 13 w 106"/>
                <a:gd name="T41" fmla="*/ 130 h 235"/>
                <a:gd name="T42" fmla="*/ 50 w 106"/>
                <a:gd name="T43" fmla="*/ 87 h 235"/>
                <a:gd name="T44" fmla="*/ 59 w 106"/>
                <a:gd name="T45" fmla="*/ 99 h 235"/>
                <a:gd name="T46" fmla="*/ 48 w 106"/>
                <a:gd name="T47" fmla="*/ 134 h 235"/>
                <a:gd name="T48" fmla="*/ 26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3" y="0"/>
                    <a:pt x="83" y="0"/>
                  </a:cubicBezTo>
                  <a:cubicBezTo>
                    <a:pt x="74" y="0"/>
                    <a:pt x="63" y="9"/>
                    <a:pt x="63" y="19"/>
                  </a:cubicBezTo>
                  <a:cubicBezTo>
                    <a:pt x="63" y="25"/>
                    <a:pt x="68" y="32"/>
                    <a:pt x="77" y="32"/>
                  </a:cubicBezTo>
                  <a:cubicBezTo>
                    <a:pt x="88" y="32"/>
                    <a:pt x="97" y="22"/>
                    <a:pt x="97" y="13"/>
                  </a:cubicBezTo>
                  <a:close/>
                  <a:moveTo>
                    <a:pt x="26" y="190"/>
                  </a:moveTo>
                  <a:cubicBezTo>
                    <a:pt x="24" y="195"/>
                    <a:pt x="23" y="199"/>
                    <a:pt x="23" y="205"/>
                  </a:cubicBezTo>
                  <a:cubicBezTo>
                    <a:pt x="23" y="221"/>
                    <a:pt x="37" y="235"/>
                    <a:pt x="56" y="235"/>
                  </a:cubicBezTo>
                  <a:cubicBezTo>
                    <a:pt x="91" y="235"/>
                    <a:pt x="106" y="186"/>
                    <a:pt x="106" y="181"/>
                  </a:cubicBezTo>
                  <a:cubicBezTo>
                    <a:pt x="106" y="177"/>
                    <a:pt x="102" y="177"/>
                    <a:pt x="100" y="177"/>
                  </a:cubicBezTo>
                  <a:cubicBezTo>
                    <a:pt x="96" y="177"/>
                    <a:pt x="95" y="179"/>
                    <a:pt x="94" y="183"/>
                  </a:cubicBezTo>
                  <a:cubicBezTo>
                    <a:pt x="86" y="210"/>
                    <a:pt x="70" y="225"/>
                    <a:pt x="57" y="225"/>
                  </a:cubicBezTo>
                  <a:cubicBezTo>
                    <a:pt x="50" y="225"/>
                    <a:pt x="48" y="220"/>
                    <a:pt x="48" y="213"/>
                  </a:cubicBezTo>
                  <a:cubicBezTo>
                    <a:pt x="48" y="205"/>
                    <a:pt x="51" y="198"/>
                    <a:pt x="54" y="190"/>
                  </a:cubicBezTo>
                  <a:cubicBezTo>
                    <a:pt x="57" y="181"/>
                    <a:pt x="61" y="171"/>
                    <a:pt x="65" y="162"/>
                  </a:cubicBezTo>
                  <a:cubicBezTo>
                    <a:pt x="68" y="154"/>
                    <a:pt x="81" y="122"/>
                    <a:pt x="82" y="118"/>
                  </a:cubicBezTo>
                  <a:cubicBezTo>
                    <a:pt x="83" y="115"/>
                    <a:pt x="84" y="110"/>
                    <a:pt x="84" y="107"/>
                  </a:cubicBezTo>
                  <a:cubicBezTo>
                    <a:pt x="84" y="90"/>
                    <a:pt x="70" y="77"/>
                    <a:pt x="51" y="77"/>
                  </a:cubicBezTo>
                  <a:cubicBezTo>
                    <a:pt x="16" y="77"/>
                    <a:pt x="0" y="125"/>
                    <a:pt x="0" y="131"/>
                  </a:cubicBezTo>
                  <a:cubicBezTo>
                    <a:pt x="0" y="135"/>
                    <a:pt x="5" y="135"/>
                    <a:pt x="6" y="135"/>
                  </a:cubicBezTo>
                  <a:cubicBezTo>
                    <a:pt x="11" y="135"/>
                    <a:pt x="12" y="133"/>
                    <a:pt x="13" y="130"/>
                  </a:cubicBezTo>
                  <a:cubicBezTo>
                    <a:pt x="22" y="100"/>
                    <a:pt x="37" y="87"/>
                    <a:pt x="50" y="87"/>
                  </a:cubicBezTo>
                  <a:cubicBezTo>
                    <a:pt x="55" y="87"/>
                    <a:pt x="59" y="90"/>
                    <a:pt x="59" y="99"/>
                  </a:cubicBezTo>
                  <a:cubicBezTo>
                    <a:pt x="59" y="107"/>
                    <a:pt x="57"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7" name="Freeform 567"/>
            <p:cNvSpPr>
              <a:spLocks noEditPoints="1"/>
            </p:cNvSpPr>
            <p:nvPr>
              <p:custDataLst>
                <p:tags r:id="rId61"/>
              </p:custDataLst>
            </p:nvPr>
          </p:nvSpPr>
          <p:spPr bwMode="auto">
            <a:xfrm>
              <a:off x="6103938" y="2620963"/>
              <a:ext cx="57150" cy="95250"/>
            </a:xfrm>
            <a:custGeom>
              <a:avLst/>
              <a:gdLst>
                <a:gd name="T0" fmla="*/ 178 w 179"/>
                <a:gd name="T1" fmla="*/ 10 h 246"/>
                <a:gd name="T2" fmla="*/ 179 w 179"/>
                <a:gd name="T3" fmla="*/ 5 h 246"/>
                <a:gd name="T4" fmla="*/ 174 w 179"/>
                <a:gd name="T5" fmla="*/ 0 h 246"/>
                <a:gd name="T6" fmla="*/ 129 w 179"/>
                <a:gd name="T7" fmla="*/ 3 h 246"/>
                <a:gd name="T8" fmla="*/ 121 w 179"/>
                <a:gd name="T9" fmla="*/ 11 h 246"/>
                <a:gd name="T10" fmla="*/ 130 w 179"/>
                <a:gd name="T11" fmla="*/ 16 h 246"/>
                <a:gd name="T12" fmla="*/ 147 w 179"/>
                <a:gd name="T13" fmla="*/ 22 h 246"/>
                <a:gd name="T14" fmla="*/ 146 w 179"/>
                <a:gd name="T15" fmla="*/ 29 h 246"/>
                <a:gd name="T16" fmla="*/ 126 w 179"/>
                <a:gd name="T17" fmla="*/ 109 h 246"/>
                <a:gd name="T18" fmla="*/ 90 w 179"/>
                <a:gd name="T19" fmla="*/ 88 h 246"/>
                <a:gd name="T20" fmla="*/ 0 w 179"/>
                <a:gd name="T21" fmla="*/ 188 h 246"/>
                <a:gd name="T22" fmla="*/ 53 w 179"/>
                <a:gd name="T23" fmla="*/ 246 h 246"/>
                <a:gd name="T24" fmla="*/ 102 w 179"/>
                <a:gd name="T25" fmla="*/ 221 h 246"/>
                <a:gd name="T26" fmla="*/ 138 w 179"/>
                <a:gd name="T27" fmla="*/ 246 h 246"/>
                <a:gd name="T28" fmla="*/ 166 w 179"/>
                <a:gd name="T29" fmla="*/ 227 h 246"/>
                <a:gd name="T30" fmla="*/ 178 w 179"/>
                <a:gd name="T31" fmla="*/ 192 h 246"/>
                <a:gd name="T32" fmla="*/ 172 w 179"/>
                <a:gd name="T33" fmla="*/ 188 h 246"/>
                <a:gd name="T34" fmla="*/ 165 w 179"/>
                <a:gd name="T35" fmla="*/ 198 h 246"/>
                <a:gd name="T36" fmla="*/ 139 w 179"/>
                <a:gd name="T37" fmla="*/ 236 h 246"/>
                <a:gd name="T38" fmla="*/ 128 w 179"/>
                <a:gd name="T39" fmla="*/ 219 h 246"/>
                <a:gd name="T40" fmla="*/ 129 w 179"/>
                <a:gd name="T41" fmla="*/ 204 h 246"/>
                <a:gd name="T42" fmla="*/ 178 w 179"/>
                <a:gd name="T43" fmla="*/ 10 h 246"/>
                <a:gd name="T44" fmla="*/ 104 w 179"/>
                <a:gd name="T45" fmla="*/ 198 h 246"/>
                <a:gd name="T46" fmla="*/ 86 w 179"/>
                <a:gd name="T47" fmla="*/ 222 h 246"/>
                <a:gd name="T48" fmla="*/ 54 w 179"/>
                <a:gd name="T49" fmla="*/ 236 h 246"/>
                <a:gd name="T50" fmla="*/ 28 w 179"/>
                <a:gd name="T51" fmla="*/ 202 h 246"/>
                <a:gd name="T52" fmla="*/ 46 w 179"/>
                <a:gd name="T53" fmla="*/ 131 h 246"/>
                <a:gd name="T54" fmla="*/ 90 w 179"/>
                <a:gd name="T55" fmla="*/ 98 h 246"/>
                <a:gd name="T56" fmla="*/ 121 w 179"/>
                <a:gd name="T57" fmla="*/ 128 h 246"/>
                <a:gd name="T58" fmla="*/ 120 w 179"/>
                <a:gd name="T59" fmla="*/ 133 h 246"/>
                <a:gd name="T60" fmla="*/ 104 w 179"/>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0"/>
                  </a:moveTo>
                  <a:cubicBezTo>
                    <a:pt x="178" y="10"/>
                    <a:pt x="179" y="5"/>
                    <a:pt x="179" y="5"/>
                  </a:cubicBezTo>
                  <a:cubicBezTo>
                    <a:pt x="179" y="3"/>
                    <a:pt x="178" y="0"/>
                    <a:pt x="174" y="0"/>
                  </a:cubicBezTo>
                  <a:cubicBezTo>
                    <a:pt x="167" y="0"/>
                    <a:pt x="138" y="3"/>
                    <a:pt x="129" y="3"/>
                  </a:cubicBezTo>
                  <a:cubicBezTo>
                    <a:pt x="126" y="4"/>
                    <a:pt x="121" y="4"/>
                    <a:pt x="121" y="11"/>
                  </a:cubicBezTo>
                  <a:cubicBezTo>
                    <a:pt x="121" y="16"/>
                    <a:pt x="126" y="16"/>
                    <a:pt x="130" y="16"/>
                  </a:cubicBezTo>
                  <a:cubicBezTo>
                    <a:pt x="147" y="16"/>
                    <a:pt x="147" y="19"/>
                    <a:pt x="147" y="22"/>
                  </a:cubicBezTo>
                  <a:cubicBezTo>
                    <a:pt x="147" y="24"/>
                    <a:pt x="147" y="26"/>
                    <a:pt x="146" y="29"/>
                  </a:cubicBezTo>
                  <a:lnTo>
                    <a:pt x="126" y="109"/>
                  </a:lnTo>
                  <a:cubicBezTo>
                    <a:pt x="119" y="97"/>
                    <a:pt x="107" y="88"/>
                    <a:pt x="90" y="88"/>
                  </a:cubicBezTo>
                  <a:cubicBezTo>
                    <a:pt x="45" y="88"/>
                    <a:pt x="0" y="137"/>
                    <a:pt x="0" y="188"/>
                  </a:cubicBezTo>
                  <a:cubicBezTo>
                    <a:pt x="0" y="221"/>
                    <a:pt x="23" y="246"/>
                    <a:pt x="53" y="246"/>
                  </a:cubicBezTo>
                  <a:cubicBezTo>
                    <a:pt x="72" y="246"/>
                    <a:pt x="88" y="235"/>
                    <a:pt x="102" y="221"/>
                  </a:cubicBezTo>
                  <a:cubicBezTo>
                    <a:pt x="109" y="242"/>
                    <a:pt x="129" y="246"/>
                    <a:pt x="138" y="246"/>
                  </a:cubicBezTo>
                  <a:cubicBezTo>
                    <a:pt x="151" y="246"/>
                    <a:pt x="159" y="238"/>
                    <a:pt x="166" y="227"/>
                  </a:cubicBezTo>
                  <a:cubicBezTo>
                    <a:pt x="173" y="213"/>
                    <a:pt x="178" y="194"/>
                    <a:pt x="178" y="192"/>
                  </a:cubicBezTo>
                  <a:cubicBezTo>
                    <a:pt x="178" y="188"/>
                    <a:pt x="173" y="188"/>
                    <a:pt x="172" y="188"/>
                  </a:cubicBezTo>
                  <a:cubicBezTo>
                    <a:pt x="167" y="188"/>
                    <a:pt x="167" y="189"/>
                    <a:pt x="165" y="198"/>
                  </a:cubicBezTo>
                  <a:cubicBezTo>
                    <a:pt x="160" y="215"/>
                    <a:pt x="154" y="236"/>
                    <a:pt x="139" y="236"/>
                  </a:cubicBezTo>
                  <a:cubicBezTo>
                    <a:pt x="130" y="236"/>
                    <a:pt x="128" y="228"/>
                    <a:pt x="128" y="219"/>
                  </a:cubicBezTo>
                  <a:cubicBezTo>
                    <a:pt x="128" y="212"/>
                    <a:pt x="128" y="209"/>
                    <a:pt x="129" y="204"/>
                  </a:cubicBezTo>
                  <a:lnTo>
                    <a:pt x="178" y="10"/>
                  </a:lnTo>
                  <a:close/>
                  <a:moveTo>
                    <a:pt x="104" y="198"/>
                  </a:moveTo>
                  <a:cubicBezTo>
                    <a:pt x="101" y="208"/>
                    <a:pt x="94" y="215"/>
                    <a:pt x="86" y="222"/>
                  </a:cubicBezTo>
                  <a:cubicBezTo>
                    <a:pt x="83" y="225"/>
                    <a:pt x="69" y="236"/>
                    <a:pt x="54" y="236"/>
                  </a:cubicBezTo>
                  <a:cubicBezTo>
                    <a:pt x="41" y="236"/>
                    <a:pt x="28" y="227"/>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8" name="Freeform 568"/>
            <p:cNvSpPr>
              <a:spLocks noEditPoints="1"/>
            </p:cNvSpPr>
            <p:nvPr>
              <p:custDataLst>
                <p:tags r:id="rId62"/>
              </p:custDataLst>
            </p:nvPr>
          </p:nvSpPr>
          <p:spPr bwMode="auto">
            <a:xfrm>
              <a:off x="6170613" y="2662238"/>
              <a:ext cx="80963" cy="36513"/>
            </a:xfrm>
            <a:custGeom>
              <a:avLst/>
              <a:gdLst>
                <a:gd name="T0" fmla="*/ 243 w 256"/>
                <a:gd name="T1" fmla="*/ 17 h 94"/>
                <a:gd name="T2" fmla="*/ 256 w 256"/>
                <a:gd name="T3" fmla="*/ 8 h 94"/>
                <a:gd name="T4" fmla="*/ 244 w 256"/>
                <a:gd name="T5" fmla="*/ 0 h 94"/>
                <a:gd name="T6" fmla="*/ 13 w 256"/>
                <a:gd name="T7" fmla="*/ 0 h 94"/>
                <a:gd name="T8" fmla="*/ 0 w 256"/>
                <a:gd name="T9" fmla="*/ 8 h 94"/>
                <a:gd name="T10" fmla="*/ 13 w 256"/>
                <a:gd name="T11" fmla="*/ 17 h 94"/>
                <a:gd name="T12" fmla="*/ 243 w 256"/>
                <a:gd name="T13" fmla="*/ 17 h 94"/>
                <a:gd name="T14" fmla="*/ 244 w 256"/>
                <a:gd name="T15" fmla="*/ 94 h 94"/>
                <a:gd name="T16" fmla="*/ 256 w 256"/>
                <a:gd name="T17" fmla="*/ 85 h 94"/>
                <a:gd name="T18" fmla="*/ 243 w 256"/>
                <a:gd name="T19" fmla="*/ 76 h 94"/>
                <a:gd name="T20" fmla="*/ 13 w 256"/>
                <a:gd name="T21" fmla="*/ 76 h 94"/>
                <a:gd name="T22" fmla="*/ 0 w 256"/>
                <a:gd name="T23" fmla="*/ 85 h 94"/>
                <a:gd name="T24" fmla="*/ 13 w 256"/>
                <a:gd name="T25" fmla="*/ 94 h 94"/>
                <a:gd name="T26" fmla="*/ 244 w 256"/>
                <a:gd name="T2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6" h="94">
                  <a:moveTo>
                    <a:pt x="243" y="17"/>
                  </a:moveTo>
                  <a:cubicBezTo>
                    <a:pt x="248" y="17"/>
                    <a:pt x="256" y="17"/>
                    <a:pt x="256" y="8"/>
                  </a:cubicBezTo>
                  <a:cubicBezTo>
                    <a:pt x="256" y="0"/>
                    <a:pt x="248" y="0"/>
                    <a:pt x="244" y="0"/>
                  </a:cubicBezTo>
                  <a:lnTo>
                    <a:pt x="13" y="0"/>
                  </a:lnTo>
                  <a:cubicBezTo>
                    <a:pt x="8" y="0"/>
                    <a:pt x="0" y="0"/>
                    <a:pt x="0" y="8"/>
                  </a:cubicBezTo>
                  <a:cubicBezTo>
                    <a:pt x="0" y="17"/>
                    <a:pt x="8" y="17"/>
                    <a:pt x="13" y="17"/>
                  </a:cubicBezTo>
                  <a:lnTo>
                    <a:pt x="243" y="17"/>
                  </a:lnTo>
                  <a:close/>
                  <a:moveTo>
                    <a:pt x="244" y="94"/>
                  </a:moveTo>
                  <a:cubicBezTo>
                    <a:pt x="248" y="94"/>
                    <a:pt x="256" y="94"/>
                    <a:pt x="256" y="85"/>
                  </a:cubicBezTo>
                  <a:cubicBezTo>
                    <a:pt x="256" y="76"/>
                    <a:pt x="248" y="76"/>
                    <a:pt x="243" y="76"/>
                  </a:cubicBezTo>
                  <a:lnTo>
                    <a:pt x="13" y="76"/>
                  </a:lnTo>
                  <a:cubicBezTo>
                    <a:pt x="8" y="76"/>
                    <a:pt x="0" y="76"/>
                    <a:pt x="0" y="85"/>
                  </a:cubicBezTo>
                  <a:cubicBezTo>
                    <a:pt x="0" y="94"/>
                    <a:pt x="8" y="94"/>
                    <a:pt x="13" y="94"/>
                  </a:cubicBezTo>
                  <a:lnTo>
                    <a:pt x="244"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39" name="Freeform 569"/>
            <p:cNvSpPr>
              <a:spLocks/>
            </p:cNvSpPr>
            <p:nvPr>
              <p:custDataLst>
                <p:tags r:id="rId63"/>
              </p:custDataLst>
            </p:nvPr>
          </p:nvSpPr>
          <p:spPr bwMode="auto">
            <a:xfrm>
              <a:off x="6270625" y="2624138"/>
              <a:ext cx="41275" cy="90488"/>
            </a:xfrm>
            <a:custGeom>
              <a:avLst/>
              <a:gdLst>
                <a:gd name="T0" fmla="*/ 79 w 127"/>
                <a:gd name="T1" fmla="*/ 10 h 232"/>
                <a:gd name="T2" fmla="*/ 68 w 127"/>
                <a:gd name="T3" fmla="*/ 0 h 232"/>
                <a:gd name="T4" fmla="*/ 0 w 127"/>
                <a:gd name="T5" fmla="*/ 23 h 232"/>
                <a:gd name="T6" fmla="*/ 0 w 127"/>
                <a:gd name="T7" fmla="*/ 35 h 232"/>
                <a:gd name="T8" fmla="*/ 51 w 127"/>
                <a:gd name="T9" fmla="*/ 25 h 232"/>
                <a:gd name="T10" fmla="*/ 51 w 127"/>
                <a:gd name="T11" fmla="*/ 203 h 232"/>
                <a:gd name="T12" fmla="*/ 16 w 127"/>
                <a:gd name="T13" fmla="*/ 220 h 232"/>
                <a:gd name="T14" fmla="*/ 3 w 127"/>
                <a:gd name="T15" fmla="*/ 220 h 232"/>
                <a:gd name="T16" fmla="*/ 3 w 127"/>
                <a:gd name="T17" fmla="*/ 232 h 232"/>
                <a:gd name="T18" fmla="*/ 65 w 127"/>
                <a:gd name="T19" fmla="*/ 231 h 232"/>
                <a:gd name="T20" fmla="*/ 127 w 127"/>
                <a:gd name="T21" fmla="*/ 232 h 232"/>
                <a:gd name="T22" fmla="*/ 127 w 127"/>
                <a:gd name="T23" fmla="*/ 220 h 232"/>
                <a:gd name="T24" fmla="*/ 114 w 127"/>
                <a:gd name="T25" fmla="*/ 220 h 232"/>
                <a:gd name="T26" fmla="*/ 79 w 127"/>
                <a:gd name="T27" fmla="*/ 203 h 232"/>
                <a:gd name="T28" fmla="*/ 79 w 127"/>
                <a:gd name="T29" fmla="*/ 1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 h="232">
                  <a:moveTo>
                    <a:pt x="79" y="10"/>
                  </a:moveTo>
                  <a:cubicBezTo>
                    <a:pt x="79" y="1"/>
                    <a:pt x="78" y="0"/>
                    <a:pt x="68" y="0"/>
                  </a:cubicBezTo>
                  <a:cubicBezTo>
                    <a:pt x="46" y="22"/>
                    <a:pt x="14" y="23"/>
                    <a:pt x="0" y="23"/>
                  </a:cubicBezTo>
                  <a:lnTo>
                    <a:pt x="0" y="35"/>
                  </a:lnTo>
                  <a:cubicBezTo>
                    <a:pt x="9" y="35"/>
                    <a:pt x="32" y="35"/>
                    <a:pt x="51" y="25"/>
                  </a:cubicBezTo>
                  <a:lnTo>
                    <a:pt x="51" y="203"/>
                  </a:lnTo>
                  <a:cubicBezTo>
                    <a:pt x="51" y="215"/>
                    <a:pt x="51" y="220"/>
                    <a:pt x="16" y="220"/>
                  </a:cubicBezTo>
                  <a:lnTo>
                    <a:pt x="3" y="220"/>
                  </a:lnTo>
                  <a:lnTo>
                    <a:pt x="3" y="232"/>
                  </a:lnTo>
                  <a:cubicBezTo>
                    <a:pt x="9" y="232"/>
                    <a:pt x="52" y="231"/>
                    <a:pt x="65" y="231"/>
                  </a:cubicBezTo>
                  <a:cubicBezTo>
                    <a:pt x="75" y="231"/>
                    <a:pt x="119" y="232"/>
                    <a:pt x="127" y="232"/>
                  </a:cubicBezTo>
                  <a:lnTo>
                    <a:pt x="127" y="220"/>
                  </a:lnTo>
                  <a:lnTo>
                    <a:pt x="114" y="220"/>
                  </a:lnTo>
                  <a:cubicBezTo>
                    <a:pt x="79" y="220"/>
                    <a:pt x="79" y="215"/>
                    <a:pt x="79" y="203"/>
                  </a:cubicBezTo>
                  <a:lnTo>
                    <a:pt x="79"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0" name="Freeform 570"/>
            <p:cNvSpPr>
              <a:spLocks noEditPoints="1"/>
            </p:cNvSpPr>
            <p:nvPr>
              <p:custDataLst>
                <p:tags r:id="rId64"/>
              </p:custDataLst>
            </p:nvPr>
          </p:nvSpPr>
          <p:spPr bwMode="auto">
            <a:xfrm>
              <a:off x="6327775" y="2624138"/>
              <a:ext cx="50800" cy="93663"/>
            </a:xfrm>
            <a:custGeom>
              <a:avLst/>
              <a:gdLst>
                <a:gd name="T0" fmla="*/ 162 w 162"/>
                <a:gd name="T1" fmla="*/ 121 h 239"/>
                <a:gd name="T2" fmla="*/ 141 w 162"/>
                <a:gd name="T3" fmla="*/ 30 h 239"/>
                <a:gd name="T4" fmla="*/ 81 w 162"/>
                <a:gd name="T5" fmla="*/ 0 h 239"/>
                <a:gd name="T6" fmla="*/ 0 w 162"/>
                <a:gd name="T7" fmla="*/ 121 h 239"/>
                <a:gd name="T8" fmla="*/ 81 w 162"/>
                <a:gd name="T9" fmla="*/ 239 h 239"/>
                <a:gd name="T10" fmla="*/ 162 w 162"/>
                <a:gd name="T11" fmla="*/ 121 h 239"/>
                <a:gd name="T12" fmla="*/ 81 w 162"/>
                <a:gd name="T13" fmla="*/ 229 h 239"/>
                <a:gd name="T14" fmla="*/ 36 w 162"/>
                <a:gd name="T15" fmla="*/ 191 h 239"/>
                <a:gd name="T16" fmla="*/ 32 w 162"/>
                <a:gd name="T17" fmla="*/ 116 h 239"/>
                <a:gd name="T18" fmla="*/ 37 w 162"/>
                <a:gd name="T19" fmla="*/ 45 h 239"/>
                <a:gd name="T20" fmla="*/ 81 w 162"/>
                <a:gd name="T21" fmla="*/ 10 h 239"/>
                <a:gd name="T22" fmla="*/ 124 w 162"/>
                <a:gd name="T23" fmla="*/ 42 h 239"/>
                <a:gd name="T24" fmla="*/ 130 w 162"/>
                <a:gd name="T25" fmla="*/ 116 h 239"/>
                <a:gd name="T26" fmla="*/ 125 w 162"/>
                <a:gd name="T27" fmla="*/ 190 h 239"/>
                <a:gd name="T28" fmla="*/ 81 w 162"/>
                <a:gd name="T29" fmla="*/ 229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2" h="239">
                  <a:moveTo>
                    <a:pt x="162" y="121"/>
                  </a:moveTo>
                  <a:cubicBezTo>
                    <a:pt x="162" y="82"/>
                    <a:pt x="157" y="55"/>
                    <a:pt x="141" y="30"/>
                  </a:cubicBezTo>
                  <a:cubicBezTo>
                    <a:pt x="130" y="14"/>
                    <a:pt x="109" y="0"/>
                    <a:pt x="81" y="0"/>
                  </a:cubicBezTo>
                  <a:cubicBezTo>
                    <a:pt x="0" y="0"/>
                    <a:pt x="0" y="96"/>
                    <a:pt x="0" y="121"/>
                  </a:cubicBezTo>
                  <a:cubicBezTo>
                    <a:pt x="0" y="146"/>
                    <a:pt x="0" y="239"/>
                    <a:pt x="81" y="239"/>
                  </a:cubicBezTo>
                  <a:cubicBezTo>
                    <a:pt x="162" y="239"/>
                    <a:pt x="162" y="146"/>
                    <a:pt x="162" y="121"/>
                  </a:cubicBezTo>
                  <a:close/>
                  <a:moveTo>
                    <a:pt x="81" y="229"/>
                  </a:moveTo>
                  <a:cubicBezTo>
                    <a:pt x="65" y="229"/>
                    <a:pt x="43" y="220"/>
                    <a:pt x="36" y="191"/>
                  </a:cubicBezTo>
                  <a:cubicBezTo>
                    <a:pt x="32" y="171"/>
                    <a:pt x="32" y="142"/>
                    <a:pt x="32" y="116"/>
                  </a:cubicBezTo>
                  <a:cubicBezTo>
                    <a:pt x="32" y="91"/>
                    <a:pt x="32" y="64"/>
                    <a:pt x="37" y="45"/>
                  </a:cubicBezTo>
                  <a:cubicBezTo>
                    <a:pt x="44" y="17"/>
                    <a:pt x="66" y="10"/>
                    <a:pt x="81" y="10"/>
                  </a:cubicBezTo>
                  <a:cubicBezTo>
                    <a:pt x="100" y="10"/>
                    <a:pt x="118" y="22"/>
                    <a:pt x="124" y="42"/>
                  </a:cubicBezTo>
                  <a:cubicBezTo>
                    <a:pt x="130" y="61"/>
                    <a:pt x="130" y="86"/>
                    <a:pt x="130" y="116"/>
                  </a:cubicBezTo>
                  <a:cubicBezTo>
                    <a:pt x="130" y="142"/>
                    <a:pt x="130" y="168"/>
                    <a:pt x="125" y="190"/>
                  </a:cubicBezTo>
                  <a:cubicBezTo>
                    <a:pt x="118" y="222"/>
                    <a:pt x="95" y="229"/>
                    <a:pt x="81" y="22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1" name="Freeform 571"/>
            <p:cNvSpPr>
              <a:spLocks/>
            </p:cNvSpPr>
            <p:nvPr>
              <p:custDataLst>
                <p:tags r:id="rId65"/>
              </p:custDataLst>
            </p:nvPr>
          </p:nvSpPr>
          <p:spPr bwMode="auto">
            <a:xfrm>
              <a:off x="6391275" y="2624138"/>
              <a:ext cx="50800" cy="93663"/>
            </a:xfrm>
            <a:custGeom>
              <a:avLst/>
              <a:gdLst>
                <a:gd name="T0" fmla="*/ 76 w 160"/>
                <a:gd name="T1" fmla="*/ 116 h 239"/>
                <a:gd name="T2" fmla="*/ 123 w 160"/>
                <a:gd name="T3" fmla="*/ 172 h 239"/>
                <a:gd name="T4" fmla="*/ 78 w 160"/>
                <a:gd name="T5" fmla="*/ 228 h 239"/>
                <a:gd name="T6" fmla="*/ 19 w 160"/>
                <a:gd name="T7" fmla="*/ 203 h 239"/>
                <a:gd name="T8" fmla="*/ 39 w 160"/>
                <a:gd name="T9" fmla="*/ 184 h 239"/>
                <a:gd name="T10" fmla="*/ 20 w 160"/>
                <a:gd name="T11" fmla="*/ 165 h 239"/>
                <a:gd name="T12" fmla="*/ 0 w 160"/>
                <a:gd name="T13" fmla="*/ 185 h 239"/>
                <a:gd name="T14" fmla="*/ 79 w 160"/>
                <a:gd name="T15" fmla="*/ 239 h 239"/>
                <a:gd name="T16" fmla="*/ 160 w 160"/>
                <a:gd name="T17" fmla="*/ 172 h 239"/>
                <a:gd name="T18" fmla="*/ 100 w 160"/>
                <a:gd name="T19" fmla="*/ 109 h 239"/>
                <a:gd name="T20" fmla="*/ 150 w 160"/>
                <a:gd name="T21" fmla="*/ 49 h 239"/>
                <a:gd name="T22" fmla="*/ 79 w 160"/>
                <a:gd name="T23" fmla="*/ 0 h 239"/>
                <a:gd name="T24" fmla="*/ 11 w 160"/>
                <a:gd name="T25" fmla="*/ 47 h 239"/>
                <a:gd name="T26" fmla="*/ 29 w 160"/>
                <a:gd name="T27" fmla="*/ 66 h 239"/>
                <a:gd name="T28" fmla="*/ 47 w 160"/>
                <a:gd name="T29" fmla="*/ 48 h 239"/>
                <a:gd name="T30" fmla="*/ 29 w 160"/>
                <a:gd name="T31" fmla="*/ 30 h 239"/>
                <a:gd name="T32" fmla="*/ 78 w 160"/>
                <a:gd name="T33" fmla="*/ 10 h 239"/>
                <a:gd name="T34" fmla="*/ 116 w 160"/>
                <a:gd name="T35" fmla="*/ 49 h 239"/>
                <a:gd name="T36" fmla="*/ 102 w 160"/>
                <a:gd name="T37" fmla="*/ 90 h 239"/>
                <a:gd name="T38" fmla="*/ 63 w 160"/>
                <a:gd name="T39" fmla="*/ 105 h 239"/>
                <a:gd name="T40" fmla="*/ 52 w 160"/>
                <a:gd name="T41" fmla="*/ 106 h 239"/>
                <a:gd name="T42" fmla="*/ 49 w 160"/>
                <a:gd name="T43" fmla="*/ 111 h 239"/>
                <a:gd name="T44" fmla="*/ 58 w 160"/>
                <a:gd name="T45" fmla="*/ 116 h 239"/>
                <a:gd name="T46" fmla="*/ 76 w 160"/>
                <a:gd name="T47" fmla="*/ 116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239">
                  <a:moveTo>
                    <a:pt x="76" y="116"/>
                  </a:moveTo>
                  <a:cubicBezTo>
                    <a:pt x="104" y="116"/>
                    <a:pt x="123" y="134"/>
                    <a:pt x="123" y="172"/>
                  </a:cubicBezTo>
                  <a:cubicBezTo>
                    <a:pt x="123" y="215"/>
                    <a:pt x="98" y="228"/>
                    <a:pt x="78" y="228"/>
                  </a:cubicBezTo>
                  <a:cubicBezTo>
                    <a:pt x="64" y="228"/>
                    <a:pt x="33" y="224"/>
                    <a:pt x="19" y="203"/>
                  </a:cubicBezTo>
                  <a:cubicBezTo>
                    <a:pt x="35" y="203"/>
                    <a:pt x="39" y="191"/>
                    <a:pt x="39" y="184"/>
                  </a:cubicBezTo>
                  <a:cubicBezTo>
                    <a:pt x="39" y="173"/>
                    <a:pt x="30" y="165"/>
                    <a:pt x="20" y="165"/>
                  </a:cubicBezTo>
                  <a:cubicBezTo>
                    <a:pt x="10" y="165"/>
                    <a:pt x="0" y="171"/>
                    <a:pt x="0" y="185"/>
                  </a:cubicBezTo>
                  <a:cubicBezTo>
                    <a:pt x="0" y="218"/>
                    <a:pt x="36" y="239"/>
                    <a:pt x="79" y="239"/>
                  </a:cubicBezTo>
                  <a:cubicBezTo>
                    <a:pt x="127" y="239"/>
                    <a:pt x="160" y="207"/>
                    <a:pt x="160" y="172"/>
                  </a:cubicBezTo>
                  <a:cubicBezTo>
                    <a:pt x="160" y="144"/>
                    <a:pt x="138" y="117"/>
                    <a:pt x="100" y="109"/>
                  </a:cubicBezTo>
                  <a:cubicBezTo>
                    <a:pt x="136" y="96"/>
                    <a:pt x="150" y="70"/>
                    <a:pt x="150" y="49"/>
                  </a:cubicBezTo>
                  <a:cubicBezTo>
                    <a:pt x="150" y="21"/>
                    <a:pt x="118" y="0"/>
                    <a:pt x="79" y="0"/>
                  </a:cubicBezTo>
                  <a:cubicBezTo>
                    <a:pt x="41" y="0"/>
                    <a:pt x="11" y="19"/>
                    <a:pt x="11" y="47"/>
                  </a:cubicBezTo>
                  <a:cubicBezTo>
                    <a:pt x="11" y="59"/>
                    <a:pt x="19" y="66"/>
                    <a:pt x="29" y="66"/>
                  </a:cubicBezTo>
                  <a:cubicBezTo>
                    <a:pt x="40" y="66"/>
                    <a:pt x="47" y="58"/>
                    <a:pt x="47" y="48"/>
                  </a:cubicBezTo>
                  <a:cubicBezTo>
                    <a:pt x="47" y="38"/>
                    <a:pt x="40" y="30"/>
                    <a:pt x="29" y="30"/>
                  </a:cubicBezTo>
                  <a:cubicBezTo>
                    <a:pt x="41" y="14"/>
                    <a:pt x="65" y="10"/>
                    <a:pt x="78" y="10"/>
                  </a:cubicBezTo>
                  <a:cubicBezTo>
                    <a:pt x="94" y="10"/>
                    <a:pt x="116" y="18"/>
                    <a:pt x="116" y="49"/>
                  </a:cubicBezTo>
                  <a:cubicBezTo>
                    <a:pt x="116" y="63"/>
                    <a:pt x="111" y="79"/>
                    <a:pt x="102" y="90"/>
                  </a:cubicBezTo>
                  <a:cubicBezTo>
                    <a:pt x="90" y="103"/>
                    <a:pt x="81" y="104"/>
                    <a:pt x="63" y="105"/>
                  </a:cubicBezTo>
                  <a:cubicBezTo>
                    <a:pt x="54" y="106"/>
                    <a:pt x="54" y="106"/>
                    <a:pt x="52" y="106"/>
                  </a:cubicBezTo>
                  <a:cubicBezTo>
                    <a:pt x="51" y="106"/>
                    <a:pt x="49" y="107"/>
                    <a:pt x="49" y="111"/>
                  </a:cubicBezTo>
                  <a:cubicBezTo>
                    <a:pt x="49" y="116"/>
                    <a:pt x="52" y="116"/>
                    <a:pt x="58" y="116"/>
                  </a:cubicBezTo>
                  <a:lnTo>
                    <a:pt x="76" y="11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2" name="Freeform 572"/>
            <p:cNvSpPr>
              <a:spLocks/>
            </p:cNvSpPr>
            <p:nvPr>
              <p:custDataLst>
                <p:tags r:id="rId66"/>
              </p:custDataLst>
            </p:nvPr>
          </p:nvSpPr>
          <p:spPr bwMode="auto">
            <a:xfrm>
              <a:off x="6470650" y="2540000"/>
              <a:ext cx="36513" cy="193675"/>
            </a:xfrm>
            <a:custGeom>
              <a:avLst/>
              <a:gdLst>
                <a:gd name="T0" fmla="*/ 116 w 116"/>
                <a:gd name="T1" fmla="*/ 494 h 499"/>
                <a:gd name="T2" fmla="*/ 107 w 116"/>
                <a:gd name="T3" fmla="*/ 483 h 499"/>
                <a:gd name="T4" fmla="*/ 29 w 116"/>
                <a:gd name="T5" fmla="*/ 250 h 499"/>
                <a:gd name="T6" fmla="*/ 109 w 116"/>
                <a:gd name="T7" fmla="*/ 14 h 499"/>
                <a:gd name="T8" fmla="*/ 116 w 116"/>
                <a:gd name="T9" fmla="*/ 5 h 499"/>
                <a:gd name="T10" fmla="*/ 111 w 116"/>
                <a:gd name="T11" fmla="*/ 0 h 499"/>
                <a:gd name="T12" fmla="*/ 32 w 116"/>
                <a:gd name="T13" fmla="*/ 97 h 499"/>
                <a:gd name="T14" fmla="*/ 0 w 116"/>
                <a:gd name="T15" fmla="*/ 250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3"/>
                    <a:pt x="116" y="492"/>
                    <a:pt x="107" y="483"/>
                  </a:cubicBezTo>
                  <a:cubicBezTo>
                    <a:pt x="45" y="420"/>
                    <a:pt x="29" y="326"/>
                    <a:pt x="29" y="250"/>
                  </a:cubicBezTo>
                  <a:cubicBezTo>
                    <a:pt x="29" y="163"/>
                    <a:pt x="48" y="76"/>
                    <a:pt x="109" y="14"/>
                  </a:cubicBezTo>
                  <a:cubicBezTo>
                    <a:pt x="116" y="8"/>
                    <a:pt x="116" y="7"/>
                    <a:pt x="116" y="5"/>
                  </a:cubicBezTo>
                  <a:cubicBezTo>
                    <a:pt x="116" y="2"/>
                    <a:pt x="114" y="0"/>
                    <a:pt x="111" y="0"/>
                  </a:cubicBezTo>
                  <a:cubicBezTo>
                    <a:pt x="106" y="0"/>
                    <a:pt x="61" y="34"/>
                    <a:pt x="32" y="97"/>
                  </a:cubicBezTo>
                  <a:cubicBezTo>
                    <a:pt x="6" y="152"/>
                    <a:pt x="0" y="208"/>
                    <a:pt x="0" y="250"/>
                  </a:cubicBezTo>
                  <a:cubicBezTo>
                    <a:pt x="0" y="289"/>
                    <a:pt x="6" y="349"/>
                    <a:pt x="33" y="405"/>
                  </a:cubicBezTo>
                  <a:cubicBezTo>
                    <a:pt x="63" y="467"/>
                    <a:pt x="106" y="499"/>
                    <a:pt x="111" y="499"/>
                  </a:cubicBezTo>
                  <a:cubicBezTo>
                    <a:pt x="114" y="499"/>
                    <a:pt x="116" y="498"/>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3" name="Freeform 573"/>
            <p:cNvSpPr>
              <a:spLocks noEditPoints="1"/>
            </p:cNvSpPr>
            <p:nvPr>
              <p:custDataLst>
                <p:tags r:id="rId67"/>
              </p:custDataLst>
            </p:nvPr>
          </p:nvSpPr>
          <p:spPr bwMode="auto">
            <a:xfrm>
              <a:off x="6515100" y="2557463"/>
              <a:ext cx="65088" cy="168275"/>
            </a:xfrm>
            <a:custGeom>
              <a:avLst/>
              <a:gdLst>
                <a:gd name="T0" fmla="*/ 205 w 205"/>
                <a:gd name="T1" fmla="*/ 18 h 433"/>
                <a:gd name="T2" fmla="*/ 186 w 205"/>
                <a:gd name="T3" fmla="*/ 0 h 433"/>
                <a:gd name="T4" fmla="*/ 159 w 205"/>
                <a:gd name="T5" fmla="*/ 27 h 433"/>
                <a:gd name="T6" fmla="*/ 178 w 205"/>
                <a:gd name="T7" fmla="*/ 45 h 433"/>
                <a:gd name="T8" fmla="*/ 205 w 205"/>
                <a:gd name="T9" fmla="*/ 18 h 433"/>
                <a:gd name="T10" fmla="*/ 104 w 205"/>
                <a:gd name="T11" fmla="*/ 355 h 433"/>
                <a:gd name="T12" fmla="*/ 43 w 205"/>
                <a:gd name="T13" fmla="*/ 422 h 433"/>
                <a:gd name="T14" fmla="*/ 24 w 205"/>
                <a:gd name="T15" fmla="*/ 417 h 433"/>
                <a:gd name="T16" fmla="*/ 46 w 205"/>
                <a:gd name="T17" fmla="*/ 391 h 433"/>
                <a:gd name="T18" fmla="*/ 27 w 205"/>
                <a:gd name="T19" fmla="*/ 373 h 433"/>
                <a:gd name="T20" fmla="*/ 0 w 205"/>
                <a:gd name="T21" fmla="*/ 402 h 433"/>
                <a:gd name="T22" fmla="*/ 44 w 205"/>
                <a:gd name="T23" fmla="*/ 433 h 433"/>
                <a:gd name="T24" fmla="*/ 138 w 205"/>
                <a:gd name="T25" fmla="*/ 357 h 433"/>
                <a:gd name="T26" fmla="*/ 184 w 205"/>
                <a:gd name="T27" fmla="*/ 174 h 433"/>
                <a:gd name="T28" fmla="*/ 186 w 205"/>
                <a:gd name="T29" fmla="*/ 156 h 433"/>
                <a:gd name="T30" fmla="*/ 140 w 205"/>
                <a:gd name="T31" fmla="*/ 110 h 433"/>
                <a:gd name="T32" fmla="*/ 61 w 205"/>
                <a:gd name="T33" fmla="*/ 187 h 433"/>
                <a:gd name="T34" fmla="*/ 67 w 205"/>
                <a:gd name="T35" fmla="*/ 192 h 433"/>
                <a:gd name="T36" fmla="*/ 76 w 205"/>
                <a:gd name="T37" fmla="*/ 182 h 433"/>
                <a:gd name="T38" fmla="*/ 139 w 205"/>
                <a:gd name="T39" fmla="*/ 121 h 433"/>
                <a:gd name="T40" fmla="*/ 155 w 205"/>
                <a:gd name="T41" fmla="*/ 144 h 433"/>
                <a:gd name="T42" fmla="*/ 151 w 205"/>
                <a:gd name="T43" fmla="*/ 169 h 433"/>
                <a:gd name="T44" fmla="*/ 104 w 205"/>
                <a:gd name="T45" fmla="*/ 355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3">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4" y="355"/>
                  </a:moveTo>
                  <a:cubicBezTo>
                    <a:pt x="95" y="393"/>
                    <a:pt x="71" y="422"/>
                    <a:pt x="43" y="422"/>
                  </a:cubicBezTo>
                  <a:cubicBezTo>
                    <a:pt x="40" y="422"/>
                    <a:pt x="33" y="422"/>
                    <a:pt x="24" y="417"/>
                  </a:cubicBezTo>
                  <a:cubicBezTo>
                    <a:pt x="38" y="414"/>
                    <a:pt x="46" y="401"/>
                    <a:pt x="46" y="391"/>
                  </a:cubicBezTo>
                  <a:cubicBezTo>
                    <a:pt x="46" y="383"/>
                    <a:pt x="40" y="373"/>
                    <a:pt x="27" y="373"/>
                  </a:cubicBezTo>
                  <a:cubicBezTo>
                    <a:pt x="15" y="373"/>
                    <a:pt x="0" y="384"/>
                    <a:pt x="0" y="402"/>
                  </a:cubicBezTo>
                  <a:cubicBezTo>
                    <a:pt x="0" y="422"/>
                    <a:pt x="20" y="433"/>
                    <a:pt x="44" y="433"/>
                  </a:cubicBezTo>
                  <a:cubicBezTo>
                    <a:pt x="79" y="433"/>
                    <a:pt x="125" y="406"/>
                    <a:pt x="138" y="357"/>
                  </a:cubicBezTo>
                  <a:lnTo>
                    <a:pt x="184" y="174"/>
                  </a:lnTo>
                  <a:cubicBezTo>
                    <a:pt x="186" y="164"/>
                    <a:pt x="186" y="157"/>
                    <a:pt x="186" y="156"/>
                  </a:cubicBezTo>
                  <a:cubicBezTo>
                    <a:pt x="186" y="127"/>
                    <a:pt x="165" y="110"/>
                    <a:pt x="140" y="110"/>
                  </a:cubicBezTo>
                  <a:cubicBezTo>
                    <a:pt x="89" y="110"/>
                    <a:pt x="61" y="182"/>
                    <a:pt x="61" y="187"/>
                  </a:cubicBezTo>
                  <a:cubicBezTo>
                    <a:pt x="61" y="192"/>
                    <a:pt x="66" y="192"/>
                    <a:pt x="67" y="192"/>
                  </a:cubicBezTo>
                  <a:cubicBezTo>
                    <a:pt x="71" y="192"/>
                    <a:pt x="72" y="191"/>
                    <a:pt x="76" y="182"/>
                  </a:cubicBezTo>
                  <a:cubicBezTo>
                    <a:pt x="88" y="151"/>
                    <a:pt x="111" y="121"/>
                    <a:pt x="139" y="121"/>
                  </a:cubicBezTo>
                  <a:cubicBezTo>
                    <a:pt x="146" y="121"/>
                    <a:pt x="155" y="123"/>
                    <a:pt x="155" y="144"/>
                  </a:cubicBezTo>
                  <a:cubicBezTo>
                    <a:pt x="155"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4" name="Freeform 574"/>
            <p:cNvSpPr>
              <a:spLocks noEditPoints="1"/>
            </p:cNvSpPr>
            <p:nvPr>
              <p:custDataLst>
                <p:tags r:id="rId68"/>
              </p:custDataLst>
            </p:nvPr>
          </p:nvSpPr>
          <p:spPr bwMode="auto">
            <a:xfrm>
              <a:off x="6596063" y="2600325"/>
              <a:ext cx="73025" cy="87313"/>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3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4 w 228"/>
                <a:gd name="T37" fmla="*/ 161 h 226"/>
                <a:gd name="T38" fmla="*/ 124 w 228"/>
                <a:gd name="T39" fmla="*/ 179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9 w 228"/>
                <a:gd name="T51" fmla="*/ 63 h 226"/>
                <a:gd name="T52" fmla="*/ 134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3" y="0"/>
                    <a:pt x="120" y="0"/>
                  </a:cubicBezTo>
                  <a:cubicBezTo>
                    <a:pt x="62" y="0"/>
                    <a:pt x="0" y="73"/>
                    <a:pt x="0" y="146"/>
                  </a:cubicBezTo>
                  <a:cubicBezTo>
                    <a:pt x="0" y="193"/>
                    <a:pt x="27" y="226"/>
                    <a:pt x="66" y="226"/>
                  </a:cubicBezTo>
                  <a:cubicBezTo>
                    <a:pt x="76" y="226"/>
                    <a:pt x="101" y="224"/>
                    <a:pt x="131" y="188"/>
                  </a:cubicBezTo>
                  <a:cubicBezTo>
                    <a:pt x="135" y="209"/>
                    <a:pt x="153"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3" y="202"/>
                    <a:pt x="163" y="192"/>
                  </a:cubicBezTo>
                  <a:cubicBezTo>
                    <a:pt x="163" y="181"/>
                    <a:pt x="164" y="177"/>
                    <a:pt x="169" y="155"/>
                  </a:cubicBezTo>
                  <a:cubicBezTo>
                    <a:pt x="175" y="134"/>
                    <a:pt x="175" y="129"/>
                    <a:pt x="180" y="110"/>
                  </a:cubicBezTo>
                  <a:lnTo>
                    <a:pt x="198" y="40"/>
                  </a:lnTo>
                  <a:cubicBezTo>
                    <a:pt x="201" y="26"/>
                    <a:pt x="201" y="25"/>
                    <a:pt x="201" y="23"/>
                  </a:cubicBezTo>
                  <a:cubicBezTo>
                    <a:pt x="201" y="15"/>
                    <a:pt x="195" y="10"/>
                    <a:pt x="187" y="10"/>
                  </a:cubicBezTo>
                  <a:cubicBezTo>
                    <a:pt x="175" y="10"/>
                    <a:pt x="168" y="21"/>
                    <a:pt x="166" y="32"/>
                  </a:cubicBezTo>
                  <a:close/>
                  <a:moveTo>
                    <a:pt x="134" y="161"/>
                  </a:moveTo>
                  <a:cubicBezTo>
                    <a:pt x="131" y="170"/>
                    <a:pt x="131" y="171"/>
                    <a:pt x="124" y="179"/>
                  </a:cubicBezTo>
                  <a:cubicBezTo>
                    <a:pt x="102" y="207"/>
                    <a:pt x="81" y="215"/>
                    <a:pt x="67" y="215"/>
                  </a:cubicBezTo>
                  <a:cubicBezTo>
                    <a:pt x="42" y="215"/>
                    <a:pt x="35" y="187"/>
                    <a:pt x="35" y="168"/>
                  </a:cubicBezTo>
                  <a:cubicBezTo>
                    <a:pt x="35" y="143"/>
                    <a:pt x="51" y="82"/>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5" name="Freeform 575"/>
            <p:cNvSpPr>
              <a:spLocks noEditPoints="1"/>
            </p:cNvSpPr>
            <p:nvPr>
              <p:custDataLst>
                <p:tags r:id="rId69"/>
              </p:custDataLst>
            </p:nvPr>
          </p:nvSpPr>
          <p:spPr bwMode="auto">
            <a:xfrm>
              <a:off x="6680200" y="2551113"/>
              <a:ext cx="74613" cy="136525"/>
            </a:xfrm>
            <a:custGeom>
              <a:avLst/>
              <a:gdLst>
                <a:gd name="T0" fmla="*/ 238 w 238"/>
                <a:gd name="T1" fmla="*/ 5 h 352"/>
                <a:gd name="T2" fmla="*/ 231 w 238"/>
                <a:gd name="T3" fmla="*/ 0 h 352"/>
                <a:gd name="T4" fmla="*/ 168 w 238"/>
                <a:gd name="T5" fmla="*/ 5 h 352"/>
                <a:gd name="T6" fmla="*/ 161 w 238"/>
                <a:gd name="T7" fmla="*/ 15 h 352"/>
                <a:gd name="T8" fmla="*/ 173 w 238"/>
                <a:gd name="T9" fmla="*/ 21 h 352"/>
                <a:gd name="T10" fmla="*/ 198 w 238"/>
                <a:gd name="T11" fmla="*/ 29 h 352"/>
                <a:gd name="T12" fmla="*/ 196 w 238"/>
                <a:gd name="T13" fmla="*/ 39 h 352"/>
                <a:gd name="T14" fmla="*/ 166 w 238"/>
                <a:gd name="T15" fmla="*/ 158 h 352"/>
                <a:gd name="T16" fmla="*/ 120 w 238"/>
                <a:gd name="T17" fmla="*/ 126 h 352"/>
                <a:gd name="T18" fmla="*/ 0 w 238"/>
                <a:gd name="T19" fmla="*/ 272 h 352"/>
                <a:gd name="T20" fmla="*/ 67 w 238"/>
                <a:gd name="T21" fmla="*/ 352 h 352"/>
                <a:gd name="T22" fmla="*/ 131 w 238"/>
                <a:gd name="T23" fmla="*/ 314 h 352"/>
                <a:gd name="T24" fmla="*/ 177 w 238"/>
                <a:gd name="T25" fmla="*/ 352 h 352"/>
                <a:gd name="T26" fmla="*/ 214 w 238"/>
                <a:gd name="T27" fmla="*/ 324 h 352"/>
                <a:gd name="T28" fmla="*/ 229 w 238"/>
                <a:gd name="T29" fmla="*/ 275 h 352"/>
                <a:gd name="T30" fmla="*/ 223 w 238"/>
                <a:gd name="T31" fmla="*/ 270 h 352"/>
                <a:gd name="T32" fmla="*/ 216 w 238"/>
                <a:gd name="T33" fmla="*/ 279 h 352"/>
                <a:gd name="T34" fmla="*/ 178 w 238"/>
                <a:gd name="T35" fmla="*/ 341 h 352"/>
                <a:gd name="T36" fmla="*/ 163 w 238"/>
                <a:gd name="T37" fmla="*/ 318 h 352"/>
                <a:gd name="T38" fmla="*/ 166 w 238"/>
                <a:gd name="T39" fmla="*/ 294 h 352"/>
                <a:gd name="T40" fmla="*/ 238 w 238"/>
                <a:gd name="T41" fmla="*/ 5 h 352"/>
                <a:gd name="T42" fmla="*/ 134 w 238"/>
                <a:gd name="T43" fmla="*/ 287 h 352"/>
                <a:gd name="T44" fmla="*/ 124 w 238"/>
                <a:gd name="T45" fmla="*/ 305 h 352"/>
                <a:gd name="T46" fmla="*/ 68 w 238"/>
                <a:gd name="T47" fmla="*/ 341 h 352"/>
                <a:gd name="T48" fmla="*/ 36 w 238"/>
                <a:gd name="T49" fmla="*/ 294 h 352"/>
                <a:gd name="T50" fmla="*/ 63 w 238"/>
                <a:gd name="T51" fmla="*/ 185 h 352"/>
                <a:gd name="T52" fmla="*/ 121 w 238"/>
                <a:gd name="T53" fmla="*/ 137 h 352"/>
                <a:gd name="T54" fmla="*/ 160 w 238"/>
                <a:gd name="T55" fmla="*/ 181 h 352"/>
                <a:gd name="T56" fmla="*/ 159 w 238"/>
                <a:gd name="T57" fmla="*/ 189 h 352"/>
                <a:gd name="T58" fmla="*/ 134 w 238"/>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352">
                  <a:moveTo>
                    <a:pt x="238" y="5"/>
                  </a:moveTo>
                  <a:cubicBezTo>
                    <a:pt x="238" y="5"/>
                    <a:pt x="238" y="0"/>
                    <a:pt x="231" y="0"/>
                  </a:cubicBezTo>
                  <a:cubicBezTo>
                    <a:pt x="224" y="0"/>
                    <a:pt x="176" y="4"/>
                    <a:pt x="168" y="5"/>
                  </a:cubicBezTo>
                  <a:cubicBezTo>
                    <a:pt x="164" y="6"/>
                    <a:pt x="161" y="8"/>
                    <a:pt x="161" y="15"/>
                  </a:cubicBezTo>
                  <a:cubicBezTo>
                    <a:pt x="161" y="21"/>
                    <a:pt x="165" y="21"/>
                    <a:pt x="173" y="21"/>
                  </a:cubicBezTo>
                  <a:cubicBezTo>
                    <a:pt x="197" y="21"/>
                    <a:pt x="198" y="24"/>
                    <a:pt x="198" y="29"/>
                  </a:cubicBezTo>
                  <a:lnTo>
                    <a:pt x="196" y="39"/>
                  </a:lnTo>
                  <a:lnTo>
                    <a:pt x="166" y="158"/>
                  </a:lnTo>
                  <a:cubicBezTo>
                    <a:pt x="157" y="139"/>
                    <a:pt x="143" y="126"/>
                    <a:pt x="120" y="126"/>
                  </a:cubicBezTo>
                  <a:cubicBezTo>
                    <a:pt x="62" y="126"/>
                    <a:pt x="0" y="199"/>
                    <a:pt x="0" y="272"/>
                  </a:cubicBezTo>
                  <a:cubicBezTo>
                    <a:pt x="0" y="319"/>
                    <a:pt x="28" y="352"/>
                    <a:pt x="67" y="352"/>
                  </a:cubicBezTo>
                  <a:cubicBezTo>
                    <a:pt x="77" y="352"/>
                    <a:pt x="102" y="350"/>
                    <a:pt x="131" y="314"/>
                  </a:cubicBezTo>
                  <a:cubicBezTo>
                    <a:pt x="135" y="335"/>
                    <a:pt x="153" y="352"/>
                    <a:pt x="177" y="352"/>
                  </a:cubicBezTo>
                  <a:cubicBezTo>
                    <a:pt x="194" y="352"/>
                    <a:pt x="206" y="340"/>
                    <a:pt x="214" y="324"/>
                  </a:cubicBezTo>
                  <a:cubicBezTo>
                    <a:pt x="222" y="306"/>
                    <a:pt x="229" y="276"/>
                    <a:pt x="229" y="275"/>
                  </a:cubicBezTo>
                  <a:cubicBezTo>
                    <a:pt x="229" y="270"/>
                    <a:pt x="224" y="270"/>
                    <a:pt x="223" y="270"/>
                  </a:cubicBezTo>
                  <a:cubicBezTo>
                    <a:pt x="218" y="270"/>
                    <a:pt x="217" y="272"/>
                    <a:pt x="216" y="279"/>
                  </a:cubicBezTo>
                  <a:cubicBezTo>
                    <a:pt x="207" y="311"/>
                    <a:pt x="198" y="341"/>
                    <a:pt x="178" y="341"/>
                  </a:cubicBezTo>
                  <a:cubicBezTo>
                    <a:pt x="164" y="341"/>
                    <a:pt x="163" y="328"/>
                    <a:pt x="163" y="318"/>
                  </a:cubicBezTo>
                  <a:cubicBezTo>
                    <a:pt x="163" y="306"/>
                    <a:pt x="164" y="302"/>
                    <a:pt x="166" y="294"/>
                  </a:cubicBezTo>
                  <a:lnTo>
                    <a:pt x="238" y="5"/>
                  </a:lnTo>
                  <a:close/>
                  <a:moveTo>
                    <a:pt x="134" y="287"/>
                  </a:moveTo>
                  <a:cubicBezTo>
                    <a:pt x="131" y="296"/>
                    <a:pt x="131" y="297"/>
                    <a:pt x="124" y="305"/>
                  </a:cubicBezTo>
                  <a:cubicBezTo>
                    <a:pt x="102" y="333"/>
                    <a:pt x="82" y="341"/>
                    <a:pt x="68" y="341"/>
                  </a:cubicBezTo>
                  <a:cubicBezTo>
                    <a:pt x="43" y="341"/>
                    <a:pt x="36" y="313"/>
                    <a:pt x="36" y="294"/>
                  </a:cubicBezTo>
                  <a:cubicBezTo>
                    <a:pt x="36" y="269"/>
                    <a:pt x="52" y="208"/>
                    <a:pt x="63" y="185"/>
                  </a:cubicBezTo>
                  <a:cubicBezTo>
                    <a:pt x="79" y="155"/>
                    <a:pt x="101" y="137"/>
                    <a:pt x="121" y="137"/>
                  </a:cubicBezTo>
                  <a:cubicBezTo>
                    <a:pt x="153" y="137"/>
                    <a:pt x="160" y="178"/>
                    <a:pt x="160" y="181"/>
                  </a:cubicBezTo>
                  <a:cubicBezTo>
                    <a:pt x="160" y="184"/>
                    <a:pt x="159" y="187"/>
                    <a:pt x="159" y="189"/>
                  </a:cubicBezTo>
                  <a:lnTo>
                    <a:pt x="134"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6" name="Freeform 576"/>
            <p:cNvSpPr>
              <a:spLocks/>
            </p:cNvSpPr>
            <p:nvPr>
              <p:custDataLst>
                <p:tags r:id="rId70"/>
              </p:custDataLst>
            </p:nvPr>
          </p:nvSpPr>
          <p:spPr bwMode="auto">
            <a:xfrm>
              <a:off x="6759575" y="2600325"/>
              <a:ext cx="65088" cy="87313"/>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7 h 226"/>
                <a:gd name="T34" fmla="*/ 6 w 203"/>
                <a:gd name="T35" fmla="*/ 82 h 226"/>
                <a:gd name="T36" fmla="*/ 15 w 203"/>
                <a:gd name="T37" fmla="*/ 70 h 226"/>
                <a:gd name="T38" fmla="*/ 51 w 203"/>
                <a:gd name="T39" fmla="*/ 11 h 226"/>
                <a:gd name="T40" fmla="*/ 66 w 203"/>
                <a:gd name="T41" fmla="*/ 34 h 226"/>
                <a:gd name="T42" fmla="*/ 58 w 203"/>
                <a:gd name="T43" fmla="*/ 76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7"/>
                    <a:pt x="91" y="82"/>
                    <a:pt x="94" y="68"/>
                  </a:cubicBezTo>
                  <a:cubicBezTo>
                    <a:pt x="96" y="62"/>
                    <a:pt x="110" y="38"/>
                    <a:pt x="122" y="27"/>
                  </a:cubicBezTo>
                  <a:cubicBezTo>
                    <a:pt x="126" y="24"/>
                    <a:pt x="140"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29" y="0"/>
                    <a:pt x="107" y="24"/>
                    <a:pt x="98" y="38"/>
                  </a:cubicBezTo>
                  <a:cubicBezTo>
                    <a:pt x="94" y="16"/>
                    <a:pt x="76" y="0"/>
                    <a:pt x="53" y="0"/>
                  </a:cubicBezTo>
                  <a:cubicBezTo>
                    <a:pt x="30" y="0"/>
                    <a:pt x="20" y="19"/>
                    <a:pt x="16" y="28"/>
                  </a:cubicBezTo>
                  <a:cubicBezTo>
                    <a:pt x="7" y="45"/>
                    <a:pt x="0" y="75"/>
                    <a:pt x="0" y="77"/>
                  </a:cubicBezTo>
                  <a:cubicBezTo>
                    <a:pt x="0" y="82"/>
                    <a:pt x="5" y="82"/>
                    <a:pt x="6" y="82"/>
                  </a:cubicBezTo>
                  <a:cubicBezTo>
                    <a:pt x="11" y="82"/>
                    <a:pt x="12" y="81"/>
                    <a:pt x="15" y="70"/>
                  </a:cubicBezTo>
                  <a:cubicBezTo>
                    <a:pt x="23" y="35"/>
                    <a:pt x="33" y="11"/>
                    <a:pt x="51" y="11"/>
                  </a:cubicBezTo>
                  <a:cubicBezTo>
                    <a:pt x="59" y="11"/>
                    <a:pt x="66" y="15"/>
                    <a:pt x="66" y="34"/>
                  </a:cubicBezTo>
                  <a:cubicBezTo>
                    <a:pt x="66" y="44"/>
                    <a:pt x="65" y="50"/>
                    <a:pt x="58" y="76"/>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7" name="Freeform 577"/>
            <p:cNvSpPr>
              <a:spLocks noEditPoints="1"/>
            </p:cNvSpPr>
            <p:nvPr>
              <p:custDataLst>
                <p:tags r:id="rId71"/>
              </p:custDataLst>
            </p:nvPr>
          </p:nvSpPr>
          <p:spPr bwMode="auto">
            <a:xfrm>
              <a:off x="6837363" y="2600325"/>
              <a:ext cx="73025" cy="87313"/>
            </a:xfrm>
            <a:custGeom>
              <a:avLst/>
              <a:gdLst>
                <a:gd name="T0" fmla="*/ 166 w 229"/>
                <a:gd name="T1" fmla="*/ 32 h 226"/>
                <a:gd name="T2" fmla="*/ 120 w 229"/>
                <a:gd name="T3" fmla="*/ 0 h 226"/>
                <a:gd name="T4" fmla="*/ 0 w 229"/>
                <a:gd name="T5" fmla="*/ 146 h 226"/>
                <a:gd name="T6" fmla="*/ 67 w 229"/>
                <a:gd name="T7" fmla="*/ 226 h 226"/>
                <a:gd name="T8" fmla="*/ 131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0" y="0"/>
                  </a:cubicBezTo>
                  <a:cubicBezTo>
                    <a:pt x="62" y="0"/>
                    <a:pt x="0" y="73"/>
                    <a:pt x="0" y="146"/>
                  </a:cubicBezTo>
                  <a:cubicBezTo>
                    <a:pt x="0" y="193"/>
                    <a:pt x="28" y="226"/>
                    <a:pt x="67" y="226"/>
                  </a:cubicBezTo>
                  <a:cubicBezTo>
                    <a:pt x="77" y="226"/>
                    <a:pt x="102" y="224"/>
                    <a:pt x="131" y="188"/>
                  </a:cubicBezTo>
                  <a:cubicBezTo>
                    <a:pt x="135"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2" y="215"/>
                    <a:pt x="68" y="215"/>
                  </a:cubicBezTo>
                  <a:cubicBezTo>
                    <a:pt x="43" y="215"/>
                    <a:pt x="36" y="187"/>
                    <a:pt x="36" y="168"/>
                  </a:cubicBezTo>
                  <a:cubicBezTo>
                    <a:pt x="36" y="143"/>
                    <a:pt x="52" y="82"/>
                    <a:pt x="63" y="59"/>
                  </a:cubicBezTo>
                  <a:cubicBezTo>
                    <a:pt x="79"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8" name="Freeform 578"/>
            <p:cNvSpPr>
              <a:spLocks/>
            </p:cNvSpPr>
            <p:nvPr>
              <p:custDataLst>
                <p:tags r:id="rId72"/>
              </p:custDataLst>
            </p:nvPr>
          </p:nvSpPr>
          <p:spPr bwMode="auto">
            <a:xfrm>
              <a:off x="6921500" y="2551113"/>
              <a:ext cx="33338" cy="136525"/>
            </a:xfrm>
            <a:custGeom>
              <a:avLst/>
              <a:gdLst>
                <a:gd name="T0" fmla="*/ 106 w 106"/>
                <a:gd name="T1" fmla="*/ 5 h 352"/>
                <a:gd name="T2" fmla="*/ 100 w 106"/>
                <a:gd name="T3" fmla="*/ 0 h 352"/>
                <a:gd name="T4" fmla="*/ 39 w 106"/>
                <a:gd name="T5" fmla="*/ 5 h 352"/>
                <a:gd name="T6" fmla="*/ 30 w 106"/>
                <a:gd name="T7" fmla="*/ 15 h 352"/>
                <a:gd name="T8" fmla="*/ 42 w 106"/>
                <a:gd name="T9" fmla="*/ 21 h 352"/>
                <a:gd name="T10" fmla="*/ 66 w 106"/>
                <a:gd name="T11" fmla="*/ 29 h 352"/>
                <a:gd name="T12" fmla="*/ 65 w 106"/>
                <a:gd name="T13" fmla="*/ 39 h 352"/>
                <a:gd name="T14" fmla="*/ 2 w 106"/>
                <a:gd name="T15" fmla="*/ 289 h 352"/>
                <a:gd name="T16" fmla="*/ 0 w 106"/>
                <a:gd name="T17" fmla="*/ 306 h 352"/>
                <a:gd name="T18" fmla="*/ 45 w 106"/>
                <a:gd name="T19" fmla="*/ 352 h 352"/>
                <a:gd name="T20" fmla="*/ 82 w 106"/>
                <a:gd name="T21" fmla="*/ 324 h 352"/>
                <a:gd name="T22" fmla="*/ 97 w 106"/>
                <a:gd name="T23" fmla="*/ 275 h 352"/>
                <a:gd name="T24" fmla="*/ 91 w 106"/>
                <a:gd name="T25" fmla="*/ 270 h 352"/>
                <a:gd name="T26" fmla="*/ 84 w 106"/>
                <a:gd name="T27" fmla="*/ 279 h 352"/>
                <a:gd name="T28" fmla="*/ 46 w 106"/>
                <a:gd name="T29" fmla="*/ 341 h 352"/>
                <a:gd name="T30" fmla="*/ 32 w 106"/>
                <a:gd name="T31" fmla="*/ 318 h 352"/>
                <a:gd name="T32" fmla="*/ 35 w 106"/>
                <a:gd name="T33" fmla="*/ 294 h 352"/>
                <a:gd name="T34" fmla="*/ 106 w 106"/>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6" h="352">
                  <a:moveTo>
                    <a:pt x="106" y="5"/>
                  </a:moveTo>
                  <a:cubicBezTo>
                    <a:pt x="106" y="5"/>
                    <a:pt x="106" y="0"/>
                    <a:pt x="100" y="0"/>
                  </a:cubicBezTo>
                  <a:cubicBezTo>
                    <a:pt x="88" y="0"/>
                    <a:pt x="52" y="4"/>
                    <a:pt x="39" y="5"/>
                  </a:cubicBezTo>
                  <a:cubicBezTo>
                    <a:pt x="35" y="5"/>
                    <a:pt x="30" y="6"/>
                    <a:pt x="30" y="15"/>
                  </a:cubicBezTo>
                  <a:cubicBezTo>
                    <a:pt x="30" y="21"/>
                    <a:pt x="35" y="21"/>
                    <a:pt x="42" y="21"/>
                  </a:cubicBezTo>
                  <a:cubicBezTo>
                    <a:pt x="66" y="21"/>
                    <a:pt x="66" y="25"/>
                    <a:pt x="66" y="29"/>
                  </a:cubicBezTo>
                  <a:lnTo>
                    <a:pt x="65" y="39"/>
                  </a:lnTo>
                  <a:lnTo>
                    <a:pt x="2" y="289"/>
                  </a:lnTo>
                  <a:cubicBezTo>
                    <a:pt x="1" y="294"/>
                    <a:pt x="0" y="298"/>
                    <a:pt x="0" y="306"/>
                  </a:cubicBezTo>
                  <a:cubicBezTo>
                    <a:pt x="0" y="334"/>
                    <a:pt x="22" y="352"/>
                    <a:pt x="45" y="352"/>
                  </a:cubicBezTo>
                  <a:cubicBezTo>
                    <a:pt x="61" y="352"/>
                    <a:pt x="74" y="342"/>
                    <a:pt x="82" y="324"/>
                  </a:cubicBezTo>
                  <a:cubicBezTo>
                    <a:pt x="91" y="305"/>
                    <a:pt x="97" y="276"/>
                    <a:pt x="97" y="275"/>
                  </a:cubicBezTo>
                  <a:cubicBezTo>
                    <a:pt x="97" y="270"/>
                    <a:pt x="93" y="270"/>
                    <a:pt x="91" y="270"/>
                  </a:cubicBezTo>
                  <a:cubicBezTo>
                    <a:pt x="86" y="270"/>
                    <a:pt x="86" y="272"/>
                    <a:pt x="84" y="279"/>
                  </a:cubicBezTo>
                  <a:cubicBezTo>
                    <a:pt x="76" y="311"/>
                    <a:pt x="66" y="341"/>
                    <a:pt x="46" y="341"/>
                  </a:cubicBezTo>
                  <a:cubicBezTo>
                    <a:pt x="32" y="341"/>
                    <a:pt x="32" y="325"/>
                    <a:pt x="32" y="318"/>
                  </a:cubicBezTo>
                  <a:cubicBezTo>
                    <a:pt x="32" y="306"/>
                    <a:pt x="32" y="303"/>
                    <a:pt x="35" y="294"/>
                  </a:cubicBezTo>
                  <a:lnTo>
                    <a:pt x="106"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49" name="Freeform 579"/>
            <p:cNvSpPr>
              <a:spLocks noEditPoints="1"/>
            </p:cNvSpPr>
            <p:nvPr>
              <p:custDataLst>
                <p:tags r:id="rId73"/>
              </p:custDataLst>
            </p:nvPr>
          </p:nvSpPr>
          <p:spPr bwMode="auto">
            <a:xfrm>
              <a:off x="6972300" y="2600325"/>
              <a:ext cx="60325" cy="87313"/>
            </a:xfrm>
            <a:custGeom>
              <a:avLst/>
              <a:gdLst>
                <a:gd name="T0" fmla="*/ 71 w 192"/>
                <a:gd name="T1" fmla="*/ 105 h 226"/>
                <a:gd name="T2" fmla="*/ 147 w 192"/>
                <a:gd name="T3" fmla="*/ 94 h 226"/>
                <a:gd name="T4" fmla="*/ 184 w 192"/>
                <a:gd name="T5" fmla="*/ 42 h 226"/>
                <a:gd name="T6" fmla="*/ 131 w 192"/>
                <a:gd name="T7" fmla="*/ 0 h 226"/>
                <a:gd name="T8" fmla="*/ 0 w 192"/>
                <a:gd name="T9" fmla="*/ 136 h 226"/>
                <a:gd name="T10" fmla="*/ 79 w 192"/>
                <a:gd name="T11" fmla="*/ 226 h 226"/>
                <a:gd name="T12" fmla="*/ 192 w 192"/>
                <a:gd name="T13" fmla="*/ 167 h 226"/>
                <a:gd name="T14" fmla="*/ 186 w 192"/>
                <a:gd name="T15" fmla="*/ 160 h 226"/>
                <a:gd name="T16" fmla="*/ 179 w 192"/>
                <a:gd name="T17" fmla="*/ 165 h 226"/>
                <a:gd name="T18" fmla="*/ 80 w 192"/>
                <a:gd name="T19" fmla="*/ 215 h 226"/>
                <a:gd name="T20" fmla="*/ 36 w 192"/>
                <a:gd name="T21" fmla="*/ 157 h 226"/>
                <a:gd name="T22" fmla="*/ 44 w 192"/>
                <a:gd name="T23" fmla="*/ 105 h 226"/>
                <a:gd name="T24" fmla="*/ 71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1" y="105"/>
                  </a:moveTo>
                  <a:cubicBezTo>
                    <a:pt x="85" y="105"/>
                    <a:pt x="122" y="104"/>
                    <a:pt x="147" y="94"/>
                  </a:cubicBezTo>
                  <a:cubicBezTo>
                    <a:pt x="182" y="79"/>
                    <a:pt x="184" y="49"/>
                    <a:pt x="184" y="42"/>
                  </a:cubicBezTo>
                  <a:cubicBezTo>
                    <a:pt x="184" y="20"/>
                    <a:pt x="165" y="0"/>
                    <a:pt x="131" y="0"/>
                  </a:cubicBezTo>
                  <a:cubicBezTo>
                    <a:pt x="76" y="0"/>
                    <a:pt x="0" y="48"/>
                    <a:pt x="0" y="136"/>
                  </a:cubicBezTo>
                  <a:cubicBezTo>
                    <a:pt x="0" y="186"/>
                    <a:pt x="30" y="226"/>
                    <a:pt x="79" y="226"/>
                  </a:cubicBezTo>
                  <a:cubicBezTo>
                    <a:pt x="150" y="226"/>
                    <a:pt x="192" y="173"/>
                    <a:pt x="192" y="167"/>
                  </a:cubicBezTo>
                  <a:cubicBezTo>
                    <a:pt x="192" y="164"/>
                    <a:pt x="189" y="160"/>
                    <a:pt x="186" y="160"/>
                  </a:cubicBezTo>
                  <a:cubicBezTo>
                    <a:pt x="183" y="160"/>
                    <a:pt x="182" y="161"/>
                    <a:pt x="179" y="165"/>
                  </a:cubicBezTo>
                  <a:cubicBezTo>
                    <a:pt x="140" y="215"/>
                    <a:pt x="86" y="215"/>
                    <a:pt x="80" y="215"/>
                  </a:cubicBezTo>
                  <a:cubicBezTo>
                    <a:pt x="41" y="215"/>
                    <a:pt x="36" y="173"/>
                    <a:pt x="36" y="157"/>
                  </a:cubicBezTo>
                  <a:cubicBezTo>
                    <a:pt x="36" y="151"/>
                    <a:pt x="37" y="136"/>
                    <a:pt x="44" y="105"/>
                  </a:cubicBezTo>
                  <a:lnTo>
                    <a:pt x="71" y="105"/>
                  </a:lnTo>
                  <a:close/>
                  <a:moveTo>
                    <a:pt x="47" y="94"/>
                  </a:moveTo>
                  <a:cubicBezTo>
                    <a:pt x="67" y="18"/>
                    <a:pt x="118" y="11"/>
                    <a:pt x="131" y="11"/>
                  </a:cubicBezTo>
                  <a:cubicBezTo>
                    <a:pt x="154"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0" name="Freeform 580"/>
            <p:cNvSpPr>
              <a:spLocks/>
            </p:cNvSpPr>
            <p:nvPr>
              <p:custDataLst>
                <p:tags r:id="rId74"/>
              </p:custDataLst>
            </p:nvPr>
          </p:nvSpPr>
          <p:spPr bwMode="auto">
            <a:xfrm>
              <a:off x="7043738" y="2600325"/>
              <a:ext cx="61913" cy="87313"/>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3 w 194"/>
                <a:gd name="T11" fmla="*/ 0 h 226"/>
                <a:gd name="T12" fmla="*/ 0 w 194"/>
                <a:gd name="T13" fmla="*/ 142 h 226"/>
                <a:gd name="T14" fmla="*/ 80 w 194"/>
                <a:gd name="T15" fmla="*/ 226 h 226"/>
                <a:gd name="T16" fmla="*/ 194 w 194"/>
                <a:gd name="T17" fmla="*/ 167 h 226"/>
                <a:gd name="T18" fmla="*/ 188 w 194"/>
                <a:gd name="T19" fmla="*/ 160 h 226"/>
                <a:gd name="T20" fmla="*/ 181 w 194"/>
                <a:gd name="T21" fmla="*/ 165 h 226"/>
                <a:gd name="T22" fmla="*/ 81 w 194"/>
                <a:gd name="T23" fmla="*/ 215 h 226"/>
                <a:gd name="T24" fmla="*/ 37 w 194"/>
                <a:gd name="T25" fmla="*/ 160 h 226"/>
                <a:gd name="T26" fmla="*/ 63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3" y="0"/>
                  </a:cubicBezTo>
                  <a:cubicBezTo>
                    <a:pt x="66" y="0"/>
                    <a:pt x="0" y="71"/>
                    <a:pt x="0" y="142"/>
                  </a:cubicBezTo>
                  <a:cubicBezTo>
                    <a:pt x="0" y="186"/>
                    <a:pt x="29" y="226"/>
                    <a:pt x="80" y="226"/>
                  </a:cubicBezTo>
                  <a:cubicBezTo>
                    <a:pt x="152" y="226"/>
                    <a:pt x="194" y="173"/>
                    <a:pt x="194" y="167"/>
                  </a:cubicBezTo>
                  <a:cubicBezTo>
                    <a:pt x="194" y="164"/>
                    <a:pt x="191" y="160"/>
                    <a:pt x="188" y="160"/>
                  </a:cubicBezTo>
                  <a:cubicBezTo>
                    <a:pt x="185" y="160"/>
                    <a:pt x="184" y="161"/>
                    <a:pt x="181" y="165"/>
                  </a:cubicBezTo>
                  <a:cubicBezTo>
                    <a:pt x="142" y="215"/>
                    <a:pt x="87" y="215"/>
                    <a:pt x="81" y="215"/>
                  </a:cubicBezTo>
                  <a:cubicBezTo>
                    <a:pt x="50" y="215"/>
                    <a:pt x="37" y="190"/>
                    <a:pt x="37" y="160"/>
                  </a:cubicBezTo>
                  <a:cubicBezTo>
                    <a:pt x="37" y="140"/>
                    <a:pt x="47" y="92"/>
                    <a:pt x="63" y="61"/>
                  </a:cubicBezTo>
                  <a:cubicBezTo>
                    <a:pt x="79" y="32"/>
                    <a:pt x="106"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1" name="Freeform 581"/>
            <p:cNvSpPr>
              <a:spLocks/>
            </p:cNvSpPr>
            <p:nvPr>
              <p:custDataLst>
                <p:tags r:id="rId75"/>
              </p:custDataLst>
            </p:nvPr>
          </p:nvSpPr>
          <p:spPr bwMode="auto">
            <a:xfrm>
              <a:off x="7129463" y="2589213"/>
              <a:ext cx="76200" cy="93663"/>
            </a:xfrm>
            <a:custGeom>
              <a:avLst/>
              <a:gdLst>
                <a:gd name="T0" fmla="*/ 121 w 241"/>
                <a:gd name="T1" fmla="*/ 107 h 241"/>
                <a:gd name="T2" fmla="*/ 21 w 241"/>
                <a:gd name="T3" fmla="*/ 7 h 241"/>
                <a:gd name="T4" fmla="*/ 10 w 241"/>
                <a:gd name="T5" fmla="*/ 0 h 241"/>
                <a:gd name="T6" fmla="*/ 0 w 241"/>
                <a:gd name="T7" fmla="*/ 10 h 241"/>
                <a:gd name="T8" fmla="*/ 6 w 241"/>
                <a:gd name="T9" fmla="*/ 20 h 241"/>
                <a:gd name="T10" fmla="*/ 106 w 241"/>
                <a:gd name="T11" fmla="*/ 121 h 241"/>
                <a:gd name="T12" fmla="*/ 6 w 241"/>
                <a:gd name="T13" fmla="*/ 221 h 241"/>
                <a:gd name="T14" fmla="*/ 0 w 241"/>
                <a:gd name="T15" fmla="*/ 231 h 241"/>
                <a:gd name="T16" fmla="*/ 10 w 241"/>
                <a:gd name="T17" fmla="*/ 241 h 241"/>
                <a:gd name="T18" fmla="*/ 21 w 241"/>
                <a:gd name="T19" fmla="*/ 234 h 241"/>
                <a:gd name="T20" fmla="*/ 120 w 241"/>
                <a:gd name="T21" fmla="*/ 135 h 241"/>
                <a:gd name="T22" fmla="*/ 223 w 241"/>
                <a:gd name="T23" fmla="*/ 238 h 241"/>
                <a:gd name="T24" fmla="*/ 231 w 241"/>
                <a:gd name="T25" fmla="*/ 241 h 241"/>
                <a:gd name="T26" fmla="*/ 241 w 241"/>
                <a:gd name="T27" fmla="*/ 231 h 241"/>
                <a:gd name="T28" fmla="*/ 239 w 241"/>
                <a:gd name="T29" fmla="*/ 225 h 241"/>
                <a:gd name="T30" fmla="*/ 135 w 241"/>
                <a:gd name="T31" fmla="*/ 121 h 241"/>
                <a:gd name="T32" fmla="*/ 226 w 241"/>
                <a:gd name="T33" fmla="*/ 29 h 241"/>
                <a:gd name="T34" fmla="*/ 238 w 241"/>
                <a:gd name="T35" fmla="*/ 17 h 241"/>
                <a:gd name="T36" fmla="*/ 241 w 241"/>
                <a:gd name="T37" fmla="*/ 10 h 241"/>
                <a:gd name="T38" fmla="*/ 231 w 241"/>
                <a:gd name="T39" fmla="*/ 0 h 241"/>
                <a:gd name="T40" fmla="*/ 219 w 241"/>
                <a:gd name="T41" fmla="*/ 8 h 241"/>
                <a:gd name="T42" fmla="*/ 121 w 241"/>
                <a:gd name="T43" fmla="*/ 107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1" h="241">
                  <a:moveTo>
                    <a:pt x="121" y="107"/>
                  </a:moveTo>
                  <a:lnTo>
                    <a:pt x="21" y="7"/>
                  </a:lnTo>
                  <a:cubicBezTo>
                    <a:pt x="15" y="1"/>
                    <a:pt x="14" y="0"/>
                    <a:pt x="10" y="0"/>
                  </a:cubicBezTo>
                  <a:cubicBezTo>
                    <a:pt x="5" y="0"/>
                    <a:pt x="0" y="5"/>
                    <a:pt x="0" y="10"/>
                  </a:cubicBezTo>
                  <a:cubicBezTo>
                    <a:pt x="0" y="14"/>
                    <a:pt x="1" y="15"/>
                    <a:pt x="6" y="20"/>
                  </a:cubicBezTo>
                  <a:lnTo>
                    <a:pt x="106" y="121"/>
                  </a:lnTo>
                  <a:lnTo>
                    <a:pt x="6" y="221"/>
                  </a:lnTo>
                  <a:cubicBezTo>
                    <a:pt x="1" y="226"/>
                    <a:pt x="0" y="227"/>
                    <a:pt x="0" y="231"/>
                  </a:cubicBezTo>
                  <a:cubicBezTo>
                    <a:pt x="0" y="236"/>
                    <a:pt x="5" y="241"/>
                    <a:pt x="10" y="241"/>
                  </a:cubicBezTo>
                  <a:cubicBezTo>
                    <a:pt x="14" y="241"/>
                    <a:pt x="15" y="240"/>
                    <a:pt x="21" y="234"/>
                  </a:cubicBezTo>
                  <a:lnTo>
                    <a:pt x="120" y="135"/>
                  </a:lnTo>
                  <a:lnTo>
                    <a:pt x="223" y="238"/>
                  </a:lnTo>
                  <a:cubicBezTo>
                    <a:pt x="224" y="238"/>
                    <a:pt x="228" y="241"/>
                    <a:pt x="231" y="241"/>
                  </a:cubicBezTo>
                  <a:cubicBezTo>
                    <a:pt x="237" y="241"/>
                    <a:pt x="241" y="236"/>
                    <a:pt x="241" y="231"/>
                  </a:cubicBezTo>
                  <a:cubicBezTo>
                    <a:pt x="241" y="230"/>
                    <a:pt x="241" y="228"/>
                    <a:pt x="239" y="225"/>
                  </a:cubicBezTo>
                  <a:cubicBezTo>
                    <a:pt x="239" y="224"/>
                    <a:pt x="159" y="146"/>
                    <a:pt x="135" y="121"/>
                  </a:cubicBezTo>
                  <a:lnTo>
                    <a:pt x="226" y="29"/>
                  </a:lnTo>
                  <a:cubicBezTo>
                    <a:pt x="228" y="26"/>
                    <a:pt x="236" y="20"/>
                    <a:pt x="238" y="17"/>
                  </a:cubicBezTo>
                  <a:cubicBezTo>
                    <a:pt x="239" y="16"/>
                    <a:pt x="241" y="14"/>
                    <a:pt x="241" y="10"/>
                  </a:cubicBezTo>
                  <a:cubicBezTo>
                    <a:pt x="241" y="5"/>
                    <a:pt x="237" y="0"/>
                    <a:pt x="231" y="0"/>
                  </a:cubicBezTo>
                  <a:cubicBezTo>
                    <a:pt x="227" y="0"/>
                    <a:pt x="225" y="2"/>
                    <a:pt x="219" y="8"/>
                  </a:cubicBezTo>
                  <a:lnTo>
                    <a:pt x="121" y="10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2" name="Freeform 582"/>
            <p:cNvSpPr>
              <a:spLocks/>
            </p:cNvSpPr>
            <p:nvPr>
              <p:custDataLst>
                <p:tags r:id="rId76"/>
              </p:custDataLst>
            </p:nvPr>
          </p:nvSpPr>
          <p:spPr bwMode="auto">
            <a:xfrm>
              <a:off x="7232650" y="2600325"/>
              <a:ext cx="65088" cy="87313"/>
            </a:xfrm>
            <a:custGeom>
              <a:avLst/>
              <a:gdLst>
                <a:gd name="T0" fmla="*/ 29 w 202"/>
                <a:gd name="T1" fmla="*/ 191 h 226"/>
                <a:gd name="T2" fmla="*/ 24 w 202"/>
                <a:gd name="T3" fmla="*/ 212 h 226"/>
                <a:gd name="T4" fmla="*/ 39 w 202"/>
                <a:gd name="T5" fmla="*/ 226 h 226"/>
                <a:gd name="T6" fmla="*/ 57 w 202"/>
                <a:gd name="T7" fmla="*/ 212 h 226"/>
                <a:gd name="T8" fmla="*/ 77 w 202"/>
                <a:gd name="T9" fmla="*/ 133 h 226"/>
                <a:gd name="T10" fmla="*/ 93 w 202"/>
                <a:gd name="T11" fmla="*/ 68 h 226"/>
                <a:gd name="T12" fmla="*/ 121 w 202"/>
                <a:gd name="T13" fmla="*/ 27 h 226"/>
                <a:gd name="T14" fmla="*/ 161 w 202"/>
                <a:gd name="T15" fmla="*/ 11 h 226"/>
                <a:gd name="T16" fmla="*/ 182 w 202"/>
                <a:gd name="T17" fmla="*/ 17 h 226"/>
                <a:gd name="T18" fmla="*/ 156 w 202"/>
                <a:gd name="T19" fmla="*/ 44 h 226"/>
                <a:gd name="T20" fmla="*/ 175 w 202"/>
                <a:gd name="T21" fmla="*/ 62 h 226"/>
                <a:gd name="T22" fmla="*/ 202 w 202"/>
                <a:gd name="T23" fmla="*/ 32 h 226"/>
                <a:gd name="T24" fmla="*/ 161 w 202"/>
                <a:gd name="T25" fmla="*/ 0 h 226"/>
                <a:gd name="T26" fmla="*/ 97 w 202"/>
                <a:gd name="T27" fmla="*/ 38 h 226"/>
                <a:gd name="T28" fmla="*/ 52 w 202"/>
                <a:gd name="T29" fmla="*/ 0 h 226"/>
                <a:gd name="T30" fmla="*/ 15 w 202"/>
                <a:gd name="T31" fmla="*/ 28 h 226"/>
                <a:gd name="T32" fmla="*/ 0 w 202"/>
                <a:gd name="T33" fmla="*/ 77 h 226"/>
                <a:gd name="T34" fmla="*/ 6 w 202"/>
                <a:gd name="T35" fmla="*/ 82 h 226"/>
                <a:gd name="T36" fmla="*/ 14 w 202"/>
                <a:gd name="T37" fmla="*/ 70 h 226"/>
                <a:gd name="T38" fmla="*/ 50 w 202"/>
                <a:gd name="T39" fmla="*/ 11 h 226"/>
                <a:gd name="T40" fmla="*/ 66 w 202"/>
                <a:gd name="T41" fmla="*/ 34 h 226"/>
                <a:gd name="T42" fmla="*/ 58 w 202"/>
                <a:gd name="T43" fmla="*/ 76 h 226"/>
                <a:gd name="T44" fmla="*/ 29 w 202"/>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2" h="226">
                  <a:moveTo>
                    <a:pt x="29" y="191"/>
                  </a:moveTo>
                  <a:cubicBezTo>
                    <a:pt x="27" y="198"/>
                    <a:pt x="24" y="210"/>
                    <a:pt x="24" y="212"/>
                  </a:cubicBezTo>
                  <a:cubicBezTo>
                    <a:pt x="24" y="221"/>
                    <a:pt x="31" y="226"/>
                    <a:pt x="39" y="226"/>
                  </a:cubicBezTo>
                  <a:cubicBezTo>
                    <a:pt x="45" y="226"/>
                    <a:pt x="54" y="222"/>
                    <a:pt x="57" y="212"/>
                  </a:cubicBezTo>
                  <a:cubicBezTo>
                    <a:pt x="58" y="210"/>
                    <a:pt x="75" y="142"/>
                    <a:pt x="77" y="133"/>
                  </a:cubicBezTo>
                  <a:cubicBezTo>
                    <a:pt x="81" y="117"/>
                    <a:pt x="90" y="82"/>
                    <a:pt x="93" y="68"/>
                  </a:cubicBezTo>
                  <a:cubicBezTo>
                    <a:pt x="95" y="62"/>
                    <a:pt x="109" y="38"/>
                    <a:pt x="121" y="27"/>
                  </a:cubicBezTo>
                  <a:cubicBezTo>
                    <a:pt x="125" y="24"/>
                    <a:pt x="140" y="11"/>
                    <a:pt x="161" y="11"/>
                  </a:cubicBezTo>
                  <a:cubicBezTo>
                    <a:pt x="174" y="11"/>
                    <a:pt x="182" y="17"/>
                    <a:pt x="182" y="17"/>
                  </a:cubicBezTo>
                  <a:cubicBezTo>
                    <a:pt x="167" y="19"/>
                    <a:pt x="156" y="31"/>
                    <a:pt x="156" y="44"/>
                  </a:cubicBezTo>
                  <a:cubicBezTo>
                    <a:pt x="156" y="52"/>
                    <a:pt x="162" y="62"/>
                    <a:pt x="175" y="62"/>
                  </a:cubicBezTo>
                  <a:cubicBezTo>
                    <a:pt x="189" y="62"/>
                    <a:pt x="202" y="50"/>
                    <a:pt x="202" y="32"/>
                  </a:cubicBezTo>
                  <a:cubicBezTo>
                    <a:pt x="202" y="15"/>
                    <a:pt x="187" y="0"/>
                    <a:pt x="161" y="0"/>
                  </a:cubicBezTo>
                  <a:cubicBezTo>
                    <a:pt x="129" y="0"/>
                    <a:pt x="107" y="24"/>
                    <a:pt x="97" y="38"/>
                  </a:cubicBezTo>
                  <a:cubicBezTo>
                    <a:pt x="93" y="16"/>
                    <a:pt x="75" y="0"/>
                    <a:pt x="52" y="0"/>
                  </a:cubicBezTo>
                  <a:cubicBezTo>
                    <a:pt x="29" y="0"/>
                    <a:pt x="19" y="19"/>
                    <a:pt x="15" y="28"/>
                  </a:cubicBezTo>
                  <a:cubicBezTo>
                    <a:pt x="6" y="45"/>
                    <a:pt x="0" y="75"/>
                    <a:pt x="0" y="77"/>
                  </a:cubicBezTo>
                  <a:cubicBezTo>
                    <a:pt x="0" y="82"/>
                    <a:pt x="5" y="82"/>
                    <a:pt x="6" y="82"/>
                  </a:cubicBezTo>
                  <a:cubicBezTo>
                    <a:pt x="10" y="82"/>
                    <a:pt x="11" y="81"/>
                    <a:pt x="14" y="70"/>
                  </a:cubicBezTo>
                  <a:cubicBezTo>
                    <a:pt x="22" y="35"/>
                    <a:pt x="32" y="11"/>
                    <a:pt x="50" y="11"/>
                  </a:cubicBezTo>
                  <a:cubicBezTo>
                    <a:pt x="59" y="11"/>
                    <a:pt x="66" y="15"/>
                    <a:pt x="66" y="34"/>
                  </a:cubicBezTo>
                  <a:cubicBezTo>
                    <a:pt x="66" y="44"/>
                    <a:pt x="64" y="50"/>
                    <a:pt x="58" y="76"/>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3" name="Freeform 583"/>
            <p:cNvSpPr>
              <a:spLocks noEditPoints="1"/>
            </p:cNvSpPr>
            <p:nvPr>
              <p:custDataLst>
                <p:tags r:id="rId77"/>
              </p:custDataLst>
            </p:nvPr>
          </p:nvSpPr>
          <p:spPr bwMode="auto">
            <a:xfrm>
              <a:off x="7310438" y="2600325"/>
              <a:ext cx="61913" cy="87313"/>
            </a:xfrm>
            <a:custGeom>
              <a:avLst/>
              <a:gdLst>
                <a:gd name="T0" fmla="*/ 70 w 191"/>
                <a:gd name="T1" fmla="*/ 105 h 226"/>
                <a:gd name="T2" fmla="*/ 146 w 191"/>
                <a:gd name="T3" fmla="*/ 94 h 226"/>
                <a:gd name="T4" fmla="*/ 184 w 191"/>
                <a:gd name="T5" fmla="*/ 42 h 226"/>
                <a:gd name="T6" fmla="*/ 130 w 191"/>
                <a:gd name="T7" fmla="*/ 0 h 226"/>
                <a:gd name="T8" fmla="*/ 0 w 191"/>
                <a:gd name="T9" fmla="*/ 136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6 w 191"/>
                <a:gd name="T21" fmla="*/ 157 h 226"/>
                <a:gd name="T22" fmla="*/ 44 w 191"/>
                <a:gd name="T23" fmla="*/ 105 h 226"/>
                <a:gd name="T24" fmla="*/ 70 w 191"/>
                <a:gd name="T25" fmla="*/ 105 h 226"/>
                <a:gd name="T26" fmla="*/ 47 w 191"/>
                <a:gd name="T27" fmla="*/ 94 h 226"/>
                <a:gd name="T28" fmla="*/ 130 w 191"/>
                <a:gd name="T29" fmla="*/ 11 h 226"/>
                <a:gd name="T30" fmla="*/ 167 w 191"/>
                <a:gd name="T31" fmla="*/ 42 h 226"/>
                <a:gd name="T32" fmla="*/ 67 w 191"/>
                <a:gd name="T33" fmla="*/ 94 h 226"/>
                <a:gd name="T34" fmla="*/ 47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4" y="105"/>
                    <a:pt x="121" y="104"/>
                    <a:pt x="146" y="94"/>
                  </a:cubicBezTo>
                  <a:cubicBezTo>
                    <a:pt x="181" y="79"/>
                    <a:pt x="184" y="49"/>
                    <a:pt x="184" y="42"/>
                  </a:cubicBezTo>
                  <a:cubicBezTo>
                    <a:pt x="184" y="20"/>
                    <a:pt x="165" y="0"/>
                    <a:pt x="130" y="0"/>
                  </a:cubicBezTo>
                  <a:cubicBezTo>
                    <a:pt x="75" y="0"/>
                    <a:pt x="0" y="48"/>
                    <a:pt x="0" y="136"/>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39" y="215"/>
                    <a:pt x="85" y="215"/>
                    <a:pt x="79" y="215"/>
                  </a:cubicBezTo>
                  <a:cubicBezTo>
                    <a:pt x="40" y="215"/>
                    <a:pt x="36" y="173"/>
                    <a:pt x="36" y="157"/>
                  </a:cubicBezTo>
                  <a:cubicBezTo>
                    <a:pt x="36" y="151"/>
                    <a:pt x="36" y="136"/>
                    <a:pt x="44" y="105"/>
                  </a:cubicBezTo>
                  <a:lnTo>
                    <a:pt x="70" y="105"/>
                  </a:lnTo>
                  <a:close/>
                  <a:moveTo>
                    <a:pt x="47" y="94"/>
                  </a:moveTo>
                  <a:cubicBezTo>
                    <a:pt x="66" y="18"/>
                    <a:pt x="117" y="11"/>
                    <a:pt x="130" y="11"/>
                  </a:cubicBezTo>
                  <a:cubicBezTo>
                    <a:pt x="154" y="11"/>
                    <a:pt x="167" y="25"/>
                    <a:pt x="167" y="42"/>
                  </a:cubicBezTo>
                  <a:cubicBezTo>
                    <a:pt x="167" y="94"/>
                    <a:pt x="87"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4" name="Freeform 584"/>
            <p:cNvSpPr>
              <a:spLocks/>
            </p:cNvSpPr>
            <p:nvPr>
              <p:custDataLst>
                <p:tags r:id="rId78"/>
              </p:custDataLst>
            </p:nvPr>
          </p:nvSpPr>
          <p:spPr bwMode="auto">
            <a:xfrm>
              <a:off x="7383463" y="2600325"/>
              <a:ext cx="68263" cy="87313"/>
            </a:xfrm>
            <a:custGeom>
              <a:avLst/>
              <a:gdLst>
                <a:gd name="T0" fmla="*/ 45 w 212"/>
                <a:gd name="T1" fmla="*/ 179 h 226"/>
                <a:gd name="T2" fmla="*/ 104 w 212"/>
                <a:gd name="T3" fmla="*/ 122 h 226"/>
                <a:gd name="T4" fmla="*/ 153 w 212"/>
                <a:gd name="T5" fmla="*/ 77 h 226"/>
                <a:gd name="T6" fmla="*/ 212 w 212"/>
                <a:gd name="T7" fmla="*/ 5 h 226"/>
                <a:gd name="T8" fmla="*/ 206 w 212"/>
                <a:gd name="T9" fmla="*/ 0 h 226"/>
                <a:gd name="T10" fmla="*/ 199 w 212"/>
                <a:gd name="T11" fmla="*/ 5 h 226"/>
                <a:gd name="T12" fmla="*/ 161 w 212"/>
                <a:gd name="T13" fmla="*/ 37 h 226"/>
                <a:gd name="T14" fmla="*/ 136 w 212"/>
                <a:gd name="T15" fmla="*/ 21 h 226"/>
                <a:gd name="T16" fmla="*/ 101 w 212"/>
                <a:gd name="T17" fmla="*/ 0 h 226"/>
                <a:gd name="T18" fmla="*/ 41 w 212"/>
                <a:gd name="T19" fmla="*/ 57 h 226"/>
                <a:gd name="T20" fmla="*/ 47 w 212"/>
                <a:gd name="T21" fmla="*/ 62 h 226"/>
                <a:gd name="T22" fmla="*/ 54 w 212"/>
                <a:gd name="T23" fmla="*/ 57 h 226"/>
                <a:gd name="T24" fmla="*/ 96 w 212"/>
                <a:gd name="T25" fmla="*/ 33 h 226"/>
                <a:gd name="T26" fmla="*/ 127 w 212"/>
                <a:gd name="T27" fmla="*/ 41 h 226"/>
                <a:gd name="T28" fmla="*/ 166 w 212"/>
                <a:gd name="T29" fmla="*/ 48 h 226"/>
                <a:gd name="T30" fmla="*/ 96 w 212"/>
                <a:gd name="T31" fmla="*/ 114 h 226"/>
                <a:gd name="T32" fmla="*/ 52 w 212"/>
                <a:gd name="T33" fmla="*/ 155 h 226"/>
                <a:gd name="T34" fmla="*/ 0 w 212"/>
                <a:gd name="T35" fmla="*/ 221 h 226"/>
                <a:gd name="T36" fmla="*/ 6 w 212"/>
                <a:gd name="T37" fmla="*/ 226 h 226"/>
                <a:gd name="T38" fmla="*/ 14 w 212"/>
                <a:gd name="T39" fmla="*/ 219 h 226"/>
                <a:gd name="T40" fmla="*/ 57 w 212"/>
                <a:gd name="T41" fmla="*/ 188 h 226"/>
                <a:gd name="T42" fmla="*/ 85 w 212"/>
                <a:gd name="T43" fmla="*/ 207 h 226"/>
                <a:gd name="T44" fmla="*/ 117 w 212"/>
                <a:gd name="T45" fmla="*/ 226 h 226"/>
                <a:gd name="T46" fmla="*/ 196 w 212"/>
                <a:gd name="T47" fmla="*/ 149 h 226"/>
                <a:gd name="T48" fmla="*/ 190 w 212"/>
                <a:gd name="T49" fmla="*/ 144 h 226"/>
                <a:gd name="T50" fmla="*/ 183 w 212"/>
                <a:gd name="T51" fmla="*/ 150 h 226"/>
                <a:gd name="T52" fmla="*/ 123 w 212"/>
                <a:gd name="T53" fmla="*/ 192 h 226"/>
                <a:gd name="T54" fmla="*/ 93 w 212"/>
                <a:gd name="T55" fmla="*/ 186 h 226"/>
                <a:gd name="T56" fmla="*/ 59 w 212"/>
                <a:gd name="T57" fmla="*/ 177 h 226"/>
                <a:gd name="T58" fmla="*/ 45 w 212"/>
                <a:gd name="T59" fmla="*/ 17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2" h="226">
                  <a:moveTo>
                    <a:pt x="45" y="179"/>
                  </a:moveTo>
                  <a:cubicBezTo>
                    <a:pt x="72" y="150"/>
                    <a:pt x="86" y="138"/>
                    <a:pt x="104" y="122"/>
                  </a:cubicBezTo>
                  <a:cubicBezTo>
                    <a:pt x="104" y="122"/>
                    <a:pt x="135" y="95"/>
                    <a:pt x="153" y="77"/>
                  </a:cubicBezTo>
                  <a:cubicBezTo>
                    <a:pt x="201" y="31"/>
                    <a:pt x="212" y="7"/>
                    <a:pt x="212" y="5"/>
                  </a:cubicBezTo>
                  <a:cubicBezTo>
                    <a:pt x="212" y="0"/>
                    <a:pt x="207" y="0"/>
                    <a:pt x="206" y="0"/>
                  </a:cubicBezTo>
                  <a:cubicBezTo>
                    <a:pt x="203" y="0"/>
                    <a:pt x="201" y="1"/>
                    <a:pt x="199" y="5"/>
                  </a:cubicBezTo>
                  <a:cubicBezTo>
                    <a:pt x="184" y="29"/>
                    <a:pt x="173" y="37"/>
                    <a:pt x="161" y="37"/>
                  </a:cubicBezTo>
                  <a:cubicBezTo>
                    <a:pt x="149" y="37"/>
                    <a:pt x="143" y="30"/>
                    <a:pt x="136" y="21"/>
                  </a:cubicBezTo>
                  <a:cubicBezTo>
                    <a:pt x="126" y="10"/>
                    <a:pt x="118" y="0"/>
                    <a:pt x="101" y="0"/>
                  </a:cubicBezTo>
                  <a:cubicBezTo>
                    <a:pt x="64" y="0"/>
                    <a:pt x="41" y="46"/>
                    <a:pt x="41" y="57"/>
                  </a:cubicBezTo>
                  <a:cubicBezTo>
                    <a:pt x="41" y="59"/>
                    <a:pt x="43" y="62"/>
                    <a:pt x="47" y="62"/>
                  </a:cubicBezTo>
                  <a:cubicBezTo>
                    <a:pt x="52" y="62"/>
                    <a:pt x="53" y="60"/>
                    <a:pt x="54" y="57"/>
                  </a:cubicBezTo>
                  <a:cubicBezTo>
                    <a:pt x="63" y="34"/>
                    <a:pt x="92" y="33"/>
                    <a:pt x="96" y="33"/>
                  </a:cubicBezTo>
                  <a:cubicBezTo>
                    <a:pt x="106" y="33"/>
                    <a:pt x="116" y="37"/>
                    <a:pt x="127" y="41"/>
                  </a:cubicBezTo>
                  <a:cubicBezTo>
                    <a:pt x="147" y="48"/>
                    <a:pt x="153" y="48"/>
                    <a:pt x="166" y="48"/>
                  </a:cubicBezTo>
                  <a:cubicBezTo>
                    <a:pt x="148" y="70"/>
                    <a:pt x="106" y="106"/>
                    <a:pt x="96" y="114"/>
                  </a:cubicBezTo>
                  <a:lnTo>
                    <a:pt x="52" y="155"/>
                  </a:lnTo>
                  <a:cubicBezTo>
                    <a:pt x="18" y="189"/>
                    <a:pt x="0" y="217"/>
                    <a:pt x="0" y="221"/>
                  </a:cubicBezTo>
                  <a:cubicBezTo>
                    <a:pt x="0" y="226"/>
                    <a:pt x="5" y="226"/>
                    <a:pt x="6" y="226"/>
                  </a:cubicBezTo>
                  <a:cubicBezTo>
                    <a:pt x="10" y="226"/>
                    <a:pt x="11" y="225"/>
                    <a:pt x="14" y="219"/>
                  </a:cubicBezTo>
                  <a:cubicBezTo>
                    <a:pt x="26" y="202"/>
                    <a:pt x="41" y="188"/>
                    <a:pt x="57" y="188"/>
                  </a:cubicBezTo>
                  <a:cubicBezTo>
                    <a:pt x="68" y="188"/>
                    <a:pt x="73" y="193"/>
                    <a:pt x="85" y="207"/>
                  </a:cubicBezTo>
                  <a:cubicBezTo>
                    <a:pt x="94" y="218"/>
                    <a:pt x="103" y="226"/>
                    <a:pt x="117" y="226"/>
                  </a:cubicBezTo>
                  <a:cubicBezTo>
                    <a:pt x="167" y="226"/>
                    <a:pt x="196" y="162"/>
                    <a:pt x="196" y="149"/>
                  </a:cubicBezTo>
                  <a:cubicBezTo>
                    <a:pt x="196" y="146"/>
                    <a:pt x="194" y="144"/>
                    <a:pt x="190" y="144"/>
                  </a:cubicBezTo>
                  <a:cubicBezTo>
                    <a:pt x="185" y="144"/>
                    <a:pt x="184" y="147"/>
                    <a:pt x="183" y="150"/>
                  </a:cubicBezTo>
                  <a:cubicBezTo>
                    <a:pt x="171" y="183"/>
                    <a:pt x="139" y="192"/>
                    <a:pt x="123" y="192"/>
                  </a:cubicBezTo>
                  <a:cubicBezTo>
                    <a:pt x="113" y="192"/>
                    <a:pt x="104" y="189"/>
                    <a:pt x="93" y="186"/>
                  </a:cubicBezTo>
                  <a:cubicBezTo>
                    <a:pt x="76" y="179"/>
                    <a:pt x="69" y="177"/>
                    <a:pt x="59" y="177"/>
                  </a:cubicBezTo>
                  <a:cubicBezTo>
                    <a:pt x="58" y="177"/>
                    <a:pt x="50" y="177"/>
                    <a:pt x="45" y="17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5" name="Freeform 585"/>
            <p:cNvSpPr>
              <a:spLocks noEditPoints="1"/>
            </p:cNvSpPr>
            <p:nvPr>
              <p:custDataLst>
                <p:tags r:id="rId79"/>
              </p:custDataLst>
            </p:nvPr>
          </p:nvSpPr>
          <p:spPr bwMode="auto">
            <a:xfrm>
              <a:off x="7464425" y="2600325"/>
              <a:ext cx="60325" cy="87313"/>
            </a:xfrm>
            <a:custGeom>
              <a:avLst/>
              <a:gdLst>
                <a:gd name="T0" fmla="*/ 71 w 192"/>
                <a:gd name="T1" fmla="*/ 105 h 226"/>
                <a:gd name="T2" fmla="*/ 147 w 192"/>
                <a:gd name="T3" fmla="*/ 94 h 226"/>
                <a:gd name="T4" fmla="*/ 184 w 192"/>
                <a:gd name="T5" fmla="*/ 42 h 226"/>
                <a:gd name="T6" fmla="*/ 131 w 192"/>
                <a:gd name="T7" fmla="*/ 0 h 226"/>
                <a:gd name="T8" fmla="*/ 0 w 192"/>
                <a:gd name="T9" fmla="*/ 136 h 226"/>
                <a:gd name="T10" fmla="*/ 79 w 192"/>
                <a:gd name="T11" fmla="*/ 226 h 226"/>
                <a:gd name="T12" fmla="*/ 192 w 192"/>
                <a:gd name="T13" fmla="*/ 167 h 226"/>
                <a:gd name="T14" fmla="*/ 186 w 192"/>
                <a:gd name="T15" fmla="*/ 160 h 226"/>
                <a:gd name="T16" fmla="*/ 179 w 192"/>
                <a:gd name="T17" fmla="*/ 165 h 226"/>
                <a:gd name="T18" fmla="*/ 80 w 192"/>
                <a:gd name="T19" fmla="*/ 215 h 226"/>
                <a:gd name="T20" fmla="*/ 36 w 192"/>
                <a:gd name="T21" fmla="*/ 157 h 226"/>
                <a:gd name="T22" fmla="*/ 44 w 192"/>
                <a:gd name="T23" fmla="*/ 105 h 226"/>
                <a:gd name="T24" fmla="*/ 71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1" y="105"/>
                  </a:moveTo>
                  <a:cubicBezTo>
                    <a:pt x="85" y="105"/>
                    <a:pt x="122" y="104"/>
                    <a:pt x="147" y="94"/>
                  </a:cubicBezTo>
                  <a:cubicBezTo>
                    <a:pt x="182" y="79"/>
                    <a:pt x="184" y="49"/>
                    <a:pt x="184" y="42"/>
                  </a:cubicBezTo>
                  <a:cubicBezTo>
                    <a:pt x="184" y="20"/>
                    <a:pt x="165" y="0"/>
                    <a:pt x="131" y="0"/>
                  </a:cubicBezTo>
                  <a:cubicBezTo>
                    <a:pt x="76" y="0"/>
                    <a:pt x="0" y="48"/>
                    <a:pt x="0" y="136"/>
                  </a:cubicBezTo>
                  <a:cubicBezTo>
                    <a:pt x="0" y="186"/>
                    <a:pt x="30" y="226"/>
                    <a:pt x="79" y="226"/>
                  </a:cubicBezTo>
                  <a:cubicBezTo>
                    <a:pt x="150" y="226"/>
                    <a:pt x="192" y="173"/>
                    <a:pt x="192" y="167"/>
                  </a:cubicBezTo>
                  <a:cubicBezTo>
                    <a:pt x="192" y="164"/>
                    <a:pt x="189" y="160"/>
                    <a:pt x="186" y="160"/>
                  </a:cubicBezTo>
                  <a:cubicBezTo>
                    <a:pt x="183" y="160"/>
                    <a:pt x="182" y="161"/>
                    <a:pt x="179" y="165"/>
                  </a:cubicBezTo>
                  <a:cubicBezTo>
                    <a:pt x="140" y="215"/>
                    <a:pt x="86" y="215"/>
                    <a:pt x="80" y="215"/>
                  </a:cubicBezTo>
                  <a:cubicBezTo>
                    <a:pt x="41" y="215"/>
                    <a:pt x="36" y="173"/>
                    <a:pt x="36" y="157"/>
                  </a:cubicBezTo>
                  <a:cubicBezTo>
                    <a:pt x="36" y="151"/>
                    <a:pt x="37" y="136"/>
                    <a:pt x="44" y="105"/>
                  </a:cubicBezTo>
                  <a:lnTo>
                    <a:pt x="71" y="105"/>
                  </a:lnTo>
                  <a:close/>
                  <a:moveTo>
                    <a:pt x="47" y="94"/>
                  </a:moveTo>
                  <a:cubicBezTo>
                    <a:pt x="67" y="18"/>
                    <a:pt x="118" y="11"/>
                    <a:pt x="131" y="11"/>
                  </a:cubicBezTo>
                  <a:cubicBezTo>
                    <a:pt x="154"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6" name="Freeform 586"/>
            <p:cNvSpPr>
              <a:spLocks/>
            </p:cNvSpPr>
            <p:nvPr>
              <p:custDataLst>
                <p:tags r:id="rId80"/>
              </p:custDataLst>
            </p:nvPr>
          </p:nvSpPr>
          <p:spPr bwMode="auto">
            <a:xfrm>
              <a:off x="7535863" y="2600325"/>
              <a:ext cx="63500" cy="87313"/>
            </a:xfrm>
            <a:custGeom>
              <a:avLst/>
              <a:gdLst>
                <a:gd name="T0" fmla="*/ 29 w 203"/>
                <a:gd name="T1" fmla="*/ 191 h 226"/>
                <a:gd name="T2" fmla="*/ 25 w 203"/>
                <a:gd name="T3" fmla="*/ 212 h 226"/>
                <a:gd name="T4" fmla="*/ 39 w 203"/>
                <a:gd name="T5" fmla="*/ 226 h 226"/>
                <a:gd name="T6" fmla="*/ 57 w 203"/>
                <a:gd name="T7" fmla="*/ 212 h 226"/>
                <a:gd name="T8" fmla="*/ 77 w 203"/>
                <a:gd name="T9" fmla="*/ 133 h 226"/>
                <a:gd name="T10" fmla="*/ 93 w 203"/>
                <a:gd name="T11" fmla="*/ 68 h 226"/>
                <a:gd name="T12" fmla="*/ 121 w 203"/>
                <a:gd name="T13" fmla="*/ 27 h 226"/>
                <a:gd name="T14" fmla="*/ 161 w 203"/>
                <a:gd name="T15" fmla="*/ 11 h 226"/>
                <a:gd name="T16" fmla="*/ 182 w 203"/>
                <a:gd name="T17" fmla="*/ 17 h 226"/>
                <a:gd name="T18" fmla="*/ 156 w 203"/>
                <a:gd name="T19" fmla="*/ 44 h 226"/>
                <a:gd name="T20" fmla="*/ 175 w 203"/>
                <a:gd name="T21" fmla="*/ 62 h 226"/>
                <a:gd name="T22" fmla="*/ 203 w 203"/>
                <a:gd name="T23" fmla="*/ 32 h 226"/>
                <a:gd name="T24" fmla="*/ 161 w 203"/>
                <a:gd name="T25" fmla="*/ 0 h 226"/>
                <a:gd name="T26" fmla="*/ 97 w 203"/>
                <a:gd name="T27" fmla="*/ 38 h 226"/>
                <a:gd name="T28" fmla="*/ 52 w 203"/>
                <a:gd name="T29" fmla="*/ 0 h 226"/>
                <a:gd name="T30" fmla="*/ 15 w 203"/>
                <a:gd name="T31" fmla="*/ 28 h 226"/>
                <a:gd name="T32" fmla="*/ 0 w 203"/>
                <a:gd name="T33" fmla="*/ 77 h 226"/>
                <a:gd name="T34" fmla="*/ 6 w 203"/>
                <a:gd name="T35" fmla="*/ 82 h 226"/>
                <a:gd name="T36" fmla="*/ 14 w 203"/>
                <a:gd name="T37" fmla="*/ 70 h 226"/>
                <a:gd name="T38" fmla="*/ 51 w 203"/>
                <a:gd name="T39" fmla="*/ 11 h 226"/>
                <a:gd name="T40" fmla="*/ 66 w 203"/>
                <a:gd name="T41" fmla="*/ 34 h 226"/>
                <a:gd name="T42" fmla="*/ 58 w 203"/>
                <a:gd name="T43" fmla="*/ 76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8" y="198"/>
                    <a:pt x="25" y="210"/>
                    <a:pt x="25" y="212"/>
                  </a:cubicBezTo>
                  <a:cubicBezTo>
                    <a:pt x="25" y="221"/>
                    <a:pt x="32" y="226"/>
                    <a:pt x="39" y="226"/>
                  </a:cubicBezTo>
                  <a:cubicBezTo>
                    <a:pt x="45" y="226"/>
                    <a:pt x="54" y="222"/>
                    <a:pt x="57" y="212"/>
                  </a:cubicBezTo>
                  <a:cubicBezTo>
                    <a:pt x="58" y="210"/>
                    <a:pt x="75" y="142"/>
                    <a:pt x="77" y="133"/>
                  </a:cubicBezTo>
                  <a:cubicBezTo>
                    <a:pt x="81" y="117"/>
                    <a:pt x="90" y="82"/>
                    <a:pt x="93" y="68"/>
                  </a:cubicBezTo>
                  <a:cubicBezTo>
                    <a:pt x="95" y="62"/>
                    <a:pt x="109" y="38"/>
                    <a:pt x="121" y="27"/>
                  </a:cubicBezTo>
                  <a:cubicBezTo>
                    <a:pt x="125" y="24"/>
                    <a:pt x="140" y="11"/>
                    <a:pt x="161" y="11"/>
                  </a:cubicBezTo>
                  <a:cubicBezTo>
                    <a:pt x="174" y="11"/>
                    <a:pt x="182" y="17"/>
                    <a:pt x="182" y="17"/>
                  </a:cubicBezTo>
                  <a:cubicBezTo>
                    <a:pt x="167" y="19"/>
                    <a:pt x="156" y="31"/>
                    <a:pt x="156" y="44"/>
                  </a:cubicBezTo>
                  <a:cubicBezTo>
                    <a:pt x="156" y="52"/>
                    <a:pt x="162" y="62"/>
                    <a:pt x="175" y="62"/>
                  </a:cubicBezTo>
                  <a:cubicBezTo>
                    <a:pt x="189" y="62"/>
                    <a:pt x="203" y="50"/>
                    <a:pt x="203" y="32"/>
                  </a:cubicBezTo>
                  <a:cubicBezTo>
                    <a:pt x="203" y="15"/>
                    <a:pt x="187" y="0"/>
                    <a:pt x="161" y="0"/>
                  </a:cubicBezTo>
                  <a:cubicBezTo>
                    <a:pt x="129" y="0"/>
                    <a:pt x="107" y="24"/>
                    <a:pt x="97" y="38"/>
                  </a:cubicBezTo>
                  <a:cubicBezTo>
                    <a:pt x="93" y="16"/>
                    <a:pt x="75" y="0"/>
                    <a:pt x="52" y="0"/>
                  </a:cubicBezTo>
                  <a:cubicBezTo>
                    <a:pt x="29" y="0"/>
                    <a:pt x="20" y="19"/>
                    <a:pt x="15" y="28"/>
                  </a:cubicBezTo>
                  <a:cubicBezTo>
                    <a:pt x="6" y="45"/>
                    <a:pt x="0" y="75"/>
                    <a:pt x="0" y="77"/>
                  </a:cubicBezTo>
                  <a:cubicBezTo>
                    <a:pt x="0" y="82"/>
                    <a:pt x="5" y="82"/>
                    <a:pt x="6" y="82"/>
                  </a:cubicBezTo>
                  <a:cubicBezTo>
                    <a:pt x="11" y="82"/>
                    <a:pt x="11" y="81"/>
                    <a:pt x="14" y="70"/>
                  </a:cubicBezTo>
                  <a:cubicBezTo>
                    <a:pt x="23" y="35"/>
                    <a:pt x="33" y="11"/>
                    <a:pt x="51" y="11"/>
                  </a:cubicBezTo>
                  <a:cubicBezTo>
                    <a:pt x="59" y="11"/>
                    <a:pt x="66" y="15"/>
                    <a:pt x="66" y="34"/>
                  </a:cubicBezTo>
                  <a:cubicBezTo>
                    <a:pt x="66" y="44"/>
                    <a:pt x="64" y="50"/>
                    <a:pt x="58" y="76"/>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7" name="Freeform 587"/>
            <p:cNvSpPr>
              <a:spLocks/>
            </p:cNvSpPr>
            <p:nvPr>
              <p:custDataLst>
                <p:tags r:id="rId81"/>
              </p:custDataLst>
            </p:nvPr>
          </p:nvSpPr>
          <p:spPr bwMode="auto">
            <a:xfrm>
              <a:off x="7610475" y="2600325"/>
              <a:ext cx="69850" cy="87313"/>
            </a:xfrm>
            <a:custGeom>
              <a:avLst/>
              <a:gdLst>
                <a:gd name="T0" fmla="*/ 219 w 219"/>
                <a:gd name="T1" fmla="*/ 35 h 226"/>
                <a:gd name="T2" fmla="*/ 197 w 219"/>
                <a:gd name="T3" fmla="*/ 0 h 226"/>
                <a:gd name="T4" fmla="*/ 173 w 219"/>
                <a:gd name="T5" fmla="*/ 24 h 226"/>
                <a:gd name="T6" fmla="*/ 180 w 219"/>
                <a:gd name="T7" fmla="*/ 39 h 226"/>
                <a:gd name="T8" fmla="*/ 197 w 219"/>
                <a:gd name="T9" fmla="*/ 80 h 226"/>
                <a:gd name="T10" fmla="*/ 109 w 219"/>
                <a:gd name="T11" fmla="*/ 215 h 226"/>
                <a:gd name="T12" fmla="*/ 72 w 219"/>
                <a:gd name="T13" fmla="*/ 171 h 226"/>
                <a:gd name="T14" fmla="*/ 101 w 219"/>
                <a:gd name="T15" fmla="*/ 66 h 226"/>
                <a:gd name="T16" fmla="*/ 107 w 219"/>
                <a:gd name="T17" fmla="*/ 41 h 226"/>
                <a:gd name="T18" fmla="*/ 66 w 219"/>
                <a:gd name="T19" fmla="*/ 0 h 226"/>
                <a:gd name="T20" fmla="*/ 0 w 219"/>
                <a:gd name="T21" fmla="*/ 77 h 226"/>
                <a:gd name="T22" fmla="*/ 6 w 219"/>
                <a:gd name="T23" fmla="*/ 82 h 226"/>
                <a:gd name="T24" fmla="*/ 14 w 219"/>
                <a:gd name="T25" fmla="*/ 73 h 226"/>
                <a:gd name="T26" fmla="*/ 64 w 219"/>
                <a:gd name="T27" fmla="*/ 11 h 226"/>
                <a:gd name="T28" fmla="*/ 77 w 219"/>
                <a:gd name="T29" fmla="*/ 27 h 226"/>
                <a:gd name="T30" fmla="*/ 68 w 219"/>
                <a:gd name="T31" fmla="*/ 62 h 226"/>
                <a:gd name="T32" fmla="*/ 40 w 219"/>
                <a:gd name="T33" fmla="*/ 164 h 226"/>
                <a:gd name="T34" fmla="*/ 107 w 219"/>
                <a:gd name="T35" fmla="*/ 226 h 226"/>
                <a:gd name="T36" fmla="*/ 219 w 219"/>
                <a:gd name="T37" fmla="*/ 3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226">
                  <a:moveTo>
                    <a:pt x="219" y="35"/>
                  </a:moveTo>
                  <a:cubicBezTo>
                    <a:pt x="219" y="8"/>
                    <a:pt x="206" y="0"/>
                    <a:pt x="197" y="0"/>
                  </a:cubicBezTo>
                  <a:cubicBezTo>
                    <a:pt x="184" y="0"/>
                    <a:pt x="173" y="13"/>
                    <a:pt x="173" y="24"/>
                  </a:cubicBezTo>
                  <a:cubicBezTo>
                    <a:pt x="173" y="30"/>
                    <a:pt x="175" y="33"/>
                    <a:pt x="180" y="39"/>
                  </a:cubicBezTo>
                  <a:cubicBezTo>
                    <a:pt x="191" y="49"/>
                    <a:pt x="197" y="62"/>
                    <a:pt x="197" y="80"/>
                  </a:cubicBezTo>
                  <a:cubicBezTo>
                    <a:pt x="197" y="101"/>
                    <a:pt x="167" y="215"/>
                    <a:pt x="109" y="215"/>
                  </a:cubicBezTo>
                  <a:cubicBezTo>
                    <a:pt x="83" y="215"/>
                    <a:pt x="72" y="197"/>
                    <a:pt x="72" y="171"/>
                  </a:cubicBezTo>
                  <a:cubicBezTo>
                    <a:pt x="72" y="144"/>
                    <a:pt x="85" y="107"/>
                    <a:pt x="101" y="66"/>
                  </a:cubicBezTo>
                  <a:cubicBezTo>
                    <a:pt x="104" y="57"/>
                    <a:pt x="107" y="50"/>
                    <a:pt x="107" y="41"/>
                  </a:cubicBezTo>
                  <a:cubicBezTo>
                    <a:pt x="107" y="18"/>
                    <a:pt x="91" y="0"/>
                    <a:pt x="66" y="0"/>
                  </a:cubicBezTo>
                  <a:cubicBezTo>
                    <a:pt x="19" y="0"/>
                    <a:pt x="0" y="72"/>
                    <a:pt x="0" y="77"/>
                  </a:cubicBezTo>
                  <a:cubicBezTo>
                    <a:pt x="0" y="82"/>
                    <a:pt x="5" y="82"/>
                    <a:pt x="6" y="82"/>
                  </a:cubicBezTo>
                  <a:cubicBezTo>
                    <a:pt x="11" y="82"/>
                    <a:pt x="11" y="81"/>
                    <a:pt x="14" y="73"/>
                  </a:cubicBezTo>
                  <a:cubicBezTo>
                    <a:pt x="28" y="22"/>
                    <a:pt x="50" y="11"/>
                    <a:pt x="64" y="11"/>
                  </a:cubicBezTo>
                  <a:cubicBezTo>
                    <a:pt x="68" y="11"/>
                    <a:pt x="77" y="11"/>
                    <a:pt x="77" y="27"/>
                  </a:cubicBezTo>
                  <a:cubicBezTo>
                    <a:pt x="77" y="39"/>
                    <a:pt x="72" y="53"/>
                    <a:pt x="68" y="62"/>
                  </a:cubicBezTo>
                  <a:cubicBezTo>
                    <a:pt x="46" y="120"/>
                    <a:pt x="40" y="143"/>
                    <a:pt x="40" y="164"/>
                  </a:cubicBezTo>
                  <a:cubicBezTo>
                    <a:pt x="40" y="218"/>
                    <a:pt x="84" y="226"/>
                    <a:pt x="107" y="226"/>
                  </a:cubicBezTo>
                  <a:cubicBezTo>
                    <a:pt x="190" y="226"/>
                    <a:pt x="219" y="61"/>
                    <a:pt x="219" y="3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8" name="Freeform 588"/>
            <p:cNvSpPr>
              <a:spLocks noEditPoints="1"/>
            </p:cNvSpPr>
            <p:nvPr>
              <p:custDataLst>
                <p:tags r:id="rId82"/>
              </p:custDataLst>
            </p:nvPr>
          </p:nvSpPr>
          <p:spPr bwMode="auto">
            <a:xfrm>
              <a:off x="7694613" y="2600325"/>
              <a:ext cx="71438" cy="87313"/>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79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2"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79"/>
                  </a:cubicBezTo>
                  <a:cubicBezTo>
                    <a:pt x="102" y="207"/>
                    <a:pt x="81" y="215"/>
                    <a:pt x="67" y="215"/>
                  </a:cubicBezTo>
                  <a:cubicBezTo>
                    <a:pt x="42" y="215"/>
                    <a:pt x="35" y="187"/>
                    <a:pt x="35" y="168"/>
                  </a:cubicBezTo>
                  <a:cubicBezTo>
                    <a:pt x="35" y="143"/>
                    <a:pt x="51" y="82"/>
                    <a:pt x="63" y="59"/>
                  </a:cubicBezTo>
                  <a:cubicBezTo>
                    <a:pt x="78" y="29"/>
                    <a:pt x="101" y="11"/>
                    <a:pt x="121"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59" name="Freeform 589"/>
            <p:cNvSpPr>
              <a:spLocks/>
            </p:cNvSpPr>
            <p:nvPr>
              <p:custDataLst>
                <p:tags r:id="rId83"/>
              </p:custDataLst>
            </p:nvPr>
          </p:nvSpPr>
          <p:spPr bwMode="auto">
            <a:xfrm>
              <a:off x="7777163" y="2600325"/>
              <a:ext cx="61913" cy="87313"/>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3 w 194"/>
                <a:gd name="T11" fmla="*/ 0 h 226"/>
                <a:gd name="T12" fmla="*/ 0 w 194"/>
                <a:gd name="T13" fmla="*/ 142 h 226"/>
                <a:gd name="T14" fmla="*/ 80 w 194"/>
                <a:gd name="T15" fmla="*/ 226 h 226"/>
                <a:gd name="T16" fmla="*/ 194 w 194"/>
                <a:gd name="T17" fmla="*/ 167 h 226"/>
                <a:gd name="T18" fmla="*/ 188 w 194"/>
                <a:gd name="T19" fmla="*/ 160 h 226"/>
                <a:gd name="T20" fmla="*/ 181 w 194"/>
                <a:gd name="T21" fmla="*/ 165 h 226"/>
                <a:gd name="T22" fmla="*/ 81 w 194"/>
                <a:gd name="T23" fmla="*/ 215 h 226"/>
                <a:gd name="T24" fmla="*/ 37 w 194"/>
                <a:gd name="T25" fmla="*/ 160 h 226"/>
                <a:gd name="T26" fmla="*/ 63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3" y="0"/>
                  </a:cubicBezTo>
                  <a:cubicBezTo>
                    <a:pt x="66" y="0"/>
                    <a:pt x="0" y="71"/>
                    <a:pt x="0" y="142"/>
                  </a:cubicBezTo>
                  <a:cubicBezTo>
                    <a:pt x="0" y="186"/>
                    <a:pt x="29" y="226"/>
                    <a:pt x="80" y="226"/>
                  </a:cubicBezTo>
                  <a:cubicBezTo>
                    <a:pt x="152" y="226"/>
                    <a:pt x="194" y="173"/>
                    <a:pt x="194" y="167"/>
                  </a:cubicBezTo>
                  <a:cubicBezTo>
                    <a:pt x="194" y="164"/>
                    <a:pt x="191" y="160"/>
                    <a:pt x="188" y="160"/>
                  </a:cubicBezTo>
                  <a:cubicBezTo>
                    <a:pt x="185" y="160"/>
                    <a:pt x="184" y="161"/>
                    <a:pt x="181" y="165"/>
                  </a:cubicBezTo>
                  <a:cubicBezTo>
                    <a:pt x="142" y="215"/>
                    <a:pt x="87" y="215"/>
                    <a:pt x="81" y="215"/>
                  </a:cubicBezTo>
                  <a:cubicBezTo>
                    <a:pt x="50" y="215"/>
                    <a:pt x="37" y="190"/>
                    <a:pt x="37" y="160"/>
                  </a:cubicBezTo>
                  <a:cubicBezTo>
                    <a:pt x="37" y="140"/>
                    <a:pt x="47" y="92"/>
                    <a:pt x="63" y="61"/>
                  </a:cubicBezTo>
                  <a:cubicBezTo>
                    <a:pt x="79" y="32"/>
                    <a:pt x="106"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60" name="Freeform 590"/>
            <p:cNvSpPr>
              <a:spLocks noEditPoints="1"/>
            </p:cNvSpPr>
            <p:nvPr>
              <p:custDataLst>
                <p:tags r:id="rId84"/>
              </p:custDataLst>
            </p:nvPr>
          </p:nvSpPr>
          <p:spPr bwMode="auto">
            <a:xfrm>
              <a:off x="7843838" y="2557463"/>
              <a:ext cx="41275" cy="130175"/>
            </a:xfrm>
            <a:custGeom>
              <a:avLst/>
              <a:gdLst>
                <a:gd name="T0" fmla="*/ 127 w 132"/>
                <a:gd name="T1" fmla="*/ 18 h 336"/>
                <a:gd name="T2" fmla="*/ 109 w 132"/>
                <a:gd name="T3" fmla="*/ 0 h 336"/>
                <a:gd name="T4" fmla="*/ 82 w 132"/>
                <a:gd name="T5" fmla="*/ 27 h 336"/>
                <a:gd name="T6" fmla="*/ 101 w 132"/>
                <a:gd name="T7" fmla="*/ 45 h 336"/>
                <a:gd name="T8" fmla="*/ 127 w 132"/>
                <a:gd name="T9" fmla="*/ 18 h 336"/>
                <a:gd name="T10" fmla="*/ 89 w 132"/>
                <a:gd name="T11" fmla="*/ 206 h 336"/>
                <a:gd name="T12" fmla="*/ 100 w 132"/>
                <a:gd name="T13" fmla="*/ 177 h 336"/>
                <a:gd name="T14" fmla="*/ 107 w 132"/>
                <a:gd name="T15" fmla="*/ 151 h 336"/>
                <a:gd name="T16" fmla="*/ 66 w 132"/>
                <a:gd name="T17" fmla="*/ 110 h 336"/>
                <a:gd name="T18" fmla="*/ 0 w 132"/>
                <a:gd name="T19" fmla="*/ 187 h 336"/>
                <a:gd name="T20" fmla="*/ 6 w 132"/>
                <a:gd name="T21" fmla="*/ 192 h 336"/>
                <a:gd name="T22" fmla="*/ 14 w 132"/>
                <a:gd name="T23" fmla="*/ 183 h 336"/>
                <a:gd name="T24" fmla="*/ 64 w 132"/>
                <a:gd name="T25" fmla="*/ 121 h 336"/>
                <a:gd name="T26" fmla="*/ 77 w 132"/>
                <a:gd name="T27" fmla="*/ 137 h 336"/>
                <a:gd name="T28" fmla="*/ 71 w 132"/>
                <a:gd name="T29" fmla="*/ 163 h 336"/>
                <a:gd name="T30" fmla="*/ 37 w 132"/>
                <a:gd name="T31" fmla="*/ 255 h 336"/>
                <a:gd name="T32" fmla="*/ 26 w 132"/>
                <a:gd name="T33" fmla="*/ 295 h 336"/>
                <a:gd name="T34" fmla="*/ 66 w 132"/>
                <a:gd name="T35" fmla="*/ 336 h 336"/>
                <a:gd name="T36" fmla="*/ 132 w 132"/>
                <a:gd name="T37" fmla="*/ 259 h 336"/>
                <a:gd name="T38" fmla="*/ 126 w 132"/>
                <a:gd name="T39" fmla="*/ 254 h 336"/>
                <a:gd name="T40" fmla="*/ 118 w 132"/>
                <a:gd name="T41" fmla="*/ 263 h 336"/>
                <a:gd name="T42" fmla="*/ 67 w 132"/>
                <a:gd name="T43" fmla="*/ 325 h 336"/>
                <a:gd name="T44" fmla="*/ 55 w 132"/>
                <a:gd name="T45" fmla="*/ 308 h 336"/>
                <a:gd name="T46" fmla="*/ 70 w 132"/>
                <a:gd name="T47" fmla="*/ 258 h 336"/>
                <a:gd name="T48" fmla="*/ 89 w 132"/>
                <a:gd name="T49" fmla="*/ 20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2" h="336">
                  <a:moveTo>
                    <a:pt x="127" y="18"/>
                  </a:moveTo>
                  <a:cubicBezTo>
                    <a:pt x="127" y="8"/>
                    <a:pt x="120" y="0"/>
                    <a:pt x="109" y="0"/>
                  </a:cubicBezTo>
                  <a:cubicBezTo>
                    <a:pt x="95" y="0"/>
                    <a:pt x="82" y="13"/>
                    <a:pt x="82" y="27"/>
                  </a:cubicBezTo>
                  <a:cubicBezTo>
                    <a:pt x="82" y="36"/>
                    <a:pt x="89" y="45"/>
                    <a:pt x="101" y="45"/>
                  </a:cubicBezTo>
                  <a:cubicBezTo>
                    <a:pt x="112" y="45"/>
                    <a:pt x="127" y="33"/>
                    <a:pt x="127" y="18"/>
                  </a:cubicBezTo>
                  <a:close/>
                  <a:moveTo>
                    <a:pt x="89" y="206"/>
                  </a:moveTo>
                  <a:cubicBezTo>
                    <a:pt x="95" y="192"/>
                    <a:pt x="95" y="191"/>
                    <a:pt x="100" y="177"/>
                  </a:cubicBezTo>
                  <a:cubicBezTo>
                    <a:pt x="104" y="167"/>
                    <a:pt x="107" y="160"/>
                    <a:pt x="107" y="151"/>
                  </a:cubicBezTo>
                  <a:cubicBezTo>
                    <a:pt x="107" y="128"/>
                    <a:pt x="91" y="110"/>
                    <a:pt x="66" y="110"/>
                  </a:cubicBezTo>
                  <a:cubicBezTo>
                    <a:pt x="19" y="110"/>
                    <a:pt x="0" y="182"/>
                    <a:pt x="0" y="187"/>
                  </a:cubicBezTo>
                  <a:cubicBezTo>
                    <a:pt x="0" y="192"/>
                    <a:pt x="5" y="192"/>
                    <a:pt x="6" y="192"/>
                  </a:cubicBezTo>
                  <a:cubicBezTo>
                    <a:pt x="11" y="192"/>
                    <a:pt x="12" y="191"/>
                    <a:pt x="14" y="183"/>
                  </a:cubicBezTo>
                  <a:cubicBezTo>
                    <a:pt x="28" y="136"/>
                    <a:pt x="48" y="121"/>
                    <a:pt x="64" y="121"/>
                  </a:cubicBezTo>
                  <a:cubicBezTo>
                    <a:pt x="68" y="121"/>
                    <a:pt x="77" y="121"/>
                    <a:pt x="77" y="137"/>
                  </a:cubicBezTo>
                  <a:cubicBezTo>
                    <a:pt x="77" y="147"/>
                    <a:pt x="73" y="158"/>
                    <a:pt x="71" y="163"/>
                  </a:cubicBezTo>
                  <a:cubicBezTo>
                    <a:pt x="67" y="176"/>
                    <a:pt x="45" y="234"/>
                    <a:pt x="37" y="255"/>
                  </a:cubicBezTo>
                  <a:cubicBezTo>
                    <a:pt x="32" y="268"/>
                    <a:pt x="26" y="284"/>
                    <a:pt x="26" y="295"/>
                  </a:cubicBezTo>
                  <a:cubicBezTo>
                    <a:pt x="26" y="318"/>
                    <a:pt x="43" y="336"/>
                    <a:pt x="66" y="336"/>
                  </a:cubicBezTo>
                  <a:cubicBezTo>
                    <a:pt x="113" y="336"/>
                    <a:pt x="132" y="263"/>
                    <a:pt x="132" y="259"/>
                  </a:cubicBezTo>
                  <a:cubicBezTo>
                    <a:pt x="132" y="254"/>
                    <a:pt x="127" y="254"/>
                    <a:pt x="126" y="254"/>
                  </a:cubicBezTo>
                  <a:cubicBezTo>
                    <a:pt x="121" y="254"/>
                    <a:pt x="121" y="255"/>
                    <a:pt x="118" y="263"/>
                  </a:cubicBezTo>
                  <a:cubicBezTo>
                    <a:pt x="109" y="294"/>
                    <a:pt x="93" y="325"/>
                    <a:pt x="67" y="325"/>
                  </a:cubicBezTo>
                  <a:cubicBezTo>
                    <a:pt x="59" y="325"/>
                    <a:pt x="55" y="320"/>
                    <a:pt x="55" y="308"/>
                  </a:cubicBezTo>
                  <a:cubicBezTo>
                    <a:pt x="55" y="296"/>
                    <a:pt x="58" y="289"/>
                    <a:pt x="70" y="258"/>
                  </a:cubicBezTo>
                  <a:lnTo>
                    <a:pt x="89" y="20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61" name="Freeform 591"/>
            <p:cNvSpPr>
              <a:spLocks noEditPoints="1"/>
            </p:cNvSpPr>
            <p:nvPr>
              <p:custDataLst>
                <p:tags r:id="rId85"/>
              </p:custDataLst>
            </p:nvPr>
          </p:nvSpPr>
          <p:spPr bwMode="auto">
            <a:xfrm>
              <a:off x="7891463" y="2557463"/>
              <a:ext cx="65088" cy="168275"/>
            </a:xfrm>
            <a:custGeom>
              <a:avLst/>
              <a:gdLst>
                <a:gd name="T0" fmla="*/ 204 w 204"/>
                <a:gd name="T1" fmla="*/ 18 h 433"/>
                <a:gd name="T2" fmla="*/ 185 w 204"/>
                <a:gd name="T3" fmla="*/ 0 h 433"/>
                <a:gd name="T4" fmla="*/ 159 w 204"/>
                <a:gd name="T5" fmla="*/ 27 h 433"/>
                <a:gd name="T6" fmla="*/ 177 w 204"/>
                <a:gd name="T7" fmla="*/ 45 h 433"/>
                <a:gd name="T8" fmla="*/ 204 w 204"/>
                <a:gd name="T9" fmla="*/ 18 h 433"/>
                <a:gd name="T10" fmla="*/ 104 w 204"/>
                <a:gd name="T11" fmla="*/ 355 h 433"/>
                <a:gd name="T12" fmla="*/ 43 w 204"/>
                <a:gd name="T13" fmla="*/ 422 h 433"/>
                <a:gd name="T14" fmla="*/ 23 w 204"/>
                <a:gd name="T15" fmla="*/ 417 h 433"/>
                <a:gd name="T16" fmla="*/ 46 w 204"/>
                <a:gd name="T17" fmla="*/ 391 h 433"/>
                <a:gd name="T18" fmla="*/ 27 w 204"/>
                <a:gd name="T19" fmla="*/ 373 h 433"/>
                <a:gd name="T20" fmla="*/ 0 w 204"/>
                <a:gd name="T21" fmla="*/ 402 h 433"/>
                <a:gd name="T22" fmla="*/ 44 w 204"/>
                <a:gd name="T23" fmla="*/ 433 h 433"/>
                <a:gd name="T24" fmla="*/ 138 w 204"/>
                <a:gd name="T25" fmla="*/ 357 h 433"/>
                <a:gd name="T26" fmla="*/ 183 w 204"/>
                <a:gd name="T27" fmla="*/ 174 h 433"/>
                <a:gd name="T28" fmla="*/ 186 w 204"/>
                <a:gd name="T29" fmla="*/ 156 h 433"/>
                <a:gd name="T30" fmla="*/ 140 w 204"/>
                <a:gd name="T31" fmla="*/ 110 h 433"/>
                <a:gd name="T32" fmla="*/ 61 w 204"/>
                <a:gd name="T33" fmla="*/ 187 h 433"/>
                <a:gd name="T34" fmla="*/ 67 w 204"/>
                <a:gd name="T35" fmla="*/ 192 h 433"/>
                <a:gd name="T36" fmla="*/ 76 w 204"/>
                <a:gd name="T37" fmla="*/ 182 h 433"/>
                <a:gd name="T38" fmla="*/ 139 w 204"/>
                <a:gd name="T39" fmla="*/ 121 h 433"/>
                <a:gd name="T40" fmla="*/ 155 w 204"/>
                <a:gd name="T41" fmla="*/ 144 h 433"/>
                <a:gd name="T42" fmla="*/ 151 w 204"/>
                <a:gd name="T43" fmla="*/ 169 h 433"/>
                <a:gd name="T44" fmla="*/ 104 w 204"/>
                <a:gd name="T45" fmla="*/ 355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4" h="433">
                  <a:moveTo>
                    <a:pt x="204" y="18"/>
                  </a:moveTo>
                  <a:cubicBezTo>
                    <a:pt x="204" y="9"/>
                    <a:pt x="197" y="0"/>
                    <a:pt x="185" y="0"/>
                  </a:cubicBezTo>
                  <a:cubicBezTo>
                    <a:pt x="174" y="0"/>
                    <a:pt x="159" y="12"/>
                    <a:pt x="159" y="27"/>
                  </a:cubicBezTo>
                  <a:cubicBezTo>
                    <a:pt x="159" y="37"/>
                    <a:pt x="166" y="45"/>
                    <a:pt x="177" y="45"/>
                  </a:cubicBezTo>
                  <a:cubicBezTo>
                    <a:pt x="191" y="45"/>
                    <a:pt x="204" y="32"/>
                    <a:pt x="204" y="18"/>
                  </a:cubicBezTo>
                  <a:close/>
                  <a:moveTo>
                    <a:pt x="104" y="355"/>
                  </a:moveTo>
                  <a:cubicBezTo>
                    <a:pt x="95" y="393"/>
                    <a:pt x="71" y="422"/>
                    <a:pt x="43" y="422"/>
                  </a:cubicBezTo>
                  <a:cubicBezTo>
                    <a:pt x="40" y="422"/>
                    <a:pt x="32" y="422"/>
                    <a:pt x="23" y="417"/>
                  </a:cubicBezTo>
                  <a:cubicBezTo>
                    <a:pt x="38" y="414"/>
                    <a:pt x="46" y="401"/>
                    <a:pt x="46" y="391"/>
                  </a:cubicBezTo>
                  <a:cubicBezTo>
                    <a:pt x="46" y="383"/>
                    <a:pt x="40" y="373"/>
                    <a:pt x="27" y="373"/>
                  </a:cubicBezTo>
                  <a:cubicBezTo>
                    <a:pt x="14" y="373"/>
                    <a:pt x="0" y="384"/>
                    <a:pt x="0" y="402"/>
                  </a:cubicBezTo>
                  <a:cubicBezTo>
                    <a:pt x="0" y="422"/>
                    <a:pt x="20" y="433"/>
                    <a:pt x="44" y="433"/>
                  </a:cubicBezTo>
                  <a:cubicBezTo>
                    <a:pt x="79" y="433"/>
                    <a:pt x="125" y="406"/>
                    <a:pt x="138" y="357"/>
                  </a:cubicBezTo>
                  <a:lnTo>
                    <a:pt x="183" y="174"/>
                  </a:lnTo>
                  <a:cubicBezTo>
                    <a:pt x="186" y="164"/>
                    <a:pt x="186" y="157"/>
                    <a:pt x="186" y="156"/>
                  </a:cubicBezTo>
                  <a:cubicBezTo>
                    <a:pt x="186" y="127"/>
                    <a:pt x="165" y="110"/>
                    <a:pt x="140" y="110"/>
                  </a:cubicBezTo>
                  <a:cubicBezTo>
                    <a:pt x="89" y="110"/>
                    <a:pt x="61" y="182"/>
                    <a:pt x="61" y="187"/>
                  </a:cubicBezTo>
                  <a:cubicBezTo>
                    <a:pt x="61" y="192"/>
                    <a:pt x="66" y="192"/>
                    <a:pt x="67" y="192"/>
                  </a:cubicBezTo>
                  <a:cubicBezTo>
                    <a:pt x="71" y="192"/>
                    <a:pt x="72" y="191"/>
                    <a:pt x="76" y="182"/>
                  </a:cubicBezTo>
                  <a:cubicBezTo>
                    <a:pt x="88" y="151"/>
                    <a:pt x="111" y="121"/>
                    <a:pt x="139" y="121"/>
                  </a:cubicBezTo>
                  <a:cubicBezTo>
                    <a:pt x="146" y="121"/>
                    <a:pt x="155" y="123"/>
                    <a:pt x="155" y="144"/>
                  </a:cubicBezTo>
                  <a:cubicBezTo>
                    <a:pt x="155"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62" name="Freeform 592"/>
            <p:cNvSpPr>
              <a:spLocks noEditPoints="1"/>
            </p:cNvSpPr>
            <p:nvPr>
              <p:custDataLst>
                <p:tags r:id="rId86"/>
              </p:custDataLst>
            </p:nvPr>
          </p:nvSpPr>
          <p:spPr bwMode="auto">
            <a:xfrm>
              <a:off x="7974013" y="2600325"/>
              <a:ext cx="71438" cy="87313"/>
            </a:xfrm>
            <a:custGeom>
              <a:avLst/>
              <a:gdLst>
                <a:gd name="T0" fmla="*/ 166 w 229"/>
                <a:gd name="T1" fmla="*/ 32 h 226"/>
                <a:gd name="T2" fmla="*/ 121 w 229"/>
                <a:gd name="T3" fmla="*/ 0 h 226"/>
                <a:gd name="T4" fmla="*/ 0 w 229"/>
                <a:gd name="T5" fmla="*/ 146 h 226"/>
                <a:gd name="T6" fmla="*/ 67 w 229"/>
                <a:gd name="T7" fmla="*/ 226 h 226"/>
                <a:gd name="T8" fmla="*/ 132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1" y="0"/>
                  </a:cubicBezTo>
                  <a:cubicBezTo>
                    <a:pt x="62" y="0"/>
                    <a:pt x="0" y="73"/>
                    <a:pt x="0" y="146"/>
                  </a:cubicBezTo>
                  <a:cubicBezTo>
                    <a:pt x="0" y="193"/>
                    <a:pt x="28" y="226"/>
                    <a:pt x="67" y="226"/>
                  </a:cubicBezTo>
                  <a:cubicBezTo>
                    <a:pt x="77" y="226"/>
                    <a:pt x="102" y="224"/>
                    <a:pt x="132" y="188"/>
                  </a:cubicBezTo>
                  <a:cubicBezTo>
                    <a:pt x="135"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2" y="170"/>
                    <a:pt x="132" y="171"/>
                    <a:pt x="124" y="179"/>
                  </a:cubicBezTo>
                  <a:cubicBezTo>
                    <a:pt x="102" y="207"/>
                    <a:pt x="82" y="215"/>
                    <a:pt x="68" y="215"/>
                  </a:cubicBezTo>
                  <a:cubicBezTo>
                    <a:pt x="43" y="215"/>
                    <a:pt x="36" y="187"/>
                    <a:pt x="36" y="168"/>
                  </a:cubicBezTo>
                  <a:cubicBezTo>
                    <a:pt x="36" y="143"/>
                    <a:pt x="52" y="82"/>
                    <a:pt x="63" y="59"/>
                  </a:cubicBezTo>
                  <a:cubicBezTo>
                    <a:pt x="79"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63" name="Freeform 593"/>
            <p:cNvSpPr>
              <a:spLocks/>
            </p:cNvSpPr>
            <p:nvPr>
              <p:custDataLst>
                <p:tags r:id="rId87"/>
              </p:custDataLst>
            </p:nvPr>
          </p:nvSpPr>
          <p:spPr bwMode="auto">
            <a:xfrm>
              <a:off x="8059738" y="2540000"/>
              <a:ext cx="36513" cy="193675"/>
            </a:xfrm>
            <a:custGeom>
              <a:avLst/>
              <a:gdLst>
                <a:gd name="T0" fmla="*/ 115 w 115"/>
                <a:gd name="T1" fmla="*/ 250 h 499"/>
                <a:gd name="T2" fmla="*/ 83 w 115"/>
                <a:gd name="T3" fmla="*/ 94 h 499"/>
                <a:gd name="T4" fmla="*/ 5 w 115"/>
                <a:gd name="T5" fmla="*/ 0 h 499"/>
                <a:gd name="T6" fmla="*/ 0 w 115"/>
                <a:gd name="T7" fmla="*/ 5 h 499"/>
                <a:gd name="T8" fmla="*/ 9 w 115"/>
                <a:gd name="T9" fmla="*/ 17 h 499"/>
                <a:gd name="T10" fmla="*/ 87 w 115"/>
                <a:gd name="T11" fmla="*/ 250 h 499"/>
                <a:gd name="T12" fmla="*/ 6 w 115"/>
                <a:gd name="T13" fmla="*/ 486 h 499"/>
                <a:gd name="T14" fmla="*/ 0 w 115"/>
                <a:gd name="T15" fmla="*/ 494 h 499"/>
                <a:gd name="T16" fmla="*/ 5 w 115"/>
                <a:gd name="T17" fmla="*/ 499 h 499"/>
                <a:gd name="T18" fmla="*/ 84 w 115"/>
                <a:gd name="T19" fmla="*/ 402 h 499"/>
                <a:gd name="T20" fmla="*/ 115 w 115"/>
                <a:gd name="T21" fmla="*/ 25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250"/>
                  </a:moveTo>
                  <a:cubicBezTo>
                    <a:pt x="115" y="211"/>
                    <a:pt x="110" y="150"/>
                    <a:pt x="83" y="94"/>
                  </a:cubicBezTo>
                  <a:cubicBezTo>
                    <a:pt x="53" y="32"/>
                    <a:pt x="10" y="0"/>
                    <a:pt x="5" y="0"/>
                  </a:cubicBezTo>
                  <a:cubicBezTo>
                    <a:pt x="2" y="0"/>
                    <a:pt x="0" y="2"/>
                    <a:pt x="0" y="5"/>
                  </a:cubicBezTo>
                  <a:cubicBezTo>
                    <a:pt x="0" y="7"/>
                    <a:pt x="0" y="8"/>
                    <a:pt x="9" y="17"/>
                  </a:cubicBezTo>
                  <a:cubicBezTo>
                    <a:pt x="58" y="66"/>
                    <a:pt x="87" y="145"/>
                    <a:pt x="87" y="250"/>
                  </a:cubicBezTo>
                  <a:cubicBezTo>
                    <a:pt x="87" y="335"/>
                    <a:pt x="68" y="423"/>
                    <a:pt x="6" y="486"/>
                  </a:cubicBezTo>
                  <a:cubicBezTo>
                    <a:pt x="0" y="492"/>
                    <a:pt x="0" y="493"/>
                    <a:pt x="0" y="494"/>
                  </a:cubicBezTo>
                  <a:cubicBezTo>
                    <a:pt x="0" y="497"/>
                    <a:pt x="2" y="499"/>
                    <a:pt x="5" y="499"/>
                  </a:cubicBezTo>
                  <a:cubicBezTo>
                    <a:pt x="10" y="499"/>
                    <a:pt x="55" y="465"/>
                    <a:pt x="84" y="402"/>
                  </a:cubicBezTo>
                  <a:cubicBezTo>
                    <a:pt x="109" y="347"/>
                    <a:pt x="115" y="292"/>
                    <a:pt x="115" y="25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64" name="Freeform 594"/>
            <p:cNvSpPr>
              <a:spLocks/>
            </p:cNvSpPr>
            <p:nvPr>
              <p:custDataLst>
                <p:tags r:id="rId88"/>
              </p:custDataLst>
            </p:nvPr>
          </p:nvSpPr>
          <p:spPr bwMode="auto">
            <a:xfrm>
              <a:off x="8121650" y="2540000"/>
              <a:ext cx="36513" cy="193675"/>
            </a:xfrm>
            <a:custGeom>
              <a:avLst/>
              <a:gdLst>
                <a:gd name="T0" fmla="*/ 115 w 115"/>
                <a:gd name="T1" fmla="*/ 250 h 499"/>
                <a:gd name="T2" fmla="*/ 82 w 115"/>
                <a:gd name="T3" fmla="*/ 94 h 499"/>
                <a:gd name="T4" fmla="*/ 5 w 115"/>
                <a:gd name="T5" fmla="*/ 0 h 499"/>
                <a:gd name="T6" fmla="*/ 0 w 115"/>
                <a:gd name="T7" fmla="*/ 5 h 499"/>
                <a:gd name="T8" fmla="*/ 9 w 115"/>
                <a:gd name="T9" fmla="*/ 17 h 499"/>
                <a:gd name="T10" fmla="*/ 86 w 115"/>
                <a:gd name="T11" fmla="*/ 250 h 499"/>
                <a:gd name="T12" fmla="*/ 6 w 115"/>
                <a:gd name="T13" fmla="*/ 486 h 499"/>
                <a:gd name="T14" fmla="*/ 0 w 115"/>
                <a:gd name="T15" fmla="*/ 494 h 499"/>
                <a:gd name="T16" fmla="*/ 5 w 115"/>
                <a:gd name="T17" fmla="*/ 499 h 499"/>
                <a:gd name="T18" fmla="*/ 84 w 115"/>
                <a:gd name="T19" fmla="*/ 402 h 499"/>
                <a:gd name="T20" fmla="*/ 115 w 115"/>
                <a:gd name="T21" fmla="*/ 25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250"/>
                  </a:moveTo>
                  <a:cubicBezTo>
                    <a:pt x="115" y="211"/>
                    <a:pt x="110" y="150"/>
                    <a:pt x="82" y="94"/>
                  </a:cubicBezTo>
                  <a:cubicBezTo>
                    <a:pt x="53" y="32"/>
                    <a:pt x="10" y="0"/>
                    <a:pt x="5" y="0"/>
                  </a:cubicBezTo>
                  <a:cubicBezTo>
                    <a:pt x="2" y="0"/>
                    <a:pt x="0" y="2"/>
                    <a:pt x="0" y="5"/>
                  </a:cubicBezTo>
                  <a:cubicBezTo>
                    <a:pt x="0" y="7"/>
                    <a:pt x="0" y="8"/>
                    <a:pt x="9" y="17"/>
                  </a:cubicBezTo>
                  <a:cubicBezTo>
                    <a:pt x="58" y="66"/>
                    <a:pt x="86" y="145"/>
                    <a:pt x="86" y="250"/>
                  </a:cubicBezTo>
                  <a:cubicBezTo>
                    <a:pt x="86" y="335"/>
                    <a:pt x="68" y="423"/>
                    <a:pt x="6" y="486"/>
                  </a:cubicBezTo>
                  <a:cubicBezTo>
                    <a:pt x="0" y="492"/>
                    <a:pt x="0" y="493"/>
                    <a:pt x="0" y="494"/>
                  </a:cubicBezTo>
                  <a:cubicBezTo>
                    <a:pt x="0" y="497"/>
                    <a:pt x="2" y="499"/>
                    <a:pt x="5" y="499"/>
                  </a:cubicBezTo>
                  <a:cubicBezTo>
                    <a:pt x="10" y="499"/>
                    <a:pt x="55" y="465"/>
                    <a:pt x="84" y="402"/>
                  </a:cubicBezTo>
                  <a:cubicBezTo>
                    <a:pt x="109" y="347"/>
                    <a:pt x="115" y="292"/>
                    <a:pt x="115" y="25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95019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42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42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7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427">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427">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3427">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3426" name="AutoShape 2"/>
          <p:cNvSpPr>
            <a:spLocks noGrp="1" noChangeArrowheads="1"/>
          </p:cNvSpPr>
          <p:nvPr>
            <p:ph type="title"/>
          </p:nvPr>
        </p:nvSpPr>
        <p:spPr/>
        <p:txBody>
          <a:bodyPr/>
          <a:lstStyle/>
          <a:p>
            <a:r>
              <a:rPr lang="en-US" sz="3200" err="1"/>
              <a:t>Alternativna</a:t>
            </a:r>
            <a:r>
              <a:rPr lang="en-US" sz="3200"/>
              <a:t> </a:t>
            </a:r>
            <a:r>
              <a:rPr lang="en-US" sz="3200" err="1"/>
              <a:t>sintaksa</a:t>
            </a:r>
            <a:r>
              <a:rPr lang="en-US" sz="3200"/>
              <a:t> </a:t>
            </a:r>
            <a:r>
              <a:rPr lang="en-US" sz="3200" err="1"/>
              <a:t>za</a:t>
            </a:r>
            <a:r>
              <a:rPr lang="en-US" sz="3200"/>
              <a:t> </a:t>
            </a:r>
            <a:r>
              <a:rPr lang="en-US" sz="3200" err="1"/>
              <a:t>stik</a:t>
            </a:r>
            <a:r>
              <a:rPr lang="en-US" sz="3200"/>
              <a:t>: </a:t>
            </a:r>
            <a:br>
              <a:rPr lang="en-US" sz="3200"/>
            </a:br>
            <a:r>
              <a:rPr lang="en-US" sz="3200"/>
              <a:t>operator JOIN</a:t>
            </a:r>
          </a:p>
        </p:txBody>
      </p:sp>
      <p:sp>
        <p:nvSpPr>
          <p:cNvPr id="103427" name="Rectangle 3"/>
          <p:cNvSpPr>
            <a:spLocks noGrp="1" noChangeArrowheads="1"/>
          </p:cNvSpPr>
          <p:nvPr>
            <p:ph type="body" idx="1"/>
          </p:nvPr>
        </p:nvSpPr>
        <p:spPr>
          <a:xfrm>
            <a:off x="866776" y="2351928"/>
            <a:ext cx="7693025" cy="4114800"/>
          </a:xfrm>
        </p:spPr>
        <p:txBody>
          <a:bodyPr/>
          <a:lstStyle/>
          <a:p>
            <a:pPr>
              <a:lnSpc>
                <a:spcPct val="80000"/>
              </a:lnSpc>
              <a:buNone/>
            </a:pPr>
            <a:r>
              <a:rPr lang="en-US" sz="1400" b="1" dirty="0">
                <a:latin typeface="Courier New" pitchFamily="49" charset="0"/>
              </a:rPr>
              <a:t>SELECT</a:t>
            </a:r>
            <a:r>
              <a:rPr lang="en-US" sz="1400" dirty="0">
                <a:latin typeface="Courier New" pitchFamily="49" charset="0"/>
              </a:rPr>
              <a:t> </a:t>
            </a:r>
            <a:r>
              <a:rPr lang="en-US" sz="1400" dirty="0" err="1">
                <a:latin typeface="Courier New" pitchFamily="49" charset="0"/>
              </a:rPr>
              <a:t>jadralec.ime</a:t>
            </a:r>
            <a:r>
              <a:rPr lang="en-US" sz="1400" dirty="0">
                <a:latin typeface="Courier New" pitchFamily="49" charset="0"/>
              </a:rPr>
              <a:t>     </a:t>
            </a:r>
            <a:r>
              <a:rPr lang="en-US" sz="1400" dirty="0">
                <a:solidFill>
                  <a:schemeClr val="bg1">
                    <a:lumMod val="50000"/>
                  </a:schemeClr>
                </a:solidFill>
                <a:latin typeface="Courier New" pitchFamily="49" charset="0"/>
              </a:rPr>
              <a:t>-- </a:t>
            </a:r>
            <a:r>
              <a:rPr lang="en-US" sz="1400" dirty="0" err="1">
                <a:solidFill>
                  <a:schemeClr val="bg1">
                    <a:lumMod val="50000"/>
                  </a:schemeClr>
                </a:solidFill>
                <a:latin typeface="Courier New" pitchFamily="49" charset="0"/>
              </a:rPr>
              <a:t>Ekvistik</a:t>
            </a:r>
            <a:endParaRPr lang="en-US" sz="1400" dirty="0">
              <a:solidFill>
                <a:schemeClr val="bg1">
                  <a:lumMod val="50000"/>
                </a:schemeClr>
              </a:solidFill>
              <a:latin typeface="Courier New" pitchFamily="49" charset="0"/>
            </a:endParaRPr>
          </a:p>
          <a:p>
            <a:pPr>
              <a:lnSpc>
                <a:spcPct val="80000"/>
              </a:lnSpc>
              <a:buNone/>
            </a:pPr>
            <a:r>
              <a:rPr lang="en-US" sz="1400" b="1" dirty="0">
                <a:latin typeface="Courier New" pitchFamily="49" charset="0"/>
              </a:rPr>
              <a:t>FROM</a:t>
            </a:r>
            <a:r>
              <a:rPr lang="en-US" sz="1400" dirty="0">
                <a:latin typeface="Courier New" pitchFamily="49" charset="0"/>
              </a:rPr>
              <a:t>  </a:t>
            </a:r>
            <a:r>
              <a:rPr lang="en-US" sz="1400" dirty="0" err="1">
                <a:latin typeface="Courier New" pitchFamily="49" charset="0"/>
              </a:rPr>
              <a:t>jadralec</a:t>
            </a:r>
            <a:r>
              <a:rPr lang="en-US" sz="1400" dirty="0">
                <a:latin typeface="Courier New" pitchFamily="49" charset="0"/>
              </a:rPr>
              <a:t> </a:t>
            </a:r>
            <a:r>
              <a:rPr lang="en-US" sz="1400" b="1" dirty="0">
                <a:solidFill>
                  <a:schemeClr val="tx1">
                    <a:lumMod val="60000"/>
                    <a:lumOff val="40000"/>
                  </a:schemeClr>
                </a:solidFill>
                <a:latin typeface="Courier New" pitchFamily="49" charset="0"/>
              </a:rPr>
              <a:t>JOIN</a:t>
            </a:r>
            <a:r>
              <a:rPr lang="en-US" sz="1400" dirty="0">
                <a:latin typeface="Courier New" pitchFamily="49" charset="0"/>
              </a:rPr>
              <a:t> </a:t>
            </a:r>
            <a:r>
              <a:rPr lang="en-US" sz="1400" dirty="0" err="1">
                <a:latin typeface="Courier New" pitchFamily="49" charset="0"/>
              </a:rPr>
              <a:t>rezervacija</a:t>
            </a:r>
            <a:r>
              <a:rPr lang="en-US" sz="1400" dirty="0">
                <a:latin typeface="Courier New" pitchFamily="49" charset="0"/>
              </a:rPr>
              <a:t> </a:t>
            </a:r>
            <a:r>
              <a:rPr lang="en-US" sz="1400" b="1" dirty="0">
                <a:solidFill>
                  <a:schemeClr val="tx1">
                    <a:lumMod val="60000"/>
                    <a:lumOff val="40000"/>
                  </a:schemeClr>
                </a:solidFill>
                <a:latin typeface="Courier New" pitchFamily="49" charset="0"/>
              </a:rPr>
              <a:t>USING(</a:t>
            </a:r>
            <a:r>
              <a:rPr lang="en-US" sz="1400" b="1" dirty="0" err="1">
                <a:solidFill>
                  <a:schemeClr val="tx1">
                    <a:lumMod val="60000"/>
                    <a:lumOff val="40000"/>
                  </a:schemeClr>
                </a:solidFill>
                <a:latin typeface="Courier New" pitchFamily="49" charset="0"/>
              </a:rPr>
              <a:t>jid</a:t>
            </a:r>
            <a:r>
              <a:rPr lang="en-US" sz="1400" dirty="0">
                <a:solidFill>
                  <a:schemeClr val="tx1">
                    <a:lumMod val="60000"/>
                    <a:lumOff val="40000"/>
                  </a:schemeClr>
                </a:solidFill>
                <a:latin typeface="Courier New" pitchFamily="49" charset="0"/>
              </a:rPr>
              <a:t>)</a:t>
            </a:r>
          </a:p>
          <a:p>
            <a:pPr>
              <a:lnSpc>
                <a:spcPct val="80000"/>
              </a:lnSpc>
              <a:buNone/>
            </a:pPr>
            <a:r>
              <a:rPr lang="en-US" sz="1400" b="1" dirty="0">
                <a:latin typeface="Courier New" pitchFamily="49" charset="0"/>
              </a:rPr>
              <a:t>WHERE</a:t>
            </a:r>
            <a:r>
              <a:rPr lang="en-US" sz="1400" dirty="0">
                <a:latin typeface="Courier New" pitchFamily="49" charset="0"/>
              </a:rPr>
              <a:t> </a:t>
            </a:r>
            <a:r>
              <a:rPr lang="en-US" sz="1400" dirty="0" err="1">
                <a:latin typeface="Courier New" pitchFamily="49" charset="0"/>
              </a:rPr>
              <a:t>rezervacija.cid</a:t>
            </a:r>
            <a:r>
              <a:rPr lang="en-US" sz="1400" dirty="0">
                <a:latin typeface="Courier New" pitchFamily="49" charset="0"/>
              </a:rPr>
              <a:t> = 103;</a:t>
            </a:r>
          </a:p>
          <a:p>
            <a:pPr>
              <a:lnSpc>
                <a:spcPct val="80000"/>
              </a:lnSpc>
              <a:buFont typeface="Wingdings" pitchFamily="2" charset="2"/>
              <a:buNone/>
            </a:pPr>
            <a:endParaRPr lang="en-US"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a:p>
            <a:pPr>
              <a:lnSpc>
                <a:spcPct val="80000"/>
              </a:lnSpc>
              <a:buNone/>
            </a:pPr>
            <a:r>
              <a:rPr lang="en-US" sz="1400" b="1" dirty="0">
                <a:latin typeface="Courier New" pitchFamily="49" charset="0"/>
              </a:rPr>
              <a:t>SELECT</a:t>
            </a:r>
            <a:r>
              <a:rPr lang="en-US" sz="1400" dirty="0">
                <a:latin typeface="Courier New" pitchFamily="49" charset="0"/>
              </a:rPr>
              <a:t> </a:t>
            </a:r>
            <a:r>
              <a:rPr lang="en-US" sz="1400" dirty="0" err="1">
                <a:latin typeface="Courier New" pitchFamily="49" charset="0"/>
              </a:rPr>
              <a:t>jadralec.ime</a:t>
            </a:r>
            <a:r>
              <a:rPr lang="en-US" sz="1400" dirty="0">
                <a:latin typeface="Courier New" pitchFamily="49" charset="0"/>
              </a:rPr>
              <a:t>     </a:t>
            </a:r>
            <a:r>
              <a:rPr lang="en-US" sz="1400" dirty="0">
                <a:solidFill>
                  <a:schemeClr val="bg1">
                    <a:lumMod val="50000"/>
                  </a:schemeClr>
                </a:solidFill>
                <a:latin typeface="Courier New" pitchFamily="49" charset="0"/>
              </a:rPr>
              <a:t>-- </a:t>
            </a:r>
            <a:r>
              <a:rPr lang="en-US" sz="1400" dirty="0" err="1">
                <a:solidFill>
                  <a:schemeClr val="bg1">
                    <a:lumMod val="50000"/>
                  </a:schemeClr>
                </a:solidFill>
                <a:latin typeface="Courier New" pitchFamily="49" charset="0"/>
              </a:rPr>
              <a:t>Pogojni</a:t>
            </a:r>
            <a:r>
              <a:rPr lang="en-US" sz="1400" dirty="0">
                <a:solidFill>
                  <a:schemeClr val="bg1">
                    <a:lumMod val="50000"/>
                  </a:schemeClr>
                </a:solidFill>
                <a:latin typeface="Courier New" pitchFamily="49" charset="0"/>
              </a:rPr>
              <a:t> </a:t>
            </a:r>
            <a:r>
              <a:rPr lang="en-US" sz="1400" dirty="0" err="1">
                <a:solidFill>
                  <a:schemeClr val="bg1">
                    <a:lumMod val="50000"/>
                  </a:schemeClr>
                </a:solidFill>
                <a:latin typeface="Courier New" pitchFamily="49" charset="0"/>
              </a:rPr>
              <a:t>stik</a:t>
            </a:r>
            <a:endParaRPr lang="en-US" sz="1400" dirty="0">
              <a:solidFill>
                <a:schemeClr val="bg1">
                  <a:lumMod val="50000"/>
                </a:schemeClr>
              </a:solidFill>
              <a:latin typeface="Courier New" pitchFamily="49" charset="0"/>
            </a:endParaRPr>
          </a:p>
          <a:p>
            <a:pPr>
              <a:lnSpc>
                <a:spcPct val="80000"/>
              </a:lnSpc>
              <a:buFont typeface="Wingdings" pitchFamily="2" charset="2"/>
              <a:buNone/>
            </a:pPr>
            <a:r>
              <a:rPr lang="en-US" sz="1400" b="1" dirty="0">
                <a:latin typeface="Courier New" pitchFamily="49" charset="0"/>
              </a:rPr>
              <a:t>FROM</a:t>
            </a:r>
            <a:r>
              <a:rPr lang="en-US" sz="1400" dirty="0">
                <a:latin typeface="Courier New" pitchFamily="49" charset="0"/>
              </a:rPr>
              <a:t>  </a:t>
            </a:r>
            <a:r>
              <a:rPr lang="en-US" sz="1400" dirty="0" err="1">
                <a:latin typeface="Courier New" pitchFamily="49" charset="0"/>
              </a:rPr>
              <a:t>jadralec</a:t>
            </a:r>
            <a:r>
              <a:rPr lang="en-US" sz="1400" dirty="0">
                <a:latin typeface="Courier New" pitchFamily="49" charset="0"/>
              </a:rPr>
              <a:t> </a:t>
            </a:r>
            <a:r>
              <a:rPr lang="en-US" sz="1400" b="1" dirty="0">
                <a:solidFill>
                  <a:schemeClr val="tx1">
                    <a:lumMod val="60000"/>
                    <a:lumOff val="40000"/>
                  </a:schemeClr>
                </a:solidFill>
                <a:latin typeface="Courier New" pitchFamily="49" charset="0"/>
              </a:rPr>
              <a:t>JOIN</a:t>
            </a:r>
            <a:r>
              <a:rPr lang="en-US" sz="1400" dirty="0">
                <a:solidFill>
                  <a:srgbClr val="FF0000"/>
                </a:solidFill>
                <a:latin typeface="Courier New" pitchFamily="49" charset="0"/>
              </a:rPr>
              <a:t> </a:t>
            </a:r>
            <a:r>
              <a:rPr lang="en-US" sz="1400" dirty="0" err="1">
                <a:latin typeface="Courier New" pitchFamily="49" charset="0"/>
              </a:rPr>
              <a:t>rezervacija</a:t>
            </a:r>
            <a:r>
              <a:rPr lang="en-US" sz="1400" dirty="0">
                <a:latin typeface="Courier New" pitchFamily="49" charset="0"/>
              </a:rPr>
              <a:t> </a:t>
            </a:r>
            <a:r>
              <a:rPr lang="en-US" sz="1400" b="1" dirty="0">
                <a:solidFill>
                  <a:schemeClr val="tx1">
                    <a:lumMod val="60000"/>
                    <a:lumOff val="40000"/>
                  </a:schemeClr>
                </a:solidFill>
                <a:latin typeface="Courier New" pitchFamily="49" charset="0"/>
              </a:rPr>
              <a:t>ON</a:t>
            </a:r>
            <a:r>
              <a:rPr lang="en-US" sz="1400" dirty="0">
                <a:solidFill>
                  <a:schemeClr val="tx1">
                    <a:lumMod val="60000"/>
                    <a:lumOff val="40000"/>
                  </a:schemeClr>
                </a:solidFill>
                <a:latin typeface="Courier New" pitchFamily="49" charset="0"/>
              </a:rPr>
              <a:t> (</a:t>
            </a:r>
            <a:r>
              <a:rPr lang="en-US" sz="1400" dirty="0" err="1">
                <a:solidFill>
                  <a:schemeClr val="tx1">
                    <a:lumMod val="60000"/>
                    <a:lumOff val="40000"/>
                  </a:schemeClr>
                </a:solidFill>
                <a:latin typeface="Courier New" pitchFamily="49" charset="0"/>
              </a:rPr>
              <a:t>rezervacija.jid</a:t>
            </a:r>
            <a:r>
              <a:rPr lang="en-US" sz="1400" dirty="0">
                <a:solidFill>
                  <a:schemeClr val="tx1">
                    <a:lumMod val="60000"/>
                    <a:lumOff val="40000"/>
                  </a:schemeClr>
                </a:solidFill>
                <a:latin typeface="Courier New" pitchFamily="49" charset="0"/>
              </a:rPr>
              <a:t> = </a:t>
            </a:r>
            <a:r>
              <a:rPr lang="en-US" sz="1400" dirty="0" err="1">
                <a:solidFill>
                  <a:schemeClr val="tx1">
                    <a:lumMod val="60000"/>
                    <a:lumOff val="40000"/>
                  </a:schemeClr>
                </a:solidFill>
                <a:latin typeface="Courier New" pitchFamily="49" charset="0"/>
              </a:rPr>
              <a:t>jadralec.jid</a:t>
            </a:r>
            <a:r>
              <a:rPr lang="en-US" sz="1400" dirty="0">
                <a:solidFill>
                  <a:schemeClr val="tx1">
                    <a:lumMod val="60000"/>
                    <a:lumOff val="40000"/>
                  </a:schemeClr>
                </a:solidFill>
                <a:latin typeface="Courier New" pitchFamily="49" charset="0"/>
              </a:rPr>
              <a:t>)</a:t>
            </a:r>
          </a:p>
          <a:p>
            <a:pPr>
              <a:lnSpc>
                <a:spcPct val="80000"/>
              </a:lnSpc>
              <a:buFont typeface="Wingdings" pitchFamily="2" charset="2"/>
              <a:buNone/>
            </a:pPr>
            <a:r>
              <a:rPr lang="en-US" sz="1400" b="1" dirty="0">
                <a:latin typeface="Courier New" pitchFamily="49" charset="0"/>
              </a:rPr>
              <a:t>WHERE</a:t>
            </a:r>
            <a:r>
              <a:rPr lang="en-US" sz="1400" dirty="0">
                <a:latin typeface="Courier New" pitchFamily="49" charset="0"/>
              </a:rPr>
              <a:t> </a:t>
            </a:r>
            <a:r>
              <a:rPr lang="en-US" sz="1400" dirty="0" err="1">
                <a:latin typeface="Courier New" pitchFamily="49" charset="0"/>
              </a:rPr>
              <a:t>rezervacija.cid</a:t>
            </a:r>
            <a:r>
              <a:rPr lang="en-US" sz="1400" dirty="0">
                <a:latin typeface="Courier New" pitchFamily="49" charset="0"/>
              </a:rPr>
              <a:t> = 103;</a:t>
            </a:r>
          </a:p>
          <a:p>
            <a:pPr>
              <a:lnSpc>
                <a:spcPct val="80000"/>
              </a:lnSpc>
              <a:buFont typeface="Wingdings" pitchFamily="2" charset="2"/>
              <a:buNone/>
            </a:pPr>
            <a:endParaRPr lang="en-US"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a:p>
            <a:pPr>
              <a:lnSpc>
                <a:spcPct val="80000"/>
              </a:lnSpc>
              <a:buNone/>
            </a:pPr>
            <a:r>
              <a:rPr lang="en-US" sz="1400" b="1" dirty="0">
                <a:latin typeface="Courier New" pitchFamily="49" charset="0"/>
              </a:rPr>
              <a:t>SELECT</a:t>
            </a:r>
            <a:r>
              <a:rPr lang="en-US" sz="1400" dirty="0">
                <a:latin typeface="Courier New" pitchFamily="49" charset="0"/>
              </a:rPr>
              <a:t> </a:t>
            </a:r>
            <a:r>
              <a:rPr lang="en-US" sz="1400" dirty="0" err="1">
                <a:latin typeface="Courier New" pitchFamily="49" charset="0"/>
              </a:rPr>
              <a:t>jadralec.ime</a:t>
            </a:r>
            <a:r>
              <a:rPr lang="en-US" sz="1400" dirty="0">
                <a:latin typeface="Courier New" pitchFamily="49" charset="0"/>
              </a:rPr>
              <a:t>     </a:t>
            </a:r>
            <a:r>
              <a:rPr lang="en-US" sz="1400" dirty="0">
                <a:solidFill>
                  <a:schemeClr val="bg1">
                    <a:lumMod val="50000"/>
                  </a:schemeClr>
                </a:solidFill>
                <a:latin typeface="Courier New" pitchFamily="49" charset="0"/>
              </a:rPr>
              <a:t>-- </a:t>
            </a:r>
            <a:r>
              <a:rPr lang="en-US" sz="1400" dirty="0" err="1">
                <a:solidFill>
                  <a:schemeClr val="bg1">
                    <a:lumMod val="50000"/>
                  </a:schemeClr>
                </a:solidFill>
                <a:latin typeface="Courier New" pitchFamily="49" charset="0"/>
              </a:rPr>
              <a:t>Pogojni</a:t>
            </a:r>
            <a:r>
              <a:rPr lang="en-US" sz="1400" dirty="0">
                <a:solidFill>
                  <a:schemeClr val="bg1">
                    <a:lumMod val="50000"/>
                  </a:schemeClr>
                </a:solidFill>
                <a:latin typeface="Courier New" pitchFamily="49" charset="0"/>
              </a:rPr>
              <a:t> </a:t>
            </a:r>
            <a:r>
              <a:rPr lang="en-US" sz="1400" dirty="0" err="1">
                <a:solidFill>
                  <a:schemeClr val="bg1">
                    <a:lumMod val="50000"/>
                  </a:schemeClr>
                </a:solidFill>
                <a:latin typeface="Courier New" pitchFamily="49" charset="0"/>
              </a:rPr>
              <a:t>stik</a:t>
            </a:r>
            <a:r>
              <a:rPr lang="en-US" sz="1400" dirty="0">
                <a:solidFill>
                  <a:schemeClr val="bg1">
                    <a:lumMod val="50000"/>
                  </a:schemeClr>
                </a:solidFill>
                <a:latin typeface="Courier New" pitchFamily="49" charset="0"/>
              </a:rPr>
              <a:t> s </a:t>
            </a:r>
            <a:r>
              <a:rPr lang="en-US" sz="1400" dirty="0" err="1">
                <a:solidFill>
                  <a:schemeClr val="bg1">
                    <a:lumMod val="50000"/>
                  </a:schemeClr>
                </a:solidFill>
                <a:latin typeface="Courier New" pitchFamily="49" charset="0"/>
              </a:rPr>
              <a:t>sestavljenim</a:t>
            </a:r>
            <a:r>
              <a:rPr lang="en-US" sz="1400" dirty="0">
                <a:solidFill>
                  <a:schemeClr val="bg1">
                    <a:lumMod val="50000"/>
                  </a:schemeClr>
                </a:solidFill>
                <a:latin typeface="Courier New" pitchFamily="49" charset="0"/>
              </a:rPr>
              <a:t> </a:t>
            </a:r>
            <a:r>
              <a:rPr lang="en-US" sz="1400" dirty="0" err="1">
                <a:solidFill>
                  <a:schemeClr val="bg1">
                    <a:lumMod val="50000"/>
                  </a:schemeClr>
                </a:solidFill>
                <a:latin typeface="Courier New" pitchFamily="49" charset="0"/>
              </a:rPr>
              <a:t>pogojem</a:t>
            </a:r>
            <a:endParaRPr lang="en-US" sz="1400" dirty="0">
              <a:solidFill>
                <a:schemeClr val="bg1">
                  <a:lumMod val="50000"/>
                </a:schemeClr>
              </a:solidFill>
              <a:latin typeface="Courier New" pitchFamily="49" charset="0"/>
            </a:endParaRPr>
          </a:p>
          <a:p>
            <a:pPr>
              <a:lnSpc>
                <a:spcPct val="80000"/>
              </a:lnSpc>
              <a:buFont typeface="Wingdings" pitchFamily="2" charset="2"/>
              <a:buNone/>
            </a:pPr>
            <a:r>
              <a:rPr lang="en-US" sz="1400" b="1" dirty="0">
                <a:latin typeface="Courier New" pitchFamily="49" charset="0"/>
              </a:rPr>
              <a:t>FROM</a:t>
            </a:r>
            <a:r>
              <a:rPr lang="en-US" sz="1400" dirty="0">
                <a:latin typeface="Courier New" pitchFamily="49" charset="0"/>
              </a:rPr>
              <a:t>  </a:t>
            </a:r>
            <a:r>
              <a:rPr lang="en-US" sz="1400" dirty="0" err="1">
                <a:latin typeface="Courier New" pitchFamily="49" charset="0"/>
              </a:rPr>
              <a:t>jadralec</a:t>
            </a:r>
            <a:r>
              <a:rPr lang="en-US" sz="1400" dirty="0">
                <a:latin typeface="Courier New" pitchFamily="49" charset="0"/>
              </a:rPr>
              <a:t> </a:t>
            </a:r>
            <a:r>
              <a:rPr lang="en-US" sz="1400" b="1" dirty="0">
                <a:solidFill>
                  <a:schemeClr val="tx1">
                    <a:lumMod val="60000"/>
                    <a:lumOff val="40000"/>
                  </a:schemeClr>
                </a:solidFill>
                <a:latin typeface="Courier New" pitchFamily="49" charset="0"/>
              </a:rPr>
              <a:t>JOIN</a:t>
            </a:r>
            <a:r>
              <a:rPr lang="en-US" sz="1400" dirty="0">
                <a:solidFill>
                  <a:schemeClr val="tx1">
                    <a:lumMod val="60000"/>
                    <a:lumOff val="40000"/>
                  </a:schemeClr>
                </a:solidFill>
                <a:latin typeface="Courier New" pitchFamily="49" charset="0"/>
              </a:rPr>
              <a:t> </a:t>
            </a:r>
            <a:r>
              <a:rPr lang="en-US" sz="1400" dirty="0" err="1">
                <a:latin typeface="Courier New" pitchFamily="49" charset="0"/>
              </a:rPr>
              <a:t>rezervacija</a:t>
            </a:r>
            <a:r>
              <a:rPr lang="en-US" sz="1400" dirty="0">
                <a:latin typeface="Courier New" pitchFamily="49" charset="0"/>
              </a:rPr>
              <a:t> </a:t>
            </a:r>
            <a:r>
              <a:rPr lang="en-US" sz="1400" b="1" dirty="0">
                <a:solidFill>
                  <a:schemeClr val="tx1">
                    <a:lumMod val="60000"/>
                    <a:lumOff val="40000"/>
                  </a:schemeClr>
                </a:solidFill>
                <a:latin typeface="Courier New" pitchFamily="49" charset="0"/>
              </a:rPr>
              <a:t>ON</a:t>
            </a:r>
            <a:r>
              <a:rPr lang="en-US" sz="1400" dirty="0">
                <a:solidFill>
                  <a:schemeClr val="tx1">
                    <a:lumMod val="60000"/>
                    <a:lumOff val="40000"/>
                  </a:schemeClr>
                </a:solidFill>
                <a:latin typeface="Courier New" pitchFamily="49" charset="0"/>
              </a:rPr>
              <a:t> (</a:t>
            </a:r>
            <a:r>
              <a:rPr lang="en-US" sz="1400" dirty="0" err="1">
                <a:solidFill>
                  <a:schemeClr val="tx1">
                    <a:lumMod val="60000"/>
                    <a:lumOff val="40000"/>
                  </a:schemeClr>
                </a:solidFill>
                <a:latin typeface="Courier New" pitchFamily="49" charset="0"/>
              </a:rPr>
              <a:t>rezervacija.jid</a:t>
            </a:r>
            <a:r>
              <a:rPr lang="en-US" sz="1400" dirty="0">
                <a:solidFill>
                  <a:schemeClr val="tx1">
                    <a:lumMod val="60000"/>
                    <a:lumOff val="40000"/>
                  </a:schemeClr>
                </a:solidFill>
                <a:latin typeface="Courier New" pitchFamily="49" charset="0"/>
              </a:rPr>
              <a:t> = </a:t>
            </a:r>
            <a:r>
              <a:rPr lang="en-US" sz="1400" dirty="0" err="1">
                <a:solidFill>
                  <a:schemeClr val="tx1">
                    <a:lumMod val="60000"/>
                    <a:lumOff val="40000"/>
                  </a:schemeClr>
                </a:solidFill>
                <a:latin typeface="Courier New" pitchFamily="49" charset="0"/>
              </a:rPr>
              <a:t>jadralec.jid</a:t>
            </a:r>
            <a:r>
              <a:rPr lang="en-US" sz="1400" dirty="0">
                <a:solidFill>
                  <a:srgbClr val="FF0000"/>
                </a:solidFill>
                <a:latin typeface="Courier New" pitchFamily="49" charset="0"/>
              </a:rPr>
              <a:t> </a:t>
            </a:r>
            <a:r>
              <a:rPr lang="en-US" sz="1400" b="1" dirty="0">
                <a:solidFill>
                  <a:schemeClr val="tx1">
                    <a:lumMod val="60000"/>
                    <a:lumOff val="40000"/>
                  </a:schemeClr>
                </a:solidFill>
                <a:latin typeface="Courier New" pitchFamily="49" charset="0"/>
              </a:rPr>
              <a:t>AND</a:t>
            </a:r>
          </a:p>
          <a:p>
            <a:pPr>
              <a:lnSpc>
                <a:spcPct val="80000"/>
              </a:lnSpc>
              <a:buFont typeface="Wingdings" pitchFamily="2" charset="2"/>
              <a:buNone/>
            </a:pPr>
            <a:r>
              <a:rPr lang="en-US" sz="1400" dirty="0">
                <a:solidFill>
                  <a:schemeClr val="tx1">
                    <a:lumMod val="60000"/>
                    <a:lumOff val="40000"/>
                  </a:schemeClr>
                </a:solidFill>
                <a:latin typeface="Courier New" pitchFamily="49" charset="0"/>
              </a:rPr>
              <a:t>                                   </a:t>
            </a:r>
            <a:r>
              <a:rPr lang="en-US" sz="1400" dirty="0" err="1">
                <a:solidFill>
                  <a:schemeClr val="tx1">
                    <a:lumMod val="60000"/>
                    <a:lumOff val="40000"/>
                  </a:schemeClr>
                </a:solidFill>
                <a:latin typeface="Courier New" pitchFamily="49" charset="0"/>
              </a:rPr>
              <a:t>rezervacija.cid</a:t>
            </a:r>
            <a:r>
              <a:rPr lang="en-US" sz="1400" dirty="0">
                <a:solidFill>
                  <a:schemeClr val="tx1">
                    <a:lumMod val="60000"/>
                    <a:lumOff val="40000"/>
                  </a:schemeClr>
                </a:solidFill>
                <a:latin typeface="Courier New" pitchFamily="49" charset="0"/>
              </a:rPr>
              <a:t> = 103)</a:t>
            </a:r>
            <a:r>
              <a:rPr lang="en-US" sz="1400" dirty="0">
                <a:solidFill>
                  <a:schemeClr val="tx1">
                    <a:lumMod val="50000"/>
                  </a:schemeClr>
                </a:solidFill>
                <a:latin typeface="Courier New" pitchFamily="49" charset="0"/>
              </a:rPr>
              <a:t>;</a:t>
            </a:r>
          </a:p>
          <a:p>
            <a:pPr>
              <a:lnSpc>
                <a:spcPct val="80000"/>
              </a:lnSpc>
              <a:buFont typeface="Wingdings" pitchFamily="2" charset="2"/>
              <a:buNone/>
            </a:pPr>
            <a:endParaRPr lang="sl-SI"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p:txBody>
      </p:sp>
      <p:sp>
        <p:nvSpPr>
          <p:cNvPr id="103428" name="Text Box 4"/>
          <p:cNvSpPr txBox="1">
            <a:spLocks noChangeArrowheads="1"/>
          </p:cNvSpPr>
          <p:nvPr/>
        </p:nvSpPr>
        <p:spPr bwMode="auto">
          <a:xfrm>
            <a:off x="3200400" y="0"/>
            <a:ext cx="6105525" cy="915988"/>
          </a:xfrm>
          <a:prstGeom prst="rect">
            <a:avLst/>
          </a:prstGeom>
          <a:noFill/>
          <a:ln w="9525">
            <a:noFill/>
            <a:miter lim="800000"/>
            <a:headEnd/>
            <a:tailEnd/>
          </a:ln>
          <a:effectLst/>
        </p:spPr>
        <p:txBody>
          <a:bodyPr>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grpSp>
        <p:nvGrpSpPr>
          <p:cNvPr id="103458" name="Group 103457"/>
          <p:cNvGrpSpPr>
            <a:grpSpLocks noChangeAspect="1"/>
          </p:cNvGrpSpPr>
          <p:nvPr>
            <p:custDataLst>
              <p:tags r:id="rId1"/>
            </p:custDataLst>
          </p:nvPr>
        </p:nvGrpSpPr>
        <p:grpSpPr>
          <a:xfrm>
            <a:off x="952209" y="5980176"/>
            <a:ext cx="7278033" cy="381354"/>
            <a:chOff x="2540000" y="2540000"/>
            <a:chExt cx="5362576" cy="280988"/>
          </a:xfrm>
        </p:grpSpPr>
        <p:sp>
          <p:nvSpPr>
            <p:cNvPr id="10" name="Freeform 7"/>
            <p:cNvSpPr>
              <a:spLocks/>
            </p:cNvSpPr>
            <p:nvPr>
              <p:custDataLst>
                <p:tags r:id="rId151"/>
              </p:custDataLst>
            </p:nvPr>
          </p:nvSpPr>
          <p:spPr bwMode="auto">
            <a:xfrm>
              <a:off x="2540000" y="2552700"/>
              <a:ext cx="107950" cy="123825"/>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0 h 339"/>
                <a:gd name="T34" fmla="*/ 96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8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8"/>
                    <a:pt x="96" y="300"/>
                  </a:cubicBezTo>
                  <a:lnTo>
                    <a:pt x="96" y="15"/>
                  </a:lnTo>
                  <a:lnTo>
                    <a:pt x="245" y="15"/>
                  </a:lnTo>
                  <a:lnTo>
                    <a:pt x="245" y="300"/>
                  </a:lnTo>
                  <a:cubicBezTo>
                    <a:pt x="245" y="318"/>
                    <a:pt x="244" y="324"/>
                    <a:pt x="205" y="324"/>
                  </a:cubicBezTo>
                  <a:lnTo>
                    <a:pt x="193" y="324"/>
                  </a:lnTo>
                  <a:lnTo>
                    <a:pt x="193" y="339"/>
                  </a:lnTo>
                  <a:cubicBezTo>
                    <a:pt x="211" y="338"/>
                    <a:pt x="248" y="338"/>
                    <a:pt x="267" y="338"/>
                  </a:cubicBezTo>
                  <a:cubicBezTo>
                    <a:pt x="286" y="338"/>
                    <a:pt x="323" y="338"/>
                    <a:pt x="340" y="339"/>
                  </a:cubicBezTo>
                  <a:lnTo>
                    <a:pt x="340" y="324"/>
                  </a:lnTo>
                  <a:lnTo>
                    <a:pt x="328"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8"/>
            <p:cNvSpPr>
              <a:spLocks noEditPoints="1"/>
            </p:cNvSpPr>
            <p:nvPr>
              <p:custDataLst>
                <p:tags r:id="rId152"/>
              </p:custDataLst>
            </p:nvPr>
          </p:nvSpPr>
          <p:spPr bwMode="auto">
            <a:xfrm>
              <a:off x="2654300" y="2619375"/>
              <a:ext cx="47625" cy="109538"/>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2 h 302"/>
                <a:gd name="T18" fmla="*/ 20 w 153"/>
                <a:gd name="T19" fmla="*/ 259 h 302"/>
                <a:gd name="T20" fmla="*/ 0 w 153"/>
                <a:gd name="T21" fmla="*/ 280 h 302"/>
                <a:gd name="T22" fmla="*/ 35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0 h 302"/>
                <a:gd name="T34" fmla="*/ 48 w 153"/>
                <a:gd name="T35" fmla="*/ 135 h 302"/>
                <a:gd name="T36" fmla="*/ 55 w 153"/>
                <a:gd name="T37" fmla="*/ 129 h 302"/>
                <a:gd name="T38" fmla="*/ 102 w 153"/>
                <a:gd name="T39" fmla="*/ 87 h 302"/>
                <a:gd name="T40" fmla="*/ 114 w 153"/>
                <a:gd name="T41" fmla="*/ 104 h 302"/>
                <a:gd name="T42" fmla="*/ 113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2"/>
                  </a:cubicBezTo>
                  <a:cubicBezTo>
                    <a:pt x="33" y="264"/>
                    <a:pt x="27" y="259"/>
                    <a:pt x="20" y="259"/>
                  </a:cubicBezTo>
                  <a:cubicBezTo>
                    <a:pt x="9" y="259"/>
                    <a:pt x="0" y="269"/>
                    <a:pt x="0" y="280"/>
                  </a:cubicBezTo>
                  <a:cubicBezTo>
                    <a:pt x="0" y="293"/>
                    <a:pt x="14" y="302"/>
                    <a:pt x="35" y="302"/>
                  </a:cubicBezTo>
                  <a:cubicBezTo>
                    <a:pt x="55" y="302"/>
                    <a:pt x="96" y="289"/>
                    <a:pt x="107" y="247"/>
                  </a:cubicBezTo>
                  <a:lnTo>
                    <a:pt x="138" y="122"/>
                  </a:lnTo>
                  <a:cubicBezTo>
                    <a:pt x="139" y="118"/>
                    <a:pt x="140" y="115"/>
                    <a:pt x="140" y="110"/>
                  </a:cubicBezTo>
                  <a:cubicBezTo>
                    <a:pt x="140" y="91"/>
                    <a:pt x="124" y="77"/>
                    <a:pt x="103" y="77"/>
                  </a:cubicBezTo>
                  <a:cubicBezTo>
                    <a:pt x="64" y="77"/>
                    <a:pt x="42" y="125"/>
                    <a:pt x="42" y="130"/>
                  </a:cubicBezTo>
                  <a:cubicBezTo>
                    <a:pt x="42" y="135"/>
                    <a:pt x="47" y="135"/>
                    <a:pt x="48" y="135"/>
                  </a:cubicBezTo>
                  <a:cubicBezTo>
                    <a:pt x="52" y="135"/>
                    <a:pt x="52" y="134"/>
                    <a:pt x="55" y="129"/>
                  </a:cubicBezTo>
                  <a:cubicBezTo>
                    <a:pt x="63" y="108"/>
                    <a:pt x="82" y="87"/>
                    <a:pt x="102" y="87"/>
                  </a:cubicBezTo>
                  <a:cubicBezTo>
                    <a:pt x="111" y="87"/>
                    <a:pt x="114" y="93"/>
                    <a:pt x="114" y="104"/>
                  </a:cubicBezTo>
                  <a:cubicBezTo>
                    <a:pt x="114" y="108"/>
                    <a:pt x="113" y="113"/>
                    <a:pt x="113"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9"/>
            <p:cNvSpPr>
              <a:spLocks noEditPoints="1"/>
            </p:cNvSpPr>
            <p:nvPr>
              <p:custDataLst>
                <p:tags r:id="rId153"/>
              </p:custDataLst>
            </p:nvPr>
          </p:nvSpPr>
          <p:spPr bwMode="auto">
            <a:xfrm>
              <a:off x="2719388" y="2647950"/>
              <a:ext cx="55563" cy="57150"/>
            </a:xfrm>
            <a:custGeom>
              <a:avLst/>
              <a:gdLst>
                <a:gd name="T0" fmla="*/ 126 w 178"/>
                <a:gd name="T1" fmla="*/ 21 h 157"/>
                <a:gd name="T2" fmla="*/ 90 w 178"/>
                <a:gd name="T3" fmla="*/ 0 h 157"/>
                <a:gd name="T4" fmla="*/ 0 w 178"/>
                <a:gd name="T5" fmla="*/ 99 h 157"/>
                <a:gd name="T6" fmla="*/ 53 w 178"/>
                <a:gd name="T7" fmla="*/ 157 h 157"/>
                <a:gd name="T8" fmla="*/ 103 w 178"/>
                <a:gd name="T9" fmla="*/ 133 h 157"/>
                <a:gd name="T10" fmla="*/ 138 w 178"/>
                <a:gd name="T11" fmla="*/ 157 h 157"/>
                <a:gd name="T12" fmla="*/ 166 w 178"/>
                <a:gd name="T13" fmla="*/ 139 h 157"/>
                <a:gd name="T14" fmla="*/ 178 w 178"/>
                <a:gd name="T15" fmla="*/ 104 h 157"/>
                <a:gd name="T16" fmla="*/ 173 w 178"/>
                <a:gd name="T17" fmla="*/ 99 h 157"/>
                <a:gd name="T18" fmla="*/ 165 w 178"/>
                <a:gd name="T19" fmla="*/ 110 h 157"/>
                <a:gd name="T20" fmla="*/ 139 w 178"/>
                <a:gd name="T21" fmla="*/ 148 h 157"/>
                <a:gd name="T22" fmla="*/ 128 w 178"/>
                <a:gd name="T23" fmla="*/ 130 h 157"/>
                <a:gd name="T24" fmla="*/ 133 w 178"/>
                <a:gd name="T25" fmla="*/ 103 h 157"/>
                <a:gd name="T26" fmla="*/ 141 w 178"/>
                <a:gd name="T27" fmla="*/ 72 h 157"/>
                <a:gd name="T28" fmla="*/ 148 w 178"/>
                <a:gd name="T29" fmla="*/ 45 h 157"/>
                <a:gd name="T30" fmla="*/ 154 w 178"/>
                <a:gd name="T31" fmla="*/ 18 h 157"/>
                <a:gd name="T32" fmla="*/ 142 w 178"/>
                <a:gd name="T33" fmla="*/ 7 h 157"/>
                <a:gd name="T34" fmla="*/ 126 w 178"/>
                <a:gd name="T35" fmla="*/ 21 h 157"/>
                <a:gd name="T36" fmla="*/ 104 w 178"/>
                <a:gd name="T37" fmla="*/ 110 h 157"/>
                <a:gd name="T38" fmla="*/ 86 w 178"/>
                <a:gd name="T39" fmla="*/ 134 h 157"/>
                <a:gd name="T40" fmla="*/ 54 w 178"/>
                <a:gd name="T41" fmla="*/ 148 h 157"/>
                <a:gd name="T42" fmla="*/ 29 w 178"/>
                <a:gd name="T43" fmla="*/ 114 h 157"/>
                <a:gd name="T44" fmla="*/ 47 w 178"/>
                <a:gd name="T45" fmla="*/ 43 h 157"/>
                <a:gd name="T46" fmla="*/ 90 w 178"/>
                <a:gd name="T47" fmla="*/ 10 h 157"/>
                <a:gd name="T48" fmla="*/ 121 w 178"/>
                <a:gd name="T49" fmla="*/ 40 h 157"/>
                <a:gd name="T50" fmla="*/ 120 w 178"/>
                <a:gd name="T51" fmla="*/ 45 h 157"/>
                <a:gd name="T52" fmla="*/ 104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1"/>
                  </a:moveTo>
                  <a:cubicBezTo>
                    <a:pt x="119" y="9"/>
                    <a:pt x="107" y="0"/>
                    <a:pt x="90" y="0"/>
                  </a:cubicBezTo>
                  <a:cubicBezTo>
                    <a:pt x="46" y="0"/>
                    <a:pt x="0" y="49"/>
                    <a:pt x="0" y="99"/>
                  </a:cubicBezTo>
                  <a:cubicBezTo>
                    <a:pt x="0" y="133"/>
                    <a:pt x="23" y="157"/>
                    <a:pt x="53" y="157"/>
                  </a:cubicBezTo>
                  <a:cubicBezTo>
                    <a:pt x="72" y="157"/>
                    <a:pt x="89" y="147"/>
                    <a:pt x="103" y="133"/>
                  </a:cubicBezTo>
                  <a:cubicBezTo>
                    <a:pt x="109" y="154"/>
                    <a:pt x="129" y="157"/>
                    <a:pt x="138" y="157"/>
                  </a:cubicBezTo>
                  <a:cubicBezTo>
                    <a:pt x="151" y="157"/>
                    <a:pt x="160" y="150"/>
                    <a:pt x="166" y="139"/>
                  </a:cubicBezTo>
                  <a:cubicBezTo>
                    <a:pt x="174" y="125"/>
                    <a:pt x="178" y="105"/>
                    <a:pt x="178" y="104"/>
                  </a:cubicBezTo>
                  <a:cubicBezTo>
                    <a:pt x="178" y="99"/>
                    <a:pt x="174" y="99"/>
                    <a:pt x="173" y="99"/>
                  </a:cubicBezTo>
                  <a:cubicBezTo>
                    <a:pt x="168" y="99"/>
                    <a:pt x="167" y="101"/>
                    <a:pt x="165" y="110"/>
                  </a:cubicBezTo>
                  <a:cubicBezTo>
                    <a:pt x="161" y="127"/>
                    <a:pt x="154" y="148"/>
                    <a:pt x="139" y="148"/>
                  </a:cubicBezTo>
                  <a:cubicBezTo>
                    <a:pt x="130" y="148"/>
                    <a:pt x="128" y="140"/>
                    <a:pt x="128" y="130"/>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6"/>
                    <a:pt x="69" y="148"/>
                    <a:pt x="54" y="148"/>
                  </a:cubicBezTo>
                  <a:cubicBezTo>
                    <a:pt x="41" y="148"/>
                    <a:pt x="29" y="138"/>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0"/>
            <p:cNvSpPr>
              <a:spLocks noEditPoints="1"/>
            </p:cNvSpPr>
            <p:nvPr>
              <p:custDataLst>
                <p:tags r:id="rId154"/>
              </p:custDataLst>
            </p:nvPr>
          </p:nvSpPr>
          <p:spPr bwMode="auto">
            <a:xfrm>
              <a:off x="2787650" y="2614613"/>
              <a:ext cx="55563" cy="90488"/>
            </a:xfrm>
            <a:custGeom>
              <a:avLst/>
              <a:gdLst>
                <a:gd name="T0" fmla="*/ 178 w 180"/>
                <a:gd name="T1" fmla="*/ 10 h 245"/>
                <a:gd name="T2" fmla="*/ 180 w 180"/>
                <a:gd name="T3" fmla="*/ 5 h 245"/>
                <a:gd name="T4" fmla="*/ 174 w 180"/>
                <a:gd name="T5" fmla="*/ 0 h 245"/>
                <a:gd name="T6" fmla="*/ 129 w 180"/>
                <a:gd name="T7" fmla="*/ 3 h 245"/>
                <a:gd name="T8" fmla="*/ 122 w 180"/>
                <a:gd name="T9" fmla="*/ 11 h 245"/>
                <a:gd name="T10" fmla="*/ 131 w 180"/>
                <a:gd name="T11" fmla="*/ 16 h 245"/>
                <a:gd name="T12" fmla="*/ 148 w 180"/>
                <a:gd name="T13" fmla="*/ 21 h 245"/>
                <a:gd name="T14" fmla="*/ 146 w 180"/>
                <a:gd name="T15" fmla="*/ 29 h 245"/>
                <a:gd name="T16" fmla="*/ 126 w 180"/>
                <a:gd name="T17" fmla="*/ 109 h 245"/>
                <a:gd name="T18" fmla="*/ 90 w 180"/>
                <a:gd name="T19" fmla="*/ 88 h 245"/>
                <a:gd name="T20" fmla="*/ 0 w 180"/>
                <a:gd name="T21" fmla="*/ 187 h 245"/>
                <a:gd name="T22" fmla="*/ 53 w 180"/>
                <a:gd name="T23" fmla="*/ 245 h 245"/>
                <a:gd name="T24" fmla="*/ 103 w 180"/>
                <a:gd name="T25" fmla="*/ 221 h 245"/>
                <a:gd name="T26" fmla="*/ 138 w 180"/>
                <a:gd name="T27" fmla="*/ 245 h 245"/>
                <a:gd name="T28" fmla="*/ 166 w 180"/>
                <a:gd name="T29" fmla="*/ 227 h 245"/>
                <a:gd name="T30" fmla="*/ 178 w 180"/>
                <a:gd name="T31" fmla="*/ 192 h 245"/>
                <a:gd name="T32" fmla="*/ 173 w 180"/>
                <a:gd name="T33" fmla="*/ 187 h 245"/>
                <a:gd name="T34" fmla="*/ 165 w 180"/>
                <a:gd name="T35" fmla="*/ 198 h 245"/>
                <a:gd name="T36" fmla="*/ 140 w 180"/>
                <a:gd name="T37" fmla="*/ 236 h 245"/>
                <a:gd name="T38" fmla="*/ 128 w 180"/>
                <a:gd name="T39" fmla="*/ 218 h 245"/>
                <a:gd name="T40" fmla="*/ 130 w 180"/>
                <a:gd name="T41" fmla="*/ 204 h 245"/>
                <a:gd name="T42" fmla="*/ 178 w 180"/>
                <a:gd name="T43" fmla="*/ 10 h 245"/>
                <a:gd name="T44" fmla="*/ 104 w 180"/>
                <a:gd name="T45" fmla="*/ 198 h 245"/>
                <a:gd name="T46" fmla="*/ 86 w 180"/>
                <a:gd name="T47" fmla="*/ 222 h 245"/>
                <a:gd name="T48" fmla="*/ 54 w 180"/>
                <a:gd name="T49" fmla="*/ 236 h 245"/>
                <a:gd name="T50" fmla="*/ 29 w 180"/>
                <a:gd name="T51" fmla="*/ 202 h 245"/>
                <a:gd name="T52" fmla="*/ 47 w 180"/>
                <a:gd name="T53" fmla="*/ 131 h 245"/>
                <a:gd name="T54" fmla="*/ 90 w 180"/>
                <a:gd name="T55" fmla="*/ 98 h 245"/>
                <a:gd name="T56" fmla="*/ 121 w 180"/>
                <a:gd name="T57" fmla="*/ 128 h 245"/>
                <a:gd name="T58" fmla="*/ 120 w 180"/>
                <a:gd name="T59" fmla="*/ 133 h 245"/>
                <a:gd name="T60" fmla="*/ 104 w 180"/>
                <a:gd name="T61"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5">
                  <a:moveTo>
                    <a:pt x="178" y="10"/>
                  </a:moveTo>
                  <a:cubicBezTo>
                    <a:pt x="179" y="9"/>
                    <a:pt x="180" y="5"/>
                    <a:pt x="180" y="5"/>
                  </a:cubicBezTo>
                  <a:cubicBezTo>
                    <a:pt x="180" y="3"/>
                    <a:pt x="178" y="0"/>
                    <a:pt x="174" y="0"/>
                  </a:cubicBezTo>
                  <a:cubicBezTo>
                    <a:pt x="167" y="0"/>
                    <a:pt x="138" y="3"/>
                    <a:pt x="129" y="3"/>
                  </a:cubicBezTo>
                  <a:cubicBezTo>
                    <a:pt x="127" y="4"/>
                    <a:pt x="122" y="4"/>
                    <a:pt x="122" y="11"/>
                  </a:cubicBezTo>
                  <a:cubicBezTo>
                    <a:pt x="122" y="16"/>
                    <a:pt x="127" y="16"/>
                    <a:pt x="131" y="16"/>
                  </a:cubicBezTo>
                  <a:cubicBezTo>
                    <a:pt x="148" y="16"/>
                    <a:pt x="148" y="19"/>
                    <a:pt x="148" y="21"/>
                  </a:cubicBezTo>
                  <a:cubicBezTo>
                    <a:pt x="148" y="24"/>
                    <a:pt x="147" y="26"/>
                    <a:pt x="146" y="29"/>
                  </a:cubicBezTo>
                  <a:lnTo>
                    <a:pt x="126" y="109"/>
                  </a:lnTo>
                  <a:cubicBezTo>
                    <a:pt x="119" y="97"/>
                    <a:pt x="107" y="88"/>
                    <a:pt x="90" y="88"/>
                  </a:cubicBezTo>
                  <a:cubicBezTo>
                    <a:pt x="46" y="88"/>
                    <a:pt x="0" y="137"/>
                    <a:pt x="0" y="187"/>
                  </a:cubicBezTo>
                  <a:cubicBezTo>
                    <a:pt x="0" y="221"/>
                    <a:pt x="23" y="245"/>
                    <a:pt x="53" y="245"/>
                  </a:cubicBezTo>
                  <a:cubicBezTo>
                    <a:pt x="72" y="245"/>
                    <a:pt x="89" y="235"/>
                    <a:pt x="103" y="221"/>
                  </a:cubicBezTo>
                  <a:cubicBezTo>
                    <a:pt x="109" y="242"/>
                    <a:pt x="129" y="245"/>
                    <a:pt x="138" y="245"/>
                  </a:cubicBezTo>
                  <a:cubicBezTo>
                    <a:pt x="151" y="245"/>
                    <a:pt x="160" y="238"/>
                    <a:pt x="166" y="227"/>
                  </a:cubicBezTo>
                  <a:cubicBezTo>
                    <a:pt x="174" y="213"/>
                    <a:pt x="178" y="193"/>
                    <a:pt x="178" y="192"/>
                  </a:cubicBezTo>
                  <a:cubicBezTo>
                    <a:pt x="178" y="187"/>
                    <a:pt x="174" y="187"/>
                    <a:pt x="173" y="187"/>
                  </a:cubicBezTo>
                  <a:cubicBezTo>
                    <a:pt x="168" y="187"/>
                    <a:pt x="167" y="189"/>
                    <a:pt x="165" y="198"/>
                  </a:cubicBezTo>
                  <a:cubicBezTo>
                    <a:pt x="161" y="215"/>
                    <a:pt x="154" y="236"/>
                    <a:pt x="140" y="236"/>
                  </a:cubicBezTo>
                  <a:cubicBezTo>
                    <a:pt x="130" y="236"/>
                    <a:pt x="128" y="228"/>
                    <a:pt x="128" y="218"/>
                  </a:cubicBezTo>
                  <a:cubicBezTo>
                    <a:pt x="128" y="212"/>
                    <a:pt x="129" y="209"/>
                    <a:pt x="130" y="204"/>
                  </a:cubicBezTo>
                  <a:lnTo>
                    <a:pt x="178" y="10"/>
                  </a:lnTo>
                  <a:close/>
                  <a:moveTo>
                    <a:pt x="104" y="198"/>
                  </a:moveTo>
                  <a:cubicBezTo>
                    <a:pt x="101" y="208"/>
                    <a:pt x="94" y="215"/>
                    <a:pt x="86" y="222"/>
                  </a:cubicBezTo>
                  <a:cubicBezTo>
                    <a:pt x="83" y="224"/>
                    <a:pt x="69" y="236"/>
                    <a:pt x="54" y="236"/>
                  </a:cubicBezTo>
                  <a:cubicBezTo>
                    <a:pt x="41" y="236"/>
                    <a:pt x="29" y="226"/>
                    <a:pt x="29" y="202"/>
                  </a:cubicBezTo>
                  <a:cubicBezTo>
                    <a:pt x="29" y="183"/>
                    <a:pt x="39" y="145"/>
                    <a:pt x="47" y="131"/>
                  </a:cubicBezTo>
                  <a:cubicBezTo>
                    <a:pt x="63" y="103"/>
                    <a:pt x="81"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1"/>
            <p:cNvSpPr>
              <a:spLocks/>
            </p:cNvSpPr>
            <p:nvPr>
              <p:custDataLst>
                <p:tags r:id="rId155"/>
              </p:custDataLst>
            </p:nvPr>
          </p:nvSpPr>
          <p:spPr bwMode="auto">
            <a:xfrm>
              <a:off x="2851150" y="2647950"/>
              <a:ext cx="50800" cy="57150"/>
            </a:xfrm>
            <a:custGeom>
              <a:avLst/>
              <a:gdLst>
                <a:gd name="T0" fmla="*/ 65 w 162"/>
                <a:gd name="T1" fmla="*/ 83 h 157"/>
                <a:gd name="T2" fmla="*/ 75 w 162"/>
                <a:gd name="T3" fmla="*/ 48 h 157"/>
                <a:gd name="T4" fmla="*/ 96 w 162"/>
                <a:gd name="T5" fmla="*/ 20 h 157"/>
                <a:gd name="T6" fmla="*/ 125 w 162"/>
                <a:gd name="T7" fmla="*/ 10 h 157"/>
                <a:gd name="T8" fmla="*/ 144 w 162"/>
                <a:gd name="T9" fmla="*/ 15 h 157"/>
                <a:gd name="T10" fmla="*/ 129 w 162"/>
                <a:gd name="T11" fmla="*/ 34 h 157"/>
                <a:gd name="T12" fmla="*/ 142 w 162"/>
                <a:gd name="T13" fmla="*/ 47 h 157"/>
                <a:gd name="T14" fmla="*/ 162 w 162"/>
                <a:gd name="T15" fmla="*/ 25 h 157"/>
                <a:gd name="T16" fmla="*/ 125 w 162"/>
                <a:gd name="T17" fmla="*/ 0 h 157"/>
                <a:gd name="T18" fmla="*/ 76 w 162"/>
                <a:gd name="T19" fmla="*/ 25 h 157"/>
                <a:gd name="T20" fmla="*/ 40 w 162"/>
                <a:gd name="T21" fmla="*/ 0 h 157"/>
                <a:gd name="T22" fmla="*/ 13 w 162"/>
                <a:gd name="T23" fmla="*/ 18 h 157"/>
                <a:gd name="T24" fmla="*/ 0 w 162"/>
                <a:gd name="T25" fmla="*/ 53 h 157"/>
                <a:gd name="T26" fmla="*/ 6 w 162"/>
                <a:gd name="T27" fmla="*/ 58 h 157"/>
                <a:gd name="T28" fmla="*/ 13 w 162"/>
                <a:gd name="T29" fmla="*/ 47 h 157"/>
                <a:gd name="T30" fmla="*/ 39 w 162"/>
                <a:gd name="T31" fmla="*/ 10 h 157"/>
                <a:gd name="T32" fmla="*/ 50 w 162"/>
                <a:gd name="T33" fmla="*/ 27 h 157"/>
                <a:gd name="T34" fmla="*/ 45 w 162"/>
                <a:gd name="T35" fmla="*/ 56 h 157"/>
                <a:gd name="T36" fmla="*/ 37 w 162"/>
                <a:gd name="T37" fmla="*/ 87 h 157"/>
                <a:gd name="T38" fmla="*/ 26 w 162"/>
                <a:gd name="T39" fmla="*/ 132 h 157"/>
                <a:gd name="T40" fmla="*/ 23 w 162"/>
                <a:gd name="T41" fmla="*/ 146 h 157"/>
                <a:gd name="T42" fmla="*/ 34 w 162"/>
                <a:gd name="T43" fmla="*/ 157 h 157"/>
                <a:gd name="T44" fmla="*/ 49 w 162"/>
                <a:gd name="T45" fmla="*/ 147 h 157"/>
                <a:gd name="T46" fmla="*/ 56 w 162"/>
                <a:gd name="T47" fmla="*/ 121 h 157"/>
                <a:gd name="T48" fmla="*/ 65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5" y="83"/>
                  </a:moveTo>
                  <a:cubicBezTo>
                    <a:pt x="66" y="81"/>
                    <a:pt x="74" y="50"/>
                    <a:pt x="75" y="48"/>
                  </a:cubicBezTo>
                  <a:cubicBezTo>
                    <a:pt x="75" y="45"/>
                    <a:pt x="85" y="28"/>
                    <a:pt x="96" y="20"/>
                  </a:cubicBezTo>
                  <a:cubicBezTo>
                    <a:pt x="100" y="17"/>
                    <a:pt x="110" y="10"/>
                    <a:pt x="125" y="10"/>
                  </a:cubicBezTo>
                  <a:cubicBezTo>
                    <a:pt x="128" y="10"/>
                    <a:pt x="137" y="10"/>
                    <a:pt x="144" y="15"/>
                  </a:cubicBezTo>
                  <a:cubicBezTo>
                    <a:pt x="133" y="18"/>
                    <a:pt x="129" y="28"/>
                    <a:pt x="129" y="34"/>
                  </a:cubicBezTo>
                  <a:cubicBezTo>
                    <a:pt x="129" y="42"/>
                    <a:pt x="134" y="47"/>
                    <a:pt x="142" y="47"/>
                  </a:cubicBezTo>
                  <a:cubicBezTo>
                    <a:pt x="151" y="47"/>
                    <a:pt x="162" y="40"/>
                    <a:pt x="162" y="25"/>
                  </a:cubicBezTo>
                  <a:cubicBezTo>
                    <a:pt x="162" y="7"/>
                    <a:pt x="143" y="0"/>
                    <a:pt x="125" y="0"/>
                  </a:cubicBezTo>
                  <a:cubicBezTo>
                    <a:pt x="107" y="0"/>
                    <a:pt x="91" y="7"/>
                    <a:pt x="76" y="25"/>
                  </a:cubicBezTo>
                  <a:cubicBezTo>
                    <a:pt x="70" y="3"/>
                    <a:pt x="48" y="0"/>
                    <a:pt x="40" y="0"/>
                  </a:cubicBezTo>
                  <a:cubicBezTo>
                    <a:pt x="27" y="0"/>
                    <a:pt x="18" y="8"/>
                    <a:pt x="13" y="18"/>
                  </a:cubicBezTo>
                  <a:cubicBezTo>
                    <a:pt x="5" y="31"/>
                    <a:pt x="0" y="52"/>
                    <a:pt x="0" y="53"/>
                  </a:cubicBezTo>
                  <a:cubicBezTo>
                    <a:pt x="0" y="58"/>
                    <a:pt x="5" y="58"/>
                    <a:pt x="6" y="58"/>
                  </a:cubicBezTo>
                  <a:cubicBezTo>
                    <a:pt x="11" y="58"/>
                    <a:pt x="11" y="57"/>
                    <a:pt x="13" y="47"/>
                  </a:cubicBezTo>
                  <a:cubicBezTo>
                    <a:pt x="19" y="26"/>
                    <a:pt x="25" y="10"/>
                    <a:pt x="39" y="10"/>
                  </a:cubicBezTo>
                  <a:cubicBezTo>
                    <a:pt x="48" y="10"/>
                    <a:pt x="50" y="17"/>
                    <a:pt x="50" y="27"/>
                  </a:cubicBezTo>
                  <a:cubicBezTo>
                    <a:pt x="50" y="33"/>
                    <a:pt x="47" y="46"/>
                    <a:pt x="45" y="56"/>
                  </a:cubicBezTo>
                  <a:cubicBezTo>
                    <a:pt x="42" y="65"/>
                    <a:pt x="39" y="80"/>
                    <a:pt x="37" y="87"/>
                  </a:cubicBezTo>
                  <a:lnTo>
                    <a:pt x="26" y="132"/>
                  </a:lnTo>
                  <a:cubicBezTo>
                    <a:pt x="25" y="136"/>
                    <a:pt x="23" y="145"/>
                    <a:pt x="23" y="146"/>
                  </a:cubicBezTo>
                  <a:cubicBezTo>
                    <a:pt x="23" y="154"/>
                    <a:pt x="29" y="157"/>
                    <a:pt x="34" y="157"/>
                  </a:cubicBezTo>
                  <a:cubicBezTo>
                    <a:pt x="40" y="157"/>
                    <a:pt x="47" y="154"/>
                    <a:pt x="49" y="147"/>
                  </a:cubicBezTo>
                  <a:cubicBezTo>
                    <a:pt x="50" y="145"/>
                    <a:pt x="54" y="130"/>
                    <a:pt x="56" y="121"/>
                  </a:cubicBezTo>
                  <a:lnTo>
                    <a:pt x="65"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2"/>
            <p:cNvSpPr>
              <a:spLocks noEditPoints="1"/>
            </p:cNvSpPr>
            <p:nvPr>
              <p:custDataLst>
                <p:tags r:id="rId156"/>
              </p:custDataLst>
            </p:nvPr>
          </p:nvSpPr>
          <p:spPr bwMode="auto">
            <a:xfrm>
              <a:off x="2914650" y="2647950"/>
              <a:ext cx="55563" cy="57150"/>
            </a:xfrm>
            <a:custGeom>
              <a:avLst/>
              <a:gdLst>
                <a:gd name="T0" fmla="*/ 126 w 177"/>
                <a:gd name="T1" fmla="*/ 21 h 157"/>
                <a:gd name="T2" fmla="*/ 90 w 177"/>
                <a:gd name="T3" fmla="*/ 0 h 157"/>
                <a:gd name="T4" fmla="*/ 0 w 177"/>
                <a:gd name="T5" fmla="*/ 99 h 157"/>
                <a:gd name="T6" fmla="*/ 52 w 177"/>
                <a:gd name="T7" fmla="*/ 157 h 157"/>
                <a:gd name="T8" fmla="*/ 102 w 177"/>
                <a:gd name="T9" fmla="*/ 133 h 157"/>
                <a:gd name="T10" fmla="*/ 138 w 177"/>
                <a:gd name="T11" fmla="*/ 157 h 157"/>
                <a:gd name="T12" fmla="*/ 165 w 177"/>
                <a:gd name="T13" fmla="*/ 139 h 157"/>
                <a:gd name="T14" fmla="*/ 177 w 177"/>
                <a:gd name="T15" fmla="*/ 104 h 157"/>
                <a:gd name="T16" fmla="*/ 172 w 177"/>
                <a:gd name="T17" fmla="*/ 99 h 157"/>
                <a:gd name="T18" fmla="*/ 164 w 177"/>
                <a:gd name="T19" fmla="*/ 110 h 157"/>
                <a:gd name="T20" fmla="*/ 139 w 177"/>
                <a:gd name="T21" fmla="*/ 148 h 157"/>
                <a:gd name="T22" fmla="*/ 127 w 177"/>
                <a:gd name="T23" fmla="*/ 130 h 157"/>
                <a:gd name="T24" fmla="*/ 132 w 177"/>
                <a:gd name="T25" fmla="*/ 103 h 157"/>
                <a:gd name="T26" fmla="*/ 140 w 177"/>
                <a:gd name="T27" fmla="*/ 72 h 157"/>
                <a:gd name="T28" fmla="*/ 147 w 177"/>
                <a:gd name="T29" fmla="*/ 45 h 157"/>
                <a:gd name="T30" fmla="*/ 153 w 177"/>
                <a:gd name="T31" fmla="*/ 18 h 157"/>
                <a:gd name="T32" fmla="*/ 142 w 177"/>
                <a:gd name="T33" fmla="*/ 7 h 157"/>
                <a:gd name="T34" fmla="*/ 126 w 177"/>
                <a:gd name="T35" fmla="*/ 21 h 157"/>
                <a:gd name="T36" fmla="*/ 103 w 177"/>
                <a:gd name="T37" fmla="*/ 110 h 157"/>
                <a:gd name="T38" fmla="*/ 85 w 177"/>
                <a:gd name="T39" fmla="*/ 134 h 157"/>
                <a:gd name="T40" fmla="*/ 53 w 177"/>
                <a:gd name="T41" fmla="*/ 148 h 157"/>
                <a:gd name="T42" fmla="*/ 28 w 177"/>
                <a:gd name="T43" fmla="*/ 114 h 157"/>
                <a:gd name="T44" fmla="*/ 46 w 177"/>
                <a:gd name="T45" fmla="*/ 43 h 157"/>
                <a:gd name="T46" fmla="*/ 90 w 177"/>
                <a:gd name="T47" fmla="*/ 10 h 157"/>
                <a:gd name="T48" fmla="*/ 121 w 177"/>
                <a:gd name="T49" fmla="*/ 40 h 157"/>
                <a:gd name="T50" fmla="*/ 120 w 177"/>
                <a:gd name="T51" fmla="*/ 45 h 157"/>
                <a:gd name="T52" fmla="*/ 103 w 177"/>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7">
                  <a:moveTo>
                    <a:pt x="126" y="21"/>
                  </a:moveTo>
                  <a:cubicBezTo>
                    <a:pt x="118" y="9"/>
                    <a:pt x="106" y="0"/>
                    <a:pt x="90" y="0"/>
                  </a:cubicBezTo>
                  <a:cubicBezTo>
                    <a:pt x="45" y="0"/>
                    <a:pt x="0" y="49"/>
                    <a:pt x="0" y="99"/>
                  </a:cubicBezTo>
                  <a:cubicBezTo>
                    <a:pt x="0" y="133"/>
                    <a:pt x="22" y="157"/>
                    <a:pt x="52" y="157"/>
                  </a:cubicBezTo>
                  <a:cubicBezTo>
                    <a:pt x="71" y="157"/>
                    <a:pt x="88" y="147"/>
                    <a:pt x="102" y="133"/>
                  </a:cubicBezTo>
                  <a:cubicBezTo>
                    <a:pt x="108" y="154"/>
                    <a:pt x="129" y="157"/>
                    <a:pt x="138" y="157"/>
                  </a:cubicBezTo>
                  <a:cubicBezTo>
                    <a:pt x="150" y="157"/>
                    <a:pt x="159" y="150"/>
                    <a:pt x="165" y="139"/>
                  </a:cubicBezTo>
                  <a:cubicBezTo>
                    <a:pt x="173" y="125"/>
                    <a:pt x="177" y="105"/>
                    <a:pt x="177" y="104"/>
                  </a:cubicBezTo>
                  <a:cubicBezTo>
                    <a:pt x="177" y="99"/>
                    <a:pt x="173" y="99"/>
                    <a:pt x="172" y="99"/>
                  </a:cubicBezTo>
                  <a:cubicBezTo>
                    <a:pt x="167" y="99"/>
                    <a:pt x="167" y="101"/>
                    <a:pt x="164" y="110"/>
                  </a:cubicBezTo>
                  <a:cubicBezTo>
                    <a:pt x="160" y="127"/>
                    <a:pt x="153" y="148"/>
                    <a:pt x="139" y="148"/>
                  </a:cubicBezTo>
                  <a:cubicBezTo>
                    <a:pt x="130" y="148"/>
                    <a:pt x="127" y="140"/>
                    <a:pt x="127" y="130"/>
                  </a:cubicBezTo>
                  <a:cubicBezTo>
                    <a:pt x="127" y="125"/>
                    <a:pt x="130" y="112"/>
                    <a:pt x="132" y="103"/>
                  </a:cubicBezTo>
                  <a:cubicBezTo>
                    <a:pt x="135" y="94"/>
                    <a:pt x="138" y="79"/>
                    <a:pt x="140" y="72"/>
                  </a:cubicBezTo>
                  <a:lnTo>
                    <a:pt x="147" y="45"/>
                  </a:lnTo>
                  <a:cubicBezTo>
                    <a:pt x="149" y="36"/>
                    <a:pt x="153" y="20"/>
                    <a:pt x="153" y="18"/>
                  </a:cubicBezTo>
                  <a:cubicBezTo>
                    <a:pt x="153" y="10"/>
                    <a:pt x="147" y="7"/>
                    <a:pt x="142" y="7"/>
                  </a:cubicBezTo>
                  <a:cubicBezTo>
                    <a:pt x="136" y="7"/>
                    <a:pt x="128" y="11"/>
                    <a:pt x="126" y="21"/>
                  </a:cubicBezTo>
                  <a:close/>
                  <a:moveTo>
                    <a:pt x="103" y="110"/>
                  </a:moveTo>
                  <a:cubicBezTo>
                    <a:pt x="101" y="120"/>
                    <a:pt x="93" y="127"/>
                    <a:pt x="85" y="134"/>
                  </a:cubicBezTo>
                  <a:cubicBezTo>
                    <a:pt x="82" y="136"/>
                    <a:pt x="68" y="148"/>
                    <a:pt x="53" y="148"/>
                  </a:cubicBezTo>
                  <a:cubicBezTo>
                    <a:pt x="40" y="148"/>
                    <a:pt x="28" y="138"/>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3"/>
            <p:cNvSpPr>
              <a:spLocks/>
            </p:cNvSpPr>
            <p:nvPr>
              <p:custDataLst>
                <p:tags r:id="rId157"/>
              </p:custDataLst>
            </p:nvPr>
          </p:nvSpPr>
          <p:spPr bwMode="auto">
            <a:xfrm>
              <a:off x="2982913" y="2614613"/>
              <a:ext cx="25400" cy="90488"/>
            </a:xfrm>
            <a:custGeom>
              <a:avLst/>
              <a:gdLst>
                <a:gd name="T0" fmla="*/ 77 w 78"/>
                <a:gd name="T1" fmla="*/ 10 h 245"/>
                <a:gd name="T2" fmla="*/ 78 w 78"/>
                <a:gd name="T3" fmla="*/ 5 h 245"/>
                <a:gd name="T4" fmla="*/ 73 w 78"/>
                <a:gd name="T5" fmla="*/ 0 h 245"/>
                <a:gd name="T6" fmla="*/ 28 w 78"/>
                <a:gd name="T7" fmla="*/ 3 h 245"/>
                <a:gd name="T8" fmla="*/ 21 w 78"/>
                <a:gd name="T9" fmla="*/ 11 h 245"/>
                <a:gd name="T10" fmla="*/ 29 w 78"/>
                <a:gd name="T11" fmla="*/ 16 h 245"/>
                <a:gd name="T12" fmla="*/ 46 w 78"/>
                <a:gd name="T13" fmla="*/ 21 h 245"/>
                <a:gd name="T14" fmla="*/ 45 w 78"/>
                <a:gd name="T15" fmla="*/ 29 h 245"/>
                <a:gd name="T16" fmla="*/ 1 w 78"/>
                <a:gd name="T17" fmla="*/ 201 h 245"/>
                <a:gd name="T18" fmla="*/ 0 w 78"/>
                <a:gd name="T19" fmla="*/ 212 h 245"/>
                <a:gd name="T20" fmla="*/ 37 w 78"/>
                <a:gd name="T21" fmla="*/ 245 h 245"/>
                <a:gd name="T22" fmla="*/ 65 w 78"/>
                <a:gd name="T23" fmla="*/ 227 h 245"/>
                <a:gd name="T24" fmla="*/ 77 w 78"/>
                <a:gd name="T25" fmla="*/ 192 h 245"/>
                <a:gd name="T26" fmla="*/ 71 w 78"/>
                <a:gd name="T27" fmla="*/ 187 h 245"/>
                <a:gd name="T28" fmla="*/ 64 w 78"/>
                <a:gd name="T29" fmla="*/ 196 h 245"/>
                <a:gd name="T30" fmla="*/ 38 w 78"/>
                <a:gd name="T31" fmla="*/ 236 h 245"/>
                <a:gd name="T32" fmla="*/ 26 w 78"/>
                <a:gd name="T33" fmla="*/ 218 h 245"/>
                <a:gd name="T34" fmla="*/ 28 w 78"/>
                <a:gd name="T35" fmla="*/ 204 h 245"/>
                <a:gd name="T36" fmla="*/ 77 w 78"/>
                <a:gd name="T37" fmla="*/ 1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5">
                  <a:moveTo>
                    <a:pt x="77" y="10"/>
                  </a:moveTo>
                  <a:cubicBezTo>
                    <a:pt x="77" y="9"/>
                    <a:pt x="78" y="5"/>
                    <a:pt x="78" y="5"/>
                  </a:cubicBezTo>
                  <a:cubicBezTo>
                    <a:pt x="78" y="3"/>
                    <a:pt x="77" y="0"/>
                    <a:pt x="73" y="0"/>
                  </a:cubicBezTo>
                  <a:cubicBezTo>
                    <a:pt x="66" y="0"/>
                    <a:pt x="37" y="3"/>
                    <a:pt x="28" y="3"/>
                  </a:cubicBezTo>
                  <a:cubicBezTo>
                    <a:pt x="25" y="4"/>
                    <a:pt x="21" y="4"/>
                    <a:pt x="21" y="11"/>
                  </a:cubicBezTo>
                  <a:cubicBezTo>
                    <a:pt x="21" y="16"/>
                    <a:pt x="25" y="16"/>
                    <a:pt x="29" y="16"/>
                  </a:cubicBezTo>
                  <a:cubicBezTo>
                    <a:pt x="46" y="16"/>
                    <a:pt x="46" y="19"/>
                    <a:pt x="46" y="21"/>
                  </a:cubicBezTo>
                  <a:cubicBezTo>
                    <a:pt x="46" y="24"/>
                    <a:pt x="45" y="26"/>
                    <a:pt x="45" y="29"/>
                  </a:cubicBezTo>
                  <a:lnTo>
                    <a:pt x="1" y="201"/>
                  </a:lnTo>
                  <a:cubicBezTo>
                    <a:pt x="0" y="205"/>
                    <a:pt x="0" y="209"/>
                    <a:pt x="0" y="212"/>
                  </a:cubicBezTo>
                  <a:cubicBezTo>
                    <a:pt x="0" y="235"/>
                    <a:pt x="20" y="245"/>
                    <a:pt x="37" y="245"/>
                  </a:cubicBezTo>
                  <a:cubicBezTo>
                    <a:pt x="45" y="245"/>
                    <a:pt x="55" y="243"/>
                    <a:pt x="65" y="227"/>
                  </a:cubicBezTo>
                  <a:cubicBezTo>
                    <a:pt x="72" y="214"/>
                    <a:pt x="77" y="193"/>
                    <a:pt x="77" y="192"/>
                  </a:cubicBezTo>
                  <a:cubicBezTo>
                    <a:pt x="77" y="187"/>
                    <a:pt x="72" y="187"/>
                    <a:pt x="71" y="187"/>
                  </a:cubicBezTo>
                  <a:cubicBezTo>
                    <a:pt x="66" y="187"/>
                    <a:pt x="66" y="190"/>
                    <a:pt x="64" y="196"/>
                  </a:cubicBezTo>
                  <a:cubicBezTo>
                    <a:pt x="60" y="213"/>
                    <a:pt x="53" y="236"/>
                    <a:pt x="38" y="236"/>
                  </a:cubicBezTo>
                  <a:cubicBezTo>
                    <a:pt x="29" y="236"/>
                    <a:pt x="26" y="227"/>
                    <a:pt x="26" y="218"/>
                  </a:cubicBezTo>
                  <a:cubicBezTo>
                    <a:pt x="26" y="215"/>
                    <a:pt x="27" y="208"/>
                    <a:pt x="28" y="204"/>
                  </a:cubicBezTo>
                  <a:lnTo>
                    <a:pt x="77"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noEditPoints="1"/>
            </p:cNvSpPr>
            <p:nvPr>
              <p:custDataLst>
                <p:tags r:id="rId158"/>
              </p:custDataLst>
            </p:nvPr>
          </p:nvSpPr>
          <p:spPr bwMode="auto">
            <a:xfrm>
              <a:off x="3024188" y="2647950"/>
              <a:ext cx="47625" cy="57150"/>
            </a:xfrm>
            <a:custGeom>
              <a:avLst/>
              <a:gdLst>
                <a:gd name="T0" fmla="*/ 55 w 150"/>
                <a:gd name="T1" fmla="*/ 74 h 157"/>
                <a:gd name="T2" fmla="*/ 111 w 150"/>
                <a:gd name="T3" fmla="*/ 67 h 157"/>
                <a:gd name="T4" fmla="*/ 142 w 150"/>
                <a:gd name="T5" fmla="*/ 31 h 157"/>
                <a:gd name="T6" fmla="*/ 99 w 150"/>
                <a:gd name="T7" fmla="*/ 0 h 157"/>
                <a:gd name="T8" fmla="*/ 0 w 150"/>
                <a:gd name="T9" fmla="*/ 92 h 157"/>
                <a:gd name="T10" fmla="*/ 63 w 150"/>
                <a:gd name="T11" fmla="*/ 157 h 157"/>
                <a:gd name="T12" fmla="*/ 150 w 150"/>
                <a:gd name="T13" fmla="*/ 118 h 157"/>
                <a:gd name="T14" fmla="*/ 144 w 150"/>
                <a:gd name="T15" fmla="*/ 112 h 157"/>
                <a:gd name="T16" fmla="*/ 138 w 150"/>
                <a:gd name="T17" fmla="*/ 115 h 157"/>
                <a:gd name="T18" fmla="*/ 64 w 150"/>
                <a:gd name="T19" fmla="*/ 148 h 157"/>
                <a:gd name="T20" fmla="*/ 29 w 150"/>
                <a:gd name="T21" fmla="*/ 105 h 157"/>
                <a:gd name="T22" fmla="*/ 33 w 150"/>
                <a:gd name="T23" fmla="*/ 74 h 157"/>
                <a:gd name="T24" fmla="*/ 55 w 150"/>
                <a:gd name="T25" fmla="*/ 74 h 157"/>
                <a:gd name="T26" fmla="*/ 36 w 150"/>
                <a:gd name="T27" fmla="*/ 65 h 157"/>
                <a:gd name="T28" fmla="*/ 99 w 150"/>
                <a:gd name="T29" fmla="*/ 10 h 157"/>
                <a:gd name="T30" fmla="*/ 127 w 150"/>
                <a:gd name="T31" fmla="*/ 31 h 157"/>
                <a:gd name="T32" fmla="*/ 53 w 150"/>
                <a:gd name="T33" fmla="*/ 65 h 157"/>
                <a:gd name="T34" fmla="*/ 36 w 150"/>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7">
                  <a:moveTo>
                    <a:pt x="55" y="74"/>
                  </a:moveTo>
                  <a:cubicBezTo>
                    <a:pt x="65" y="74"/>
                    <a:pt x="93" y="74"/>
                    <a:pt x="111" y="67"/>
                  </a:cubicBezTo>
                  <a:cubicBezTo>
                    <a:pt x="137" y="58"/>
                    <a:pt x="142" y="41"/>
                    <a:pt x="142" y="31"/>
                  </a:cubicBezTo>
                  <a:cubicBezTo>
                    <a:pt x="142" y="12"/>
                    <a:pt x="123" y="0"/>
                    <a:pt x="99" y="0"/>
                  </a:cubicBezTo>
                  <a:cubicBezTo>
                    <a:pt x="57" y="0"/>
                    <a:pt x="0" y="32"/>
                    <a:pt x="0" y="92"/>
                  </a:cubicBezTo>
                  <a:cubicBezTo>
                    <a:pt x="0" y="127"/>
                    <a:pt x="22" y="157"/>
                    <a:pt x="63" y="157"/>
                  </a:cubicBezTo>
                  <a:cubicBezTo>
                    <a:pt x="122" y="157"/>
                    <a:pt x="150" y="123"/>
                    <a:pt x="150" y="118"/>
                  </a:cubicBezTo>
                  <a:cubicBezTo>
                    <a:pt x="150" y="116"/>
                    <a:pt x="147" y="112"/>
                    <a:pt x="144" y="112"/>
                  </a:cubicBezTo>
                  <a:cubicBezTo>
                    <a:pt x="142" y="112"/>
                    <a:pt x="141" y="113"/>
                    <a:pt x="138" y="115"/>
                  </a:cubicBezTo>
                  <a:cubicBezTo>
                    <a:pt x="111" y="148"/>
                    <a:pt x="70" y="148"/>
                    <a:pt x="64" y="148"/>
                  </a:cubicBezTo>
                  <a:cubicBezTo>
                    <a:pt x="43" y="148"/>
                    <a:pt x="29" y="134"/>
                    <a:pt x="29" y="105"/>
                  </a:cubicBezTo>
                  <a:cubicBezTo>
                    <a:pt x="29" y="100"/>
                    <a:pt x="29" y="94"/>
                    <a:pt x="33" y="74"/>
                  </a:cubicBezTo>
                  <a:lnTo>
                    <a:pt x="55" y="74"/>
                  </a:lnTo>
                  <a:close/>
                  <a:moveTo>
                    <a:pt x="36" y="65"/>
                  </a:moveTo>
                  <a:cubicBezTo>
                    <a:pt x="50" y="14"/>
                    <a:pt x="89" y="10"/>
                    <a:pt x="99" y="10"/>
                  </a:cubicBezTo>
                  <a:cubicBezTo>
                    <a:pt x="114" y="10"/>
                    <a:pt x="127" y="17"/>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5"/>
            <p:cNvSpPr>
              <a:spLocks/>
            </p:cNvSpPr>
            <p:nvPr>
              <p:custDataLst>
                <p:tags r:id="rId159"/>
              </p:custDataLst>
            </p:nvPr>
          </p:nvSpPr>
          <p:spPr bwMode="auto">
            <a:xfrm>
              <a:off x="3082925" y="2647950"/>
              <a:ext cx="47625" cy="57150"/>
            </a:xfrm>
            <a:custGeom>
              <a:avLst/>
              <a:gdLst>
                <a:gd name="T0" fmla="*/ 131 w 151"/>
                <a:gd name="T1" fmla="*/ 20 h 157"/>
                <a:gd name="T2" fmla="*/ 113 w 151"/>
                <a:gd name="T3" fmla="*/ 40 h 157"/>
                <a:gd name="T4" fmla="*/ 127 w 151"/>
                <a:gd name="T5" fmla="*/ 53 h 157"/>
                <a:gd name="T6" fmla="*/ 147 w 151"/>
                <a:gd name="T7" fmla="*/ 30 h 157"/>
                <a:gd name="T8" fmla="*/ 101 w 151"/>
                <a:gd name="T9" fmla="*/ 0 h 157"/>
                <a:gd name="T10" fmla="*/ 0 w 151"/>
                <a:gd name="T11" fmla="*/ 97 h 157"/>
                <a:gd name="T12" fmla="*/ 64 w 151"/>
                <a:gd name="T13" fmla="*/ 157 h 157"/>
                <a:gd name="T14" fmla="*/ 151 w 151"/>
                <a:gd name="T15" fmla="*/ 118 h 157"/>
                <a:gd name="T16" fmla="*/ 145 w 151"/>
                <a:gd name="T17" fmla="*/ 112 h 157"/>
                <a:gd name="T18" fmla="*/ 139 w 151"/>
                <a:gd name="T19" fmla="*/ 115 h 157"/>
                <a:gd name="T20" fmla="*/ 65 w 151"/>
                <a:gd name="T21" fmla="*/ 148 h 157"/>
                <a:gd name="T22" fmla="*/ 29 w 151"/>
                <a:gd name="T23" fmla="*/ 109 h 157"/>
                <a:gd name="T24" fmla="*/ 52 w 151"/>
                <a:gd name="T25" fmla="*/ 37 h 157"/>
                <a:gd name="T26" fmla="*/ 101 w 151"/>
                <a:gd name="T27" fmla="*/ 10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8" y="22"/>
                    <a:pt x="113" y="32"/>
                    <a:pt x="113" y="40"/>
                  </a:cubicBezTo>
                  <a:cubicBezTo>
                    <a:pt x="113" y="49"/>
                    <a:pt x="120" y="53"/>
                    <a:pt x="127" y="53"/>
                  </a:cubicBezTo>
                  <a:cubicBezTo>
                    <a:pt x="134" y="53"/>
                    <a:pt x="147" y="47"/>
                    <a:pt x="147" y="30"/>
                  </a:cubicBezTo>
                  <a:cubicBezTo>
                    <a:pt x="147" y="7"/>
                    <a:pt x="119" y="0"/>
                    <a:pt x="101" y="0"/>
                  </a:cubicBezTo>
                  <a:cubicBezTo>
                    <a:pt x="48" y="0"/>
                    <a:pt x="0" y="48"/>
                    <a:pt x="0" y="97"/>
                  </a:cubicBezTo>
                  <a:cubicBezTo>
                    <a:pt x="0" y="127"/>
                    <a:pt x="21" y="157"/>
                    <a:pt x="64" y="157"/>
                  </a:cubicBezTo>
                  <a:cubicBezTo>
                    <a:pt x="123" y="157"/>
                    <a:pt x="151" y="123"/>
                    <a:pt x="151" y="118"/>
                  </a:cubicBezTo>
                  <a:cubicBezTo>
                    <a:pt x="151" y="116"/>
                    <a:pt x="148" y="112"/>
                    <a:pt x="145" y="112"/>
                  </a:cubicBezTo>
                  <a:cubicBezTo>
                    <a:pt x="143" y="112"/>
                    <a:pt x="142" y="113"/>
                    <a:pt x="139" y="115"/>
                  </a:cubicBezTo>
                  <a:cubicBezTo>
                    <a:pt x="112" y="148"/>
                    <a:pt x="71" y="148"/>
                    <a:pt x="65" y="148"/>
                  </a:cubicBezTo>
                  <a:cubicBezTo>
                    <a:pt x="40" y="148"/>
                    <a:pt x="29" y="130"/>
                    <a:pt x="29" y="109"/>
                  </a:cubicBezTo>
                  <a:cubicBezTo>
                    <a:pt x="29" y="99"/>
                    <a:pt x="34" y="61"/>
                    <a:pt x="52" y="37"/>
                  </a:cubicBezTo>
                  <a:cubicBezTo>
                    <a:pt x="65" y="20"/>
                    <a:pt x="83" y="10"/>
                    <a:pt x="101" y="10"/>
                  </a:cubicBezTo>
                  <a:cubicBezTo>
                    <a:pt x="105" y="10"/>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6"/>
            <p:cNvSpPr>
              <a:spLocks/>
            </p:cNvSpPr>
            <p:nvPr>
              <p:custDataLst>
                <p:tags r:id="rId160"/>
              </p:custDataLst>
            </p:nvPr>
          </p:nvSpPr>
          <p:spPr bwMode="auto">
            <a:xfrm>
              <a:off x="3144838" y="2689225"/>
              <a:ext cx="12700" cy="14288"/>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7"/>
                    <a:pt x="30" y="0"/>
                    <a:pt x="20" y="0"/>
                  </a:cubicBezTo>
                  <a:cubicBezTo>
                    <a:pt x="9" y="0"/>
                    <a:pt x="0" y="9"/>
                    <a:pt x="0" y="20"/>
                  </a:cubicBezTo>
                  <a:cubicBezTo>
                    <a:pt x="0" y="32"/>
                    <a:pt x="11" y="40"/>
                    <a:pt x="20" y="40"/>
                  </a:cubicBezTo>
                  <a:cubicBezTo>
                    <a:pt x="32" y="40"/>
                    <a:pt x="40" y="30"/>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7"/>
            <p:cNvSpPr>
              <a:spLocks noEditPoints="1"/>
            </p:cNvSpPr>
            <p:nvPr>
              <p:custDataLst>
                <p:tags r:id="rId161"/>
              </p:custDataLst>
            </p:nvPr>
          </p:nvSpPr>
          <p:spPr bwMode="auto">
            <a:xfrm>
              <a:off x="3175000" y="2619375"/>
              <a:ext cx="33338" cy="85725"/>
            </a:xfrm>
            <a:custGeom>
              <a:avLst/>
              <a:gdLst>
                <a:gd name="T0" fmla="*/ 97 w 106"/>
                <a:gd name="T1" fmla="*/ 13 h 234"/>
                <a:gd name="T2" fmla="*/ 83 w 106"/>
                <a:gd name="T3" fmla="*/ 0 h 234"/>
                <a:gd name="T4" fmla="*/ 63 w 106"/>
                <a:gd name="T5" fmla="*/ 19 h 234"/>
                <a:gd name="T6" fmla="*/ 77 w 106"/>
                <a:gd name="T7" fmla="*/ 32 h 234"/>
                <a:gd name="T8" fmla="*/ 97 w 106"/>
                <a:gd name="T9" fmla="*/ 13 h 234"/>
                <a:gd name="T10" fmla="*/ 25 w 106"/>
                <a:gd name="T11" fmla="*/ 190 h 234"/>
                <a:gd name="T12" fmla="*/ 22 w 106"/>
                <a:gd name="T13" fmla="*/ 205 h 234"/>
                <a:gd name="T14" fmla="*/ 55 w 106"/>
                <a:gd name="T15" fmla="*/ 234 h 234"/>
                <a:gd name="T16" fmla="*/ 106 w 106"/>
                <a:gd name="T17" fmla="*/ 181 h 234"/>
                <a:gd name="T18" fmla="*/ 100 w 106"/>
                <a:gd name="T19" fmla="*/ 176 h 234"/>
                <a:gd name="T20" fmla="*/ 93 w 106"/>
                <a:gd name="T21" fmla="*/ 182 h 234"/>
                <a:gd name="T22" fmla="*/ 56 w 106"/>
                <a:gd name="T23" fmla="*/ 225 h 234"/>
                <a:gd name="T24" fmla="*/ 48 w 106"/>
                <a:gd name="T25" fmla="*/ 212 h 234"/>
                <a:gd name="T26" fmla="*/ 53 w 106"/>
                <a:gd name="T27" fmla="*/ 190 h 234"/>
                <a:gd name="T28" fmla="*/ 64 w 106"/>
                <a:gd name="T29" fmla="*/ 162 h 234"/>
                <a:gd name="T30" fmla="*/ 82 w 106"/>
                <a:gd name="T31" fmla="*/ 118 h 234"/>
                <a:gd name="T32" fmla="*/ 84 w 106"/>
                <a:gd name="T33" fmla="*/ 107 h 234"/>
                <a:gd name="T34" fmla="*/ 51 w 106"/>
                <a:gd name="T35" fmla="*/ 77 h 234"/>
                <a:gd name="T36" fmla="*/ 0 w 106"/>
                <a:gd name="T37" fmla="*/ 130 h 234"/>
                <a:gd name="T38" fmla="*/ 6 w 106"/>
                <a:gd name="T39" fmla="*/ 135 h 234"/>
                <a:gd name="T40" fmla="*/ 12 w 106"/>
                <a:gd name="T41" fmla="*/ 129 h 234"/>
                <a:gd name="T42" fmla="*/ 49 w 106"/>
                <a:gd name="T43" fmla="*/ 87 h 234"/>
                <a:gd name="T44" fmla="*/ 58 w 106"/>
                <a:gd name="T45" fmla="*/ 99 h 234"/>
                <a:gd name="T46" fmla="*/ 47 w 106"/>
                <a:gd name="T47" fmla="*/ 134 h 234"/>
                <a:gd name="T48" fmla="*/ 25 w 106"/>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4">
                  <a:moveTo>
                    <a:pt x="97" y="13"/>
                  </a:moveTo>
                  <a:cubicBezTo>
                    <a:pt x="97" y="7"/>
                    <a:pt x="92" y="0"/>
                    <a:pt x="83" y="0"/>
                  </a:cubicBezTo>
                  <a:cubicBezTo>
                    <a:pt x="73" y="0"/>
                    <a:pt x="63" y="9"/>
                    <a:pt x="63" y="19"/>
                  </a:cubicBezTo>
                  <a:cubicBezTo>
                    <a:pt x="63" y="25"/>
                    <a:pt x="68" y="32"/>
                    <a:pt x="77" y="32"/>
                  </a:cubicBezTo>
                  <a:cubicBezTo>
                    <a:pt x="87" y="32"/>
                    <a:pt x="97" y="22"/>
                    <a:pt x="97" y="13"/>
                  </a:cubicBezTo>
                  <a:close/>
                  <a:moveTo>
                    <a:pt x="25" y="190"/>
                  </a:moveTo>
                  <a:cubicBezTo>
                    <a:pt x="24" y="195"/>
                    <a:pt x="22" y="199"/>
                    <a:pt x="22" y="205"/>
                  </a:cubicBezTo>
                  <a:cubicBezTo>
                    <a:pt x="22" y="221"/>
                    <a:pt x="36" y="234"/>
                    <a:pt x="55" y="234"/>
                  </a:cubicBezTo>
                  <a:cubicBezTo>
                    <a:pt x="90" y="234"/>
                    <a:pt x="106" y="186"/>
                    <a:pt x="106" y="181"/>
                  </a:cubicBezTo>
                  <a:cubicBezTo>
                    <a:pt x="106" y="176"/>
                    <a:pt x="101" y="176"/>
                    <a:pt x="100" y="176"/>
                  </a:cubicBezTo>
                  <a:cubicBezTo>
                    <a:pt x="95" y="176"/>
                    <a:pt x="95" y="179"/>
                    <a:pt x="93" y="182"/>
                  </a:cubicBezTo>
                  <a:cubicBezTo>
                    <a:pt x="85" y="210"/>
                    <a:pt x="70" y="225"/>
                    <a:pt x="56" y="225"/>
                  </a:cubicBezTo>
                  <a:cubicBezTo>
                    <a:pt x="49" y="225"/>
                    <a:pt x="48" y="220"/>
                    <a:pt x="48" y="212"/>
                  </a:cubicBezTo>
                  <a:cubicBezTo>
                    <a:pt x="48" y="204"/>
                    <a:pt x="50" y="198"/>
                    <a:pt x="53" y="190"/>
                  </a:cubicBezTo>
                  <a:cubicBezTo>
                    <a:pt x="57" y="181"/>
                    <a:pt x="61" y="171"/>
                    <a:pt x="64" y="162"/>
                  </a:cubicBezTo>
                  <a:cubicBezTo>
                    <a:pt x="68" y="154"/>
                    <a:pt x="80" y="122"/>
                    <a:pt x="82" y="118"/>
                  </a:cubicBezTo>
                  <a:cubicBezTo>
                    <a:pt x="83" y="114"/>
                    <a:pt x="84" y="110"/>
                    <a:pt x="84" y="107"/>
                  </a:cubicBezTo>
                  <a:cubicBezTo>
                    <a:pt x="84" y="90"/>
                    <a:pt x="70" y="77"/>
                    <a:pt x="51" y="77"/>
                  </a:cubicBezTo>
                  <a:cubicBezTo>
                    <a:pt x="16" y="77"/>
                    <a:pt x="0" y="124"/>
                    <a:pt x="0" y="130"/>
                  </a:cubicBezTo>
                  <a:cubicBezTo>
                    <a:pt x="0" y="135"/>
                    <a:pt x="5" y="135"/>
                    <a:pt x="6" y="135"/>
                  </a:cubicBezTo>
                  <a:cubicBezTo>
                    <a:pt x="11" y="135"/>
                    <a:pt x="11" y="133"/>
                    <a:pt x="12" y="129"/>
                  </a:cubicBezTo>
                  <a:cubicBezTo>
                    <a:pt x="21" y="99"/>
                    <a:pt x="37"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8"/>
            <p:cNvSpPr>
              <a:spLocks/>
            </p:cNvSpPr>
            <p:nvPr>
              <p:custDataLst>
                <p:tags r:id="rId162"/>
              </p:custDataLst>
            </p:nvPr>
          </p:nvSpPr>
          <p:spPr bwMode="auto">
            <a:xfrm>
              <a:off x="3219450" y="2647950"/>
              <a:ext cx="101600" cy="57150"/>
            </a:xfrm>
            <a:custGeom>
              <a:avLst/>
              <a:gdLst>
                <a:gd name="T0" fmla="*/ 135 w 320"/>
                <a:gd name="T1" fmla="*/ 126 h 157"/>
                <a:gd name="T2" fmla="*/ 130 w 320"/>
                <a:gd name="T3" fmla="*/ 146 h 157"/>
                <a:gd name="T4" fmla="*/ 142 w 320"/>
                <a:gd name="T5" fmla="*/ 157 h 157"/>
                <a:gd name="T6" fmla="*/ 155 w 320"/>
                <a:gd name="T7" fmla="*/ 150 h 157"/>
                <a:gd name="T8" fmla="*/ 162 w 320"/>
                <a:gd name="T9" fmla="*/ 128 h 157"/>
                <a:gd name="T10" fmla="*/ 169 w 320"/>
                <a:gd name="T11" fmla="*/ 97 h 157"/>
                <a:gd name="T12" fmla="*/ 175 w 320"/>
                <a:gd name="T13" fmla="*/ 73 h 157"/>
                <a:gd name="T14" fmla="*/ 186 w 320"/>
                <a:gd name="T15" fmla="*/ 47 h 157"/>
                <a:gd name="T16" fmla="*/ 242 w 320"/>
                <a:gd name="T17" fmla="*/ 10 h 157"/>
                <a:gd name="T18" fmla="*/ 262 w 320"/>
                <a:gd name="T19" fmla="*/ 34 h 157"/>
                <a:gd name="T20" fmla="*/ 242 w 320"/>
                <a:gd name="T21" fmla="*/ 108 h 157"/>
                <a:gd name="T22" fmla="*/ 237 w 320"/>
                <a:gd name="T23" fmla="*/ 127 h 157"/>
                <a:gd name="T24" fmla="*/ 270 w 320"/>
                <a:gd name="T25" fmla="*/ 157 h 157"/>
                <a:gd name="T26" fmla="*/ 320 w 320"/>
                <a:gd name="T27" fmla="*/ 104 h 157"/>
                <a:gd name="T28" fmla="*/ 314 w 320"/>
                <a:gd name="T29" fmla="*/ 99 h 157"/>
                <a:gd name="T30" fmla="*/ 308 w 320"/>
                <a:gd name="T31" fmla="*/ 105 h 157"/>
                <a:gd name="T32" fmla="*/ 271 w 320"/>
                <a:gd name="T33" fmla="*/ 148 h 157"/>
                <a:gd name="T34" fmla="*/ 262 w 320"/>
                <a:gd name="T35" fmla="*/ 135 h 157"/>
                <a:gd name="T36" fmla="*/ 270 w 320"/>
                <a:gd name="T37" fmla="*/ 107 h 157"/>
                <a:gd name="T38" fmla="*/ 288 w 320"/>
                <a:gd name="T39" fmla="*/ 40 h 157"/>
                <a:gd name="T40" fmla="*/ 276 w 320"/>
                <a:gd name="T41" fmla="*/ 9 h 157"/>
                <a:gd name="T42" fmla="*/ 243 w 320"/>
                <a:gd name="T43" fmla="*/ 0 h 157"/>
                <a:gd name="T44" fmla="*/ 181 w 320"/>
                <a:gd name="T45" fmla="*/ 35 h 157"/>
                <a:gd name="T46" fmla="*/ 136 w 320"/>
                <a:gd name="T47" fmla="*/ 0 h 157"/>
                <a:gd name="T48" fmla="*/ 77 w 320"/>
                <a:gd name="T49" fmla="*/ 32 h 157"/>
                <a:gd name="T50" fmla="*/ 40 w 320"/>
                <a:gd name="T51" fmla="*/ 0 h 157"/>
                <a:gd name="T52" fmla="*/ 12 w 320"/>
                <a:gd name="T53" fmla="*/ 19 h 157"/>
                <a:gd name="T54" fmla="*/ 0 w 320"/>
                <a:gd name="T55" fmla="*/ 53 h 157"/>
                <a:gd name="T56" fmla="*/ 6 w 320"/>
                <a:gd name="T57" fmla="*/ 58 h 157"/>
                <a:gd name="T58" fmla="*/ 13 w 320"/>
                <a:gd name="T59" fmla="*/ 47 h 157"/>
                <a:gd name="T60" fmla="*/ 39 w 320"/>
                <a:gd name="T61" fmla="*/ 10 h 157"/>
                <a:gd name="T62" fmla="*/ 50 w 320"/>
                <a:gd name="T63" fmla="*/ 27 h 157"/>
                <a:gd name="T64" fmla="*/ 45 w 320"/>
                <a:gd name="T65" fmla="*/ 56 h 157"/>
                <a:gd name="T66" fmla="*/ 37 w 320"/>
                <a:gd name="T67" fmla="*/ 87 h 157"/>
                <a:gd name="T68" fmla="*/ 26 w 320"/>
                <a:gd name="T69" fmla="*/ 132 h 157"/>
                <a:gd name="T70" fmla="*/ 22 w 320"/>
                <a:gd name="T71" fmla="*/ 146 h 157"/>
                <a:gd name="T72" fmla="*/ 34 w 320"/>
                <a:gd name="T73" fmla="*/ 157 h 157"/>
                <a:gd name="T74" fmla="*/ 48 w 320"/>
                <a:gd name="T75" fmla="*/ 150 h 157"/>
                <a:gd name="T76" fmla="*/ 54 w 320"/>
                <a:gd name="T77" fmla="*/ 128 h 157"/>
                <a:gd name="T78" fmla="*/ 62 w 320"/>
                <a:gd name="T79" fmla="*/ 97 h 157"/>
                <a:gd name="T80" fmla="*/ 68 w 320"/>
                <a:gd name="T81" fmla="*/ 73 h 157"/>
                <a:gd name="T82" fmla="*/ 82 w 320"/>
                <a:gd name="T83" fmla="*/ 42 h 157"/>
                <a:gd name="T84" fmla="*/ 135 w 320"/>
                <a:gd name="T85" fmla="*/ 10 h 157"/>
                <a:gd name="T86" fmla="*/ 155 w 320"/>
                <a:gd name="T87" fmla="*/ 34 h 157"/>
                <a:gd name="T88" fmla="*/ 149 w 320"/>
                <a:gd name="T89" fmla="*/ 67 h 157"/>
                <a:gd name="T90" fmla="*/ 135 w 320"/>
                <a:gd name="T91" fmla="*/ 126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157">
                  <a:moveTo>
                    <a:pt x="135" y="126"/>
                  </a:moveTo>
                  <a:cubicBezTo>
                    <a:pt x="133" y="133"/>
                    <a:pt x="130" y="144"/>
                    <a:pt x="130" y="146"/>
                  </a:cubicBezTo>
                  <a:cubicBezTo>
                    <a:pt x="130" y="154"/>
                    <a:pt x="136" y="157"/>
                    <a:pt x="142" y="157"/>
                  </a:cubicBezTo>
                  <a:cubicBezTo>
                    <a:pt x="148" y="157"/>
                    <a:pt x="154" y="153"/>
                    <a:pt x="155" y="150"/>
                  </a:cubicBezTo>
                  <a:cubicBezTo>
                    <a:pt x="157" y="147"/>
                    <a:pt x="160" y="135"/>
                    <a:pt x="162" y="128"/>
                  </a:cubicBezTo>
                  <a:cubicBezTo>
                    <a:pt x="163" y="121"/>
                    <a:pt x="167" y="105"/>
                    <a:pt x="169" y="97"/>
                  </a:cubicBezTo>
                  <a:cubicBezTo>
                    <a:pt x="171" y="89"/>
                    <a:pt x="173" y="81"/>
                    <a:pt x="175" y="73"/>
                  </a:cubicBezTo>
                  <a:cubicBezTo>
                    <a:pt x="179" y="58"/>
                    <a:pt x="179" y="58"/>
                    <a:pt x="186" y="47"/>
                  </a:cubicBezTo>
                  <a:cubicBezTo>
                    <a:pt x="197" y="30"/>
                    <a:pt x="215" y="10"/>
                    <a:pt x="242" y="10"/>
                  </a:cubicBezTo>
                  <a:cubicBezTo>
                    <a:pt x="261" y="10"/>
                    <a:pt x="262" y="26"/>
                    <a:pt x="262" y="34"/>
                  </a:cubicBezTo>
                  <a:cubicBezTo>
                    <a:pt x="262" y="55"/>
                    <a:pt x="247" y="94"/>
                    <a:pt x="242" y="108"/>
                  </a:cubicBezTo>
                  <a:cubicBezTo>
                    <a:pt x="238" y="118"/>
                    <a:pt x="237" y="121"/>
                    <a:pt x="237" y="127"/>
                  </a:cubicBezTo>
                  <a:cubicBezTo>
                    <a:pt x="237" y="146"/>
                    <a:pt x="252" y="157"/>
                    <a:pt x="270" y="157"/>
                  </a:cubicBezTo>
                  <a:cubicBezTo>
                    <a:pt x="305" y="157"/>
                    <a:pt x="320" y="109"/>
                    <a:pt x="320" y="104"/>
                  </a:cubicBezTo>
                  <a:cubicBezTo>
                    <a:pt x="320" y="99"/>
                    <a:pt x="315" y="99"/>
                    <a:pt x="314" y="99"/>
                  </a:cubicBezTo>
                  <a:cubicBezTo>
                    <a:pt x="309" y="99"/>
                    <a:pt x="309" y="102"/>
                    <a:pt x="308" y="105"/>
                  </a:cubicBezTo>
                  <a:cubicBezTo>
                    <a:pt x="300" y="133"/>
                    <a:pt x="285" y="148"/>
                    <a:pt x="271" y="148"/>
                  </a:cubicBezTo>
                  <a:cubicBezTo>
                    <a:pt x="263" y="148"/>
                    <a:pt x="262" y="143"/>
                    <a:pt x="262" y="135"/>
                  </a:cubicBezTo>
                  <a:cubicBezTo>
                    <a:pt x="262" y="127"/>
                    <a:pt x="264" y="123"/>
                    <a:pt x="270" y="107"/>
                  </a:cubicBezTo>
                  <a:cubicBezTo>
                    <a:pt x="274" y="96"/>
                    <a:pt x="288" y="59"/>
                    <a:pt x="288" y="40"/>
                  </a:cubicBezTo>
                  <a:cubicBezTo>
                    <a:pt x="288" y="34"/>
                    <a:pt x="288" y="20"/>
                    <a:pt x="276" y="9"/>
                  </a:cubicBezTo>
                  <a:cubicBezTo>
                    <a:pt x="270" y="5"/>
                    <a:pt x="260" y="0"/>
                    <a:pt x="243" y="0"/>
                  </a:cubicBezTo>
                  <a:cubicBezTo>
                    <a:pt x="212" y="0"/>
                    <a:pt x="193" y="21"/>
                    <a:pt x="181" y="35"/>
                  </a:cubicBezTo>
                  <a:cubicBezTo>
                    <a:pt x="179" y="6"/>
                    <a:pt x="154" y="0"/>
                    <a:pt x="136" y="0"/>
                  </a:cubicBezTo>
                  <a:cubicBezTo>
                    <a:pt x="107" y="0"/>
                    <a:pt x="88" y="18"/>
                    <a:pt x="77" y="32"/>
                  </a:cubicBezTo>
                  <a:cubicBezTo>
                    <a:pt x="75" y="8"/>
                    <a:pt x="54" y="0"/>
                    <a:pt x="40" y="0"/>
                  </a:cubicBezTo>
                  <a:cubicBezTo>
                    <a:pt x="25" y="0"/>
                    <a:pt x="17" y="11"/>
                    <a:pt x="12" y="19"/>
                  </a:cubicBezTo>
                  <a:cubicBezTo>
                    <a:pt x="5" y="32"/>
                    <a:pt x="0" y="52"/>
                    <a:pt x="0" y="53"/>
                  </a:cubicBezTo>
                  <a:cubicBezTo>
                    <a:pt x="0" y="58"/>
                    <a:pt x="5" y="58"/>
                    <a:pt x="6" y="58"/>
                  </a:cubicBezTo>
                  <a:cubicBezTo>
                    <a:pt x="11" y="58"/>
                    <a:pt x="11" y="57"/>
                    <a:pt x="13" y="47"/>
                  </a:cubicBezTo>
                  <a:cubicBezTo>
                    <a:pt x="19" y="27"/>
                    <a:pt x="25" y="10"/>
                    <a:pt x="39" y="10"/>
                  </a:cubicBezTo>
                  <a:cubicBezTo>
                    <a:pt x="48" y="10"/>
                    <a:pt x="50" y="17"/>
                    <a:pt x="50" y="27"/>
                  </a:cubicBezTo>
                  <a:cubicBezTo>
                    <a:pt x="50" y="33"/>
                    <a:pt x="47" y="46"/>
                    <a:pt x="45" y="56"/>
                  </a:cubicBezTo>
                  <a:cubicBezTo>
                    <a:pt x="42" y="65"/>
                    <a:pt x="39" y="80"/>
                    <a:pt x="37" y="87"/>
                  </a:cubicBezTo>
                  <a:lnTo>
                    <a:pt x="26" y="132"/>
                  </a:lnTo>
                  <a:cubicBezTo>
                    <a:pt x="25" y="136"/>
                    <a:pt x="22" y="145"/>
                    <a:pt x="22" y="146"/>
                  </a:cubicBezTo>
                  <a:cubicBezTo>
                    <a:pt x="22" y="154"/>
                    <a:pt x="29" y="157"/>
                    <a:pt x="34" y="157"/>
                  </a:cubicBezTo>
                  <a:cubicBezTo>
                    <a:pt x="41" y="157"/>
                    <a:pt x="46" y="153"/>
                    <a:pt x="48" y="150"/>
                  </a:cubicBezTo>
                  <a:cubicBezTo>
                    <a:pt x="50" y="147"/>
                    <a:pt x="52" y="135"/>
                    <a:pt x="54" y="128"/>
                  </a:cubicBezTo>
                  <a:cubicBezTo>
                    <a:pt x="56" y="121"/>
                    <a:pt x="60" y="105"/>
                    <a:pt x="62" y="97"/>
                  </a:cubicBezTo>
                  <a:cubicBezTo>
                    <a:pt x="64" y="89"/>
                    <a:pt x="66" y="81"/>
                    <a:pt x="68" y="73"/>
                  </a:cubicBezTo>
                  <a:cubicBezTo>
                    <a:pt x="72" y="59"/>
                    <a:pt x="72" y="56"/>
                    <a:pt x="82" y="42"/>
                  </a:cubicBezTo>
                  <a:cubicBezTo>
                    <a:pt x="92" y="28"/>
                    <a:pt x="109" y="10"/>
                    <a:pt x="135" y="10"/>
                  </a:cubicBezTo>
                  <a:cubicBezTo>
                    <a:pt x="155" y="10"/>
                    <a:pt x="155" y="28"/>
                    <a:pt x="155" y="34"/>
                  </a:cubicBezTo>
                  <a:cubicBezTo>
                    <a:pt x="155" y="43"/>
                    <a:pt x="154" y="47"/>
                    <a:pt x="149" y="67"/>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9"/>
            <p:cNvSpPr>
              <a:spLocks noEditPoints="1"/>
            </p:cNvSpPr>
            <p:nvPr>
              <p:custDataLst>
                <p:tags r:id="rId163"/>
              </p:custDataLst>
            </p:nvPr>
          </p:nvSpPr>
          <p:spPr bwMode="auto">
            <a:xfrm>
              <a:off x="3333750" y="2647950"/>
              <a:ext cx="46038" cy="57150"/>
            </a:xfrm>
            <a:custGeom>
              <a:avLst/>
              <a:gdLst>
                <a:gd name="T0" fmla="*/ 55 w 149"/>
                <a:gd name="T1" fmla="*/ 74 h 157"/>
                <a:gd name="T2" fmla="*/ 111 w 149"/>
                <a:gd name="T3" fmla="*/ 67 h 157"/>
                <a:gd name="T4" fmla="*/ 142 w 149"/>
                <a:gd name="T5" fmla="*/ 31 h 157"/>
                <a:gd name="T6" fmla="*/ 99 w 149"/>
                <a:gd name="T7" fmla="*/ 0 h 157"/>
                <a:gd name="T8" fmla="*/ 0 w 149"/>
                <a:gd name="T9" fmla="*/ 92 h 157"/>
                <a:gd name="T10" fmla="*/ 63 w 149"/>
                <a:gd name="T11" fmla="*/ 157 h 157"/>
                <a:gd name="T12" fmla="*/ 149 w 149"/>
                <a:gd name="T13" fmla="*/ 118 h 157"/>
                <a:gd name="T14" fmla="*/ 143 w 149"/>
                <a:gd name="T15" fmla="*/ 112 h 157"/>
                <a:gd name="T16" fmla="*/ 138 w 149"/>
                <a:gd name="T17" fmla="*/ 115 h 157"/>
                <a:gd name="T18" fmla="*/ 64 w 149"/>
                <a:gd name="T19" fmla="*/ 148 h 157"/>
                <a:gd name="T20" fmla="*/ 29 w 149"/>
                <a:gd name="T21" fmla="*/ 105 h 157"/>
                <a:gd name="T22" fmla="*/ 33 w 149"/>
                <a:gd name="T23" fmla="*/ 74 h 157"/>
                <a:gd name="T24" fmla="*/ 55 w 149"/>
                <a:gd name="T25" fmla="*/ 74 h 157"/>
                <a:gd name="T26" fmla="*/ 36 w 149"/>
                <a:gd name="T27" fmla="*/ 65 h 157"/>
                <a:gd name="T28" fmla="*/ 99 w 149"/>
                <a:gd name="T29" fmla="*/ 10 h 157"/>
                <a:gd name="T30" fmla="*/ 127 w 149"/>
                <a:gd name="T31" fmla="*/ 31 h 157"/>
                <a:gd name="T32" fmla="*/ 53 w 149"/>
                <a:gd name="T33" fmla="*/ 65 h 157"/>
                <a:gd name="T34" fmla="*/ 36 w 149"/>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5" y="74"/>
                  </a:moveTo>
                  <a:cubicBezTo>
                    <a:pt x="65" y="74"/>
                    <a:pt x="92" y="74"/>
                    <a:pt x="111" y="67"/>
                  </a:cubicBezTo>
                  <a:cubicBezTo>
                    <a:pt x="137" y="58"/>
                    <a:pt x="142" y="41"/>
                    <a:pt x="142" y="31"/>
                  </a:cubicBezTo>
                  <a:cubicBezTo>
                    <a:pt x="142" y="12"/>
                    <a:pt x="123" y="0"/>
                    <a:pt x="99" y="0"/>
                  </a:cubicBezTo>
                  <a:cubicBezTo>
                    <a:pt x="57" y="0"/>
                    <a:pt x="0" y="32"/>
                    <a:pt x="0" y="92"/>
                  </a:cubicBezTo>
                  <a:cubicBezTo>
                    <a:pt x="0" y="127"/>
                    <a:pt x="22" y="157"/>
                    <a:pt x="63" y="157"/>
                  </a:cubicBezTo>
                  <a:cubicBezTo>
                    <a:pt x="122" y="157"/>
                    <a:pt x="149" y="123"/>
                    <a:pt x="149" y="118"/>
                  </a:cubicBezTo>
                  <a:cubicBezTo>
                    <a:pt x="149" y="116"/>
                    <a:pt x="146" y="112"/>
                    <a:pt x="143" y="112"/>
                  </a:cubicBezTo>
                  <a:cubicBezTo>
                    <a:pt x="141" y="112"/>
                    <a:pt x="141" y="113"/>
                    <a:pt x="138" y="115"/>
                  </a:cubicBezTo>
                  <a:cubicBezTo>
                    <a:pt x="111" y="148"/>
                    <a:pt x="70" y="148"/>
                    <a:pt x="64" y="148"/>
                  </a:cubicBezTo>
                  <a:cubicBezTo>
                    <a:pt x="43" y="148"/>
                    <a:pt x="29" y="134"/>
                    <a:pt x="29" y="105"/>
                  </a:cubicBezTo>
                  <a:cubicBezTo>
                    <a:pt x="29" y="100"/>
                    <a:pt x="29" y="94"/>
                    <a:pt x="33" y="74"/>
                  </a:cubicBezTo>
                  <a:lnTo>
                    <a:pt x="55" y="74"/>
                  </a:lnTo>
                  <a:close/>
                  <a:moveTo>
                    <a:pt x="36" y="65"/>
                  </a:moveTo>
                  <a:cubicBezTo>
                    <a:pt x="50" y="14"/>
                    <a:pt x="89" y="10"/>
                    <a:pt x="99" y="10"/>
                  </a:cubicBezTo>
                  <a:cubicBezTo>
                    <a:pt x="114" y="10"/>
                    <a:pt x="127" y="17"/>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0"/>
            <p:cNvSpPr>
              <a:spLocks/>
            </p:cNvSpPr>
            <p:nvPr>
              <p:custDataLst>
                <p:tags r:id="rId164"/>
              </p:custDataLst>
            </p:nvPr>
          </p:nvSpPr>
          <p:spPr bwMode="auto">
            <a:xfrm>
              <a:off x="3409950" y="2540000"/>
              <a:ext cx="36513" cy="180975"/>
            </a:xfrm>
            <a:custGeom>
              <a:avLst/>
              <a:gdLst>
                <a:gd name="T0" fmla="*/ 116 w 116"/>
                <a:gd name="T1" fmla="*/ 494 h 499"/>
                <a:gd name="T2" fmla="*/ 107 w 116"/>
                <a:gd name="T3" fmla="*/ 483 h 499"/>
                <a:gd name="T4" fmla="*/ 29 w 116"/>
                <a:gd name="T5" fmla="*/ 249 h 499"/>
                <a:gd name="T6" fmla="*/ 109 w 116"/>
                <a:gd name="T7" fmla="*/ 13 h 499"/>
                <a:gd name="T8" fmla="*/ 116 w 116"/>
                <a:gd name="T9" fmla="*/ 5 h 499"/>
                <a:gd name="T10" fmla="*/ 111 w 116"/>
                <a:gd name="T11" fmla="*/ 0 h 499"/>
                <a:gd name="T12" fmla="*/ 32 w 116"/>
                <a:gd name="T13" fmla="*/ 97 h 499"/>
                <a:gd name="T14" fmla="*/ 0 w 116"/>
                <a:gd name="T15" fmla="*/ 249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2"/>
                    <a:pt x="116" y="491"/>
                    <a:pt x="107" y="483"/>
                  </a:cubicBezTo>
                  <a:cubicBezTo>
                    <a:pt x="45" y="420"/>
                    <a:pt x="29" y="326"/>
                    <a:pt x="29" y="249"/>
                  </a:cubicBezTo>
                  <a:cubicBezTo>
                    <a:pt x="29" y="163"/>
                    <a:pt x="48" y="76"/>
                    <a:pt x="109" y="13"/>
                  </a:cubicBezTo>
                  <a:cubicBezTo>
                    <a:pt x="116" y="7"/>
                    <a:pt x="116" y="6"/>
                    <a:pt x="116" y="5"/>
                  </a:cubicBezTo>
                  <a:cubicBezTo>
                    <a:pt x="116" y="1"/>
                    <a:pt x="114" y="0"/>
                    <a:pt x="111" y="0"/>
                  </a:cubicBezTo>
                  <a:cubicBezTo>
                    <a:pt x="106" y="0"/>
                    <a:pt x="61" y="34"/>
                    <a:pt x="32" y="97"/>
                  </a:cubicBezTo>
                  <a:cubicBezTo>
                    <a:pt x="6" y="152"/>
                    <a:pt x="0" y="208"/>
                    <a:pt x="0" y="249"/>
                  </a:cubicBezTo>
                  <a:cubicBezTo>
                    <a:pt x="0" y="288"/>
                    <a:pt x="6" y="349"/>
                    <a:pt x="33" y="405"/>
                  </a:cubicBezTo>
                  <a:cubicBezTo>
                    <a:pt x="63" y="466"/>
                    <a:pt x="106" y="499"/>
                    <a:pt x="111" y="499"/>
                  </a:cubicBezTo>
                  <a:cubicBezTo>
                    <a:pt x="114" y="499"/>
                    <a:pt x="116" y="497"/>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1"/>
            <p:cNvSpPr>
              <a:spLocks noEditPoints="1"/>
            </p:cNvSpPr>
            <p:nvPr>
              <p:custDataLst>
                <p:tags r:id="rId165"/>
              </p:custDataLst>
            </p:nvPr>
          </p:nvSpPr>
          <p:spPr bwMode="auto">
            <a:xfrm>
              <a:off x="3452813" y="2555875"/>
              <a:ext cx="65088" cy="157163"/>
            </a:xfrm>
            <a:custGeom>
              <a:avLst/>
              <a:gdLst>
                <a:gd name="T0" fmla="*/ 205 w 205"/>
                <a:gd name="T1" fmla="*/ 18 h 432"/>
                <a:gd name="T2" fmla="*/ 186 w 205"/>
                <a:gd name="T3" fmla="*/ 0 h 432"/>
                <a:gd name="T4" fmla="*/ 159 w 205"/>
                <a:gd name="T5" fmla="*/ 27 h 432"/>
                <a:gd name="T6" fmla="*/ 178 w 205"/>
                <a:gd name="T7" fmla="*/ 45 h 432"/>
                <a:gd name="T8" fmla="*/ 205 w 205"/>
                <a:gd name="T9" fmla="*/ 18 h 432"/>
                <a:gd name="T10" fmla="*/ 105 w 205"/>
                <a:gd name="T11" fmla="*/ 355 h 432"/>
                <a:gd name="T12" fmla="*/ 43 w 205"/>
                <a:gd name="T13" fmla="*/ 421 h 432"/>
                <a:gd name="T14" fmla="*/ 24 w 205"/>
                <a:gd name="T15" fmla="*/ 417 h 432"/>
                <a:gd name="T16" fmla="*/ 46 w 205"/>
                <a:gd name="T17" fmla="*/ 391 h 432"/>
                <a:gd name="T18" fmla="*/ 27 w 205"/>
                <a:gd name="T19" fmla="*/ 373 h 432"/>
                <a:gd name="T20" fmla="*/ 0 w 205"/>
                <a:gd name="T21" fmla="*/ 401 h 432"/>
                <a:gd name="T22" fmla="*/ 44 w 205"/>
                <a:gd name="T23" fmla="*/ 432 h 432"/>
                <a:gd name="T24" fmla="*/ 138 w 205"/>
                <a:gd name="T25" fmla="*/ 357 h 432"/>
                <a:gd name="T26" fmla="*/ 184 w 205"/>
                <a:gd name="T27" fmla="*/ 174 h 432"/>
                <a:gd name="T28" fmla="*/ 186 w 205"/>
                <a:gd name="T29" fmla="*/ 156 h 432"/>
                <a:gd name="T30" fmla="*/ 140 w 205"/>
                <a:gd name="T31" fmla="*/ 110 h 432"/>
                <a:gd name="T32" fmla="*/ 61 w 205"/>
                <a:gd name="T33" fmla="*/ 186 h 432"/>
                <a:gd name="T34" fmla="*/ 67 w 205"/>
                <a:gd name="T35" fmla="*/ 191 h 432"/>
                <a:gd name="T36" fmla="*/ 76 w 205"/>
                <a:gd name="T37" fmla="*/ 181 h 432"/>
                <a:gd name="T38" fmla="*/ 139 w 205"/>
                <a:gd name="T39" fmla="*/ 121 h 432"/>
                <a:gd name="T40" fmla="*/ 155 w 205"/>
                <a:gd name="T41" fmla="*/ 144 h 432"/>
                <a:gd name="T42" fmla="*/ 151 w 205"/>
                <a:gd name="T43" fmla="*/ 169 h 432"/>
                <a:gd name="T44" fmla="*/ 105 w 205"/>
                <a:gd name="T45" fmla="*/ 35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2">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5" y="355"/>
                  </a:moveTo>
                  <a:cubicBezTo>
                    <a:pt x="95" y="393"/>
                    <a:pt x="71" y="421"/>
                    <a:pt x="43" y="421"/>
                  </a:cubicBezTo>
                  <a:cubicBezTo>
                    <a:pt x="40" y="421"/>
                    <a:pt x="33" y="421"/>
                    <a:pt x="24" y="417"/>
                  </a:cubicBezTo>
                  <a:cubicBezTo>
                    <a:pt x="39" y="413"/>
                    <a:pt x="46" y="401"/>
                    <a:pt x="46" y="391"/>
                  </a:cubicBezTo>
                  <a:cubicBezTo>
                    <a:pt x="46" y="383"/>
                    <a:pt x="41" y="373"/>
                    <a:pt x="27" y="373"/>
                  </a:cubicBezTo>
                  <a:cubicBezTo>
                    <a:pt x="15" y="373"/>
                    <a:pt x="0" y="384"/>
                    <a:pt x="0" y="401"/>
                  </a:cubicBezTo>
                  <a:cubicBezTo>
                    <a:pt x="0" y="421"/>
                    <a:pt x="20" y="432"/>
                    <a:pt x="44" y="432"/>
                  </a:cubicBezTo>
                  <a:cubicBezTo>
                    <a:pt x="79" y="432"/>
                    <a:pt x="125" y="406"/>
                    <a:pt x="138" y="357"/>
                  </a:cubicBezTo>
                  <a:lnTo>
                    <a:pt x="184" y="174"/>
                  </a:lnTo>
                  <a:cubicBezTo>
                    <a:pt x="186" y="164"/>
                    <a:pt x="186" y="157"/>
                    <a:pt x="186" y="156"/>
                  </a:cubicBezTo>
                  <a:cubicBezTo>
                    <a:pt x="186" y="127"/>
                    <a:pt x="165" y="110"/>
                    <a:pt x="140" y="110"/>
                  </a:cubicBezTo>
                  <a:cubicBezTo>
                    <a:pt x="90" y="110"/>
                    <a:pt x="61" y="182"/>
                    <a:pt x="61" y="186"/>
                  </a:cubicBezTo>
                  <a:cubicBezTo>
                    <a:pt x="61" y="191"/>
                    <a:pt x="66" y="191"/>
                    <a:pt x="67" y="191"/>
                  </a:cubicBezTo>
                  <a:cubicBezTo>
                    <a:pt x="72" y="191"/>
                    <a:pt x="72" y="191"/>
                    <a:pt x="76" y="181"/>
                  </a:cubicBezTo>
                  <a:cubicBezTo>
                    <a:pt x="89" y="151"/>
                    <a:pt x="111" y="121"/>
                    <a:pt x="139" y="121"/>
                  </a:cubicBezTo>
                  <a:cubicBezTo>
                    <a:pt x="146" y="121"/>
                    <a:pt x="155" y="123"/>
                    <a:pt x="155" y="144"/>
                  </a:cubicBezTo>
                  <a:cubicBezTo>
                    <a:pt x="155" y="155"/>
                    <a:pt x="153" y="161"/>
                    <a:pt x="151" y="169"/>
                  </a:cubicBezTo>
                  <a:lnTo>
                    <a:pt x="105"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
            <p:cNvSpPr>
              <a:spLocks noEditPoints="1"/>
            </p:cNvSpPr>
            <p:nvPr>
              <p:custDataLst>
                <p:tags r:id="rId166"/>
              </p:custDataLst>
            </p:nvPr>
          </p:nvSpPr>
          <p:spPr bwMode="auto">
            <a:xfrm>
              <a:off x="3535363" y="2595563"/>
              <a:ext cx="71438" cy="82550"/>
            </a:xfrm>
            <a:custGeom>
              <a:avLst/>
              <a:gdLst>
                <a:gd name="T0" fmla="*/ 166 w 229"/>
                <a:gd name="T1" fmla="*/ 32 h 226"/>
                <a:gd name="T2" fmla="*/ 120 w 229"/>
                <a:gd name="T3" fmla="*/ 0 h 226"/>
                <a:gd name="T4" fmla="*/ 0 w 229"/>
                <a:gd name="T5" fmla="*/ 146 h 226"/>
                <a:gd name="T6" fmla="*/ 67 w 229"/>
                <a:gd name="T7" fmla="*/ 226 h 226"/>
                <a:gd name="T8" fmla="*/ 131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0" y="0"/>
                  </a:cubicBezTo>
                  <a:cubicBezTo>
                    <a:pt x="62" y="0"/>
                    <a:pt x="0" y="73"/>
                    <a:pt x="0" y="146"/>
                  </a:cubicBezTo>
                  <a:cubicBezTo>
                    <a:pt x="0" y="193"/>
                    <a:pt x="28" y="226"/>
                    <a:pt x="67" y="226"/>
                  </a:cubicBezTo>
                  <a:cubicBezTo>
                    <a:pt x="76" y="226"/>
                    <a:pt x="101" y="224"/>
                    <a:pt x="131" y="188"/>
                  </a:cubicBezTo>
                  <a:cubicBezTo>
                    <a:pt x="135"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1" y="215"/>
                    <a:pt x="68" y="215"/>
                  </a:cubicBezTo>
                  <a:cubicBezTo>
                    <a:pt x="43" y="215"/>
                    <a:pt x="36" y="187"/>
                    <a:pt x="36" y="168"/>
                  </a:cubicBezTo>
                  <a:cubicBezTo>
                    <a:pt x="36" y="143"/>
                    <a:pt x="52" y="81"/>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3"/>
            <p:cNvSpPr>
              <a:spLocks noEditPoints="1"/>
            </p:cNvSpPr>
            <p:nvPr>
              <p:custDataLst>
                <p:tags r:id="rId167"/>
              </p:custDataLst>
            </p:nvPr>
          </p:nvSpPr>
          <p:spPr bwMode="auto">
            <a:xfrm>
              <a:off x="3617913" y="2549525"/>
              <a:ext cx="76200" cy="128588"/>
            </a:xfrm>
            <a:custGeom>
              <a:avLst/>
              <a:gdLst>
                <a:gd name="T0" fmla="*/ 237 w 237"/>
                <a:gd name="T1" fmla="*/ 5 h 352"/>
                <a:gd name="T2" fmla="*/ 230 w 237"/>
                <a:gd name="T3" fmla="*/ 0 h 352"/>
                <a:gd name="T4" fmla="*/ 167 w 237"/>
                <a:gd name="T5" fmla="*/ 5 h 352"/>
                <a:gd name="T6" fmla="*/ 160 w 237"/>
                <a:gd name="T7" fmla="*/ 15 h 352"/>
                <a:gd name="T8" fmla="*/ 172 w 237"/>
                <a:gd name="T9" fmla="*/ 21 h 352"/>
                <a:gd name="T10" fmla="*/ 197 w 237"/>
                <a:gd name="T11" fmla="*/ 29 h 352"/>
                <a:gd name="T12" fmla="*/ 195 w 237"/>
                <a:gd name="T13" fmla="*/ 39 h 352"/>
                <a:gd name="T14" fmla="*/ 166 w 237"/>
                <a:gd name="T15" fmla="*/ 158 h 352"/>
                <a:gd name="T16" fmla="*/ 120 w 237"/>
                <a:gd name="T17" fmla="*/ 126 h 352"/>
                <a:gd name="T18" fmla="*/ 0 w 237"/>
                <a:gd name="T19" fmla="*/ 272 h 352"/>
                <a:gd name="T20" fmla="*/ 66 w 237"/>
                <a:gd name="T21" fmla="*/ 352 h 352"/>
                <a:gd name="T22" fmla="*/ 131 w 237"/>
                <a:gd name="T23" fmla="*/ 314 h 352"/>
                <a:gd name="T24" fmla="*/ 176 w 237"/>
                <a:gd name="T25" fmla="*/ 352 h 352"/>
                <a:gd name="T26" fmla="*/ 213 w 237"/>
                <a:gd name="T27" fmla="*/ 324 h 352"/>
                <a:gd name="T28" fmla="*/ 228 w 237"/>
                <a:gd name="T29" fmla="*/ 275 h 352"/>
                <a:gd name="T30" fmla="*/ 222 w 237"/>
                <a:gd name="T31" fmla="*/ 270 h 352"/>
                <a:gd name="T32" fmla="*/ 215 w 237"/>
                <a:gd name="T33" fmla="*/ 279 h 352"/>
                <a:gd name="T34" fmla="*/ 177 w 237"/>
                <a:gd name="T35" fmla="*/ 341 h 352"/>
                <a:gd name="T36" fmla="*/ 162 w 237"/>
                <a:gd name="T37" fmla="*/ 318 h 352"/>
                <a:gd name="T38" fmla="*/ 165 w 237"/>
                <a:gd name="T39" fmla="*/ 294 h 352"/>
                <a:gd name="T40" fmla="*/ 237 w 237"/>
                <a:gd name="T41" fmla="*/ 5 h 352"/>
                <a:gd name="T42" fmla="*/ 133 w 237"/>
                <a:gd name="T43" fmla="*/ 287 h 352"/>
                <a:gd name="T44" fmla="*/ 123 w 237"/>
                <a:gd name="T45" fmla="*/ 305 h 352"/>
                <a:gd name="T46" fmla="*/ 67 w 237"/>
                <a:gd name="T47" fmla="*/ 341 h 352"/>
                <a:gd name="T48" fmla="*/ 35 w 237"/>
                <a:gd name="T49" fmla="*/ 294 h 352"/>
                <a:gd name="T50" fmla="*/ 62 w 237"/>
                <a:gd name="T51" fmla="*/ 185 h 352"/>
                <a:gd name="T52" fmla="*/ 120 w 237"/>
                <a:gd name="T53" fmla="*/ 137 h 352"/>
                <a:gd name="T54" fmla="*/ 160 w 237"/>
                <a:gd name="T55" fmla="*/ 181 h 352"/>
                <a:gd name="T56" fmla="*/ 158 w 237"/>
                <a:gd name="T57" fmla="*/ 189 h 352"/>
                <a:gd name="T58" fmla="*/ 133 w 237"/>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352">
                  <a:moveTo>
                    <a:pt x="237" y="5"/>
                  </a:moveTo>
                  <a:cubicBezTo>
                    <a:pt x="237" y="5"/>
                    <a:pt x="237" y="0"/>
                    <a:pt x="230" y="0"/>
                  </a:cubicBezTo>
                  <a:cubicBezTo>
                    <a:pt x="223" y="0"/>
                    <a:pt x="176" y="4"/>
                    <a:pt x="167" y="5"/>
                  </a:cubicBezTo>
                  <a:cubicBezTo>
                    <a:pt x="163" y="6"/>
                    <a:pt x="160" y="8"/>
                    <a:pt x="160" y="15"/>
                  </a:cubicBezTo>
                  <a:cubicBezTo>
                    <a:pt x="160" y="21"/>
                    <a:pt x="165" y="21"/>
                    <a:pt x="172" y="21"/>
                  </a:cubicBezTo>
                  <a:cubicBezTo>
                    <a:pt x="196" y="21"/>
                    <a:pt x="197" y="24"/>
                    <a:pt x="197" y="29"/>
                  </a:cubicBezTo>
                  <a:lnTo>
                    <a:pt x="195" y="39"/>
                  </a:lnTo>
                  <a:lnTo>
                    <a:pt x="166" y="158"/>
                  </a:lnTo>
                  <a:cubicBezTo>
                    <a:pt x="157" y="139"/>
                    <a:pt x="142" y="126"/>
                    <a:pt x="120" y="126"/>
                  </a:cubicBezTo>
                  <a:cubicBezTo>
                    <a:pt x="61" y="126"/>
                    <a:pt x="0" y="199"/>
                    <a:pt x="0" y="272"/>
                  </a:cubicBezTo>
                  <a:cubicBezTo>
                    <a:pt x="0" y="319"/>
                    <a:pt x="27" y="352"/>
                    <a:pt x="66" y="352"/>
                  </a:cubicBezTo>
                  <a:cubicBezTo>
                    <a:pt x="76" y="352"/>
                    <a:pt x="101" y="350"/>
                    <a:pt x="131" y="314"/>
                  </a:cubicBezTo>
                  <a:cubicBezTo>
                    <a:pt x="135" y="335"/>
                    <a:pt x="152" y="352"/>
                    <a:pt x="176" y="352"/>
                  </a:cubicBezTo>
                  <a:cubicBezTo>
                    <a:pt x="193" y="352"/>
                    <a:pt x="205" y="340"/>
                    <a:pt x="213" y="324"/>
                  </a:cubicBezTo>
                  <a:cubicBezTo>
                    <a:pt x="221" y="306"/>
                    <a:pt x="228" y="276"/>
                    <a:pt x="228" y="275"/>
                  </a:cubicBezTo>
                  <a:cubicBezTo>
                    <a:pt x="228" y="270"/>
                    <a:pt x="223" y="270"/>
                    <a:pt x="222" y="270"/>
                  </a:cubicBezTo>
                  <a:cubicBezTo>
                    <a:pt x="217" y="270"/>
                    <a:pt x="216" y="272"/>
                    <a:pt x="215" y="279"/>
                  </a:cubicBezTo>
                  <a:cubicBezTo>
                    <a:pt x="206" y="311"/>
                    <a:pt x="197" y="341"/>
                    <a:pt x="177" y="341"/>
                  </a:cubicBezTo>
                  <a:cubicBezTo>
                    <a:pt x="164" y="341"/>
                    <a:pt x="162" y="328"/>
                    <a:pt x="162" y="318"/>
                  </a:cubicBezTo>
                  <a:cubicBezTo>
                    <a:pt x="162" y="306"/>
                    <a:pt x="163" y="302"/>
                    <a:pt x="165" y="294"/>
                  </a:cubicBezTo>
                  <a:lnTo>
                    <a:pt x="237" y="5"/>
                  </a:lnTo>
                  <a:close/>
                  <a:moveTo>
                    <a:pt x="133" y="287"/>
                  </a:moveTo>
                  <a:cubicBezTo>
                    <a:pt x="131" y="296"/>
                    <a:pt x="131" y="297"/>
                    <a:pt x="123" y="305"/>
                  </a:cubicBezTo>
                  <a:cubicBezTo>
                    <a:pt x="101" y="333"/>
                    <a:pt x="81" y="341"/>
                    <a:pt x="67" y="341"/>
                  </a:cubicBezTo>
                  <a:cubicBezTo>
                    <a:pt x="42" y="341"/>
                    <a:pt x="35" y="313"/>
                    <a:pt x="35" y="294"/>
                  </a:cubicBezTo>
                  <a:cubicBezTo>
                    <a:pt x="35" y="269"/>
                    <a:pt x="51" y="207"/>
                    <a:pt x="62" y="185"/>
                  </a:cubicBezTo>
                  <a:cubicBezTo>
                    <a:pt x="78" y="155"/>
                    <a:pt x="100" y="137"/>
                    <a:pt x="120" y="137"/>
                  </a:cubicBezTo>
                  <a:cubicBezTo>
                    <a:pt x="153" y="137"/>
                    <a:pt x="160" y="178"/>
                    <a:pt x="160" y="181"/>
                  </a:cubicBezTo>
                  <a:cubicBezTo>
                    <a:pt x="160" y="184"/>
                    <a:pt x="159" y="187"/>
                    <a:pt x="158" y="189"/>
                  </a:cubicBezTo>
                  <a:lnTo>
                    <a:pt x="133"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4"/>
            <p:cNvSpPr>
              <a:spLocks/>
            </p:cNvSpPr>
            <p:nvPr>
              <p:custDataLst>
                <p:tags r:id="rId168"/>
              </p:custDataLst>
            </p:nvPr>
          </p:nvSpPr>
          <p:spPr bwMode="auto">
            <a:xfrm>
              <a:off x="3698875" y="2595563"/>
              <a:ext cx="63500" cy="82550"/>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6 h 226"/>
                <a:gd name="T34" fmla="*/ 6 w 203"/>
                <a:gd name="T35" fmla="*/ 81 h 226"/>
                <a:gd name="T36" fmla="*/ 15 w 203"/>
                <a:gd name="T37" fmla="*/ 70 h 226"/>
                <a:gd name="T38" fmla="*/ 51 w 203"/>
                <a:gd name="T39" fmla="*/ 11 h 226"/>
                <a:gd name="T40" fmla="*/ 67 w 203"/>
                <a:gd name="T41" fmla="*/ 34 h 226"/>
                <a:gd name="T42" fmla="*/ 59 w 203"/>
                <a:gd name="T43" fmla="*/ 75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6"/>
                    <a:pt x="91" y="81"/>
                    <a:pt x="94" y="68"/>
                  </a:cubicBezTo>
                  <a:cubicBezTo>
                    <a:pt x="96" y="62"/>
                    <a:pt x="110" y="38"/>
                    <a:pt x="122" y="27"/>
                  </a:cubicBezTo>
                  <a:cubicBezTo>
                    <a:pt x="126" y="24"/>
                    <a:pt x="141"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30" y="0"/>
                    <a:pt x="108" y="24"/>
                    <a:pt x="98" y="38"/>
                  </a:cubicBezTo>
                  <a:cubicBezTo>
                    <a:pt x="94" y="16"/>
                    <a:pt x="76" y="0"/>
                    <a:pt x="53" y="0"/>
                  </a:cubicBezTo>
                  <a:cubicBezTo>
                    <a:pt x="30" y="0"/>
                    <a:pt x="20" y="19"/>
                    <a:pt x="16" y="28"/>
                  </a:cubicBezTo>
                  <a:cubicBezTo>
                    <a:pt x="7" y="45"/>
                    <a:pt x="0" y="75"/>
                    <a:pt x="0" y="76"/>
                  </a:cubicBezTo>
                  <a:cubicBezTo>
                    <a:pt x="0" y="81"/>
                    <a:pt x="5" y="81"/>
                    <a:pt x="6" y="81"/>
                  </a:cubicBezTo>
                  <a:cubicBezTo>
                    <a:pt x="11" y="81"/>
                    <a:pt x="12" y="81"/>
                    <a:pt x="15" y="70"/>
                  </a:cubicBezTo>
                  <a:cubicBezTo>
                    <a:pt x="23" y="35"/>
                    <a:pt x="33" y="11"/>
                    <a:pt x="51" y="11"/>
                  </a:cubicBezTo>
                  <a:cubicBezTo>
                    <a:pt x="60" y="11"/>
                    <a:pt x="67" y="15"/>
                    <a:pt x="67" y="34"/>
                  </a:cubicBezTo>
                  <a:cubicBezTo>
                    <a:pt x="67" y="44"/>
                    <a:pt x="65" y="50"/>
                    <a:pt x="59" y="75"/>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5"/>
            <p:cNvSpPr>
              <a:spLocks noEditPoints="1"/>
            </p:cNvSpPr>
            <p:nvPr>
              <p:custDataLst>
                <p:tags r:id="rId169"/>
              </p:custDataLst>
            </p:nvPr>
          </p:nvSpPr>
          <p:spPr bwMode="auto">
            <a:xfrm>
              <a:off x="3776663" y="2595563"/>
              <a:ext cx="71438" cy="82550"/>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79 h 226"/>
                <a:gd name="T40" fmla="*/ 67 w 228"/>
                <a:gd name="T41" fmla="*/ 215 h 226"/>
                <a:gd name="T42" fmla="*/ 35 w 228"/>
                <a:gd name="T43" fmla="*/ 168 h 226"/>
                <a:gd name="T44" fmla="*/ 62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1"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1" y="180"/>
                    <a:pt x="228" y="150"/>
                    <a:pt x="228" y="149"/>
                  </a:cubicBezTo>
                  <a:cubicBezTo>
                    <a:pt x="228" y="144"/>
                    <a:pt x="223" y="144"/>
                    <a:pt x="222" y="144"/>
                  </a:cubicBezTo>
                  <a:cubicBezTo>
                    <a:pt x="217" y="144"/>
                    <a:pt x="216" y="146"/>
                    <a:pt x="215" y="153"/>
                  </a:cubicBezTo>
                  <a:cubicBezTo>
                    <a:pt x="206"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79"/>
                  </a:cubicBezTo>
                  <a:cubicBezTo>
                    <a:pt x="101" y="207"/>
                    <a:pt x="81" y="215"/>
                    <a:pt x="67" y="215"/>
                  </a:cubicBezTo>
                  <a:cubicBezTo>
                    <a:pt x="42" y="215"/>
                    <a:pt x="35" y="187"/>
                    <a:pt x="35" y="168"/>
                  </a:cubicBezTo>
                  <a:cubicBezTo>
                    <a:pt x="35" y="143"/>
                    <a:pt x="51" y="81"/>
                    <a:pt x="62"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6"/>
            <p:cNvSpPr>
              <a:spLocks/>
            </p:cNvSpPr>
            <p:nvPr>
              <p:custDataLst>
                <p:tags r:id="rId170"/>
              </p:custDataLst>
            </p:nvPr>
          </p:nvSpPr>
          <p:spPr bwMode="auto">
            <a:xfrm>
              <a:off x="3859213" y="2549525"/>
              <a:ext cx="34925" cy="128588"/>
            </a:xfrm>
            <a:custGeom>
              <a:avLst/>
              <a:gdLst>
                <a:gd name="T0" fmla="*/ 107 w 107"/>
                <a:gd name="T1" fmla="*/ 5 h 352"/>
                <a:gd name="T2" fmla="*/ 100 w 107"/>
                <a:gd name="T3" fmla="*/ 0 h 352"/>
                <a:gd name="T4" fmla="*/ 39 w 107"/>
                <a:gd name="T5" fmla="*/ 5 h 352"/>
                <a:gd name="T6" fmla="*/ 30 w 107"/>
                <a:gd name="T7" fmla="*/ 15 h 352"/>
                <a:gd name="T8" fmla="*/ 42 w 107"/>
                <a:gd name="T9" fmla="*/ 21 h 352"/>
                <a:gd name="T10" fmla="*/ 67 w 107"/>
                <a:gd name="T11" fmla="*/ 29 h 352"/>
                <a:gd name="T12" fmla="*/ 65 w 107"/>
                <a:gd name="T13" fmla="*/ 39 h 352"/>
                <a:gd name="T14" fmla="*/ 2 w 107"/>
                <a:gd name="T15" fmla="*/ 289 h 352"/>
                <a:gd name="T16" fmla="*/ 0 w 107"/>
                <a:gd name="T17" fmla="*/ 306 h 352"/>
                <a:gd name="T18" fmla="*/ 45 w 107"/>
                <a:gd name="T19" fmla="*/ 352 h 352"/>
                <a:gd name="T20" fmla="*/ 83 w 107"/>
                <a:gd name="T21" fmla="*/ 324 h 352"/>
                <a:gd name="T22" fmla="*/ 98 w 107"/>
                <a:gd name="T23" fmla="*/ 275 h 352"/>
                <a:gd name="T24" fmla="*/ 92 w 107"/>
                <a:gd name="T25" fmla="*/ 270 h 352"/>
                <a:gd name="T26" fmla="*/ 85 w 107"/>
                <a:gd name="T27" fmla="*/ 279 h 352"/>
                <a:gd name="T28" fmla="*/ 47 w 107"/>
                <a:gd name="T29" fmla="*/ 341 h 352"/>
                <a:gd name="T30" fmla="*/ 32 w 107"/>
                <a:gd name="T31" fmla="*/ 318 h 352"/>
                <a:gd name="T32" fmla="*/ 35 w 107"/>
                <a:gd name="T33" fmla="*/ 294 h 352"/>
                <a:gd name="T34" fmla="*/ 107 w 107"/>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352">
                  <a:moveTo>
                    <a:pt x="107" y="5"/>
                  </a:moveTo>
                  <a:cubicBezTo>
                    <a:pt x="107" y="5"/>
                    <a:pt x="107" y="0"/>
                    <a:pt x="100" y="0"/>
                  </a:cubicBezTo>
                  <a:cubicBezTo>
                    <a:pt x="89" y="0"/>
                    <a:pt x="52" y="4"/>
                    <a:pt x="39" y="5"/>
                  </a:cubicBezTo>
                  <a:cubicBezTo>
                    <a:pt x="35" y="5"/>
                    <a:pt x="30" y="6"/>
                    <a:pt x="30" y="15"/>
                  </a:cubicBezTo>
                  <a:cubicBezTo>
                    <a:pt x="30" y="21"/>
                    <a:pt x="35" y="21"/>
                    <a:pt x="42" y="21"/>
                  </a:cubicBezTo>
                  <a:cubicBezTo>
                    <a:pt x="66" y="21"/>
                    <a:pt x="67" y="25"/>
                    <a:pt x="67" y="29"/>
                  </a:cubicBezTo>
                  <a:lnTo>
                    <a:pt x="65" y="39"/>
                  </a:lnTo>
                  <a:lnTo>
                    <a:pt x="2" y="289"/>
                  </a:lnTo>
                  <a:cubicBezTo>
                    <a:pt x="1" y="294"/>
                    <a:pt x="0" y="298"/>
                    <a:pt x="0" y="306"/>
                  </a:cubicBezTo>
                  <a:cubicBezTo>
                    <a:pt x="0" y="334"/>
                    <a:pt x="22" y="352"/>
                    <a:pt x="45" y="352"/>
                  </a:cubicBezTo>
                  <a:cubicBezTo>
                    <a:pt x="62" y="352"/>
                    <a:pt x="74" y="342"/>
                    <a:pt x="83" y="324"/>
                  </a:cubicBezTo>
                  <a:cubicBezTo>
                    <a:pt x="92" y="305"/>
                    <a:pt x="98" y="276"/>
                    <a:pt x="98" y="275"/>
                  </a:cubicBezTo>
                  <a:cubicBezTo>
                    <a:pt x="98" y="270"/>
                    <a:pt x="93" y="270"/>
                    <a:pt x="92" y="270"/>
                  </a:cubicBezTo>
                  <a:cubicBezTo>
                    <a:pt x="87" y="270"/>
                    <a:pt x="86" y="272"/>
                    <a:pt x="85" y="279"/>
                  </a:cubicBezTo>
                  <a:cubicBezTo>
                    <a:pt x="76" y="311"/>
                    <a:pt x="67" y="341"/>
                    <a:pt x="47" y="341"/>
                  </a:cubicBezTo>
                  <a:cubicBezTo>
                    <a:pt x="32" y="341"/>
                    <a:pt x="32" y="325"/>
                    <a:pt x="32" y="318"/>
                  </a:cubicBezTo>
                  <a:cubicBezTo>
                    <a:pt x="32" y="306"/>
                    <a:pt x="32" y="303"/>
                    <a:pt x="35" y="294"/>
                  </a:cubicBezTo>
                  <a:lnTo>
                    <a:pt x="107"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7"/>
            <p:cNvSpPr>
              <a:spLocks noEditPoints="1"/>
            </p:cNvSpPr>
            <p:nvPr>
              <p:custDataLst>
                <p:tags r:id="rId171"/>
              </p:custDataLst>
            </p:nvPr>
          </p:nvSpPr>
          <p:spPr bwMode="auto">
            <a:xfrm>
              <a:off x="3910013" y="2595563"/>
              <a:ext cx="60325" cy="82550"/>
            </a:xfrm>
            <a:custGeom>
              <a:avLst/>
              <a:gdLst>
                <a:gd name="T0" fmla="*/ 70 w 191"/>
                <a:gd name="T1" fmla="*/ 105 h 226"/>
                <a:gd name="T2" fmla="*/ 146 w 191"/>
                <a:gd name="T3" fmla="*/ 93 h 226"/>
                <a:gd name="T4" fmla="*/ 184 w 191"/>
                <a:gd name="T5" fmla="*/ 42 h 226"/>
                <a:gd name="T6" fmla="*/ 130 w 191"/>
                <a:gd name="T7" fmla="*/ 0 h 226"/>
                <a:gd name="T8" fmla="*/ 0 w 191"/>
                <a:gd name="T9" fmla="*/ 135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5 w 191"/>
                <a:gd name="T21" fmla="*/ 157 h 226"/>
                <a:gd name="T22" fmla="*/ 43 w 191"/>
                <a:gd name="T23" fmla="*/ 105 h 226"/>
                <a:gd name="T24" fmla="*/ 70 w 191"/>
                <a:gd name="T25" fmla="*/ 105 h 226"/>
                <a:gd name="T26" fmla="*/ 46 w 191"/>
                <a:gd name="T27" fmla="*/ 94 h 226"/>
                <a:gd name="T28" fmla="*/ 130 w 191"/>
                <a:gd name="T29" fmla="*/ 11 h 226"/>
                <a:gd name="T30" fmla="*/ 167 w 191"/>
                <a:gd name="T31" fmla="*/ 42 h 226"/>
                <a:gd name="T32" fmla="*/ 67 w 191"/>
                <a:gd name="T33" fmla="*/ 94 h 226"/>
                <a:gd name="T34" fmla="*/ 46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4" y="105"/>
                    <a:pt x="121" y="104"/>
                    <a:pt x="146" y="93"/>
                  </a:cubicBezTo>
                  <a:cubicBezTo>
                    <a:pt x="181" y="78"/>
                    <a:pt x="184" y="49"/>
                    <a:pt x="184" y="42"/>
                  </a:cubicBezTo>
                  <a:cubicBezTo>
                    <a:pt x="184" y="20"/>
                    <a:pt x="165" y="0"/>
                    <a:pt x="130" y="0"/>
                  </a:cubicBezTo>
                  <a:cubicBezTo>
                    <a:pt x="75" y="0"/>
                    <a:pt x="0" y="48"/>
                    <a:pt x="0" y="135"/>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39" y="215"/>
                    <a:pt x="85" y="215"/>
                    <a:pt x="79" y="215"/>
                  </a:cubicBezTo>
                  <a:cubicBezTo>
                    <a:pt x="40" y="215"/>
                    <a:pt x="35" y="173"/>
                    <a:pt x="35" y="157"/>
                  </a:cubicBezTo>
                  <a:cubicBezTo>
                    <a:pt x="35" y="151"/>
                    <a:pt x="36" y="135"/>
                    <a:pt x="43" y="105"/>
                  </a:cubicBezTo>
                  <a:lnTo>
                    <a:pt x="70" y="105"/>
                  </a:lnTo>
                  <a:close/>
                  <a:moveTo>
                    <a:pt x="46" y="94"/>
                  </a:moveTo>
                  <a:cubicBezTo>
                    <a:pt x="66" y="18"/>
                    <a:pt x="117" y="11"/>
                    <a:pt x="130" y="11"/>
                  </a:cubicBezTo>
                  <a:cubicBezTo>
                    <a:pt x="154" y="11"/>
                    <a:pt x="167" y="25"/>
                    <a:pt x="167" y="42"/>
                  </a:cubicBezTo>
                  <a:cubicBezTo>
                    <a:pt x="167" y="94"/>
                    <a:pt x="87" y="94"/>
                    <a:pt x="67" y="94"/>
                  </a:cubicBezTo>
                  <a:lnTo>
                    <a:pt x="46"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8"/>
            <p:cNvSpPr>
              <a:spLocks/>
            </p:cNvSpPr>
            <p:nvPr>
              <p:custDataLst>
                <p:tags r:id="rId172"/>
              </p:custDataLst>
            </p:nvPr>
          </p:nvSpPr>
          <p:spPr bwMode="auto">
            <a:xfrm>
              <a:off x="3983038" y="2595563"/>
              <a:ext cx="60325" cy="82550"/>
            </a:xfrm>
            <a:custGeom>
              <a:avLst/>
              <a:gdLst>
                <a:gd name="T0" fmla="*/ 177 w 194"/>
                <a:gd name="T1" fmla="*/ 31 h 226"/>
                <a:gd name="T2" fmla="*/ 155 w 194"/>
                <a:gd name="T3" fmla="*/ 38 h 226"/>
                <a:gd name="T4" fmla="*/ 146 w 194"/>
                <a:gd name="T5" fmla="*/ 57 h 226"/>
                <a:gd name="T6" fmla="*/ 164 w 194"/>
                <a:gd name="T7" fmla="*/ 74 h 226"/>
                <a:gd name="T8" fmla="*/ 192 w 194"/>
                <a:gd name="T9" fmla="*/ 43 h 226"/>
                <a:gd name="T10" fmla="*/ 134 w 194"/>
                <a:gd name="T11" fmla="*/ 0 h 226"/>
                <a:gd name="T12" fmla="*/ 0 w 194"/>
                <a:gd name="T13" fmla="*/ 141 h 226"/>
                <a:gd name="T14" fmla="*/ 81 w 194"/>
                <a:gd name="T15" fmla="*/ 226 h 226"/>
                <a:gd name="T16" fmla="*/ 194 w 194"/>
                <a:gd name="T17" fmla="*/ 167 h 226"/>
                <a:gd name="T18" fmla="*/ 188 w 194"/>
                <a:gd name="T19" fmla="*/ 160 h 226"/>
                <a:gd name="T20" fmla="*/ 181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4"/>
                    <a:pt x="164" y="74"/>
                  </a:cubicBezTo>
                  <a:cubicBezTo>
                    <a:pt x="179" y="74"/>
                    <a:pt x="192" y="62"/>
                    <a:pt x="192" y="43"/>
                  </a:cubicBezTo>
                  <a:cubicBezTo>
                    <a:pt x="192" y="18"/>
                    <a:pt x="169" y="0"/>
                    <a:pt x="134" y="0"/>
                  </a:cubicBezTo>
                  <a:cubicBezTo>
                    <a:pt x="66" y="0"/>
                    <a:pt x="0" y="71"/>
                    <a:pt x="0" y="141"/>
                  </a:cubicBezTo>
                  <a:cubicBezTo>
                    <a:pt x="0" y="186"/>
                    <a:pt x="29" y="226"/>
                    <a:pt x="81" y="226"/>
                  </a:cubicBezTo>
                  <a:cubicBezTo>
                    <a:pt x="152" y="226"/>
                    <a:pt x="194" y="173"/>
                    <a:pt x="194" y="167"/>
                  </a:cubicBezTo>
                  <a:cubicBezTo>
                    <a:pt x="194" y="164"/>
                    <a:pt x="191" y="160"/>
                    <a:pt x="188" y="160"/>
                  </a:cubicBezTo>
                  <a:cubicBezTo>
                    <a:pt x="185" y="160"/>
                    <a:pt x="184" y="161"/>
                    <a:pt x="181" y="165"/>
                  </a:cubicBezTo>
                  <a:cubicBezTo>
                    <a:pt x="142" y="215"/>
                    <a:pt x="88" y="215"/>
                    <a:pt x="82" y="215"/>
                  </a:cubicBezTo>
                  <a:cubicBezTo>
                    <a:pt x="50" y="215"/>
                    <a:pt x="37" y="190"/>
                    <a:pt x="37" y="160"/>
                  </a:cubicBezTo>
                  <a:cubicBezTo>
                    <a:pt x="37" y="140"/>
                    <a:pt x="47" y="91"/>
                    <a:pt x="64" y="61"/>
                  </a:cubicBezTo>
                  <a:cubicBezTo>
                    <a:pt x="79" y="32"/>
                    <a:pt x="107"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9"/>
            <p:cNvSpPr>
              <a:spLocks noEditPoints="1"/>
            </p:cNvSpPr>
            <p:nvPr>
              <p:custDataLst>
                <p:tags r:id="rId173"/>
              </p:custDataLst>
            </p:nvPr>
          </p:nvSpPr>
          <p:spPr bwMode="auto">
            <a:xfrm>
              <a:off x="5478463" y="2584450"/>
              <a:ext cx="69850" cy="92075"/>
            </a:xfrm>
            <a:custGeom>
              <a:avLst/>
              <a:gdLst>
                <a:gd name="T0" fmla="*/ 215 w 223"/>
                <a:gd name="T1" fmla="*/ 138 h 255"/>
                <a:gd name="T2" fmla="*/ 223 w 223"/>
                <a:gd name="T3" fmla="*/ 127 h 255"/>
                <a:gd name="T4" fmla="*/ 215 w 223"/>
                <a:gd name="T5" fmla="*/ 116 h 255"/>
                <a:gd name="T6" fmla="*/ 20 w 223"/>
                <a:gd name="T7" fmla="*/ 4 h 255"/>
                <a:gd name="T8" fmla="*/ 10 w 223"/>
                <a:gd name="T9" fmla="*/ 0 h 255"/>
                <a:gd name="T10" fmla="*/ 0 w 223"/>
                <a:gd name="T11" fmla="*/ 18 h 255"/>
                <a:gd name="T12" fmla="*/ 0 w 223"/>
                <a:gd name="T13" fmla="*/ 237 h 255"/>
                <a:gd name="T14" fmla="*/ 10 w 223"/>
                <a:gd name="T15" fmla="*/ 255 h 255"/>
                <a:gd name="T16" fmla="*/ 19 w 223"/>
                <a:gd name="T17" fmla="*/ 251 h 255"/>
                <a:gd name="T18" fmla="*/ 215 w 223"/>
                <a:gd name="T19" fmla="*/ 138 h 255"/>
                <a:gd name="T20" fmla="*/ 193 w 223"/>
                <a:gd name="T21" fmla="*/ 127 h 255"/>
                <a:gd name="T22" fmla="*/ 20 w 223"/>
                <a:gd name="T23" fmla="*/ 227 h 255"/>
                <a:gd name="T24" fmla="*/ 20 w 223"/>
                <a:gd name="T25" fmla="*/ 28 h 255"/>
                <a:gd name="T26" fmla="*/ 193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215" y="138"/>
                  </a:moveTo>
                  <a:cubicBezTo>
                    <a:pt x="223" y="134"/>
                    <a:pt x="223" y="130"/>
                    <a:pt x="223" y="127"/>
                  </a:cubicBezTo>
                  <a:cubicBezTo>
                    <a:pt x="223" y="124"/>
                    <a:pt x="223" y="121"/>
                    <a:pt x="215" y="116"/>
                  </a:cubicBezTo>
                  <a:lnTo>
                    <a:pt x="20" y="4"/>
                  </a:lnTo>
                  <a:cubicBezTo>
                    <a:pt x="14" y="0"/>
                    <a:pt x="12" y="0"/>
                    <a:pt x="10" y="0"/>
                  </a:cubicBezTo>
                  <a:cubicBezTo>
                    <a:pt x="0" y="0"/>
                    <a:pt x="0" y="11"/>
                    <a:pt x="0" y="18"/>
                  </a:cubicBezTo>
                  <a:lnTo>
                    <a:pt x="0" y="237"/>
                  </a:lnTo>
                  <a:cubicBezTo>
                    <a:pt x="0" y="244"/>
                    <a:pt x="0" y="255"/>
                    <a:pt x="10" y="255"/>
                  </a:cubicBezTo>
                  <a:cubicBezTo>
                    <a:pt x="12" y="255"/>
                    <a:pt x="13" y="255"/>
                    <a:pt x="19" y="251"/>
                  </a:cubicBezTo>
                  <a:lnTo>
                    <a:pt x="215" y="138"/>
                  </a:lnTo>
                  <a:close/>
                  <a:moveTo>
                    <a:pt x="193" y="127"/>
                  </a:moveTo>
                  <a:lnTo>
                    <a:pt x="20" y="227"/>
                  </a:lnTo>
                  <a:lnTo>
                    <a:pt x="20" y="28"/>
                  </a:lnTo>
                  <a:lnTo>
                    <a:pt x="193"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30"/>
            <p:cNvSpPr>
              <a:spLocks noEditPoints="1"/>
            </p:cNvSpPr>
            <p:nvPr>
              <p:custDataLst>
                <p:tags r:id="rId174"/>
              </p:custDataLst>
            </p:nvPr>
          </p:nvSpPr>
          <p:spPr bwMode="auto">
            <a:xfrm>
              <a:off x="5530850" y="2584450"/>
              <a:ext cx="69850" cy="92075"/>
            </a:xfrm>
            <a:custGeom>
              <a:avLst/>
              <a:gdLst>
                <a:gd name="T0" fmla="*/ 11 w 223"/>
                <a:gd name="T1" fmla="*/ 116 h 255"/>
                <a:gd name="T2" fmla="*/ 0 w 223"/>
                <a:gd name="T3" fmla="*/ 127 h 255"/>
                <a:gd name="T4" fmla="*/ 10 w 223"/>
                <a:gd name="T5" fmla="*/ 139 h 255"/>
                <a:gd name="T6" fmla="*/ 204 w 223"/>
                <a:gd name="T7" fmla="*/ 251 h 255"/>
                <a:gd name="T8" fmla="*/ 213 w 223"/>
                <a:gd name="T9" fmla="*/ 255 h 255"/>
                <a:gd name="T10" fmla="*/ 223 w 223"/>
                <a:gd name="T11" fmla="*/ 237 h 255"/>
                <a:gd name="T12" fmla="*/ 223 w 223"/>
                <a:gd name="T13" fmla="*/ 18 h 255"/>
                <a:gd name="T14" fmla="*/ 213 w 223"/>
                <a:gd name="T15" fmla="*/ 0 h 255"/>
                <a:gd name="T16" fmla="*/ 205 w 223"/>
                <a:gd name="T17" fmla="*/ 4 h 255"/>
                <a:gd name="T18" fmla="*/ 11 w 223"/>
                <a:gd name="T19" fmla="*/ 116 h 255"/>
                <a:gd name="T20" fmla="*/ 30 w 223"/>
                <a:gd name="T21" fmla="*/ 127 h 255"/>
                <a:gd name="T22" fmla="*/ 203 w 223"/>
                <a:gd name="T23" fmla="*/ 28 h 255"/>
                <a:gd name="T24" fmla="*/ 203 w 223"/>
                <a:gd name="T25" fmla="*/ 227 h 255"/>
                <a:gd name="T26" fmla="*/ 30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11" y="116"/>
                  </a:moveTo>
                  <a:cubicBezTo>
                    <a:pt x="4" y="120"/>
                    <a:pt x="0" y="122"/>
                    <a:pt x="0" y="127"/>
                  </a:cubicBezTo>
                  <a:cubicBezTo>
                    <a:pt x="0" y="131"/>
                    <a:pt x="2" y="135"/>
                    <a:pt x="10" y="139"/>
                  </a:cubicBezTo>
                  <a:lnTo>
                    <a:pt x="204" y="251"/>
                  </a:lnTo>
                  <a:cubicBezTo>
                    <a:pt x="208" y="253"/>
                    <a:pt x="211" y="255"/>
                    <a:pt x="213" y="255"/>
                  </a:cubicBezTo>
                  <a:cubicBezTo>
                    <a:pt x="223" y="255"/>
                    <a:pt x="223" y="246"/>
                    <a:pt x="223" y="237"/>
                  </a:cubicBezTo>
                  <a:lnTo>
                    <a:pt x="223" y="18"/>
                  </a:lnTo>
                  <a:cubicBezTo>
                    <a:pt x="223" y="9"/>
                    <a:pt x="223" y="0"/>
                    <a:pt x="213" y="0"/>
                  </a:cubicBezTo>
                  <a:cubicBezTo>
                    <a:pt x="211" y="0"/>
                    <a:pt x="208" y="2"/>
                    <a:pt x="205" y="4"/>
                  </a:cubicBezTo>
                  <a:lnTo>
                    <a:pt x="11" y="116"/>
                  </a:lnTo>
                  <a:close/>
                  <a:moveTo>
                    <a:pt x="30" y="127"/>
                  </a:moveTo>
                  <a:lnTo>
                    <a:pt x="203" y="28"/>
                  </a:lnTo>
                  <a:lnTo>
                    <a:pt x="203" y="227"/>
                  </a:lnTo>
                  <a:lnTo>
                    <a:pt x="30"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31"/>
            <p:cNvSpPr>
              <a:spLocks noEditPoints="1"/>
            </p:cNvSpPr>
            <p:nvPr>
              <p:custDataLst>
                <p:tags r:id="rId175"/>
              </p:custDataLst>
            </p:nvPr>
          </p:nvSpPr>
          <p:spPr bwMode="auto">
            <a:xfrm>
              <a:off x="4087813" y="2709863"/>
              <a:ext cx="49213" cy="111125"/>
            </a:xfrm>
            <a:custGeom>
              <a:avLst/>
              <a:gdLst>
                <a:gd name="T0" fmla="*/ 153 w 153"/>
                <a:gd name="T1" fmla="*/ 13 h 303"/>
                <a:gd name="T2" fmla="*/ 139 w 153"/>
                <a:gd name="T3" fmla="*/ 0 h 303"/>
                <a:gd name="T4" fmla="*/ 120 w 153"/>
                <a:gd name="T5" fmla="*/ 19 h 303"/>
                <a:gd name="T6" fmla="*/ 134 w 153"/>
                <a:gd name="T7" fmla="*/ 33 h 303"/>
                <a:gd name="T8" fmla="*/ 153 w 153"/>
                <a:gd name="T9" fmla="*/ 13 h 303"/>
                <a:gd name="T10" fmla="*/ 79 w 153"/>
                <a:gd name="T11" fmla="*/ 248 h 303"/>
                <a:gd name="T12" fmla="*/ 34 w 153"/>
                <a:gd name="T13" fmla="*/ 293 h 303"/>
                <a:gd name="T14" fmla="*/ 22 w 153"/>
                <a:gd name="T15" fmla="*/ 291 h 303"/>
                <a:gd name="T16" fmla="*/ 34 w 153"/>
                <a:gd name="T17" fmla="*/ 273 h 303"/>
                <a:gd name="T18" fmla="*/ 20 w 153"/>
                <a:gd name="T19" fmla="*/ 260 h 303"/>
                <a:gd name="T20" fmla="*/ 0 w 153"/>
                <a:gd name="T21" fmla="*/ 281 h 303"/>
                <a:gd name="T22" fmla="*/ 35 w 153"/>
                <a:gd name="T23" fmla="*/ 303 h 303"/>
                <a:gd name="T24" fmla="*/ 107 w 153"/>
                <a:gd name="T25" fmla="*/ 247 h 303"/>
                <a:gd name="T26" fmla="*/ 139 w 153"/>
                <a:gd name="T27" fmla="*/ 123 h 303"/>
                <a:gd name="T28" fmla="*/ 140 w 153"/>
                <a:gd name="T29" fmla="*/ 110 h 303"/>
                <a:gd name="T30" fmla="*/ 103 w 153"/>
                <a:gd name="T31" fmla="*/ 78 h 303"/>
                <a:gd name="T32" fmla="*/ 42 w 153"/>
                <a:gd name="T33" fmla="*/ 131 h 303"/>
                <a:gd name="T34" fmla="*/ 48 w 153"/>
                <a:gd name="T35" fmla="*/ 135 h 303"/>
                <a:gd name="T36" fmla="*/ 55 w 153"/>
                <a:gd name="T37" fmla="*/ 129 h 303"/>
                <a:gd name="T38" fmla="*/ 102 w 153"/>
                <a:gd name="T39" fmla="*/ 87 h 303"/>
                <a:gd name="T40" fmla="*/ 114 w 153"/>
                <a:gd name="T41" fmla="*/ 104 h 303"/>
                <a:gd name="T42" fmla="*/ 113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9" y="0"/>
                    <a:pt x="139" y="0"/>
                  </a:cubicBezTo>
                  <a:cubicBezTo>
                    <a:pt x="129" y="0"/>
                    <a:pt x="120" y="10"/>
                    <a:pt x="120" y="19"/>
                  </a:cubicBezTo>
                  <a:cubicBezTo>
                    <a:pt x="120" y="25"/>
                    <a:pt x="124" y="33"/>
                    <a:pt x="134" y="33"/>
                  </a:cubicBezTo>
                  <a:cubicBezTo>
                    <a:pt x="143" y="33"/>
                    <a:pt x="153" y="23"/>
                    <a:pt x="153" y="13"/>
                  </a:cubicBezTo>
                  <a:close/>
                  <a:moveTo>
                    <a:pt x="79" y="248"/>
                  </a:moveTo>
                  <a:cubicBezTo>
                    <a:pt x="73" y="273"/>
                    <a:pt x="55" y="293"/>
                    <a:pt x="34" y="293"/>
                  </a:cubicBezTo>
                  <a:cubicBezTo>
                    <a:pt x="30" y="293"/>
                    <a:pt x="26" y="292"/>
                    <a:pt x="22" y="291"/>
                  </a:cubicBezTo>
                  <a:cubicBezTo>
                    <a:pt x="31" y="286"/>
                    <a:pt x="34" y="278"/>
                    <a:pt x="34" y="273"/>
                  </a:cubicBezTo>
                  <a:cubicBezTo>
                    <a:pt x="34" y="265"/>
                    <a:pt x="27" y="260"/>
                    <a:pt x="20" y="260"/>
                  </a:cubicBezTo>
                  <a:cubicBezTo>
                    <a:pt x="9" y="260"/>
                    <a:pt x="0" y="269"/>
                    <a:pt x="0" y="281"/>
                  </a:cubicBezTo>
                  <a:cubicBezTo>
                    <a:pt x="0" y="294"/>
                    <a:pt x="14" y="303"/>
                    <a:pt x="35" y="303"/>
                  </a:cubicBezTo>
                  <a:cubicBezTo>
                    <a:pt x="56" y="303"/>
                    <a:pt x="96" y="290"/>
                    <a:pt x="107" y="247"/>
                  </a:cubicBezTo>
                  <a:lnTo>
                    <a:pt x="139" y="123"/>
                  </a:lnTo>
                  <a:cubicBezTo>
                    <a:pt x="140" y="119"/>
                    <a:pt x="140" y="116"/>
                    <a:pt x="140" y="110"/>
                  </a:cubicBezTo>
                  <a:cubicBezTo>
                    <a:pt x="140" y="91"/>
                    <a:pt x="124" y="78"/>
                    <a:pt x="103" y="78"/>
                  </a:cubicBezTo>
                  <a:cubicBezTo>
                    <a:pt x="64" y="78"/>
                    <a:pt x="42" y="126"/>
                    <a:pt x="42" y="131"/>
                  </a:cubicBezTo>
                  <a:cubicBezTo>
                    <a:pt x="42" y="135"/>
                    <a:pt x="47" y="135"/>
                    <a:pt x="48" y="135"/>
                  </a:cubicBezTo>
                  <a:cubicBezTo>
                    <a:pt x="52" y="135"/>
                    <a:pt x="53" y="134"/>
                    <a:pt x="55" y="129"/>
                  </a:cubicBezTo>
                  <a:cubicBezTo>
                    <a:pt x="64" y="109"/>
                    <a:pt x="82" y="87"/>
                    <a:pt x="102" y="87"/>
                  </a:cubicBezTo>
                  <a:cubicBezTo>
                    <a:pt x="111" y="87"/>
                    <a:pt x="114" y="93"/>
                    <a:pt x="114" y="104"/>
                  </a:cubicBezTo>
                  <a:cubicBezTo>
                    <a:pt x="114" y="108"/>
                    <a:pt x="113" y="113"/>
                    <a:pt x="113"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32"/>
            <p:cNvSpPr>
              <a:spLocks noEditPoints="1"/>
            </p:cNvSpPr>
            <p:nvPr>
              <p:custDataLst>
                <p:tags r:id="rId176"/>
              </p:custDataLst>
            </p:nvPr>
          </p:nvSpPr>
          <p:spPr bwMode="auto">
            <a:xfrm>
              <a:off x="4152900" y="2738438"/>
              <a:ext cx="57150" cy="57150"/>
            </a:xfrm>
            <a:custGeom>
              <a:avLst/>
              <a:gdLst>
                <a:gd name="T0" fmla="*/ 125 w 177"/>
                <a:gd name="T1" fmla="*/ 20 h 157"/>
                <a:gd name="T2" fmla="*/ 90 w 177"/>
                <a:gd name="T3" fmla="*/ 0 h 157"/>
                <a:gd name="T4" fmla="*/ 0 w 177"/>
                <a:gd name="T5" fmla="*/ 99 h 157"/>
                <a:gd name="T6" fmla="*/ 52 w 177"/>
                <a:gd name="T7" fmla="*/ 157 h 157"/>
                <a:gd name="T8" fmla="*/ 102 w 177"/>
                <a:gd name="T9" fmla="*/ 132 h 157"/>
                <a:gd name="T10" fmla="*/ 138 w 177"/>
                <a:gd name="T11" fmla="*/ 157 h 157"/>
                <a:gd name="T12" fmla="*/ 165 w 177"/>
                <a:gd name="T13" fmla="*/ 138 h 157"/>
                <a:gd name="T14" fmla="*/ 177 w 177"/>
                <a:gd name="T15" fmla="*/ 103 h 157"/>
                <a:gd name="T16" fmla="*/ 172 w 177"/>
                <a:gd name="T17" fmla="*/ 99 h 157"/>
                <a:gd name="T18" fmla="*/ 164 w 177"/>
                <a:gd name="T19" fmla="*/ 110 h 157"/>
                <a:gd name="T20" fmla="*/ 139 w 177"/>
                <a:gd name="T21" fmla="*/ 147 h 157"/>
                <a:gd name="T22" fmla="*/ 127 w 177"/>
                <a:gd name="T23" fmla="*/ 130 h 157"/>
                <a:gd name="T24" fmla="*/ 132 w 177"/>
                <a:gd name="T25" fmla="*/ 102 h 157"/>
                <a:gd name="T26" fmla="*/ 140 w 177"/>
                <a:gd name="T27" fmla="*/ 71 h 157"/>
                <a:gd name="T28" fmla="*/ 147 w 177"/>
                <a:gd name="T29" fmla="*/ 45 h 157"/>
                <a:gd name="T30" fmla="*/ 153 w 177"/>
                <a:gd name="T31" fmla="*/ 17 h 157"/>
                <a:gd name="T32" fmla="*/ 142 w 177"/>
                <a:gd name="T33" fmla="*/ 6 h 157"/>
                <a:gd name="T34" fmla="*/ 125 w 177"/>
                <a:gd name="T35" fmla="*/ 20 h 157"/>
                <a:gd name="T36" fmla="*/ 103 w 177"/>
                <a:gd name="T37" fmla="*/ 110 h 157"/>
                <a:gd name="T38" fmla="*/ 85 w 177"/>
                <a:gd name="T39" fmla="*/ 133 h 157"/>
                <a:gd name="T40" fmla="*/ 53 w 177"/>
                <a:gd name="T41" fmla="*/ 147 h 157"/>
                <a:gd name="T42" fmla="*/ 28 w 177"/>
                <a:gd name="T43" fmla="*/ 113 h 157"/>
                <a:gd name="T44" fmla="*/ 46 w 177"/>
                <a:gd name="T45" fmla="*/ 42 h 157"/>
                <a:gd name="T46" fmla="*/ 90 w 177"/>
                <a:gd name="T47" fmla="*/ 9 h 157"/>
                <a:gd name="T48" fmla="*/ 121 w 177"/>
                <a:gd name="T49" fmla="*/ 40 h 157"/>
                <a:gd name="T50" fmla="*/ 120 w 177"/>
                <a:gd name="T51" fmla="*/ 45 h 157"/>
                <a:gd name="T52" fmla="*/ 103 w 177"/>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7">
                  <a:moveTo>
                    <a:pt x="125" y="20"/>
                  </a:moveTo>
                  <a:cubicBezTo>
                    <a:pt x="118" y="9"/>
                    <a:pt x="106" y="0"/>
                    <a:pt x="90" y="0"/>
                  </a:cubicBezTo>
                  <a:cubicBezTo>
                    <a:pt x="45" y="0"/>
                    <a:pt x="0" y="49"/>
                    <a:pt x="0" y="99"/>
                  </a:cubicBezTo>
                  <a:cubicBezTo>
                    <a:pt x="0" y="133"/>
                    <a:pt x="22" y="157"/>
                    <a:pt x="52" y="157"/>
                  </a:cubicBezTo>
                  <a:cubicBezTo>
                    <a:pt x="71" y="157"/>
                    <a:pt x="88" y="146"/>
                    <a:pt x="102" y="132"/>
                  </a:cubicBezTo>
                  <a:cubicBezTo>
                    <a:pt x="108" y="153"/>
                    <a:pt x="129" y="157"/>
                    <a:pt x="138" y="157"/>
                  </a:cubicBezTo>
                  <a:cubicBezTo>
                    <a:pt x="150" y="157"/>
                    <a:pt x="159" y="149"/>
                    <a:pt x="165" y="138"/>
                  </a:cubicBezTo>
                  <a:cubicBezTo>
                    <a:pt x="173" y="125"/>
                    <a:pt x="177" y="105"/>
                    <a:pt x="177" y="103"/>
                  </a:cubicBezTo>
                  <a:cubicBezTo>
                    <a:pt x="177" y="99"/>
                    <a:pt x="173" y="99"/>
                    <a:pt x="172" y="99"/>
                  </a:cubicBezTo>
                  <a:cubicBezTo>
                    <a:pt x="167" y="99"/>
                    <a:pt x="167" y="100"/>
                    <a:pt x="164" y="110"/>
                  </a:cubicBezTo>
                  <a:cubicBezTo>
                    <a:pt x="160" y="126"/>
                    <a:pt x="153" y="147"/>
                    <a:pt x="139" y="147"/>
                  </a:cubicBezTo>
                  <a:cubicBezTo>
                    <a:pt x="130" y="147"/>
                    <a:pt x="127" y="139"/>
                    <a:pt x="127" y="130"/>
                  </a:cubicBezTo>
                  <a:cubicBezTo>
                    <a:pt x="127" y="124"/>
                    <a:pt x="130" y="112"/>
                    <a:pt x="132" y="102"/>
                  </a:cubicBezTo>
                  <a:cubicBezTo>
                    <a:pt x="135" y="93"/>
                    <a:pt x="138" y="79"/>
                    <a:pt x="140" y="71"/>
                  </a:cubicBezTo>
                  <a:lnTo>
                    <a:pt x="147" y="45"/>
                  </a:lnTo>
                  <a:cubicBezTo>
                    <a:pt x="149" y="35"/>
                    <a:pt x="153" y="19"/>
                    <a:pt x="153" y="17"/>
                  </a:cubicBezTo>
                  <a:cubicBezTo>
                    <a:pt x="153" y="10"/>
                    <a:pt x="147" y="6"/>
                    <a:pt x="142" y="6"/>
                  </a:cubicBezTo>
                  <a:cubicBezTo>
                    <a:pt x="136" y="6"/>
                    <a:pt x="128" y="10"/>
                    <a:pt x="125" y="20"/>
                  </a:cubicBezTo>
                  <a:close/>
                  <a:moveTo>
                    <a:pt x="103" y="110"/>
                  </a:moveTo>
                  <a:cubicBezTo>
                    <a:pt x="101" y="120"/>
                    <a:pt x="93" y="126"/>
                    <a:pt x="85" y="133"/>
                  </a:cubicBezTo>
                  <a:cubicBezTo>
                    <a:pt x="82" y="136"/>
                    <a:pt x="68" y="147"/>
                    <a:pt x="53" y="147"/>
                  </a:cubicBezTo>
                  <a:cubicBezTo>
                    <a:pt x="40" y="147"/>
                    <a:pt x="28" y="138"/>
                    <a:pt x="28" y="113"/>
                  </a:cubicBezTo>
                  <a:cubicBezTo>
                    <a:pt x="28" y="95"/>
                    <a:pt x="38" y="56"/>
                    <a:pt x="46" y="42"/>
                  </a:cubicBezTo>
                  <a:cubicBezTo>
                    <a:pt x="62" y="15"/>
                    <a:pt x="80" y="9"/>
                    <a:pt x="90" y="9"/>
                  </a:cubicBezTo>
                  <a:cubicBezTo>
                    <a:pt x="114" y="9"/>
                    <a:pt x="121" y="36"/>
                    <a:pt x="121" y="40"/>
                  </a:cubicBezTo>
                  <a:cubicBezTo>
                    <a:pt x="121" y="41"/>
                    <a:pt x="120" y="43"/>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3"/>
            <p:cNvSpPr>
              <a:spLocks noEditPoints="1"/>
            </p:cNvSpPr>
            <p:nvPr>
              <p:custDataLst>
                <p:tags r:id="rId177"/>
              </p:custDataLst>
            </p:nvPr>
          </p:nvSpPr>
          <p:spPr bwMode="auto">
            <a:xfrm>
              <a:off x="4221163" y="2706688"/>
              <a:ext cx="57150" cy="88900"/>
            </a:xfrm>
            <a:custGeom>
              <a:avLst/>
              <a:gdLst>
                <a:gd name="T0" fmla="*/ 177 w 179"/>
                <a:gd name="T1" fmla="*/ 11 h 246"/>
                <a:gd name="T2" fmla="*/ 179 w 179"/>
                <a:gd name="T3" fmla="*/ 5 h 246"/>
                <a:gd name="T4" fmla="*/ 173 w 179"/>
                <a:gd name="T5" fmla="*/ 0 h 246"/>
                <a:gd name="T6" fmla="*/ 129 w 179"/>
                <a:gd name="T7" fmla="*/ 4 h 246"/>
                <a:gd name="T8" fmla="*/ 121 w 179"/>
                <a:gd name="T9" fmla="*/ 12 h 246"/>
                <a:gd name="T10" fmla="*/ 130 w 179"/>
                <a:gd name="T11" fmla="*/ 17 h 246"/>
                <a:gd name="T12" fmla="*/ 147 w 179"/>
                <a:gd name="T13" fmla="*/ 22 h 246"/>
                <a:gd name="T14" fmla="*/ 145 w 179"/>
                <a:gd name="T15" fmla="*/ 30 h 246"/>
                <a:gd name="T16" fmla="*/ 125 w 179"/>
                <a:gd name="T17" fmla="*/ 109 h 246"/>
                <a:gd name="T18" fmla="*/ 90 w 179"/>
                <a:gd name="T19" fmla="*/ 89 h 246"/>
                <a:gd name="T20" fmla="*/ 0 w 179"/>
                <a:gd name="T21" fmla="*/ 188 h 246"/>
                <a:gd name="T22" fmla="*/ 52 w 179"/>
                <a:gd name="T23" fmla="*/ 246 h 246"/>
                <a:gd name="T24" fmla="*/ 102 w 179"/>
                <a:gd name="T25" fmla="*/ 221 h 246"/>
                <a:gd name="T26" fmla="*/ 138 w 179"/>
                <a:gd name="T27" fmla="*/ 246 h 246"/>
                <a:gd name="T28" fmla="*/ 165 w 179"/>
                <a:gd name="T29" fmla="*/ 227 h 246"/>
                <a:gd name="T30" fmla="*/ 177 w 179"/>
                <a:gd name="T31" fmla="*/ 192 h 246"/>
                <a:gd name="T32" fmla="*/ 172 w 179"/>
                <a:gd name="T33" fmla="*/ 188 h 246"/>
                <a:gd name="T34" fmla="*/ 164 w 179"/>
                <a:gd name="T35" fmla="*/ 199 h 246"/>
                <a:gd name="T36" fmla="*/ 139 w 179"/>
                <a:gd name="T37" fmla="*/ 236 h 246"/>
                <a:gd name="T38" fmla="*/ 127 w 179"/>
                <a:gd name="T39" fmla="*/ 219 h 246"/>
                <a:gd name="T40" fmla="*/ 129 w 179"/>
                <a:gd name="T41" fmla="*/ 205 h 246"/>
                <a:gd name="T42" fmla="*/ 177 w 179"/>
                <a:gd name="T43" fmla="*/ 11 h 246"/>
                <a:gd name="T44" fmla="*/ 103 w 179"/>
                <a:gd name="T45" fmla="*/ 199 h 246"/>
                <a:gd name="T46" fmla="*/ 85 w 179"/>
                <a:gd name="T47" fmla="*/ 222 h 246"/>
                <a:gd name="T48" fmla="*/ 53 w 179"/>
                <a:gd name="T49" fmla="*/ 236 h 246"/>
                <a:gd name="T50" fmla="*/ 28 w 179"/>
                <a:gd name="T51" fmla="*/ 202 h 246"/>
                <a:gd name="T52" fmla="*/ 46 w 179"/>
                <a:gd name="T53" fmla="*/ 131 h 246"/>
                <a:gd name="T54" fmla="*/ 90 w 179"/>
                <a:gd name="T55" fmla="*/ 98 h 246"/>
                <a:gd name="T56" fmla="*/ 121 w 179"/>
                <a:gd name="T57" fmla="*/ 129 h 246"/>
                <a:gd name="T58" fmla="*/ 120 w 179"/>
                <a:gd name="T59" fmla="*/ 134 h 246"/>
                <a:gd name="T60" fmla="*/ 103 w 179"/>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7" y="11"/>
                  </a:moveTo>
                  <a:cubicBezTo>
                    <a:pt x="178" y="10"/>
                    <a:pt x="179" y="5"/>
                    <a:pt x="179" y="5"/>
                  </a:cubicBezTo>
                  <a:cubicBezTo>
                    <a:pt x="179" y="3"/>
                    <a:pt x="177" y="0"/>
                    <a:pt x="173" y="0"/>
                  </a:cubicBezTo>
                  <a:cubicBezTo>
                    <a:pt x="166" y="0"/>
                    <a:pt x="137" y="3"/>
                    <a:pt x="129" y="4"/>
                  </a:cubicBezTo>
                  <a:cubicBezTo>
                    <a:pt x="126" y="4"/>
                    <a:pt x="121" y="4"/>
                    <a:pt x="121" y="12"/>
                  </a:cubicBezTo>
                  <a:cubicBezTo>
                    <a:pt x="121" y="17"/>
                    <a:pt x="126" y="17"/>
                    <a:pt x="130" y="17"/>
                  </a:cubicBezTo>
                  <a:cubicBezTo>
                    <a:pt x="147" y="17"/>
                    <a:pt x="147" y="19"/>
                    <a:pt x="147" y="22"/>
                  </a:cubicBezTo>
                  <a:cubicBezTo>
                    <a:pt x="147" y="24"/>
                    <a:pt x="146" y="26"/>
                    <a:pt x="145" y="30"/>
                  </a:cubicBezTo>
                  <a:lnTo>
                    <a:pt x="125" y="109"/>
                  </a:lnTo>
                  <a:cubicBezTo>
                    <a:pt x="118" y="98"/>
                    <a:pt x="106" y="89"/>
                    <a:pt x="90" y="89"/>
                  </a:cubicBezTo>
                  <a:cubicBezTo>
                    <a:pt x="45" y="89"/>
                    <a:pt x="0" y="138"/>
                    <a:pt x="0" y="188"/>
                  </a:cubicBezTo>
                  <a:cubicBezTo>
                    <a:pt x="0" y="222"/>
                    <a:pt x="22" y="246"/>
                    <a:pt x="52" y="246"/>
                  </a:cubicBezTo>
                  <a:cubicBezTo>
                    <a:pt x="71" y="246"/>
                    <a:pt x="88" y="235"/>
                    <a:pt x="102" y="221"/>
                  </a:cubicBezTo>
                  <a:cubicBezTo>
                    <a:pt x="108" y="242"/>
                    <a:pt x="129" y="246"/>
                    <a:pt x="138" y="246"/>
                  </a:cubicBezTo>
                  <a:cubicBezTo>
                    <a:pt x="150" y="246"/>
                    <a:pt x="159" y="238"/>
                    <a:pt x="165" y="227"/>
                  </a:cubicBezTo>
                  <a:cubicBezTo>
                    <a:pt x="173" y="214"/>
                    <a:pt x="177" y="194"/>
                    <a:pt x="177" y="192"/>
                  </a:cubicBezTo>
                  <a:cubicBezTo>
                    <a:pt x="177" y="188"/>
                    <a:pt x="173" y="188"/>
                    <a:pt x="172" y="188"/>
                  </a:cubicBezTo>
                  <a:cubicBezTo>
                    <a:pt x="167" y="188"/>
                    <a:pt x="167" y="189"/>
                    <a:pt x="164" y="199"/>
                  </a:cubicBezTo>
                  <a:cubicBezTo>
                    <a:pt x="160" y="215"/>
                    <a:pt x="153" y="236"/>
                    <a:pt x="139" y="236"/>
                  </a:cubicBezTo>
                  <a:cubicBezTo>
                    <a:pt x="130" y="236"/>
                    <a:pt x="127" y="228"/>
                    <a:pt x="127" y="219"/>
                  </a:cubicBezTo>
                  <a:cubicBezTo>
                    <a:pt x="127" y="212"/>
                    <a:pt x="128" y="209"/>
                    <a:pt x="129" y="205"/>
                  </a:cubicBezTo>
                  <a:lnTo>
                    <a:pt x="177" y="11"/>
                  </a:lnTo>
                  <a:close/>
                  <a:moveTo>
                    <a:pt x="103" y="199"/>
                  </a:moveTo>
                  <a:cubicBezTo>
                    <a:pt x="101" y="209"/>
                    <a:pt x="93" y="215"/>
                    <a:pt x="85" y="222"/>
                  </a:cubicBezTo>
                  <a:cubicBezTo>
                    <a:pt x="82" y="225"/>
                    <a:pt x="68" y="236"/>
                    <a:pt x="53" y="236"/>
                  </a:cubicBezTo>
                  <a:cubicBezTo>
                    <a:pt x="40" y="236"/>
                    <a:pt x="28" y="227"/>
                    <a:pt x="28" y="202"/>
                  </a:cubicBezTo>
                  <a:cubicBezTo>
                    <a:pt x="28" y="184"/>
                    <a:pt x="38" y="145"/>
                    <a:pt x="46" y="131"/>
                  </a:cubicBezTo>
                  <a:cubicBezTo>
                    <a:pt x="62" y="104"/>
                    <a:pt x="80" y="98"/>
                    <a:pt x="90" y="98"/>
                  </a:cubicBezTo>
                  <a:cubicBezTo>
                    <a:pt x="114" y="98"/>
                    <a:pt x="121" y="125"/>
                    <a:pt x="121" y="129"/>
                  </a:cubicBezTo>
                  <a:cubicBezTo>
                    <a:pt x="121" y="130"/>
                    <a:pt x="120" y="132"/>
                    <a:pt x="120" y="134"/>
                  </a:cubicBezTo>
                  <a:lnTo>
                    <a:pt x="103"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4"/>
            <p:cNvSpPr>
              <a:spLocks/>
            </p:cNvSpPr>
            <p:nvPr>
              <p:custDataLst>
                <p:tags r:id="rId178"/>
              </p:custDataLst>
            </p:nvPr>
          </p:nvSpPr>
          <p:spPr bwMode="auto">
            <a:xfrm>
              <a:off x="4286250" y="2738438"/>
              <a:ext cx="50800" cy="57150"/>
            </a:xfrm>
            <a:custGeom>
              <a:avLst/>
              <a:gdLst>
                <a:gd name="T0" fmla="*/ 66 w 162"/>
                <a:gd name="T1" fmla="*/ 83 h 157"/>
                <a:gd name="T2" fmla="*/ 75 w 162"/>
                <a:gd name="T3" fmla="*/ 48 h 157"/>
                <a:gd name="T4" fmla="*/ 97 w 162"/>
                <a:gd name="T5" fmla="*/ 19 h 157"/>
                <a:gd name="T6" fmla="*/ 125 w 162"/>
                <a:gd name="T7" fmla="*/ 9 h 157"/>
                <a:gd name="T8" fmla="*/ 144 w 162"/>
                <a:gd name="T9" fmla="*/ 14 h 157"/>
                <a:gd name="T10" fmla="*/ 129 w 162"/>
                <a:gd name="T11" fmla="*/ 33 h 157"/>
                <a:gd name="T12" fmla="*/ 143 w 162"/>
                <a:gd name="T13" fmla="*/ 46 h 157"/>
                <a:gd name="T14" fmla="*/ 162 w 162"/>
                <a:gd name="T15" fmla="*/ 25 h 157"/>
                <a:gd name="T16" fmla="*/ 125 w 162"/>
                <a:gd name="T17" fmla="*/ 0 h 157"/>
                <a:gd name="T18" fmla="*/ 76 w 162"/>
                <a:gd name="T19" fmla="*/ 24 h 157"/>
                <a:gd name="T20" fmla="*/ 40 w 162"/>
                <a:gd name="T21" fmla="*/ 0 h 157"/>
                <a:gd name="T22" fmla="*/ 13 w 162"/>
                <a:gd name="T23" fmla="*/ 17 h 157"/>
                <a:gd name="T24" fmla="*/ 0 w 162"/>
                <a:gd name="T25" fmla="*/ 53 h 157"/>
                <a:gd name="T26" fmla="*/ 6 w 162"/>
                <a:gd name="T27" fmla="*/ 57 h 157"/>
                <a:gd name="T28" fmla="*/ 14 w 162"/>
                <a:gd name="T29" fmla="*/ 47 h 157"/>
                <a:gd name="T30" fmla="*/ 39 w 162"/>
                <a:gd name="T31" fmla="*/ 9 h 157"/>
                <a:gd name="T32" fmla="*/ 51 w 162"/>
                <a:gd name="T33" fmla="*/ 26 h 157"/>
                <a:gd name="T34" fmla="*/ 45 w 162"/>
                <a:gd name="T35" fmla="*/ 55 h 157"/>
                <a:gd name="T36" fmla="*/ 37 w 162"/>
                <a:gd name="T37" fmla="*/ 87 h 157"/>
                <a:gd name="T38" fmla="*/ 26 w 162"/>
                <a:gd name="T39" fmla="*/ 131 h 157"/>
                <a:gd name="T40" fmla="*/ 23 w 162"/>
                <a:gd name="T41" fmla="*/ 146 h 157"/>
                <a:gd name="T42" fmla="*/ 35 w 162"/>
                <a:gd name="T43" fmla="*/ 157 h 157"/>
                <a:gd name="T44" fmla="*/ 50 w 162"/>
                <a:gd name="T45" fmla="*/ 147 h 157"/>
                <a:gd name="T46" fmla="*/ 56 w 162"/>
                <a:gd name="T47" fmla="*/ 121 h 157"/>
                <a:gd name="T48" fmla="*/ 66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6" y="83"/>
                  </a:moveTo>
                  <a:cubicBezTo>
                    <a:pt x="66" y="81"/>
                    <a:pt x="74" y="49"/>
                    <a:pt x="75" y="48"/>
                  </a:cubicBezTo>
                  <a:cubicBezTo>
                    <a:pt x="75" y="45"/>
                    <a:pt x="86" y="27"/>
                    <a:pt x="97" y="19"/>
                  </a:cubicBezTo>
                  <a:cubicBezTo>
                    <a:pt x="101" y="16"/>
                    <a:pt x="110" y="9"/>
                    <a:pt x="125" y="9"/>
                  </a:cubicBezTo>
                  <a:cubicBezTo>
                    <a:pt x="128" y="9"/>
                    <a:pt x="137" y="10"/>
                    <a:pt x="144" y="14"/>
                  </a:cubicBezTo>
                  <a:cubicBezTo>
                    <a:pt x="133" y="17"/>
                    <a:pt x="129" y="27"/>
                    <a:pt x="129" y="33"/>
                  </a:cubicBezTo>
                  <a:cubicBezTo>
                    <a:pt x="129" y="41"/>
                    <a:pt x="135" y="46"/>
                    <a:pt x="143" y="46"/>
                  </a:cubicBezTo>
                  <a:cubicBezTo>
                    <a:pt x="151" y="46"/>
                    <a:pt x="162" y="40"/>
                    <a:pt x="162" y="25"/>
                  </a:cubicBezTo>
                  <a:cubicBezTo>
                    <a:pt x="162" y="7"/>
                    <a:pt x="143" y="0"/>
                    <a:pt x="125" y="0"/>
                  </a:cubicBezTo>
                  <a:cubicBezTo>
                    <a:pt x="107" y="0"/>
                    <a:pt x="91" y="7"/>
                    <a:pt x="76" y="24"/>
                  </a:cubicBezTo>
                  <a:cubicBezTo>
                    <a:pt x="70" y="3"/>
                    <a:pt x="49" y="0"/>
                    <a:pt x="40" y="0"/>
                  </a:cubicBezTo>
                  <a:cubicBezTo>
                    <a:pt x="27" y="0"/>
                    <a:pt x="19" y="8"/>
                    <a:pt x="13" y="17"/>
                  </a:cubicBezTo>
                  <a:cubicBezTo>
                    <a:pt x="5" y="31"/>
                    <a:pt x="0" y="51"/>
                    <a:pt x="0" y="53"/>
                  </a:cubicBezTo>
                  <a:cubicBezTo>
                    <a:pt x="0" y="57"/>
                    <a:pt x="5" y="57"/>
                    <a:pt x="6" y="57"/>
                  </a:cubicBezTo>
                  <a:cubicBezTo>
                    <a:pt x="11" y="57"/>
                    <a:pt x="11" y="56"/>
                    <a:pt x="14" y="47"/>
                  </a:cubicBezTo>
                  <a:cubicBezTo>
                    <a:pt x="19" y="26"/>
                    <a:pt x="26" y="9"/>
                    <a:pt x="39" y="9"/>
                  </a:cubicBezTo>
                  <a:cubicBezTo>
                    <a:pt x="48" y="9"/>
                    <a:pt x="51" y="17"/>
                    <a:pt x="51" y="26"/>
                  </a:cubicBezTo>
                  <a:cubicBezTo>
                    <a:pt x="51" y="33"/>
                    <a:pt x="48" y="46"/>
                    <a:pt x="45" y="55"/>
                  </a:cubicBezTo>
                  <a:cubicBezTo>
                    <a:pt x="43" y="65"/>
                    <a:pt x="39" y="79"/>
                    <a:pt x="37" y="87"/>
                  </a:cubicBezTo>
                  <a:lnTo>
                    <a:pt x="26" y="131"/>
                  </a:lnTo>
                  <a:cubicBezTo>
                    <a:pt x="25" y="136"/>
                    <a:pt x="23" y="145"/>
                    <a:pt x="23" y="146"/>
                  </a:cubicBezTo>
                  <a:cubicBezTo>
                    <a:pt x="23" y="153"/>
                    <a:pt x="29" y="157"/>
                    <a:pt x="35" y="157"/>
                  </a:cubicBezTo>
                  <a:cubicBezTo>
                    <a:pt x="40" y="157"/>
                    <a:pt x="47" y="154"/>
                    <a:pt x="50" y="147"/>
                  </a:cubicBezTo>
                  <a:cubicBezTo>
                    <a:pt x="50" y="145"/>
                    <a:pt x="54" y="129"/>
                    <a:pt x="56" y="121"/>
                  </a:cubicBezTo>
                  <a:lnTo>
                    <a:pt x="66"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5"/>
            <p:cNvSpPr>
              <a:spLocks noEditPoints="1"/>
            </p:cNvSpPr>
            <p:nvPr>
              <p:custDataLst>
                <p:tags r:id="rId179"/>
              </p:custDataLst>
            </p:nvPr>
          </p:nvSpPr>
          <p:spPr bwMode="auto">
            <a:xfrm>
              <a:off x="4349750" y="2738438"/>
              <a:ext cx="55563" cy="57150"/>
            </a:xfrm>
            <a:custGeom>
              <a:avLst/>
              <a:gdLst>
                <a:gd name="T0" fmla="*/ 126 w 178"/>
                <a:gd name="T1" fmla="*/ 20 h 157"/>
                <a:gd name="T2" fmla="*/ 90 w 178"/>
                <a:gd name="T3" fmla="*/ 0 h 157"/>
                <a:gd name="T4" fmla="*/ 0 w 178"/>
                <a:gd name="T5" fmla="*/ 99 h 157"/>
                <a:gd name="T6" fmla="*/ 53 w 178"/>
                <a:gd name="T7" fmla="*/ 157 h 157"/>
                <a:gd name="T8" fmla="*/ 102 w 178"/>
                <a:gd name="T9" fmla="*/ 132 h 157"/>
                <a:gd name="T10" fmla="*/ 138 w 178"/>
                <a:gd name="T11" fmla="*/ 157 h 157"/>
                <a:gd name="T12" fmla="*/ 165 w 178"/>
                <a:gd name="T13" fmla="*/ 138 h 157"/>
                <a:gd name="T14" fmla="*/ 178 w 178"/>
                <a:gd name="T15" fmla="*/ 103 h 157"/>
                <a:gd name="T16" fmla="*/ 172 w 178"/>
                <a:gd name="T17" fmla="*/ 99 h 157"/>
                <a:gd name="T18" fmla="*/ 164 w 178"/>
                <a:gd name="T19" fmla="*/ 110 h 157"/>
                <a:gd name="T20" fmla="*/ 139 w 178"/>
                <a:gd name="T21" fmla="*/ 147 h 157"/>
                <a:gd name="T22" fmla="*/ 127 w 178"/>
                <a:gd name="T23" fmla="*/ 130 h 157"/>
                <a:gd name="T24" fmla="*/ 133 w 178"/>
                <a:gd name="T25" fmla="*/ 102 h 157"/>
                <a:gd name="T26" fmla="*/ 140 w 178"/>
                <a:gd name="T27" fmla="*/ 71 h 157"/>
                <a:gd name="T28" fmla="*/ 147 w 178"/>
                <a:gd name="T29" fmla="*/ 45 h 157"/>
                <a:gd name="T30" fmla="*/ 154 w 178"/>
                <a:gd name="T31" fmla="*/ 17 h 157"/>
                <a:gd name="T32" fmla="*/ 142 w 178"/>
                <a:gd name="T33" fmla="*/ 6 h 157"/>
                <a:gd name="T34" fmla="*/ 126 w 178"/>
                <a:gd name="T35" fmla="*/ 20 h 157"/>
                <a:gd name="T36" fmla="*/ 103 w 178"/>
                <a:gd name="T37" fmla="*/ 110 h 157"/>
                <a:gd name="T38" fmla="*/ 86 w 178"/>
                <a:gd name="T39" fmla="*/ 133 h 157"/>
                <a:gd name="T40" fmla="*/ 54 w 178"/>
                <a:gd name="T41" fmla="*/ 147 h 157"/>
                <a:gd name="T42" fmla="*/ 28 w 178"/>
                <a:gd name="T43" fmla="*/ 113 h 157"/>
                <a:gd name="T44" fmla="*/ 46 w 178"/>
                <a:gd name="T45" fmla="*/ 42 h 157"/>
                <a:gd name="T46" fmla="*/ 90 w 178"/>
                <a:gd name="T47" fmla="*/ 9 h 157"/>
                <a:gd name="T48" fmla="*/ 121 w 178"/>
                <a:gd name="T49" fmla="*/ 40 h 157"/>
                <a:gd name="T50" fmla="*/ 120 w 178"/>
                <a:gd name="T51" fmla="*/ 45 h 157"/>
                <a:gd name="T52" fmla="*/ 103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0"/>
                  </a:moveTo>
                  <a:cubicBezTo>
                    <a:pt x="118" y="9"/>
                    <a:pt x="107" y="0"/>
                    <a:pt x="90" y="0"/>
                  </a:cubicBezTo>
                  <a:cubicBezTo>
                    <a:pt x="45" y="0"/>
                    <a:pt x="0" y="49"/>
                    <a:pt x="0" y="99"/>
                  </a:cubicBezTo>
                  <a:cubicBezTo>
                    <a:pt x="0" y="133"/>
                    <a:pt x="23" y="157"/>
                    <a:pt x="53" y="157"/>
                  </a:cubicBezTo>
                  <a:cubicBezTo>
                    <a:pt x="71" y="157"/>
                    <a:pt x="88" y="146"/>
                    <a:pt x="102" y="132"/>
                  </a:cubicBezTo>
                  <a:cubicBezTo>
                    <a:pt x="109" y="153"/>
                    <a:pt x="129" y="157"/>
                    <a:pt x="138" y="157"/>
                  </a:cubicBezTo>
                  <a:cubicBezTo>
                    <a:pt x="150" y="157"/>
                    <a:pt x="159" y="149"/>
                    <a:pt x="165" y="138"/>
                  </a:cubicBezTo>
                  <a:cubicBezTo>
                    <a:pt x="173" y="125"/>
                    <a:pt x="178" y="105"/>
                    <a:pt x="178" y="103"/>
                  </a:cubicBezTo>
                  <a:cubicBezTo>
                    <a:pt x="178" y="99"/>
                    <a:pt x="173" y="99"/>
                    <a:pt x="172" y="99"/>
                  </a:cubicBezTo>
                  <a:cubicBezTo>
                    <a:pt x="167" y="99"/>
                    <a:pt x="167" y="100"/>
                    <a:pt x="164" y="110"/>
                  </a:cubicBezTo>
                  <a:cubicBezTo>
                    <a:pt x="160" y="126"/>
                    <a:pt x="154" y="147"/>
                    <a:pt x="139" y="147"/>
                  </a:cubicBezTo>
                  <a:cubicBezTo>
                    <a:pt x="130" y="147"/>
                    <a:pt x="127" y="139"/>
                    <a:pt x="127" y="130"/>
                  </a:cubicBezTo>
                  <a:cubicBezTo>
                    <a:pt x="127" y="124"/>
                    <a:pt x="130" y="112"/>
                    <a:pt x="133" y="102"/>
                  </a:cubicBezTo>
                  <a:cubicBezTo>
                    <a:pt x="135" y="93"/>
                    <a:pt x="139" y="79"/>
                    <a:pt x="140" y="71"/>
                  </a:cubicBezTo>
                  <a:lnTo>
                    <a:pt x="147" y="45"/>
                  </a:lnTo>
                  <a:cubicBezTo>
                    <a:pt x="149" y="35"/>
                    <a:pt x="154" y="19"/>
                    <a:pt x="154" y="17"/>
                  </a:cubicBezTo>
                  <a:cubicBezTo>
                    <a:pt x="154" y="10"/>
                    <a:pt x="147" y="6"/>
                    <a:pt x="142" y="6"/>
                  </a:cubicBezTo>
                  <a:cubicBezTo>
                    <a:pt x="136" y="6"/>
                    <a:pt x="128" y="10"/>
                    <a:pt x="126" y="20"/>
                  </a:cubicBezTo>
                  <a:close/>
                  <a:moveTo>
                    <a:pt x="103" y="110"/>
                  </a:moveTo>
                  <a:cubicBezTo>
                    <a:pt x="101" y="120"/>
                    <a:pt x="93" y="126"/>
                    <a:pt x="86" y="133"/>
                  </a:cubicBezTo>
                  <a:cubicBezTo>
                    <a:pt x="82" y="136"/>
                    <a:pt x="69" y="147"/>
                    <a:pt x="54" y="147"/>
                  </a:cubicBezTo>
                  <a:cubicBezTo>
                    <a:pt x="41" y="147"/>
                    <a:pt x="28" y="138"/>
                    <a:pt x="28" y="113"/>
                  </a:cubicBezTo>
                  <a:cubicBezTo>
                    <a:pt x="28" y="95"/>
                    <a:pt x="38" y="56"/>
                    <a:pt x="46" y="42"/>
                  </a:cubicBezTo>
                  <a:cubicBezTo>
                    <a:pt x="62" y="15"/>
                    <a:pt x="80" y="9"/>
                    <a:pt x="90" y="9"/>
                  </a:cubicBezTo>
                  <a:cubicBezTo>
                    <a:pt x="114" y="9"/>
                    <a:pt x="121" y="36"/>
                    <a:pt x="121" y="40"/>
                  </a:cubicBezTo>
                  <a:cubicBezTo>
                    <a:pt x="121" y="41"/>
                    <a:pt x="120" y="43"/>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6"/>
            <p:cNvSpPr>
              <a:spLocks/>
            </p:cNvSpPr>
            <p:nvPr>
              <p:custDataLst>
                <p:tags r:id="rId180"/>
              </p:custDataLst>
            </p:nvPr>
          </p:nvSpPr>
          <p:spPr bwMode="auto">
            <a:xfrm>
              <a:off x="4418013" y="2706688"/>
              <a:ext cx="23813" cy="88900"/>
            </a:xfrm>
            <a:custGeom>
              <a:avLst/>
              <a:gdLst>
                <a:gd name="T0" fmla="*/ 77 w 78"/>
                <a:gd name="T1" fmla="*/ 11 h 246"/>
                <a:gd name="T2" fmla="*/ 78 w 78"/>
                <a:gd name="T3" fmla="*/ 5 h 246"/>
                <a:gd name="T4" fmla="*/ 73 w 78"/>
                <a:gd name="T5" fmla="*/ 0 h 246"/>
                <a:gd name="T6" fmla="*/ 28 w 78"/>
                <a:gd name="T7" fmla="*/ 4 h 246"/>
                <a:gd name="T8" fmla="*/ 21 w 78"/>
                <a:gd name="T9" fmla="*/ 12 h 246"/>
                <a:gd name="T10" fmla="*/ 30 w 78"/>
                <a:gd name="T11" fmla="*/ 17 h 246"/>
                <a:gd name="T12" fmla="*/ 46 w 78"/>
                <a:gd name="T13" fmla="*/ 22 h 246"/>
                <a:gd name="T14" fmla="*/ 45 w 78"/>
                <a:gd name="T15" fmla="*/ 30 h 246"/>
                <a:gd name="T16" fmla="*/ 2 w 78"/>
                <a:gd name="T17" fmla="*/ 202 h 246"/>
                <a:gd name="T18" fmla="*/ 0 w 78"/>
                <a:gd name="T19" fmla="*/ 213 h 246"/>
                <a:gd name="T20" fmla="*/ 37 w 78"/>
                <a:gd name="T21" fmla="*/ 246 h 246"/>
                <a:gd name="T22" fmla="*/ 65 w 78"/>
                <a:gd name="T23" fmla="*/ 227 h 246"/>
                <a:gd name="T24" fmla="*/ 77 w 78"/>
                <a:gd name="T25" fmla="*/ 192 h 246"/>
                <a:gd name="T26" fmla="*/ 71 w 78"/>
                <a:gd name="T27" fmla="*/ 188 h 246"/>
                <a:gd name="T28" fmla="*/ 64 w 78"/>
                <a:gd name="T29" fmla="*/ 196 h 246"/>
                <a:gd name="T30" fmla="*/ 38 w 78"/>
                <a:gd name="T31" fmla="*/ 236 h 246"/>
                <a:gd name="T32" fmla="*/ 26 w 78"/>
                <a:gd name="T33" fmla="*/ 219 h 246"/>
                <a:gd name="T34" fmla="*/ 28 w 78"/>
                <a:gd name="T35" fmla="*/ 205 h 246"/>
                <a:gd name="T36" fmla="*/ 77 w 78"/>
                <a:gd name="T37" fmla="*/ 11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6">
                  <a:moveTo>
                    <a:pt x="77" y="11"/>
                  </a:moveTo>
                  <a:cubicBezTo>
                    <a:pt x="77" y="10"/>
                    <a:pt x="78" y="5"/>
                    <a:pt x="78" y="5"/>
                  </a:cubicBezTo>
                  <a:cubicBezTo>
                    <a:pt x="78" y="3"/>
                    <a:pt x="77" y="0"/>
                    <a:pt x="73" y="0"/>
                  </a:cubicBezTo>
                  <a:cubicBezTo>
                    <a:pt x="66" y="0"/>
                    <a:pt x="37" y="3"/>
                    <a:pt x="28" y="4"/>
                  </a:cubicBezTo>
                  <a:cubicBezTo>
                    <a:pt x="26" y="4"/>
                    <a:pt x="21" y="4"/>
                    <a:pt x="21" y="12"/>
                  </a:cubicBezTo>
                  <a:cubicBezTo>
                    <a:pt x="21" y="17"/>
                    <a:pt x="26" y="17"/>
                    <a:pt x="30" y="17"/>
                  </a:cubicBezTo>
                  <a:cubicBezTo>
                    <a:pt x="46" y="17"/>
                    <a:pt x="46" y="19"/>
                    <a:pt x="46" y="22"/>
                  </a:cubicBezTo>
                  <a:cubicBezTo>
                    <a:pt x="46" y="24"/>
                    <a:pt x="46" y="26"/>
                    <a:pt x="45" y="30"/>
                  </a:cubicBezTo>
                  <a:lnTo>
                    <a:pt x="2" y="202"/>
                  </a:lnTo>
                  <a:cubicBezTo>
                    <a:pt x="1" y="205"/>
                    <a:pt x="0" y="209"/>
                    <a:pt x="0" y="213"/>
                  </a:cubicBezTo>
                  <a:cubicBezTo>
                    <a:pt x="0" y="235"/>
                    <a:pt x="20" y="246"/>
                    <a:pt x="37" y="246"/>
                  </a:cubicBezTo>
                  <a:cubicBezTo>
                    <a:pt x="45" y="246"/>
                    <a:pt x="56" y="243"/>
                    <a:pt x="65" y="227"/>
                  </a:cubicBezTo>
                  <a:cubicBezTo>
                    <a:pt x="72" y="214"/>
                    <a:pt x="77" y="194"/>
                    <a:pt x="77" y="192"/>
                  </a:cubicBezTo>
                  <a:cubicBezTo>
                    <a:pt x="77" y="188"/>
                    <a:pt x="72" y="188"/>
                    <a:pt x="71" y="188"/>
                  </a:cubicBezTo>
                  <a:cubicBezTo>
                    <a:pt x="66" y="188"/>
                    <a:pt x="66" y="190"/>
                    <a:pt x="64" y="196"/>
                  </a:cubicBezTo>
                  <a:cubicBezTo>
                    <a:pt x="60" y="214"/>
                    <a:pt x="53" y="236"/>
                    <a:pt x="38" y="236"/>
                  </a:cubicBezTo>
                  <a:cubicBezTo>
                    <a:pt x="29" y="236"/>
                    <a:pt x="26" y="227"/>
                    <a:pt x="26" y="219"/>
                  </a:cubicBezTo>
                  <a:cubicBezTo>
                    <a:pt x="26" y="215"/>
                    <a:pt x="27" y="209"/>
                    <a:pt x="28" y="205"/>
                  </a:cubicBezTo>
                  <a:lnTo>
                    <a:pt x="77" y="1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7"/>
            <p:cNvSpPr>
              <a:spLocks noEditPoints="1"/>
            </p:cNvSpPr>
            <p:nvPr>
              <p:custDataLst>
                <p:tags r:id="rId181"/>
              </p:custDataLst>
            </p:nvPr>
          </p:nvSpPr>
          <p:spPr bwMode="auto">
            <a:xfrm>
              <a:off x="4457700" y="2738438"/>
              <a:ext cx="47625" cy="57150"/>
            </a:xfrm>
            <a:custGeom>
              <a:avLst/>
              <a:gdLst>
                <a:gd name="T0" fmla="*/ 54 w 149"/>
                <a:gd name="T1" fmla="*/ 74 h 157"/>
                <a:gd name="T2" fmla="*/ 111 w 149"/>
                <a:gd name="T3" fmla="*/ 66 h 157"/>
                <a:gd name="T4" fmla="*/ 141 w 149"/>
                <a:gd name="T5" fmla="*/ 30 h 157"/>
                <a:gd name="T6" fmla="*/ 98 w 149"/>
                <a:gd name="T7" fmla="*/ 0 h 157"/>
                <a:gd name="T8" fmla="*/ 0 w 149"/>
                <a:gd name="T9" fmla="*/ 91 h 157"/>
                <a:gd name="T10" fmla="*/ 62 w 149"/>
                <a:gd name="T11" fmla="*/ 157 h 157"/>
                <a:gd name="T12" fmla="*/ 149 w 149"/>
                <a:gd name="T13" fmla="*/ 117 h 157"/>
                <a:gd name="T14" fmla="*/ 143 w 149"/>
                <a:gd name="T15" fmla="*/ 112 h 157"/>
                <a:gd name="T16" fmla="*/ 137 w 149"/>
                <a:gd name="T17" fmla="*/ 115 h 157"/>
                <a:gd name="T18" fmla="*/ 63 w 149"/>
                <a:gd name="T19" fmla="*/ 147 h 157"/>
                <a:gd name="T20" fmla="*/ 28 w 149"/>
                <a:gd name="T21" fmla="*/ 105 h 157"/>
                <a:gd name="T22" fmla="*/ 32 w 149"/>
                <a:gd name="T23" fmla="*/ 74 h 157"/>
                <a:gd name="T24" fmla="*/ 54 w 149"/>
                <a:gd name="T25" fmla="*/ 74 h 157"/>
                <a:gd name="T26" fmla="*/ 35 w 149"/>
                <a:gd name="T27" fmla="*/ 64 h 157"/>
                <a:gd name="T28" fmla="*/ 98 w 149"/>
                <a:gd name="T29" fmla="*/ 9 h 157"/>
                <a:gd name="T30" fmla="*/ 126 w 149"/>
                <a:gd name="T31" fmla="*/ 30 h 157"/>
                <a:gd name="T32" fmla="*/ 52 w 149"/>
                <a:gd name="T33" fmla="*/ 64 h 157"/>
                <a:gd name="T34" fmla="*/ 35 w 149"/>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4" y="74"/>
                  </a:moveTo>
                  <a:cubicBezTo>
                    <a:pt x="64" y="74"/>
                    <a:pt x="92" y="73"/>
                    <a:pt x="111" y="66"/>
                  </a:cubicBezTo>
                  <a:cubicBezTo>
                    <a:pt x="136" y="57"/>
                    <a:pt x="141" y="41"/>
                    <a:pt x="141" y="30"/>
                  </a:cubicBezTo>
                  <a:cubicBezTo>
                    <a:pt x="141" y="11"/>
                    <a:pt x="122" y="0"/>
                    <a:pt x="98" y="0"/>
                  </a:cubicBezTo>
                  <a:cubicBezTo>
                    <a:pt x="56" y="0"/>
                    <a:pt x="0" y="32"/>
                    <a:pt x="0" y="91"/>
                  </a:cubicBezTo>
                  <a:cubicBezTo>
                    <a:pt x="0" y="126"/>
                    <a:pt x="22" y="157"/>
                    <a:pt x="62" y="157"/>
                  </a:cubicBezTo>
                  <a:cubicBezTo>
                    <a:pt x="121" y="157"/>
                    <a:pt x="149" y="122"/>
                    <a:pt x="149" y="117"/>
                  </a:cubicBezTo>
                  <a:cubicBezTo>
                    <a:pt x="149" y="115"/>
                    <a:pt x="146" y="112"/>
                    <a:pt x="143" y="112"/>
                  </a:cubicBezTo>
                  <a:cubicBezTo>
                    <a:pt x="141" y="112"/>
                    <a:pt x="140" y="112"/>
                    <a:pt x="137" y="115"/>
                  </a:cubicBezTo>
                  <a:cubicBezTo>
                    <a:pt x="110" y="147"/>
                    <a:pt x="69" y="147"/>
                    <a:pt x="63" y="147"/>
                  </a:cubicBezTo>
                  <a:cubicBezTo>
                    <a:pt x="42" y="147"/>
                    <a:pt x="28" y="133"/>
                    <a:pt x="28" y="105"/>
                  </a:cubicBezTo>
                  <a:cubicBezTo>
                    <a:pt x="28" y="100"/>
                    <a:pt x="28" y="93"/>
                    <a:pt x="32" y="74"/>
                  </a:cubicBezTo>
                  <a:lnTo>
                    <a:pt x="54" y="74"/>
                  </a:lnTo>
                  <a:close/>
                  <a:moveTo>
                    <a:pt x="35" y="64"/>
                  </a:moveTo>
                  <a:cubicBezTo>
                    <a:pt x="50" y="13"/>
                    <a:pt x="88" y="9"/>
                    <a:pt x="98" y="9"/>
                  </a:cubicBezTo>
                  <a:cubicBezTo>
                    <a:pt x="113" y="9"/>
                    <a:pt x="126" y="17"/>
                    <a:pt x="126" y="30"/>
                  </a:cubicBezTo>
                  <a:cubicBezTo>
                    <a:pt x="126" y="64"/>
                    <a:pt x="67" y="64"/>
                    <a:pt x="52" y="64"/>
                  </a:cubicBezTo>
                  <a:lnTo>
                    <a:pt x="35"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38"/>
            <p:cNvSpPr>
              <a:spLocks/>
            </p:cNvSpPr>
            <p:nvPr>
              <p:custDataLst>
                <p:tags r:id="rId182"/>
              </p:custDataLst>
            </p:nvPr>
          </p:nvSpPr>
          <p:spPr bwMode="auto">
            <a:xfrm>
              <a:off x="4518025" y="2738438"/>
              <a:ext cx="47625" cy="57150"/>
            </a:xfrm>
            <a:custGeom>
              <a:avLst/>
              <a:gdLst>
                <a:gd name="T0" fmla="*/ 131 w 151"/>
                <a:gd name="T1" fmla="*/ 20 h 157"/>
                <a:gd name="T2" fmla="*/ 113 w 151"/>
                <a:gd name="T3" fmla="*/ 39 h 157"/>
                <a:gd name="T4" fmla="*/ 127 w 151"/>
                <a:gd name="T5" fmla="*/ 52 h 157"/>
                <a:gd name="T6" fmla="*/ 147 w 151"/>
                <a:gd name="T7" fmla="*/ 30 h 157"/>
                <a:gd name="T8" fmla="*/ 101 w 151"/>
                <a:gd name="T9" fmla="*/ 0 h 157"/>
                <a:gd name="T10" fmla="*/ 0 w 151"/>
                <a:gd name="T11" fmla="*/ 96 h 157"/>
                <a:gd name="T12" fmla="*/ 64 w 151"/>
                <a:gd name="T13" fmla="*/ 157 h 157"/>
                <a:gd name="T14" fmla="*/ 151 w 151"/>
                <a:gd name="T15" fmla="*/ 117 h 157"/>
                <a:gd name="T16" fmla="*/ 145 w 151"/>
                <a:gd name="T17" fmla="*/ 112 h 157"/>
                <a:gd name="T18" fmla="*/ 139 w 151"/>
                <a:gd name="T19" fmla="*/ 115 h 157"/>
                <a:gd name="T20" fmla="*/ 65 w 151"/>
                <a:gd name="T21" fmla="*/ 147 h 157"/>
                <a:gd name="T22" fmla="*/ 29 w 151"/>
                <a:gd name="T23" fmla="*/ 108 h 157"/>
                <a:gd name="T24" fmla="*/ 52 w 151"/>
                <a:gd name="T25" fmla="*/ 36 h 157"/>
                <a:gd name="T26" fmla="*/ 101 w 151"/>
                <a:gd name="T27" fmla="*/ 9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9" y="22"/>
                    <a:pt x="113" y="32"/>
                    <a:pt x="113" y="39"/>
                  </a:cubicBezTo>
                  <a:cubicBezTo>
                    <a:pt x="113" y="49"/>
                    <a:pt x="121" y="52"/>
                    <a:pt x="127" y="52"/>
                  </a:cubicBezTo>
                  <a:cubicBezTo>
                    <a:pt x="135" y="52"/>
                    <a:pt x="147" y="47"/>
                    <a:pt x="147" y="30"/>
                  </a:cubicBezTo>
                  <a:cubicBezTo>
                    <a:pt x="147" y="6"/>
                    <a:pt x="120" y="0"/>
                    <a:pt x="101" y="0"/>
                  </a:cubicBezTo>
                  <a:cubicBezTo>
                    <a:pt x="48" y="0"/>
                    <a:pt x="0" y="48"/>
                    <a:pt x="0" y="96"/>
                  </a:cubicBezTo>
                  <a:cubicBezTo>
                    <a:pt x="0" y="126"/>
                    <a:pt x="21" y="157"/>
                    <a:pt x="64" y="157"/>
                  </a:cubicBezTo>
                  <a:cubicBezTo>
                    <a:pt x="123" y="157"/>
                    <a:pt x="151" y="122"/>
                    <a:pt x="151" y="117"/>
                  </a:cubicBezTo>
                  <a:cubicBezTo>
                    <a:pt x="151" y="115"/>
                    <a:pt x="148" y="112"/>
                    <a:pt x="145" y="112"/>
                  </a:cubicBezTo>
                  <a:cubicBezTo>
                    <a:pt x="143" y="112"/>
                    <a:pt x="142" y="112"/>
                    <a:pt x="139" y="115"/>
                  </a:cubicBezTo>
                  <a:cubicBezTo>
                    <a:pt x="112" y="147"/>
                    <a:pt x="71" y="147"/>
                    <a:pt x="65" y="147"/>
                  </a:cubicBezTo>
                  <a:cubicBezTo>
                    <a:pt x="40" y="147"/>
                    <a:pt x="29" y="130"/>
                    <a:pt x="29" y="108"/>
                  </a:cubicBezTo>
                  <a:cubicBezTo>
                    <a:pt x="29" y="98"/>
                    <a:pt x="34" y="60"/>
                    <a:pt x="52" y="36"/>
                  </a:cubicBezTo>
                  <a:cubicBezTo>
                    <a:pt x="65" y="19"/>
                    <a:pt x="83" y="9"/>
                    <a:pt x="101" y="9"/>
                  </a:cubicBezTo>
                  <a:cubicBezTo>
                    <a:pt x="106" y="9"/>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39"/>
            <p:cNvSpPr>
              <a:spLocks/>
            </p:cNvSpPr>
            <p:nvPr>
              <p:custDataLst>
                <p:tags r:id="rId183"/>
              </p:custDataLst>
            </p:nvPr>
          </p:nvSpPr>
          <p:spPr bwMode="auto">
            <a:xfrm>
              <a:off x="4579938" y="2779713"/>
              <a:ext cx="12700" cy="14288"/>
            </a:xfrm>
            <a:custGeom>
              <a:avLst/>
              <a:gdLst>
                <a:gd name="T0" fmla="*/ 41 w 41"/>
                <a:gd name="T1" fmla="*/ 20 h 40"/>
                <a:gd name="T2" fmla="*/ 21 w 41"/>
                <a:gd name="T3" fmla="*/ 0 h 40"/>
                <a:gd name="T4" fmla="*/ 0 w 41"/>
                <a:gd name="T5" fmla="*/ 20 h 40"/>
                <a:gd name="T6" fmla="*/ 20 w 41"/>
                <a:gd name="T7" fmla="*/ 40 h 40"/>
                <a:gd name="T8" fmla="*/ 41 w 41"/>
                <a:gd name="T9" fmla="*/ 20 h 40"/>
              </a:gdLst>
              <a:ahLst/>
              <a:cxnLst>
                <a:cxn ang="0">
                  <a:pos x="T0" y="T1"/>
                </a:cxn>
                <a:cxn ang="0">
                  <a:pos x="T2" y="T3"/>
                </a:cxn>
                <a:cxn ang="0">
                  <a:pos x="T4" y="T5"/>
                </a:cxn>
                <a:cxn ang="0">
                  <a:pos x="T6" y="T7"/>
                </a:cxn>
                <a:cxn ang="0">
                  <a:pos x="T8" y="T9"/>
                </a:cxn>
              </a:cxnLst>
              <a:rect l="0" t="0" r="r" b="b"/>
              <a:pathLst>
                <a:path w="41" h="40">
                  <a:moveTo>
                    <a:pt x="41" y="20"/>
                  </a:moveTo>
                  <a:cubicBezTo>
                    <a:pt x="41" y="8"/>
                    <a:pt x="30" y="0"/>
                    <a:pt x="21" y="0"/>
                  </a:cubicBezTo>
                  <a:cubicBezTo>
                    <a:pt x="9" y="0"/>
                    <a:pt x="0" y="10"/>
                    <a:pt x="0" y="20"/>
                  </a:cubicBezTo>
                  <a:cubicBezTo>
                    <a:pt x="0" y="33"/>
                    <a:pt x="11" y="40"/>
                    <a:pt x="20" y="40"/>
                  </a:cubicBezTo>
                  <a:cubicBezTo>
                    <a:pt x="32" y="40"/>
                    <a:pt x="41" y="31"/>
                    <a:pt x="4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40"/>
            <p:cNvSpPr>
              <a:spLocks noEditPoints="1"/>
            </p:cNvSpPr>
            <p:nvPr>
              <p:custDataLst>
                <p:tags r:id="rId184"/>
              </p:custDataLst>
            </p:nvPr>
          </p:nvSpPr>
          <p:spPr bwMode="auto">
            <a:xfrm>
              <a:off x="4603750" y="2709863"/>
              <a:ext cx="49213" cy="111125"/>
            </a:xfrm>
            <a:custGeom>
              <a:avLst/>
              <a:gdLst>
                <a:gd name="T0" fmla="*/ 153 w 153"/>
                <a:gd name="T1" fmla="*/ 13 h 303"/>
                <a:gd name="T2" fmla="*/ 139 w 153"/>
                <a:gd name="T3" fmla="*/ 0 h 303"/>
                <a:gd name="T4" fmla="*/ 119 w 153"/>
                <a:gd name="T5" fmla="*/ 19 h 303"/>
                <a:gd name="T6" fmla="*/ 133 w 153"/>
                <a:gd name="T7" fmla="*/ 33 h 303"/>
                <a:gd name="T8" fmla="*/ 153 w 153"/>
                <a:gd name="T9" fmla="*/ 13 h 303"/>
                <a:gd name="T10" fmla="*/ 79 w 153"/>
                <a:gd name="T11" fmla="*/ 248 h 303"/>
                <a:gd name="T12" fmla="*/ 34 w 153"/>
                <a:gd name="T13" fmla="*/ 293 h 303"/>
                <a:gd name="T14" fmla="*/ 21 w 153"/>
                <a:gd name="T15" fmla="*/ 291 h 303"/>
                <a:gd name="T16" fmla="*/ 33 w 153"/>
                <a:gd name="T17" fmla="*/ 273 h 303"/>
                <a:gd name="T18" fmla="*/ 20 w 153"/>
                <a:gd name="T19" fmla="*/ 260 h 303"/>
                <a:gd name="T20" fmla="*/ 0 w 153"/>
                <a:gd name="T21" fmla="*/ 281 h 303"/>
                <a:gd name="T22" fmla="*/ 34 w 153"/>
                <a:gd name="T23" fmla="*/ 303 h 303"/>
                <a:gd name="T24" fmla="*/ 107 w 153"/>
                <a:gd name="T25" fmla="*/ 247 h 303"/>
                <a:gd name="T26" fmla="*/ 138 w 153"/>
                <a:gd name="T27" fmla="*/ 123 h 303"/>
                <a:gd name="T28" fmla="*/ 140 w 153"/>
                <a:gd name="T29" fmla="*/ 110 h 303"/>
                <a:gd name="T30" fmla="*/ 103 w 153"/>
                <a:gd name="T31" fmla="*/ 78 h 303"/>
                <a:gd name="T32" fmla="*/ 42 w 153"/>
                <a:gd name="T33" fmla="*/ 131 h 303"/>
                <a:gd name="T34" fmla="*/ 48 w 153"/>
                <a:gd name="T35" fmla="*/ 135 h 303"/>
                <a:gd name="T36" fmla="*/ 54 w 153"/>
                <a:gd name="T37" fmla="*/ 129 h 303"/>
                <a:gd name="T38" fmla="*/ 102 w 153"/>
                <a:gd name="T39" fmla="*/ 87 h 303"/>
                <a:gd name="T40" fmla="*/ 113 w 153"/>
                <a:gd name="T41" fmla="*/ 104 h 303"/>
                <a:gd name="T42" fmla="*/ 112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8" y="0"/>
                    <a:pt x="139" y="0"/>
                  </a:cubicBezTo>
                  <a:cubicBezTo>
                    <a:pt x="129" y="0"/>
                    <a:pt x="119" y="10"/>
                    <a:pt x="119" y="19"/>
                  </a:cubicBezTo>
                  <a:cubicBezTo>
                    <a:pt x="119" y="25"/>
                    <a:pt x="124" y="33"/>
                    <a:pt x="133" y="33"/>
                  </a:cubicBezTo>
                  <a:cubicBezTo>
                    <a:pt x="143" y="33"/>
                    <a:pt x="153" y="23"/>
                    <a:pt x="153" y="13"/>
                  </a:cubicBezTo>
                  <a:close/>
                  <a:moveTo>
                    <a:pt x="79" y="248"/>
                  </a:moveTo>
                  <a:cubicBezTo>
                    <a:pt x="73" y="273"/>
                    <a:pt x="54" y="293"/>
                    <a:pt x="34" y="293"/>
                  </a:cubicBezTo>
                  <a:cubicBezTo>
                    <a:pt x="29" y="293"/>
                    <a:pt x="25" y="292"/>
                    <a:pt x="21" y="291"/>
                  </a:cubicBezTo>
                  <a:cubicBezTo>
                    <a:pt x="30" y="286"/>
                    <a:pt x="33" y="278"/>
                    <a:pt x="33" y="273"/>
                  </a:cubicBezTo>
                  <a:cubicBezTo>
                    <a:pt x="33" y="265"/>
                    <a:pt x="27" y="260"/>
                    <a:pt x="20" y="260"/>
                  </a:cubicBezTo>
                  <a:cubicBezTo>
                    <a:pt x="9" y="260"/>
                    <a:pt x="0" y="269"/>
                    <a:pt x="0" y="281"/>
                  </a:cubicBezTo>
                  <a:cubicBezTo>
                    <a:pt x="0" y="294"/>
                    <a:pt x="13" y="303"/>
                    <a:pt x="34" y="303"/>
                  </a:cubicBezTo>
                  <a:cubicBezTo>
                    <a:pt x="55" y="303"/>
                    <a:pt x="96" y="290"/>
                    <a:pt x="107" y="247"/>
                  </a:cubicBezTo>
                  <a:lnTo>
                    <a:pt x="138" y="123"/>
                  </a:lnTo>
                  <a:cubicBezTo>
                    <a:pt x="139" y="119"/>
                    <a:pt x="140" y="116"/>
                    <a:pt x="140" y="110"/>
                  </a:cubicBezTo>
                  <a:cubicBezTo>
                    <a:pt x="140" y="91"/>
                    <a:pt x="124" y="78"/>
                    <a:pt x="103" y="78"/>
                  </a:cubicBezTo>
                  <a:cubicBezTo>
                    <a:pt x="64" y="78"/>
                    <a:pt x="42" y="126"/>
                    <a:pt x="42" y="131"/>
                  </a:cubicBezTo>
                  <a:cubicBezTo>
                    <a:pt x="42" y="135"/>
                    <a:pt x="46" y="135"/>
                    <a:pt x="48" y="135"/>
                  </a:cubicBezTo>
                  <a:cubicBezTo>
                    <a:pt x="52" y="135"/>
                    <a:pt x="52" y="134"/>
                    <a:pt x="54" y="129"/>
                  </a:cubicBezTo>
                  <a:cubicBezTo>
                    <a:pt x="63" y="109"/>
                    <a:pt x="81" y="87"/>
                    <a:pt x="102" y="87"/>
                  </a:cubicBezTo>
                  <a:cubicBezTo>
                    <a:pt x="110" y="87"/>
                    <a:pt x="113" y="93"/>
                    <a:pt x="113" y="104"/>
                  </a:cubicBezTo>
                  <a:cubicBezTo>
                    <a:pt x="113" y="108"/>
                    <a:pt x="113" y="113"/>
                    <a:pt x="112"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41"/>
            <p:cNvSpPr>
              <a:spLocks noEditPoints="1"/>
            </p:cNvSpPr>
            <p:nvPr>
              <p:custDataLst>
                <p:tags r:id="rId185"/>
              </p:custDataLst>
            </p:nvPr>
          </p:nvSpPr>
          <p:spPr bwMode="auto">
            <a:xfrm>
              <a:off x="4667250" y="2709863"/>
              <a:ext cx="34925" cy="85725"/>
            </a:xfrm>
            <a:custGeom>
              <a:avLst/>
              <a:gdLst>
                <a:gd name="T0" fmla="*/ 97 w 106"/>
                <a:gd name="T1" fmla="*/ 13 h 235"/>
                <a:gd name="T2" fmla="*/ 83 w 106"/>
                <a:gd name="T3" fmla="*/ 0 h 235"/>
                <a:gd name="T4" fmla="*/ 63 w 106"/>
                <a:gd name="T5" fmla="*/ 19 h 235"/>
                <a:gd name="T6" fmla="*/ 77 w 106"/>
                <a:gd name="T7" fmla="*/ 33 h 235"/>
                <a:gd name="T8" fmla="*/ 97 w 106"/>
                <a:gd name="T9" fmla="*/ 13 h 235"/>
                <a:gd name="T10" fmla="*/ 25 w 106"/>
                <a:gd name="T11" fmla="*/ 191 h 235"/>
                <a:gd name="T12" fmla="*/ 22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3 w 106"/>
                <a:gd name="T27" fmla="*/ 191 h 235"/>
                <a:gd name="T28" fmla="*/ 65 w 106"/>
                <a:gd name="T29" fmla="*/ 163 h 235"/>
                <a:gd name="T30" fmla="*/ 82 w 106"/>
                <a:gd name="T31" fmla="*/ 118 h 235"/>
                <a:gd name="T32" fmla="*/ 84 w 106"/>
                <a:gd name="T33" fmla="*/ 107 h 235"/>
                <a:gd name="T34" fmla="*/ 51 w 106"/>
                <a:gd name="T35" fmla="*/ 78 h 235"/>
                <a:gd name="T36" fmla="*/ 0 w 106"/>
                <a:gd name="T37" fmla="*/ 131 h 235"/>
                <a:gd name="T38" fmla="*/ 6 w 106"/>
                <a:gd name="T39" fmla="*/ 135 h 235"/>
                <a:gd name="T40" fmla="*/ 12 w 106"/>
                <a:gd name="T41" fmla="*/ 130 h 235"/>
                <a:gd name="T42" fmla="*/ 50 w 106"/>
                <a:gd name="T43" fmla="*/ 87 h 235"/>
                <a:gd name="T44" fmla="*/ 58 w 106"/>
                <a:gd name="T45" fmla="*/ 100 h 235"/>
                <a:gd name="T46" fmla="*/ 48 w 106"/>
                <a:gd name="T47" fmla="*/ 134 h 235"/>
                <a:gd name="T48" fmla="*/ 25 w 106"/>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8"/>
                    <a:pt x="92" y="0"/>
                    <a:pt x="83" y="0"/>
                  </a:cubicBezTo>
                  <a:cubicBezTo>
                    <a:pt x="73" y="0"/>
                    <a:pt x="63" y="9"/>
                    <a:pt x="63" y="19"/>
                  </a:cubicBezTo>
                  <a:cubicBezTo>
                    <a:pt x="63" y="25"/>
                    <a:pt x="68" y="33"/>
                    <a:pt x="77" y="33"/>
                  </a:cubicBezTo>
                  <a:cubicBezTo>
                    <a:pt x="87" y="33"/>
                    <a:pt x="97" y="23"/>
                    <a:pt x="97" y="13"/>
                  </a:cubicBezTo>
                  <a:close/>
                  <a:moveTo>
                    <a:pt x="25" y="191"/>
                  </a:moveTo>
                  <a:cubicBezTo>
                    <a:pt x="24" y="195"/>
                    <a:pt x="22" y="199"/>
                    <a:pt x="22" y="205"/>
                  </a:cubicBezTo>
                  <a:cubicBezTo>
                    <a:pt x="22" y="222"/>
                    <a:pt x="36" y="235"/>
                    <a:pt x="56" y="235"/>
                  </a:cubicBezTo>
                  <a:cubicBezTo>
                    <a:pt x="90" y="235"/>
                    <a:pt x="106" y="187"/>
                    <a:pt x="106" y="181"/>
                  </a:cubicBezTo>
                  <a:cubicBezTo>
                    <a:pt x="106" y="177"/>
                    <a:pt x="101" y="177"/>
                    <a:pt x="100" y="177"/>
                  </a:cubicBezTo>
                  <a:cubicBezTo>
                    <a:pt x="95" y="177"/>
                    <a:pt x="95" y="179"/>
                    <a:pt x="94" y="183"/>
                  </a:cubicBezTo>
                  <a:cubicBezTo>
                    <a:pt x="86" y="211"/>
                    <a:pt x="70" y="225"/>
                    <a:pt x="57" y="225"/>
                  </a:cubicBezTo>
                  <a:cubicBezTo>
                    <a:pt x="50" y="225"/>
                    <a:pt x="48" y="221"/>
                    <a:pt x="48" y="213"/>
                  </a:cubicBezTo>
                  <a:cubicBezTo>
                    <a:pt x="48" y="205"/>
                    <a:pt x="50" y="198"/>
                    <a:pt x="53" y="191"/>
                  </a:cubicBezTo>
                  <a:cubicBezTo>
                    <a:pt x="57" y="181"/>
                    <a:pt x="61" y="172"/>
                    <a:pt x="65" y="163"/>
                  </a:cubicBezTo>
                  <a:cubicBezTo>
                    <a:pt x="68" y="154"/>
                    <a:pt x="80" y="123"/>
                    <a:pt x="82" y="118"/>
                  </a:cubicBezTo>
                  <a:cubicBezTo>
                    <a:pt x="83" y="115"/>
                    <a:pt x="84" y="111"/>
                    <a:pt x="84" y="107"/>
                  </a:cubicBezTo>
                  <a:cubicBezTo>
                    <a:pt x="84" y="91"/>
                    <a:pt x="70" y="78"/>
                    <a:pt x="51" y="78"/>
                  </a:cubicBezTo>
                  <a:cubicBezTo>
                    <a:pt x="16" y="78"/>
                    <a:pt x="0" y="125"/>
                    <a:pt x="0" y="131"/>
                  </a:cubicBezTo>
                  <a:cubicBezTo>
                    <a:pt x="0" y="135"/>
                    <a:pt x="5" y="135"/>
                    <a:pt x="6" y="135"/>
                  </a:cubicBezTo>
                  <a:cubicBezTo>
                    <a:pt x="11" y="135"/>
                    <a:pt x="11" y="134"/>
                    <a:pt x="12" y="130"/>
                  </a:cubicBezTo>
                  <a:cubicBezTo>
                    <a:pt x="21" y="100"/>
                    <a:pt x="37" y="87"/>
                    <a:pt x="50" y="87"/>
                  </a:cubicBezTo>
                  <a:cubicBezTo>
                    <a:pt x="55" y="87"/>
                    <a:pt x="58" y="90"/>
                    <a:pt x="58" y="100"/>
                  </a:cubicBezTo>
                  <a:cubicBezTo>
                    <a:pt x="58" y="108"/>
                    <a:pt x="56" y="113"/>
                    <a:pt x="48" y="134"/>
                  </a:cubicBezTo>
                  <a:lnTo>
                    <a:pt x="25"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2"/>
            <p:cNvSpPr>
              <a:spLocks noEditPoints="1"/>
            </p:cNvSpPr>
            <p:nvPr>
              <p:custDataLst>
                <p:tags r:id="rId186"/>
              </p:custDataLst>
            </p:nvPr>
          </p:nvSpPr>
          <p:spPr bwMode="auto">
            <a:xfrm>
              <a:off x="4714875" y="2706688"/>
              <a:ext cx="55563" cy="88900"/>
            </a:xfrm>
            <a:custGeom>
              <a:avLst/>
              <a:gdLst>
                <a:gd name="T0" fmla="*/ 178 w 179"/>
                <a:gd name="T1" fmla="*/ 11 h 246"/>
                <a:gd name="T2" fmla="*/ 179 w 179"/>
                <a:gd name="T3" fmla="*/ 5 h 246"/>
                <a:gd name="T4" fmla="*/ 174 w 179"/>
                <a:gd name="T5" fmla="*/ 0 h 246"/>
                <a:gd name="T6" fmla="*/ 129 w 179"/>
                <a:gd name="T7" fmla="*/ 4 h 246"/>
                <a:gd name="T8" fmla="*/ 121 w 179"/>
                <a:gd name="T9" fmla="*/ 12 h 246"/>
                <a:gd name="T10" fmla="*/ 130 w 179"/>
                <a:gd name="T11" fmla="*/ 17 h 246"/>
                <a:gd name="T12" fmla="*/ 147 w 179"/>
                <a:gd name="T13" fmla="*/ 22 h 246"/>
                <a:gd name="T14" fmla="*/ 146 w 179"/>
                <a:gd name="T15" fmla="*/ 30 h 246"/>
                <a:gd name="T16" fmla="*/ 126 w 179"/>
                <a:gd name="T17" fmla="*/ 109 h 246"/>
                <a:gd name="T18" fmla="*/ 90 w 179"/>
                <a:gd name="T19" fmla="*/ 89 h 246"/>
                <a:gd name="T20" fmla="*/ 0 w 179"/>
                <a:gd name="T21" fmla="*/ 188 h 246"/>
                <a:gd name="T22" fmla="*/ 53 w 179"/>
                <a:gd name="T23" fmla="*/ 246 h 246"/>
                <a:gd name="T24" fmla="*/ 102 w 179"/>
                <a:gd name="T25" fmla="*/ 221 h 246"/>
                <a:gd name="T26" fmla="*/ 138 w 179"/>
                <a:gd name="T27" fmla="*/ 246 h 246"/>
                <a:gd name="T28" fmla="*/ 166 w 179"/>
                <a:gd name="T29" fmla="*/ 227 h 246"/>
                <a:gd name="T30" fmla="*/ 178 w 179"/>
                <a:gd name="T31" fmla="*/ 192 h 246"/>
                <a:gd name="T32" fmla="*/ 172 w 179"/>
                <a:gd name="T33" fmla="*/ 188 h 246"/>
                <a:gd name="T34" fmla="*/ 165 w 179"/>
                <a:gd name="T35" fmla="*/ 199 h 246"/>
                <a:gd name="T36" fmla="*/ 139 w 179"/>
                <a:gd name="T37" fmla="*/ 236 h 246"/>
                <a:gd name="T38" fmla="*/ 128 w 179"/>
                <a:gd name="T39" fmla="*/ 219 h 246"/>
                <a:gd name="T40" fmla="*/ 129 w 179"/>
                <a:gd name="T41" fmla="*/ 205 h 246"/>
                <a:gd name="T42" fmla="*/ 178 w 179"/>
                <a:gd name="T43" fmla="*/ 11 h 246"/>
                <a:gd name="T44" fmla="*/ 104 w 179"/>
                <a:gd name="T45" fmla="*/ 199 h 246"/>
                <a:gd name="T46" fmla="*/ 86 w 179"/>
                <a:gd name="T47" fmla="*/ 222 h 246"/>
                <a:gd name="T48" fmla="*/ 54 w 179"/>
                <a:gd name="T49" fmla="*/ 236 h 246"/>
                <a:gd name="T50" fmla="*/ 28 w 179"/>
                <a:gd name="T51" fmla="*/ 202 h 246"/>
                <a:gd name="T52" fmla="*/ 46 w 179"/>
                <a:gd name="T53" fmla="*/ 131 h 246"/>
                <a:gd name="T54" fmla="*/ 90 w 179"/>
                <a:gd name="T55" fmla="*/ 98 h 246"/>
                <a:gd name="T56" fmla="*/ 121 w 179"/>
                <a:gd name="T57" fmla="*/ 129 h 246"/>
                <a:gd name="T58" fmla="*/ 120 w 179"/>
                <a:gd name="T59" fmla="*/ 134 h 246"/>
                <a:gd name="T60" fmla="*/ 104 w 179"/>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1"/>
                  </a:moveTo>
                  <a:cubicBezTo>
                    <a:pt x="178" y="10"/>
                    <a:pt x="179" y="5"/>
                    <a:pt x="179" y="5"/>
                  </a:cubicBezTo>
                  <a:cubicBezTo>
                    <a:pt x="179" y="3"/>
                    <a:pt x="178" y="0"/>
                    <a:pt x="174" y="0"/>
                  </a:cubicBezTo>
                  <a:cubicBezTo>
                    <a:pt x="167" y="0"/>
                    <a:pt x="138" y="3"/>
                    <a:pt x="129" y="4"/>
                  </a:cubicBezTo>
                  <a:cubicBezTo>
                    <a:pt x="126" y="4"/>
                    <a:pt x="121" y="4"/>
                    <a:pt x="121" y="12"/>
                  </a:cubicBezTo>
                  <a:cubicBezTo>
                    <a:pt x="121" y="17"/>
                    <a:pt x="126" y="17"/>
                    <a:pt x="130" y="17"/>
                  </a:cubicBezTo>
                  <a:cubicBezTo>
                    <a:pt x="147" y="17"/>
                    <a:pt x="147" y="19"/>
                    <a:pt x="147" y="22"/>
                  </a:cubicBezTo>
                  <a:cubicBezTo>
                    <a:pt x="147" y="24"/>
                    <a:pt x="146" y="26"/>
                    <a:pt x="146" y="30"/>
                  </a:cubicBezTo>
                  <a:lnTo>
                    <a:pt x="126" y="109"/>
                  </a:lnTo>
                  <a:cubicBezTo>
                    <a:pt x="119" y="98"/>
                    <a:pt x="107" y="89"/>
                    <a:pt x="90" y="89"/>
                  </a:cubicBezTo>
                  <a:cubicBezTo>
                    <a:pt x="45" y="89"/>
                    <a:pt x="0" y="138"/>
                    <a:pt x="0" y="188"/>
                  </a:cubicBezTo>
                  <a:cubicBezTo>
                    <a:pt x="0" y="222"/>
                    <a:pt x="23" y="246"/>
                    <a:pt x="53" y="246"/>
                  </a:cubicBezTo>
                  <a:cubicBezTo>
                    <a:pt x="71" y="246"/>
                    <a:pt x="88" y="235"/>
                    <a:pt x="102" y="221"/>
                  </a:cubicBezTo>
                  <a:cubicBezTo>
                    <a:pt x="109" y="242"/>
                    <a:pt x="129" y="246"/>
                    <a:pt x="138" y="246"/>
                  </a:cubicBezTo>
                  <a:cubicBezTo>
                    <a:pt x="151" y="246"/>
                    <a:pt x="159" y="238"/>
                    <a:pt x="166" y="227"/>
                  </a:cubicBezTo>
                  <a:cubicBezTo>
                    <a:pt x="173" y="214"/>
                    <a:pt x="178" y="194"/>
                    <a:pt x="178" y="192"/>
                  </a:cubicBezTo>
                  <a:cubicBezTo>
                    <a:pt x="178" y="188"/>
                    <a:pt x="173" y="188"/>
                    <a:pt x="172" y="188"/>
                  </a:cubicBezTo>
                  <a:cubicBezTo>
                    <a:pt x="167" y="188"/>
                    <a:pt x="167" y="189"/>
                    <a:pt x="165" y="199"/>
                  </a:cubicBezTo>
                  <a:cubicBezTo>
                    <a:pt x="160" y="215"/>
                    <a:pt x="154" y="236"/>
                    <a:pt x="139" y="236"/>
                  </a:cubicBezTo>
                  <a:cubicBezTo>
                    <a:pt x="130" y="236"/>
                    <a:pt x="128" y="228"/>
                    <a:pt x="128" y="219"/>
                  </a:cubicBezTo>
                  <a:cubicBezTo>
                    <a:pt x="128" y="212"/>
                    <a:pt x="128" y="209"/>
                    <a:pt x="129" y="205"/>
                  </a:cubicBezTo>
                  <a:lnTo>
                    <a:pt x="178" y="11"/>
                  </a:lnTo>
                  <a:close/>
                  <a:moveTo>
                    <a:pt x="104" y="199"/>
                  </a:moveTo>
                  <a:cubicBezTo>
                    <a:pt x="101" y="209"/>
                    <a:pt x="93" y="215"/>
                    <a:pt x="86" y="222"/>
                  </a:cubicBezTo>
                  <a:cubicBezTo>
                    <a:pt x="83" y="225"/>
                    <a:pt x="69" y="236"/>
                    <a:pt x="54" y="236"/>
                  </a:cubicBezTo>
                  <a:cubicBezTo>
                    <a:pt x="41" y="236"/>
                    <a:pt x="28" y="227"/>
                    <a:pt x="28" y="202"/>
                  </a:cubicBezTo>
                  <a:cubicBezTo>
                    <a:pt x="28" y="184"/>
                    <a:pt x="38" y="145"/>
                    <a:pt x="46" y="131"/>
                  </a:cubicBezTo>
                  <a:cubicBezTo>
                    <a:pt x="62" y="104"/>
                    <a:pt x="80" y="98"/>
                    <a:pt x="90" y="98"/>
                  </a:cubicBezTo>
                  <a:cubicBezTo>
                    <a:pt x="114" y="98"/>
                    <a:pt x="121" y="125"/>
                    <a:pt x="121" y="129"/>
                  </a:cubicBezTo>
                  <a:cubicBezTo>
                    <a:pt x="121" y="130"/>
                    <a:pt x="120" y="132"/>
                    <a:pt x="120" y="134"/>
                  </a:cubicBezTo>
                  <a:lnTo>
                    <a:pt x="104"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
            <p:cNvSpPr>
              <a:spLocks noEditPoints="1"/>
            </p:cNvSpPr>
            <p:nvPr>
              <p:custDataLst>
                <p:tags r:id="rId187"/>
              </p:custDataLst>
            </p:nvPr>
          </p:nvSpPr>
          <p:spPr bwMode="auto">
            <a:xfrm>
              <a:off x="4779963" y="2744788"/>
              <a:ext cx="82550" cy="34925"/>
            </a:xfrm>
            <a:custGeom>
              <a:avLst/>
              <a:gdLst>
                <a:gd name="T0" fmla="*/ 244 w 257"/>
                <a:gd name="T1" fmla="*/ 17 h 94"/>
                <a:gd name="T2" fmla="*/ 257 w 257"/>
                <a:gd name="T3" fmla="*/ 8 h 94"/>
                <a:gd name="T4" fmla="*/ 244 w 257"/>
                <a:gd name="T5" fmla="*/ 0 h 94"/>
                <a:gd name="T6" fmla="*/ 13 w 257"/>
                <a:gd name="T7" fmla="*/ 0 h 94"/>
                <a:gd name="T8" fmla="*/ 0 w 257"/>
                <a:gd name="T9" fmla="*/ 8 h 94"/>
                <a:gd name="T10" fmla="*/ 14 w 257"/>
                <a:gd name="T11" fmla="*/ 17 h 94"/>
                <a:gd name="T12" fmla="*/ 244 w 257"/>
                <a:gd name="T13" fmla="*/ 17 h 94"/>
                <a:gd name="T14" fmla="*/ 244 w 257"/>
                <a:gd name="T15" fmla="*/ 94 h 94"/>
                <a:gd name="T16" fmla="*/ 257 w 257"/>
                <a:gd name="T17" fmla="*/ 86 h 94"/>
                <a:gd name="T18" fmla="*/ 244 w 257"/>
                <a:gd name="T19" fmla="*/ 77 h 94"/>
                <a:gd name="T20" fmla="*/ 14 w 257"/>
                <a:gd name="T21" fmla="*/ 77 h 94"/>
                <a:gd name="T22" fmla="*/ 0 w 257"/>
                <a:gd name="T23" fmla="*/ 86 h 94"/>
                <a:gd name="T24" fmla="*/ 13 w 257"/>
                <a:gd name="T25" fmla="*/ 94 h 94"/>
                <a:gd name="T26" fmla="*/ 244 w 257"/>
                <a:gd name="T2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94">
                  <a:moveTo>
                    <a:pt x="244" y="17"/>
                  </a:moveTo>
                  <a:cubicBezTo>
                    <a:pt x="249" y="17"/>
                    <a:pt x="257" y="17"/>
                    <a:pt x="257" y="8"/>
                  </a:cubicBezTo>
                  <a:cubicBezTo>
                    <a:pt x="257" y="0"/>
                    <a:pt x="249" y="0"/>
                    <a:pt x="244" y="0"/>
                  </a:cubicBezTo>
                  <a:lnTo>
                    <a:pt x="13" y="0"/>
                  </a:lnTo>
                  <a:cubicBezTo>
                    <a:pt x="9" y="0"/>
                    <a:pt x="0" y="0"/>
                    <a:pt x="0" y="8"/>
                  </a:cubicBezTo>
                  <a:cubicBezTo>
                    <a:pt x="0" y="17"/>
                    <a:pt x="9" y="17"/>
                    <a:pt x="14" y="17"/>
                  </a:cubicBezTo>
                  <a:lnTo>
                    <a:pt x="244" y="17"/>
                  </a:lnTo>
                  <a:close/>
                  <a:moveTo>
                    <a:pt x="244" y="94"/>
                  </a:moveTo>
                  <a:cubicBezTo>
                    <a:pt x="249" y="94"/>
                    <a:pt x="257" y="94"/>
                    <a:pt x="257" y="86"/>
                  </a:cubicBezTo>
                  <a:cubicBezTo>
                    <a:pt x="257" y="77"/>
                    <a:pt x="249" y="77"/>
                    <a:pt x="244" y="77"/>
                  </a:cubicBezTo>
                  <a:lnTo>
                    <a:pt x="14" y="77"/>
                  </a:lnTo>
                  <a:cubicBezTo>
                    <a:pt x="9" y="77"/>
                    <a:pt x="0" y="77"/>
                    <a:pt x="0" y="86"/>
                  </a:cubicBezTo>
                  <a:cubicBezTo>
                    <a:pt x="0" y="94"/>
                    <a:pt x="9" y="94"/>
                    <a:pt x="13" y="94"/>
                  </a:cubicBezTo>
                  <a:lnTo>
                    <a:pt x="244"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44"/>
            <p:cNvSpPr>
              <a:spLocks/>
            </p:cNvSpPr>
            <p:nvPr>
              <p:custDataLst>
                <p:tags r:id="rId188"/>
              </p:custDataLst>
            </p:nvPr>
          </p:nvSpPr>
          <p:spPr bwMode="auto">
            <a:xfrm>
              <a:off x="4875213" y="2738438"/>
              <a:ext cx="50800" cy="57150"/>
            </a:xfrm>
            <a:custGeom>
              <a:avLst/>
              <a:gdLst>
                <a:gd name="T0" fmla="*/ 66 w 163"/>
                <a:gd name="T1" fmla="*/ 83 h 157"/>
                <a:gd name="T2" fmla="*/ 75 w 163"/>
                <a:gd name="T3" fmla="*/ 48 h 157"/>
                <a:gd name="T4" fmla="*/ 97 w 163"/>
                <a:gd name="T5" fmla="*/ 19 h 157"/>
                <a:gd name="T6" fmla="*/ 125 w 163"/>
                <a:gd name="T7" fmla="*/ 9 h 157"/>
                <a:gd name="T8" fmla="*/ 144 w 163"/>
                <a:gd name="T9" fmla="*/ 14 h 157"/>
                <a:gd name="T10" fmla="*/ 129 w 163"/>
                <a:gd name="T11" fmla="*/ 33 h 157"/>
                <a:gd name="T12" fmla="*/ 143 w 163"/>
                <a:gd name="T13" fmla="*/ 46 h 157"/>
                <a:gd name="T14" fmla="*/ 163 w 163"/>
                <a:gd name="T15" fmla="*/ 25 h 157"/>
                <a:gd name="T16" fmla="*/ 126 w 163"/>
                <a:gd name="T17" fmla="*/ 0 h 157"/>
                <a:gd name="T18" fmla="*/ 76 w 163"/>
                <a:gd name="T19" fmla="*/ 24 h 157"/>
                <a:gd name="T20" fmla="*/ 40 w 163"/>
                <a:gd name="T21" fmla="*/ 0 h 157"/>
                <a:gd name="T22" fmla="*/ 13 w 163"/>
                <a:gd name="T23" fmla="*/ 17 h 157"/>
                <a:gd name="T24" fmla="*/ 0 w 163"/>
                <a:gd name="T25" fmla="*/ 53 h 157"/>
                <a:gd name="T26" fmla="*/ 6 w 163"/>
                <a:gd name="T27" fmla="*/ 57 h 157"/>
                <a:gd name="T28" fmla="*/ 14 w 163"/>
                <a:gd name="T29" fmla="*/ 47 h 157"/>
                <a:gd name="T30" fmla="*/ 39 w 163"/>
                <a:gd name="T31" fmla="*/ 9 h 157"/>
                <a:gd name="T32" fmla="*/ 51 w 163"/>
                <a:gd name="T33" fmla="*/ 26 h 157"/>
                <a:gd name="T34" fmla="*/ 45 w 163"/>
                <a:gd name="T35" fmla="*/ 55 h 157"/>
                <a:gd name="T36" fmla="*/ 38 w 163"/>
                <a:gd name="T37" fmla="*/ 87 h 157"/>
                <a:gd name="T38" fmla="*/ 27 w 163"/>
                <a:gd name="T39" fmla="*/ 131 h 157"/>
                <a:gd name="T40" fmla="*/ 23 w 163"/>
                <a:gd name="T41" fmla="*/ 146 h 157"/>
                <a:gd name="T42" fmla="*/ 35 w 163"/>
                <a:gd name="T43" fmla="*/ 157 h 157"/>
                <a:gd name="T44" fmla="*/ 50 w 163"/>
                <a:gd name="T45" fmla="*/ 147 h 157"/>
                <a:gd name="T46" fmla="*/ 57 w 163"/>
                <a:gd name="T47" fmla="*/ 121 h 157"/>
                <a:gd name="T48" fmla="*/ 66 w 163"/>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3" h="157">
                  <a:moveTo>
                    <a:pt x="66" y="83"/>
                  </a:moveTo>
                  <a:cubicBezTo>
                    <a:pt x="66" y="81"/>
                    <a:pt x="74" y="49"/>
                    <a:pt x="75" y="48"/>
                  </a:cubicBezTo>
                  <a:cubicBezTo>
                    <a:pt x="76" y="45"/>
                    <a:pt x="86" y="27"/>
                    <a:pt x="97" y="19"/>
                  </a:cubicBezTo>
                  <a:cubicBezTo>
                    <a:pt x="101" y="16"/>
                    <a:pt x="110" y="9"/>
                    <a:pt x="125" y="9"/>
                  </a:cubicBezTo>
                  <a:cubicBezTo>
                    <a:pt x="129" y="9"/>
                    <a:pt x="137" y="10"/>
                    <a:pt x="144" y="14"/>
                  </a:cubicBezTo>
                  <a:cubicBezTo>
                    <a:pt x="133" y="17"/>
                    <a:pt x="129" y="27"/>
                    <a:pt x="129" y="33"/>
                  </a:cubicBezTo>
                  <a:cubicBezTo>
                    <a:pt x="129" y="41"/>
                    <a:pt x="135" y="46"/>
                    <a:pt x="143" y="46"/>
                  </a:cubicBezTo>
                  <a:cubicBezTo>
                    <a:pt x="151" y="46"/>
                    <a:pt x="163" y="40"/>
                    <a:pt x="163" y="25"/>
                  </a:cubicBezTo>
                  <a:cubicBezTo>
                    <a:pt x="163" y="7"/>
                    <a:pt x="143" y="0"/>
                    <a:pt x="126" y="0"/>
                  </a:cubicBezTo>
                  <a:cubicBezTo>
                    <a:pt x="107" y="0"/>
                    <a:pt x="92" y="7"/>
                    <a:pt x="76" y="24"/>
                  </a:cubicBezTo>
                  <a:cubicBezTo>
                    <a:pt x="70" y="3"/>
                    <a:pt x="49" y="0"/>
                    <a:pt x="40" y="0"/>
                  </a:cubicBezTo>
                  <a:cubicBezTo>
                    <a:pt x="28" y="0"/>
                    <a:pt x="19" y="8"/>
                    <a:pt x="13" y="17"/>
                  </a:cubicBezTo>
                  <a:cubicBezTo>
                    <a:pt x="5" y="31"/>
                    <a:pt x="0" y="51"/>
                    <a:pt x="0" y="53"/>
                  </a:cubicBezTo>
                  <a:cubicBezTo>
                    <a:pt x="0" y="57"/>
                    <a:pt x="5" y="57"/>
                    <a:pt x="6" y="57"/>
                  </a:cubicBezTo>
                  <a:cubicBezTo>
                    <a:pt x="11" y="57"/>
                    <a:pt x="12" y="56"/>
                    <a:pt x="14" y="47"/>
                  </a:cubicBezTo>
                  <a:cubicBezTo>
                    <a:pt x="19" y="26"/>
                    <a:pt x="26" y="9"/>
                    <a:pt x="39" y="9"/>
                  </a:cubicBezTo>
                  <a:cubicBezTo>
                    <a:pt x="49" y="9"/>
                    <a:pt x="51" y="17"/>
                    <a:pt x="51" y="26"/>
                  </a:cubicBezTo>
                  <a:cubicBezTo>
                    <a:pt x="51" y="33"/>
                    <a:pt x="48" y="46"/>
                    <a:pt x="45" y="55"/>
                  </a:cubicBezTo>
                  <a:cubicBezTo>
                    <a:pt x="43" y="65"/>
                    <a:pt x="39" y="79"/>
                    <a:pt x="38" y="87"/>
                  </a:cubicBezTo>
                  <a:lnTo>
                    <a:pt x="27" y="131"/>
                  </a:lnTo>
                  <a:cubicBezTo>
                    <a:pt x="25" y="136"/>
                    <a:pt x="23" y="145"/>
                    <a:pt x="23" y="146"/>
                  </a:cubicBezTo>
                  <a:cubicBezTo>
                    <a:pt x="23" y="153"/>
                    <a:pt x="29" y="157"/>
                    <a:pt x="35" y="157"/>
                  </a:cubicBezTo>
                  <a:cubicBezTo>
                    <a:pt x="40" y="157"/>
                    <a:pt x="47" y="154"/>
                    <a:pt x="50" y="147"/>
                  </a:cubicBezTo>
                  <a:cubicBezTo>
                    <a:pt x="51" y="145"/>
                    <a:pt x="54" y="129"/>
                    <a:pt x="57" y="121"/>
                  </a:cubicBezTo>
                  <a:lnTo>
                    <a:pt x="66"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5"/>
            <p:cNvSpPr>
              <a:spLocks noEditPoints="1"/>
            </p:cNvSpPr>
            <p:nvPr>
              <p:custDataLst>
                <p:tags r:id="rId189"/>
              </p:custDataLst>
            </p:nvPr>
          </p:nvSpPr>
          <p:spPr bwMode="auto">
            <a:xfrm>
              <a:off x="4938713" y="2738438"/>
              <a:ext cx="47625" cy="57150"/>
            </a:xfrm>
            <a:custGeom>
              <a:avLst/>
              <a:gdLst>
                <a:gd name="T0" fmla="*/ 55 w 149"/>
                <a:gd name="T1" fmla="*/ 74 h 157"/>
                <a:gd name="T2" fmla="*/ 111 w 149"/>
                <a:gd name="T3" fmla="*/ 66 h 157"/>
                <a:gd name="T4" fmla="*/ 142 w 149"/>
                <a:gd name="T5" fmla="*/ 30 h 157"/>
                <a:gd name="T6" fmla="*/ 98 w 149"/>
                <a:gd name="T7" fmla="*/ 0 h 157"/>
                <a:gd name="T8" fmla="*/ 0 w 149"/>
                <a:gd name="T9" fmla="*/ 91 h 157"/>
                <a:gd name="T10" fmla="*/ 63 w 149"/>
                <a:gd name="T11" fmla="*/ 157 h 157"/>
                <a:gd name="T12" fmla="*/ 149 w 149"/>
                <a:gd name="T13" fmla="*/ 117 h 157"/>
                <a:gd name="T14" fmla="*/ 143 w 149"/>
                <a:gd name="T15" fmla="*/ 112 h 157"/>
                <a:gd name="T16" fmla="*/ 138 w 149"/>
                <a:gd name="T17" fmla="*/ 115 h 157"/>
                <a:gd name="T18" fmla="*/ 64 w 149"/>
                <a:gd name="T19" fmla="*/ 147 h 157"/>
                <a:gd name="T20" fmla="*/ 29 w 149"/>
                <a:gd name="T21" fmla="*/ 105 h 157"/>
                <a:gd name="T22" fmla="*/ 33 w 149"/>
                <a:gd name="T23" fmla="*/ 74 h 157"/>
                <a:gd name="T24" fmla="*/ 55 w 149"/>
                <a:gd name="T25" fmla="*/ 74 h 157"/>
                <a:gd name="T26" fmla="*/ 36 w 149"/>
                <a:gd name="T27" fmla="*/ 64 h 157"/>
                <a:gd name="T28" fmla="*/ 98 w 149"/>
                <a:gd name="T29" fmla="*/ 9 h 157"/>
                <a:gd name="T30" fmla="*/ 127 w 149"/>
                <a:gd name="T31" fmla="*/ 30 h 157"/>
                <a:gd name="T32" fmla="*/ 53 w 149"/>
                <a:gd name="T33" fmla="*/ 64 h 157"/>
                <a:gd name="T34" fmla="*/ 36 w 149"/>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5" y="74"/>
                  </a:moveTo>
                  <a:cubicBezTo>
                    <a:pt x="65" y="74"/>
                    <a:pt x="92" y="73"/>
                    <a:pt x="111" y="66"/>
                  </a:cubicBezTo>
                  <a:cubicBezTo>
                    <a:pt x="137" y="57"/>
                    <a:pt x="142" y="41"/>
                    <a:pt x="142" y="30"/>
                  </a:cubicBezTo>
                  <a:cubicBezTo>
                    <a:pt x="142" y="11"/>
                    <a:pt x="122" y="0"/>
                    <a:pt x="98" y="0"/>
                  </a:cubicBezTo>
                  <a:cubicBezTo>
                    <a:pt x="57" y="0"/>
                    <a:pt x="0" y="32"/>
                    <a:pt x="0" y="91"/>
                  </a:cubicBezTo>
                  <a:cubicBezTo>
                    <a:pt x="0" y="126"/>
                    <a:pt x="22" y="157"/>
                    <a:pt x="63" y="157"/>
                  </a:cubicBezTo>
                  <a:cubicBezTo>
                    <a:pt x="122" y="157"/>
                    <a:pt x="149" y="122"/>
                    <a:pt x="149" y="117"/>
                  </a:cubicBezTo>
                  <a:cubicBezTo>
                    <a:pt x="149" y="115"/>
                    <a:pt x="146" y="112"/>
                    <a:pt x="143" y="112"/>
                  </a:cubicBezTo>
                  <a:cubicBezTo>
                    <a:pt x="141" y="112"/>
                    <a:pt x="141" y="112"/>
                    <a:pt x="138" y="115"/>
                  </a:cubicBezTo>
                  <a:cubicBezTo>
                    <a:pt x="111" y="147"/>
                    <a:pt x="70" y="147"/>
                    <a:pt x="64" y="147"/>
                  </a:cubicBezTo>
                  <a:cubicBezTo>
                    <a:pt x="43" y="147"/>
                    <a:pt x="29" y="133"/>
                    <a:pt x="29" y="105"/>
                  </a:cubicBezTo>
                  <a:cubicBezTo>
                    <a:pt x="29" y="100"/>
                    <a:pt x="29" y="93"/>
                    <a:pt x="33" y="74"/>
                  </a:cubicBezTo>
                  <a:lnTo>
                    <a:pt x="55" y="74"/>
                  </a:lnTo>
                  <a:close/>
                  <a:moveTo>
                    <a:pt x="36" y="64"/>
                  </a:moveTo>
                  <a:cubicBezTo>
                    <a:pt x="50" y="13"/>
                    <a:pt x="89" y="9"/>
                    <a:pt x="98" y="9"/>
                  </a:cubicBezTo>
                  <a:cubicBezTo>
                    <a:pt x="114" y="9"/>
                    <a:pt x="127" y="17"/>
                    <a:pt x="127" y="30"/>
                  </a:cubicBezTo>
                  <a:cubicBezTo>
                    <a:pt x="127" y="64"/>
                    <a:pt x="68" y="64"/>
                    <a:pt x="53" y="64"/>
                  </a:cubicBezTo>
                  <a:lnTo>
                    <a:pt x="36"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6"/>
            <p:cNvSpPr>
              <a:spLocks/>
            </p:cNvSpPr>
            <p:nvPr>
              <p:custDataLst>
                <p:tags r:id="rId190"/>
              </p:custDataLst>
            </p:nvPr>
          </p:nvSpPr>
          <p:spPr bwMode="auto">
            <a:xfrm>
              <a:off x="4997450" y="2738438"/>
              <a:ext cx="50800" cy="57150"/>
            </a:xfrm>
            <a:custGeom>
              <a:avLst/>
              <a:gdLst>
                <a:gd name="T0" fmla="*/ 37 w 160"/>
                <a:gd name="T1" fmla="*/ 123 h 157"/>
                <a:gd name="T2" fmla="*/ 82 w 160"/>
                <a:gd name="T3" fmla="*/ 83 h 157"/>
                <a:gd name="T4" fmla="*/ 126 w 160"/>
                <a:gd name="T5" fmla="*/ 47 h 157"/>
                <a:gd name="T6" fmla="*/ 160 w 160"/>
                <a:gd name="T7" fmla="*/ 4 h 157"/>
                <a:gd name="T8" fmla="*/ 155 w 160"/>
                <a:gd name="T9" fmla="*/ 0 h 157"/>
                <a:gd name="T10" fmla="*/ 149 w 160"/>
                <a:gd name="T11" fmla="*/ 3 h 157"/>
                <a:gd name="T12" fmla="*/ 122 w 160"/>
                <a:gd name="T13" fmla="*/ 24 h 157"/>
                <a:gd name="T14" fmla="*/ 102 w 160"/>
                <a:gd name="T15" fmla="*/ 14 h 157"/>
                <a:gd name="T16" fmla="*/ 75 w 160"/>
                <a:gd name="T17" fmla="*/ 0 h 157"/>
                <a:gd name="T18" fmla="*/ 28 w 160"/>
                <a:gd name="T19" fmla="*/ 40 h 157"/>
                <a:gd name="T20" fmla="*/ 34 w 160"/>
                <a:gd name="T21" fmla="*/ 45 h 157"/>
                <a:gd name="T22" fmla="*/ 40 w 160"/>
                <a:gd name="T23" fmla="*/ 40 h 157"/>
                <a:gd name="T24" fmla="*/ 70 w 160"/>
                <a:gd name="T25" fmla="*/ 27 h 157"/>
                <a:gd name="T26" fmla="*/ 92 w 160"/>
                <a:gd name="T27" fmla="*/ 30 h 157"/>
                <a:gd name="T28" fmla="*/ 123 w 160"/>
                <a:gd name="T29" fmla="*/ 34 h 157"/>
                <a:gd name="T30" fmla="*/ 74 w 160"/>
                <a:gd name="T31" fmla="*/ 76 h 157"/>
                <a:gd name="T32" fmla="*/ 31 w 160"/>
                <a:gd name="T33" fmla="*/ 114 h 157"/>
                <a:gd name="T34" fmla="*/ 0 w 160"/>
                <a:gd name="T35" fmla="*/ 153 h 157"/>
                <a:gd name="T36" fmla="*/ 6 w 160"/>
                <a:gd name="T37" fmla="*/ 157 h 157"/>
                <a:gd name="T38" fmla="*/ 12 w 160"/>
                <a:gd name="T39" fmla="*/ 153 h 157"/>
                <a:gd name="T40" fmla="*/ 44 w 160"/>
                <a:gd name="T41" fmla="*/ 132 h 157"/>
                <a:gd name="T42" fmla="*/ 63 w 160"/>
                <a:gd name="T43" fmla="*/ 141 h 157"/>
                <a:gd name="T44" fmla="*/ 92 w 160"/>
                <a:gd name="T45" fmla="*/ 157 h 157"/>
                <a:gd name="T46" fmla="*/ 152 w 160"/>
                <a:gd name="T47" fmla="*/ 103 h 157"/>
                <a:gd name="T48" fmla="*/ 146 w 160"/>
                <a:gd name="T49" fmla="*/ 98 h 157"/>
                <a:gd name="T50" fmla="*/ 140 w 160"/>
                <a:gd name="T51" fmla="*/ 104 h 157"/>
                <a:gd name="T52" fmla="*/ 96 w 160"/>
                <a:gd name="T53" fmla="*/ 130 h 157"/>
                <a:gd name="T54" fmla="*/ 70 w 160"/>
                <a:gd name="T55" fmla="*/ 126 h 157"/>
                <a:gd name="T56" fmla="*/ 45 w 160"/>
                <a:gd name="T57" fmla="*/ 122 h 157"/>
                <a:gd name="T58" fmla="*/ 37 w 160"/>
                <a:gd name="T59" fmla="*/ 12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57">
                  <a:moveTo>
                    <a:pt x="37" y="123"/>
                  </a:moveTo>
                  <a:cubicBezTo>
                    <a:pt x="46" y="114"/>
                    <a:pt x="53" y="107"/>
                    <a:pt x="82" y="83"/>
                  </a:cubicBezTo>
                  <a:cubicBezTo>
                    <a:pt x="90" y="77"/>
                    <a:pt x="116" y="56"/>
                    <a:pt x="126" y="47"/>
                  </a:cubicBezTo>
                  <a:cubicBezTo>
                    <a:pt x="147" y="26"/>
                    <a:pt x="160" y="8"/>
                    <a:pt x="160" y="4"/>
                  </a:cubicBezTo>
                  <a:cubicBezTo>
                    <a:pt x="160" y="0"/>
                    <a:pt x="156" y="0"/>
                    <a:pt x="155" y="0"/>
                  </a:cubicBezTo>
                  <a:cubicBezTo>
                    <a:pt x="151" y="0"/>
                    <a:pt x="150" y="0"/>
                    <a:pt x="149" y="3"/>
                  </a:cubicBezTo>
                  <a:cubicBezTo>
                    <a:pt x="138" y="19"/>
                    <a:pt x="130" y="24"/>
                    <a:pt x="122" y="24"/>
                  </a:cubicBezTo>
                  <a:cubicBezTo>
                    <a:pt x="118" y="24"/>
                    <a:pt x="113" y="24"/>
                    <a:pt x="102" y="14"/>
                  </a:cubicBezTo>
                  <a:cubicBezTo>
                    <a:pt x="90" y="2"/>
                    <a:pt x="83" y="0"/>
                    <a:pt x="75" y="0"/>
                  </a:cubicBezTo>
                  <a:cubicBezTo>
                    <a:pt x="47" y="0"/>
                    <a:pt x="28" y="30"/>
                    <a:pt x="28" y="40"/>
                  </a:cubicBezTo>
                  <a:cubicBezTo>
                    <a:pt x="28" y="43"/>
                    <a:pt x="31" y="45"/>
                    <a:pt x="34" y="45"/>
                  </a:cubicBezTo>
                  <a:cubicBezTo>
                    <a:pt x="38" y="45"/>
                    <a:pt x="39" y="43"/>
                    <a:pt x="40" y="40"/>
                  </a:cubicBezTo>
                  <a:cubicBezTo>
                    <a:pt x="45" y="27"/>
                    <a:pt x="65" y="27"/>
                    <a:pt x="70" y="27"/>
                  </a:cubicBezTo>
                  <a:cubicBezTo>
                    <a:pt x="78" y="27"/>
                    <a:pt x="88" y="29"/>
                    <a:pt x="92" y="30"/>
                  </a:cubicBezTo>
                  <a:cubicBezTo>
                    <a:pt x="112" y="34"/>
                    <a:pt x="114" y="34"/>
                    <a:pt x="123" y="34"/>
                  </a:cubicBezTo>
                  <a:cubicBezTo>
                    <a:pt x="114" y="43"/>
                    <a:pt x="107" y="50"/>
                    <a:pt x="74" y="76"/>
                  </a:cubicBezTo>
                  <a:cubicBezTo>
                    <a:pt x="47" y="98"/>
                    <a:pt x="38" y="107"/>
                    <a:pt x="31" y="114"/>
                  </a:cubicBezTo>
                  <a:cubicBezTo>
                    <a:pt x="10" y="134"/>
                    <a:pt x="0" y="150"/>
                    <a:pt x="0" y="153"/>
                  </a:cubicBezTo>
                  <a:cubicBezTo>
                    <a:pt x="0" y="157"/>
                    <a:pt x="5" y="157"/>
                    <a:pt x="6" y="157"/>
                  </a:cubicBezTo>
                  <a:cubicBezTo>
                    <a:pt x="9" y="157"/>
                    <a:pt x="10" y="156"/>
                    <a:pt x="12" y="153"/>
                  </a:cubicBezTo>
                  <a:cubicBezTo>
                    <a:pt x="21" y="140"/>
                    <a:pt x="32" y="132"/>
                    <a:pt x="44" y="132"/>
                  </a:cubicBezTo>
                  <a:cubicBezTo>
                    <a:pt x="48" y="132"/>
                    <a:pt x="53" y="132"/>
                    <a:pt x="63" y="141"/>
                  </a:cubicBezTo>
                  <a:cubicBezTo>
                    <a:pt x="74" y="152"/>
                    <a:pt x="81" y="157"/>
                    <a:pt x="92" y="157"/>
                  </a:cubicBezTo>
                  <a:cubicBezTo>
                    <a:pt x="129" y="157"/>
                    <a:pt x="152" y="115"/>
                    <a:pt x="152" y="103"/>
                  </a:cubicBezTo>
                  <a:cubicBezTo>
                    <a:pt x="152" y="99"/>
                    <a:pt x="149" y="98"/>
                    <a:pt x="146" y="98"/>
                  </a:cubicBezTo>
                  <a:cubicBezTo>
                    <a:pt x="142" y="98"/>
                    <a:pt x="142" y="100"/>
                    <a:pt x="140" y="104"/>
                  </a:cubicBezTo>
                  <a:cubicBezTo>
                    <a:pt x="134" y="121"/>
                    <a:pt x="113" y="130"/>
                    <a:pt x="96" y="130"/>
                  </a:cubicBezTo>
                  <a:cubicBezTo>
                    <a:pt x="88" y="130"/>
                    <a:pt x="79" y="128"/>
                    <a:pt x="70" y="126"/>
                  </a:cubicBezTo>
                  <a:cubicBezTo>
                    <a:pt x="54" y="122"/>
                    <a:pt x="52" y="122"/>
                    <a:pt x="45" y="122"/>
                  </a:cubicBezTo>
                  <a:cubicBezTo>
                    <a:pt x="45" y="122"/>
                    <a:pt x="39" y="122"/>
                    <a:pt x="37"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47"/>
            <p:cNvSpPr>
              <a:spLocks noEditPoints="1"/>
            </p:cNvSpPr>
            <p:nvPr>
              <p:custDataLst>
                <p:tags r:id="rId191"/>
              </p:custDataLst>
            </p:nvPr>
          </p:nvSpPr>
          <p:spPr bwMode="auto">
            <a:xfrm>
              <a:off x="5064125" y="2738438"/>
              <a:ext cx="46038" cy="57150"/>
            </a:xfrm>
            <a:custGeom>
              <a:avLst/>
              <a:gdLst>
                <a:gd name="T0" fmla="*/ 55 w 149"/>
                <a:gd name="T1" fmla="*/ 74 h 157"/>
                <a:gd name="T2" fmla="*/ 111 w 149"/>
                <a:gd name="T3" fmla="*/ 66 h 157"/>
                <a:gd name="T4" fmla="*/ 141 w 149"/>
                <a:gd name="T5" fmla="*/ 30 h 157"/>
                <a:gd name="T6" fmla="*/ 98 w 149"/>
                <a:gd name="T7" fmla="*/ 0 h 157"/>
                <a:gd name="T8" fmla="*/ 0 w 149"/>
                <a:gd name="T9" fmla="*/ 91 h 157"/>
                <a:gd name="T10" fmla="*/ 63 w 149"/>
                <a:gd name="T11" fmla="*/ 157 h 157"/>
                <a:gd name="T12" fmla="*/ 149 w 149"/>
                <a:gd name="T13" fmla="*/ 117 h 157"/>
                <a:gd name="T14" fmla="*/ 143 w 149"/>
                <a:gd name="T15" fmla="*/ 112 h 157"/>
                <a:gd name="T16" fmla="*/ 138 w 149"/>
                <a:gd name="T17" fmla="*/ 115 h 157"/>
                <a:gd name="T18" fmla="*/ 63 w 149"/>
                <a:gd name="T19" fmla="*/ 147 h 157"/>
                <a:gd name="T20" fmla="*/ 28 w 149"/>
                <a:gd name="T21" fmla="*/ 105 h 157"/>
                <a:gd name="T22" fmla="*/ 33 w 149"/>
                <a:gd name="T23" fmla="*/ 74 h 157"/>
                <a:gd name="T24" fmla="*/ 55 w 149"/>
                <a:gd name="T25" fmla="*/ 74 h 157"/>
                <a:gd name="T26" fmla="*/ 35 w 149"/>
                <a:gd name="T27" fmla="*/ 64 h 157"/>
                <a:gd name="T28" fmla="*/ 98 w 149"/>
                <a:gd name="T29" fmla="*/ 9 h 157"/>
                <a:gd name="T30" fmla="*/ 126 w 149"/>
                <a:gd name="T31" fmla="*/ 30 h 157"/>
                <a:gd name="T32" fmla="*/ 52 w 149"/>
                <a:gd name="T33" fmla="*/ 64 h 157"/>
                <a:gd name="T34" fmla="*/ 35 w 149"/>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5" y="74"/>
                  </a:moveTo>
                  <a:cubicBezTo>
                    <a:pt x="64" y="74"/>
                    <a:pt x="92" y="73"/>
                    <a:pt x="111" y="66"/>
                  </a:cubicBezTo>
                  <a:cubicBezTo>
                    <a:pt x="136" y="57"/>
                    <a:pt x="141" y="41"/>
                    <a:pt x="141" y="30"/>
                  </a:cubicBezTo>
                  <a:cubicBezTo>
                    <a:pt x="141" y="11"/>
                    <a:pt x="122" y="0"/>
                    <a:pt x="98" y="0"/>
                  </a:cubicBezTo>
                  <a:cubicBezTo>
                    <a:pt x="56" y="0"/>
                    <a:pt x="0" y="32"/>
                    <a:pt x="0" y="91"/>
                  </a:cubicBezTo>
                  <a:cubicBezTo>
                    <a:pt x="0" y="126"/>
                    <a:pt x="22" y="157"/>
                    <a:pt x="63" y="157"/>
                  </a:cubicBezTo>
                  <a:cubicBezTo>
                    <a:pt x="121" y="157"/>
                    <a:pt x="149" y="122"/>
                    <a:pt x="149" y="117"/>
                  </a:cubicBezTo>
                  <a:cubicBezTo>
                    <a:pt x="149" y="115"/>
                    <a:pt x="146" y="112"/>
                    <a:pt x="143" y="112"/>
                  </a:cubicBezTo>
                  <a:cubicBezTo>
                    <a:pt x="141" y="112"/>
                    <a:pt x="140" y="112"/>
                    <a:pt x="138" y="115"/>
                  </a:cubicBezTo>
                  <a:cubicBezTo>
                    <a:pt x="110" y="147"/>
                    <a:pt x="70" y="147"/>
                    <a:pt x="63" y="147"/>
                  </a:cubicBezTo>
                  <a:cubicBezTo>
                    <a:pt x="42" y="147"/>
                    <a:pt x="28" y="133"/>
                    <a:pt x="28" y="105"/>
                  </a:cubicBezTo>
                  <a:cubicBezTo>
                    <a:pt x="28" y="100"/>
                    <a:pt x="28" y="93"/>
                    <a:pt x="33" y="74"/>
                  </a:cubicBezTo>
                  <a:lnTo>
                    <a:pt x="55" y="74"/>
                  </a:lnTo>
                  <a:close/>
                  <a:moveTo>
                    <a:pt x="35" y="64"/>
                  </a:moveTo>
                  <a:cubicBezTo>
                    <a:pt x="50" y="13"/>
                    <a:pt x="88" y="9"/>
                    <a:pt x="98" y="9"/>
                  </a:cubicBezTo>
                  <a:cubicBezTo>
                    <a:pt x="113" y="9"/>
                    <a:pt x="126" y="17"/>
                    <a:pt x="126" y="30"/>
                  </a:cubicBezTo>
                  <a:cubicBezTo>
                    <a:pt x="126" y="64"/>
                    <a:pt x="67" y="64"/>
                    <a:pt x="52" y="64"/>
                  </a:cubicBezTo>
                  <a:lnTo>
                    <a:pt x="35"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48"/>
            <p:cNvSpPr>
              <a:spLocks/>
            </p:cNvSpPr>
            <p:nvPr>
              <p:custDataLst>
                <p:tags r:id="rId192"/>
              </p:custDataLst>
            </p:nvPr>
          </p:nvSpPr>
          <p:spPr bwMode="auto">
            <a:xfrm>
              <a:off x="5121275" y="2738438"/>
              <a:ext cx="50800" cy="57150"/>
            </a:xfrm>
            <a:custGeom>
              <a:avLst/>
              <a:gdLst>
                <a:gd name="T0" fmla="*/ 65 w 162"/>
                <a:gd name="T1" fmla="*/ 83 h 157"/>
                <a:gd name="T2" fmla="*/ 74 w 162"/>
                <a:gd name="T3" fmla="*/ 48 h 157"/>
                <a:gd name="T4" fmla="*/ 96 w 162"/>
                <a:gd name="T5" fmla="*/ 19 h 157"/>
                <a:gd name="T6" fmla="*/ 125 w 162"/>
                <a:gd name="T7" fmla="*/ 9 h 157"/>
                <a:gd name="T8" fmla="*/ 144 w 162"/>
                <a:gd name="T9" fmla="*/ 14 h 157"/>
                <a:gd name="T10" fmla="*/ 128 w 162"/>
                <a:gd name="T11" fmla="*/ 33 h 157"/>
                <a:gd name="T12" fmla="*/ 142 w 162"/>
                <a:gd name="T13" fmla="*/ 46 h 157"/>
                <a:gd name="T14" fmla="*/ 162 w 162"/>
                <a:gd name="T15" fmla="*/ 25 h 157"/>
                <a:gd name="T16" fmla="*/ 125 w 162"/>
                <a:gd name="T17" fmla="*/ 0 h 157"/>
                <a:gd name="T18" fmla="*/ 76 w 162"/>
                <a:gd name="T19" fmla="*/ 24 h 157"/>
                <a:gd name="T20" fmla="*/ 40 w 162"/>
                <a:gd name="T21" fmla="*/ 0 h 157"/>
                <a:gd name="T22" fmla="*/ 13 w 162"/>
                <a:gd name="T23" fmla="*/ 17 h 157"/>
                <a:gd name="T24" fmla="*/ 0 w 162"/>
                <a:gd name="T25" fmla="*/ 53 h 157"/>
                <a:gd name="T26" fmla="*/ 6 w 162"/>
                <a:gd name="T27" fmla="*/ 57 h 157"/>
                <a:gd name="T28" fmla="*/ 13 w 162"/>
                <a:gd name="T29" fmla="*/ 47 h 157"/>
                <a:gd name="T30" fmla="*/ 39 w 162"/>
                <a:gd name="T31" fmla="*/ 9 h 157"/>
                <a:gd name="T32" fmla="*/ 50 w 162"/>
                <a:gd name="T33" fmla="*/ 26 h 157"/>
                <a:gd name="T34" fmla="*/ 45 w 162"/>
                <a:gd name="T35" fmla="*/ 55 h 157"/>
                <a:gd name="T36" fmla="*/ 37 w 162"/>
                <a:gd name="T37" fmla="*/ 87 h 157"/>
                <a:gd name="T38" fmla="*/ 26 w 162"/>
                <a:gd name="T39" fmla="*/ 131 h 157"/>
                <a:gd name="T40" fmla="*/ 22 w 162"/>
                <a:gd name="T41" fmla="*/ 146 h 157"/>
                <a:gd name="T42" fmla="*/ 34 w 162"/>
                <a:gd name="T43" fmla="*/ 157 h 157"/>
                <a:gd name="T44" fmla="*/ 49 w 162"/>
                <a:gd name="T45" fmla="*/ 147 h 157"/>
                <a:gd name="T46" fmla="*/ 56 w 162"/>
                <a:gd name="T47" fmla="*/ 121 h 157"/>
                <a:gd name="T48" fmla="*/ 65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5" y="83"/>
                  </a:moveTo>
                  <a:cubicBezTo>
                    <a:pt x="66" y="81"/>
                    <a:pt x="74" y="49"/>
                    <a:pt x="74" y="48"/>
                  </a:cubicBezTo>
                  <a:cubicBezTo>
                    <a:pt x="75" y="45"/>
                    <a:pt x="85" y="27"/>
                    <a:pt x="96" y="19"/>
                  </a:cubicBezTo>
                  <a:cubicBezTo>
                    <a:pt x="100" y="16"/>
                    <a:pt x="110" y="9"/>
                    <a:pt x="125" y="9"/>
                  </a:cubicBezTo>
                  <a:cubicBezTo>
                    <a:pt x="128" y="9"/>
                    <a:pt x="137" y="10"/>
                    <a:pt x="144" y="14"/>
                  </a:cubicBezTo>
                  <a:cubicBezTo>
                    <a:pt x="133" y="17"/>
                    <a:pt x="128" y="27"/>
                    <a:pt x="128" y="33"/>
                  </a:cubicBezTo>
                  <a:cubicBezTo>
                    <a:pt x="128" y="41"/>
                    <a:pt x="134" y="46"/>
                    <a:pt x="142" y="46"/>
                  </a:cubicBezTo>
                  <a:cubicBezTo>
                    <a:pt x="150" y="46"/>
                    <a:pt x="162" y="40"/>
                    <a:pt x="162" y="25"/>
                  </a:cubicBezTo>
                  <a:cubicBezTo>
                    <a:pt x="162" y="7"/>
                    <a:pt x="143" y="0"/>
                    <a:pt x="125" y="0"/>
                  </a:cubicBezTo>
                  <a:cubicBezTo>
                    <a:pt x="107" y="0"/>
                    <a:pt x="91" y="7"/>
                    <a:pt x="76" y="24"/>
                  </a:cubicBezTo>
                  <a:cubicBezTo>
                    <a:pt x="69" y="3"/>
                    <a:pt x="48" y="0"/>
                    <a:pt x="40" y="0"/>
                  </a:cubicBezTo>
                  <a:cubicBezTo>
                    <a:pt x="27" y="0"/>
                    <a:pt x="18" y="8"/>
                    <a:pt x="13" y="17"/>
                  </a:cubicBezTo>
                  <a:cubicBezTo>
                    <a:pt x="5" y="31"/>
                    <a:pt x="0" y="51"/>
                    <a:pt x="0" y="53"/>
                  </a:cubicBezTo>
                  <a:cubicBezTo>
                    <a:pt x="0" y="57"/>
                    <a:pt x="5" y="57"/>
                    <a:pt x="6" y="57"/>
                  </a:cubicBezTo>
                  <a:cubicBezTo>
                    <a:pt x="11" y="57"/>
                    <a:pt x="11" y="56"/>
                    <a:pt x="13" y="47"/>
                  </a:cubicBezTo>
                  <a:cubicBezTo>
                    <a:pt x="19" y="26"/>
                    <a:pt x="25" y="9"/>
                    <a:pt x="39" y="9"/>
                  </a:cubicBezTo>
                  <a:cubicBezTo>
                    <a:pt x="48" y="9"/>
                    <a:pt x="50" y="17"/>
                    <a:pt x="50" y="26"/>
                  </a:cubicBezTo>
                  <a:cubicBezTo>
                    <a:pt x="50" y="33"/>
                    <a:pt x="47" y="46"/>
                    <a:pt x="45" y="55"/>
                  </a:cubicBezTo>
                  <a:cubicBezTo>
                    <a:pt x="42" y="65"/>
                    <a:pt x="39" y="79"/>
                    <a:pt x="37" y="87"/>
                  </a:cubicBezTo>
                  <a:lnTo>
                    <a:pt x="26" y="131"/>
                  </a:lnTo>
                  <a:cubicBezTo>
                    <a:pt x="24" y="136"/>
                    <a:pt x="22" y="145"/>
                    <a:pt x="22" y="146"/>
                  </a:cubicBezTo>
                  <a:cubicBezTo>
                    <a:pt x="22" y="153"/>
                    <a:pt x="29" y="157"/>
                    <a:pt x="34" y="157"/>
                  </a:cubicBezTo>
                  <a:cubicBezTo>
                    <a:pt x="39" y="157"/>
                    <a:pt x="46" y="154"/>
                    <a:pt x="49" y="147"/>
                  </a:cubicBezTo>
                  <a:cubicBezTo>
                    <a:pt x="50" y="145"/>
                    <a:pt x="54" y="129"/>
                    <a:pt x="56" y="121"/>
                  </a:cubicBezTo>
                  <a:lnTo>
                    <a:pt x="65"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9"/>
            <p:cNvSpPr>
              <a:spLocks/>
            </p:cNvSpPr>
            <p:nvPr>
              <p:custDataLst>
                <p:tags r:id="rId193"/>
              </p:custDataLst>
            </p:nvPr>
          </p:nvSpPr>
          <p:spPr bwMode="auto">
            <a:xfrm>
              <a:off x="5183188" y="2738438"/>
              <a:ext cx="52388" cy="57150"/>
            </a:xfrm>
            <a:custGeom>
              <a:avLst/>
              <a:gdLst>
                <a:gd name="T0" fmla="*/ 169 w 169"/>
                <a:gd name="T1" fmla="*/ 28 h 158"/>
                <a:gd name="T2" fmla="*/ 152 w 169"/>
                <a:gd name="T3" fmla="*/ 0 h 158"/>
                <a:gd name="T4" fmla="*/ 133 w 169"/>
                <a:gd name="T5" fmla="*/ 19 h 158"/>
                <a:gd name="T6" fmla="*/ 139 w 169"/>
                <a:gd name="T7" fmla="*/ 29 h 158"/>
                <a:gd name="T8" fmla="*/ 152 w 169"/>
                <a:gd name="T9" fmla="*/ 57 h 158"/>
                <a:gd name="T10" fmla="*/ 87 w 169"/>
                <a:gd name="T11" fmla="*/ 148 h 158"/>
                <a:gd name="T12" fmla="*/ 59 w 169"/>
                <a:gd name="T13" fmla="*/ 117 h 158"/>
                <a:gd name="T14" fmla="*/ 78 w 169"/>
                <a:gd name="T15" fmla="*/ 49 h 158"/>
                <a:gd name="T16" fmla="*/ 83 w 169"/>
                <a:gd name="T17" fmla="*/ 31 h 158"/>
                <a:gd name="T18" fmla="*/ 50 w 169"/>
                <a:gd name="T19" fmla="*/ 1 h 158"/>
                <a:gd name="T20" fmla="*/ 0 w 169"/>
                <a:gd name="T21" fmla="*/ 54 h 158"/>
                <a:gd name="T22" fmla="*/ 5 w 169"/>
                <a:gd name="T23" fmla="*/ 58 h 158"/>
                <a:gd name="T24" fmla="*/ 12 w 169"/>
                <a:gd name="T25" fmla="*/ 53 h 158"/>
                <a:gd name="T26" fmla="*/ 49 w 169"/>
                <a:gd name="T27" fmla="*/ 10 h 158"/>
                <a:gd name="T28" fmla="*/ 58 w 169"/>
                <a:gd name="T29" fmla="*/ 23 h 158"/>
                <a:gd name="T30" fmla="*/ 52 w 169"/>
                <a:gd name="T31" fmla="*/ 46 h 158"/>
                <a:gd name="T32" fmla="*/ 33 w 169"/>
                <a:gd name="T33" fmla="*/ 112 h 158"/>
                <a:gd name="T34" fmla="*/ 86 w 169"/>
                <a:gd name="T35" fmla="*/ 158 h 158"/>
                <a:gd name="T36" fmla="*/ 169 w 169"/>
                <a:gd name="T37" fmla="*/ 2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9" h="158">
                  <a:moveTo>
                    <a:pt x="169" y="28"/>
                  </a:moveTo>
                  <a:cubicBezTo>
                    <a:pt x="169" y="1"/>
                    <a:pt x="153" y="0"/>
                    <a:pt x="152" y="0"/>
                  </a:cubicBezTo>
                  <a:cubicBezTo>
                    <a:pt x="143" y="0"/>
                    <a:pt x="133" y="10"/>
                    <a:pt x="133" y="19"/>
                  </a:cubicBezTo>
                  <a:cubicBezTo>
                    <a:pt x="133" y="25"/>
                    <a:pt x="137" y="27"/>
                    <a:pt x="139" y="29"/>
                  </a:cubicBezTo>
                  <a:cubicBezTo>
                    <a:pt x="145" y="34"/>
                    <a:pt x="152" y="43"/>
                    <a:pt x="152" y="57"/>
                  </a:cubicBezTo>
                  <a:cubicBezTo>
                    <a:pt x="152" y="73"/>
                    <a:pt x="129" y="148"/>
                    <a:pt x="87" y="148"/>
                  </a:cubicBezTo>
                  <a:cubicBezTo>
                    <a:pt x="59" y="148"/>
                    <a:pt x="59" y="123"/>
                    <a:pt x="59" y="117"/>
                  </a:cubicBezTo>
                  <a:cubicBezTo>
                    <a:pt x="59" y="101"/>
                    <a:pt x="65" y="81"/>
                    <a:pt x="78" y="49"/>
                  </a:cubicBezTo>
                  <a:cubicBezTo>
                    <a:pt x="81" y="42"/>
                    <a:pt x="83" y="36"/>
                    <a:pt x="83" y="31"/>
                  </a:cubicBezTo>
                  <a:cubicBezTo>
                    <a:pt x="83" y="12"/>
                    <a:pt x="68" y="1"/>
                    <a:pt x="50" y="1"/>
                  </a:cubicBezTo>
                  <a:cubicBezTo>
                    <a:pt x="15" y="1"/>
                    <a:pt x="0" y="48"/>
                    <a:pt x="0" y="54"/>
                  </a:cubicBezTo>
                  <a:cubicBezTo>
                    <a:pt x="0" y="58"/>
                    <a:pt x="4" y="58"/>
                    <a:pt x="5" y="58"/>
                  </a:cubicBezTo>
                  <a:cubicBezTo>
                    <a:pt x="10" y="58"/>
                    <a:pt x="11" y="57"/>
                    <a:pt x="12" y="53"/>
                  </a:cubicBezTo>
                  <a:cubicBezTo>
                    <a:pt x="20" y="24"/>
                    <a:pt x="35" y="10"/>
                    <a:pt x="49" y="10"/>
                  </a:cubicBezTo>
                  <a:cubicBezTo>
                    <a:pt x="55" y="10"/>
                    <a:pt x="58" y="14"/>
                    <a:pt x="58" y="23"/>
                  </a:cubicBezTo>
                  <a:cubicBezTo>
                    <a:pt x="58" y="31"/>
                    <a:pt x="55" y="38"/>
                    <a:pt x="52" y="46"/>
                  </a:cubicBezTo>
                  <a:cubicBezTo>
                    <a:pt x="37" y="85"/>
                    <a:pt x="33" y="100"/>
                    <a:pt x="33" y="112"/>
                  </a:cubicBezTo>
                  <a:cubicBezTo>
                    <a:pt x="33" y="147"/>
                    <a:pt x="60" y="158"/>
                    <a:pt x="86" y="158"/>
                  </a:cubicBezTo>
                  <a:cubicBezTo>
                    <a:pt x="145" y="158"/>
                    <a:pt x="169" y="56"/>
                    <a:pt x="169" y="28"/>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50"/>
            <p:cNvSpPr>
              <a:spLocks noEditPoints="1"/>
            </p:cNvSpPr>
            <p:nvPr>
              <p:custDataLst>
                <p:tags r:id="rId194"/>
              </p:custDataLst>
            </p:nvPr>
          </p:nvSpPr>
          <p:spPr bwMode="auto">
            <a:xfrm>
              <a:off x="5251450" y="2738438"/>
              <a:ext cx="55563" cy="57150"/>
            </a:xfrm>
            <a:custGeom>
              <a:avLst/>
              <a:gdLst>
                <a:gd name="T0" fmla="*/ 126 w 178"/>
                <a:gd name="T1" fmla="*/ 20 h 157"/>
                <a:gd name="T2" fmla="*/ 90 w 178"/>
                <a:gd name="T3" fmla="*/ 0 h 157"/>
                <a:gd name="T4" fmla="*/ 0 w 178"/>
                <a:gd name="T5" fmla="*/ 99 h 157"/>
                <a:gd name="T6" fmla="*/ 52 w 178"/>
                <a:gd name="T7" fmla="*/ 157 h 157"/>
                <a:gd name="T8" fmla="*/ 102 w 178"/>
                <a:gd name="T9" fmla="*/ 132 h 157"/>
                <a:gd name="T10" fmla="*/ 138 w 178"/>
                <a:gd name="T11" fmla="*/ 157 h 157"/>
                <a:gd name="T12" fmla="*/ 165 w 178"/>
                <a:gd name="T13" fmla="*/ 138 h 157"/>
                <a:gd name="T14" fmla="*/ 178 w 178"/>
                <a:gd name="T15" fmla="*/ 103 h 157"/>
                <a:gd name="T16" fmla="*/ 172 w 178"/>
                <a:gd name="T17" fmla="*/ 99 h 157"/>
                <a:gd name="T18" fmla="*/ 164 w 178"/>
                <a:gd name="T19" fmla="*/ 110 h 157"/>
                <a:gd name="T20" fmla="*/ 139 w 178"/>
                <a:gd name="T21" fmla="*/ 147 h 157"/>
                <a:gd name="T22" fmla="*/ 127 w 178"/>
                <a:gd name="T23" fmla="*/ 130 h 157"/>
                <a:gd name="T24" fmla="*/ 133 w 178"/>
                <a:gd name="T25" fmla="*/ 102 h 157"/>
                <a:gd name="T26" fmla="*/ 140 w 178"/>
                <a:gd name="T27" fmla="*/ 71 h 157"/>
                <a:gd name="T28" fmla="*/ 147 w 178"/>
                <a:gd name="T29" fmla="*/ 45 h 157"/>
                <a:gd name="T30" fmla="*/ 154 w 178"/>
                <a:gd name="T31" fmla="*/ 17 h 157"/>
                <a:gd name="T32" fmla="*/ 142 w 178"/>
                <a:gd name="T33" fmla="*/ 6 h 157"/>
                <a:gd name="T34" fmla="*/ 126 w 178"/>
                <a:gd name="T35" fmla="*/ 20 h 157"/>
                <a:gd name="T36" fmla="*/ 103 w 178"/>
                <a:gd name="T37" fmla="*/ 110 h 157"/>
                <a:gd name="T38" fmla="*/ 86 w 178"/>
                <a:gd name="T39" fmla="*/ 133 h 157"/>
                <a:gd name="T40" fmla="*/ 54 w 178"/>
                <a:gd name="T41" fmla="*/ 147 h 157"/>
                <a:gd name="T42" fmla="*/ 28 w 178"/>
                <a:gd name="T43" fmla="*/ 113 h 157"/>
                <a:gd name="T44" fmla="*/ 46 w 178"/>
                <a:gd name="T45" fmla="*/ 42 h 157"/>
                <a:gd name="T46" fmla="*/ 90 w 178"/>
                <a:gd name="T47" fmla="*/ 9 h 157"/>
                <a:gd name="T48" fmla="*/ 121 w 178"/>
                <a:gd name="T49" fmla="*/ 40 h 157"/>
                <a:gd name="T50" fmla="*/ 120 w 178"/>
                <a:gd name="T51" fmla="*/ 45 h 157"/>
                <a:gd name="T52" fmla="*/ 103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0"/>
                  </a:moveTo>
                  <a:cubicBezTo>
                    <a:pt x="118" y="9"/>
                    <a:pt x="107" y="0"/>
                    <a:pt x="90" y="0"/>
                  </a:cubicBezTo>
                  <a:cubicBezTo>
                    <a:pt x="45" y="0"/>
                    <a:pt x="0" y="49"/>
                    <a:pt x="0" y="99"/>
                  </a:cubicBezTo>
                  <a:cubicBezTo>
                    <a:pt x="0" y="133"/>
                    <a:pt x="22" y="157"/>
                    <a:pt x="52" y="157"/>
                  </a:cubicBezTo>
                  <a:cubicBezTo>
                    <a:pt x="71" y="157"/>
                    <a:pt x="88" y="146"/>
                    <a:pt x="102" y="132"/>
                  </a:cubicBezTo>
                  <a:cubicBezTo>
                    <a:pt x="109" y="153"/>
                    <a:pt x="129" y="157"/>
                    <a:pt x="138" y="157"/>
                  </a:cubicBezTo>
                  <a:cubicBezTo>
                    <a:pt x="150" y="157"/>
                    <a:pt x="159" y="149"/>
                    <a:pt x="165" y="138"/>
                  </a:cubicBezTo>
                  <a:cubicBezTo>
                    <a:pt x="173" y="125"/>
                    <a:pt x="178" y="105"/>
                    <a:pt x="178" y="103"/>
                  </a:cubicBezTo>
                  <a:cubicBezTo>
                    <a:pt x="178" y="99"/>
                    <a:pt x="173" y="99"/>
                    <a:pt x="172" y="99"/>
                  </a:cubicBezTo>
                  <a:cubicBezTo>
                    <a:pt x="167" y="99"/>
                    <a:pt x="167" y="100"/>
                    <a:pt x="164" y="110"/>
                  </a:cubicBezTo>
                  <a:cubicBezTo>
                    <a:pt x="160" y="126"/>
                    <a:pt x="154" y="147"/>
                    <a:pt x="139" y="147"/>
                  </a:cubicBezTo>
                  <a:cubicBezTo>
                    <a:pt x="130" y="147"/>
                    <a:pt x="127" y="139"/>
                    <a:pt x="127" y="130"/>
                  </a:cubicBezTo>
                  <a:cubicBezTo>
                    <a:pt x="127" y="124"/>
                    <a:pt x="130" y="112"/>
                    <a:pt x="133" y="102"/>
                  </a:cubicBezTo>
                  <a:cubicBezTo>
                    <a:pt x="135" y="93"/>
                    <a:pt x="139" y="79"/>
                    <a:pt x="140" y="71"/>
                  </a:cubicBezTo>
                  <a:lnTo>
                    <a:pt x="147" y="45"/>
                  </a:lnTo>
                  <a:cubicBezTo>
                    <a:pt x="149" y="35"/>
                    <a:pt x="154" y="19"/>
                    <a:pt x="154" y="17"/>
                  </a:cubicBezTo>
                  <a:cubicBezTo>
                    <a:pt x="154" y="10"/>
                    <a:pt x="147" y="6"/>
                    <a:pt x="142" y="6"/>
                  </a:cubicBezTo>
                  <a:cubicBezTo>
                    <a:pt x="136" y="6"/>
                    <a:pt x="128" y="10"/>
                    <a:pt x="126" y="20"/>
                  </a:cubicBezTo>
                  <a:close/>
                  <a:moveTo>
                    <a:pt x="103" y="110"/>
                  </a:moveTo>
                  <a:cubicBezTo>
                    <a:pt x="101" y="120"/>
                    <a:pt x="93" y="126"/>
                    <a:pt x="86" y="133"/>
                  </a:cubicBezTo>
                  <a:cubicBezTo>
                    <a:pt x="82" y="136"/>
                    <a:pt x="69" y="147"/>
                    <a:pt x="54" y="147"/>
                  </a:cubicBezTo>
                  <a:cubicBezTo>
                    <a:pt x="41" y="147"/>
                    <a:pt x="28" y="138"/>
                    <a:pt x="28" y="113"/>
                  </a:cubicBezTo>
                  <a:cubicBezTo>
                    <a:pt x="28" y="95"/>
                    <a:pt x="38" y="56"/>
                    <a:pt x="46" y="42"/>
                  </a:cubicBezTo>
                  <a:cubicBezTo>
                    <a:pt x="62" y="15"/>
                    <a:pt x="80" y="9"/>
                    <a:pt x="90" y="9"/>
                  </a:cubicBezTo>
                  <a:cubicBezTo>
                    <a:pt x="114" y="9"/>
                    <a:pt x="121" y="36"/>
                    <a:pt x="121" y="40"/>
                  </a:cubicBezTo>
                  <a:cubicBezTo>
                    <a:pt x="121" y="41"/>
                    <a:pt x="120" y="43"/>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51"/>
            <p:cNvSpPr>
              <a:spLocks/>
            </p:cNvSpPr>
            <p:nvPr>
              <p:custDataLst>
                <p:tags r:id="rId195"/>
              </p:custDataLst>
            </p:nvPr>
          </p:nvSpPr>
          <p:spPr bwMode="auto">
            <a:xfrm>
              <a:off x="5319713" y="2738438"/>
              <a:ext cx="47625" cy="57150"/>
            </a:xfrm>
            <a:custGeom>
              <a:avLst/>
              <a:gdLst>
                <a:gd name="T0" fmla="*/ 131 w 151"/>
                <a:gd name="T1" fmla="*/ 20 h 157"/>
                <a:gd name="T2" fmla="*/ 114 w 151"/>
                <a:gd name="T3" fmla="*/ 39 h 157"/>
                <a:gd name="T4" fmla="*/ 127 w 151"/>
                <a:gd name="T5" fmla="*/ 52 h 157"/>
                <a:gd name="T6" fmla="*/ 147 w 151"/>
                <a:gd name="T7" fmla="*/ 30 h 157"/>
                <a:gd name="T8" fmla="*/ 101 w 151"/>
                <a:gd name="T9" fmla="*/ 0 h 157"/>
                <a:gd name="T10" fmla="*/ 0 w 151"/>
                <a:gd name="T11" fmla="*/ 96 h 157"/>
                <a:gd name="T12" fmla="*/ 65 w 151"/>
                <a:gd name="T13" fmla="*/ 157 h 157"/>
                <a:gd name="T14" fmla="*/ 151 w 151"/>
                <a:gd name="T15" fmla="*/ 117 h 157"/>
                <a:gd name="T16" fmla="*/ 145 w 151"/>
                <a:gd name="T17" fmla="*/ 112 h 157"/>
                <a:gd name="T18" fmla="*/ 140 w 151"/>
                <a:gd name="T19" fmla="*/ 115 h 157"/>
                <a:gd name="T20" fmla="*/ 66 w 151"/>
                <a:gd name="T21" fmla="*/ 147 h 157"/>
                <a:gd name="T22" fmla="*/ 29 w 151"/>
                <a:gd name="T23" fmla="*/ 108 h 157"/>
                <a:gd name="T24" fmla="*/ 52 w 151"/>
                <a:gd name="T25" fmla="*/ 36 h 157"/>
                <a:gd name="T26" fmla="*/ 101 w 151"/>
                <a:gd name="T27" fmla="*/ 9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9" y="22"/>
                    <a:pt x="114" y="32"/>
                    <a:pt x="114" y="39"/>
                  </a:cubicBezTo>
                  <a:cubicBezTo>
                    <a:pt x="114" y="49"/>
                    <a:pt x="121" y="52"/>
                    <a:pt x="127" y="52"/>
                  </a:cubicBezTo>
                  <a:cubicBezTo>
                    <a:pt x="135" y="52"/>
                    <a:pt x="147" y="47"/>
                    <a:pt x="147" y="30"/>
                  </a:cubicBezTo>
                  <a:cubicBezTo>
                    <a:pt x="147" y="6"/>
                    <a:pt x="120" y="0"/>
                    <a:pt x="101" y="0"/>
                  </a:cubicBezTo>
                  <a:cubicBezTo>
                    <a:pt x="49" y="0"/>
                    <a:pt x="0" y="48"/>
                    <a:pt x="0" y="96"/>
                  </a:cubicBezTo>
                  <a:cubicBezTo>
                    <a:pt x="0" y="126"/>
                    <a:pt x="21" y="157"/>
                    <a:pt x="65" y="157"/>
                  </a:cubicBezTo>
                  <a:cubicBezTo>
                    <a:pt x="124" y="157"/>
                    <a:pt x="151" y="122"/>
                    <a:pt x="151" y="117"/>
                  </a:cubicBezTo>
                  <a:cubicBezTo>
                    <a:pt x="151" y="115"/>
                    <a:pt x="148" y="112"/>
                    <a:pt x="145" y="112"/>
                  </a:cubicBezTo>
                  <a:cubicBezTo>
                    <a:pt x="143" y="112"/>
                    <a:pt x="143" y="112"/>
                    <a:pt x="140" y="115"/>
                  </a:cubicBezTo>
                  <a:cubicBezTo>
                    <a:pt x="113" y="147"/>
                    <a:pt x="72" y="147"/>
                    <a:pt x="66" y="147"/>
                  </a:cubicBezTo>
                  <a:cubicBezTo>
                    <a:pt x="40" y="147"/>
                    <a:pt x="29" y="130"/>
                    <a:pt x="29" y="108"/>
                  </a:cubicBezTo>
                  <a:cubicBezTo>
                    <a:pt x="29" y="98"/>
                    <a:pt x="34" y="60"/>
                    <a:pt x="52" y="36"/>
                  </a:cubicBezTo>
                  <a:cubicBezTo>
                    <a:pt x="66" y="19"/>
                    <a:pt x="84" y="9"/>
                    <a:pt x="101" y="9"/>
                  </a:cubicBezTo>
                  <a:cubicBezTo>
                    <a:pt x="106" y="9"/>
                    <a:pt x="123"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52"/>
            <p:cNvSpPr>
              <a:spLocks noEditPoints="1"/>
            </p:cNvSpPr>
            <p:nvPr>
              <p:custDataLst>
                <p:tags r:id="rId196"/>
              </p:custDataLst>
            </p:nvPr>
          </p:nvSpPr>
          <p:spPr bwMode="auto">
            <a:xfrm>
              <a:off x="5373688" y="2709863"/>
              <a:ext cx="33338" cy="85725"/>
            </a:xfrm>
            <a:custGeom>
              <a:avLst/>
              <a:gdLst>
                <a:gd name="T0" fmla="*/ 97 w 106"/>
                <a:gd name="T1" fmla="*/ 13 h 235"/>
                <a:gd name="T2" fmla="*/ 83 w 106"/>
                <a:gd name="T3" fmla="*/ 0 h 235"/>
                <a:gd name="T4" fmla="*/ 63 w 106"/>
                <a:gd name="T5" fmla="*/ 19 h 235"/>
                <a:gd name="T6" fmla="*/ 77 w 106"/>
                <a:gd name="T7" fmla="*/ 33 h 235"/>
                <a:gd name="T8" fmla="*/ 97 w 106"/>
                <a:gd name="T9" fmla="*/ 13 h 235"/>
                <a:gd name="T10" fmla="*/ 26 w 106"/>
                <a:gd name="T11" fmla="*/ 191 h 235"/>
                <a:gd name="T12" fmla="*/ 23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1 h 235"/>
                <a:gd name="T28" fmla="*/ 65 w 106"/>
                <a:gd name="T29" fmla="*/ 163 h 235"/>
                <a:gd name="T30" fmla="*/ 82 w 106"/>
                <a:gd name="T31" fmla="*/ 118 h 235"/>
                <a:gd name="T32" fmla="*/ 84 w 106"/>
                <a:gd name="T33" fmla="*/ 107 h 235"/>
                <a:gd name="T34" fmla="*/ 51 w 106"/>
                <a:gd name="T35" fmla="*/ 78 h 235"/>
                <a:gd name="T36" fmla="*/ 0 w 106"/>
                <a:gd name="T37" fmla="*/ 131 h 235"/>
                <a:gd name="T38" fmla="*/ 6 w 106"/>
                <a:gd name="T39" fmla="*/ 135 h 235"/>
                <a:gd name="T40" fmla="*/ 13 w 106"/>
                <a:gd name="T41" fmla="*/ 130 h 235"/>
                <a:gd name="T42" fmla="*/ 50 w 106"/>
                <a:gd name="T43" fmla="*/ 87 h 235"/>
                <a:gd name="T44" fmla="*/ 59 w 106"/>
                <a:gd name="T45" fmla="*/ 100 h 235"/>
                <a:gd name="T46" fmla="*/ 48 w 106"/>
                <a:gd name="T47" fmla="*/ 134 h 235"/>
                <a:gd name="T48" fmla="*/ 26 w 106"/>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8"/>
                    <a:pt x="93" y="0"/>
                    <a:pt x="83" y="0"/>
                  </a:cubicBezTo>
                  <a:cubicBezTo>
                    <a:pt x="74" y="0"/>
                    <a:pt x="63" y="9"/>
                    <a:pt x="63" y="19"/>
                  </a:cubicBezTo>
                  <a:cubicBezTo>
                    <a:pt x="63" y="25"/>
                    <a:pt x="68" y="33"/>
                    <a:pt x="77" y="33"/>
                  </a:cubicBezTo>
                  <a:cubicBezTo>
                    <a:pt x="88" y="33"/>
                    <a:pt x="97" y="23"/>
                    <a:pt x="97" y="13"/>
                  </a:cubicBezTo>
                  <a:close/>
                  <a:moveTo>
                    <a:pt x="26" y="191"/>
                  </a:moveTo>
                  <a:cubicBezTo>
                    <a:pt x="24" y="195"/>
                    <a:pt x="23" y="199"/>
                    <a:pt x="23" y="205"/>
                  </a:cubicBezTo>
                  <a:cubicBezTo>
                    <a:pt x="23" y="222"/>
                    <a:pt x="37" y="235"/>
                    <a:pt x="56" y="235"/>
                  </a:cubicBezTo>
                  <a:cubicBezTo>
                    <a:pt x="91" y="235"/>
                    <a:pt x="106" y="187"/>
                    <a:pt x="106" y="181"/>
                  </a:cubicBezTo>
                  <a:cubicBezTo>
                    <a:pt x="106" y="177"/>
                    <a:pt x="101" y="177"/>
                    <a:pt x="100" y="177"/>
                  </a:cubicBezTo>
                  <a:cubicBezTo>
                    <a:pt x="96" y="177"/>
                    <a:pt x="95" y="179"/>
                    <a:pt x="94" y="183"/>
                  </a:cubicBezTo>
                  <a:cubicBezTo>
                    <a:pt x="86" y="211"/>
                    <a:pt x="70" y="225"/>
                    <a:pt x="57" y="225"/>
                  </a:cubicBezTo>
                  <a:cubicBezTo>
                    <a:pt x="50" y="225"/>
                    <a:pt x="48" y="221"/>
                    <a:pt x="48" y="213"/>
                  </a:cubicBezTo>
                  <a:cubicBezTo>
                    <a:pt x="48" y="205"/>
                    <a:pt x="51" y="198"/>
                    <a:pt x="54" y="191"/>
                  </a:cubicBezTo>
                  <a:cubicBezTo>
                    <a:pt x="57" y="181"/>
                    <a:pt x="61" y="172"/>
                    <a:pt x="65" y="163"/>
                  </a:cubicBezTo>
                  <a:cubicBezTo>
                    <a:pt x="68" y="154"/>
                    <a:pt x="81" y="123"/>
                    <a:pt x="82" y="118"/>
                  </a:cubicBezTo>
                  <a:cubicBezTo>
                    <a:pt x="83" y="115"/>
                    <a:pt x="84" y="111"/>
                    <a:pt x="84" y="107"/>
                  </a:cubicBezTo>
                  <a:cubicBezTo>
                    <a:pt x="84" y="91"/>
                    <a:pt x="70" y="78"/>
                    <a:pt x="51" y="78"/>
                  </a:cubicBezTo>
                  <a:cubicBezTo>
                    <a:pt x="16" y="78"/>
                    <a:pt x="0" y="125"/>
                    <a:pt x="0" y="131"/>
                  </a:cubicBezTo>
                  <a:cubicBezTo>
                    <a:pt x="0" y="135"/>
                    <a:pt x="5" y="135"/>
                    <a:pt x="6" y="135"/>
                  </a:cubicBezTo>
                  <a:cubicBezTo>
                    <a:pt x="11" y="135"/>
                    <a:pt x="12" y="134"/>
                    <a:pt x="13" y="130"/>
                  </a:cubicBezTo>
                  <a:cubicBezTo>
                    <a:pt x="22" y="100"/>
                    <a:pt x="37" y="87"/>
                    <a:pt x="50" y="87"/>
                  </a:cubicBezTo>
                  <a:cubicBezTo>
                    <a:pt x="55" y="87"/>
                    <a:pt x="59" y="90"/>
                    <a:pt x="59" y="100"/>
                  </a:cubicBezTo>
                  <a:cubicBezTo>
                    <a:pt x="59" y="108"/>
                    <a:pt x="56" y="113"/>
                    <a:pt x="48" y="134"/>
                  </a:cubicBezTo>
                  <a:lnTo>
                    <a:pt x="26"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53"/>
            <p:cNvSpPr>
              <a:spLocks noEditPoints="1"/>
            </p:cNvSpPr>
            <p:nvPr>
              <p:custDataLst>
                <p:tags r:id="rId197"/>
              </p:custDataLst>
            </p:nvPr>
          </p:nvSpPr>
          <p:spPr bwMode="auto">
            <a:xfrm>
              <a:off x="5413375" y="2709863"/>
              <a:ext cx="49213" cy="111125"/>
            </a:xfrm>
            <a:custGeom>
              <a:avLst/>
              <a:gdLst>
                <a:gd name="T0" fmla="*/ 153 w 153"/>
                <a:gd name="T1" fmla="*/ 13 h 303"/>
                <a:gd name="T2" fmla="*/ 139 w 153"/>
                <a:gd name="T3" fmla="*/ 0 h 303"/>
                <a:gd name="T4" fmla="*/ 119 w 153"/>
                <a:gd name="T5" fmla="*/ 19 h 303"/>
                <a:gd name="T6" fmla="*/ 133 w 153"/>
                <a:gd name="T7" fmla="*/ 33 h 303"/>
                <a:gd name="T8" fmla="*/ 153 w 153"/>
                <a:gd name="T9" fmla="*/ 13 h 303"/>
                <a:gd name="T10" fmla="*/ 79 w 153"/>
                <a:gd name="T11" fmla="*/ 248 h 303"/>
                <a:gd name="T12" fmla="*/ 34 w 153"/>
                <a:gd name="T13" fmla="*/ 293 h 303"/>
                <a:gd name="T14" fmla="*/ 21 w 153"/>
                <a:gd name="T15" fmla="*/ 291 h 303"/>
                <a:gd name="T16" fmla="*/ 33 w 153"/>
                <a:gd name="T17" fmla="*/ 273 h 303"/>
                <a:gd name="T18" fmla="*/ 20 w 153"/>
                <a:gd name="T19" fmla="*/ 260 h 303"/>
                <a:gd name="T20" fmla="*/ 0 w 153"/>
                <a:gd name="T21" fmla="*/ 281 h 303"/>
                <a:gd name="T22" fmla="*/ 34 w 153"/>
                <a:gd name="T23" fmla="*/ 303 h 303"/>
                <a:gd name="T24" fmla="*/ 107 w 153"/>
                <a:gd name="T25" fmla="*/ 247 h 303"/>
                <a:gd name="T26" fmla="*/ 138 w 153"/>
                <a:gd name="T27" fmla="*/ 123 h 303"/>
                <a:gd name="T28" fmla="*/ 140 w 153"/>
                <a:gd name="T29" fmla="*/ 110 h 303"/>
                <a:gd name="T30" fmla="*/ 102 w 153"/>
                <a:gd name="T31" fmla="*/ 78 h 303"/>
                <a:gd name="T32" fmla="*/ 41 w 153"/>
                <a:gd name="T33" fmla="*/ 131 h 303"/>
                <a:gd name="T34" fmla="*/ 47 w 153"/>
                <a:gd name="T35" fmla="*/ 135 h 303"/>
                <a:gd name="T36" fmla="*/ 54 w 153"/>
                <a:gd name="T37" fmla="*/ 129 h 303"/>
                <a:gd name="T38" fmla="*/ 101 w 153"/>
                <a:gd name="T39" fmla="*/ 87 h 303"/>
                <a:gd name="T40" fmla="*/ 113 w 153"/>
                <a:gd name="T41" fmla="*/ 104 h 303"/>
                <a:gd name="T42" fmla="*/ 112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8" y="0"/>
                    <a:pt x="139" y="0"/>
                  </a:cubicBezTo>
                  <a:cubicBezTo>
                    <a:pt x="129" y="0"/>
                    <a:pt x="119" y="10"/>
                    <a:pt x="119" y="19"/>
                  </a:cubicBezTo>
                  <a:cubicBezTo>
                    <a:pt x="119" y="25"/>
                    <a:pt x="123" y="33"/>
                    <a:pt x="133" y="33"/>
                  </a:cubicBezTo>
                  <a:cubicBezTo>
                    <a:pt x="143" y="33"/>
                    <a:pt x="153" y="23"/>
                    <a:pt x="153" y="13"/>
                  </a:cubicBezTo>
                  <a:close/>
                  <a:moveTo>
                    <a:pt x="79" y="248"/>
                  </a:moveTo>
                  <a:cubicBezTo>
                    <a:pt x="73" y="273"/>
                    <a:pt x="54" y="293"/>
                    <a:pt x="34" y="293"/>
                  </a:cubicBezTo>
                  <a:cubicBezTo>
                    <a:pt x="29" y="293"/>
                    <a:pt x="25" y="292"/>
                    <a:pt x="21" y="291"/>
                  </a:cubicBezTo>
                  <a:cubicBezTo>
                    <a:pt x="30" y="286"/>
                    <a:pt x="33" y="278"/>
                    <a:pt x="33" y="273"/>
                  </a:cubicBezTo>
                  <a:cubicBezTo>
                    <a:pt x="33" y="265"/>
                    <a:pt x="26" y="260"/>
                    <a:pt x="20" y="260"/>
                  </a:cubicBezTo>
                  <a:cubicBezTo>
                    <a:pt x="9" y="260"/>
                    <a:pt x="0" y="269"/>
                    <a:pt x="0" y="281"/>
                  </a:cubicBezTo>
                  <a:cubicBezTo>
                    <a:pt x="0" y="294"/>
                    <a:pt x="13" y="303"/>
                    <a:pt x="34" y="303"/>
                  </a:cubicBezTo>
                  <a:cubicBezTo>
                    <a:pt x="55" y="303"/>
                    <a:pt x="96" y="290"/>
                    <a:pt x="107" y="247"/>
                  </a:cubicBezTo>
                  <a:lnTo>
                    <a:pt x="138" y="123"/>
                  </a:lnTo>
                  <a:cubicBezTo>
                    <a:pt x="139" y="119"/>
                    <a:pt x="140" y="116"/>
                    <a:pt x="140" y="110"/>
                  </a:cubicBezTo>
                  <a:cubicBezTo>
                    <a:pt x="140" y="91"/>
                    <a:pt x="123" y="78"/>
                    <a:pt x="102" y="78"/>
                  </a:cubicBezTo>
                  <a:cubicBezTo>
                    <a:pt x="64" y="78"/>
                    <a:pt x="41" y="126"/>
                    <a:pt x="41" y="131"/>
                  </a:cubicBezTo>
                  <a:cubicBezTo>
                    <a:pt x="41" y="135"/>
                    <a:pt x="46" y="135"/>
                    <a:pt x="47" y="135"/>
                  </a:cubicBezTo>
                  <a:cubicBezTo>
                    <a:pt x="52" y="135"/>
                    <a:pt x="52" y="134"/>
                    <a:pt x="54" y="129"/>
                  </a:cubicBezTo>
                  <a:cubicBezTo>
                    <a:pt x="63" y="109"/>
                    <a:pt x="81" y="87"/>
                    <a:pt x="101" y="87"/>
                  </a:cubicBezTo>
                  <a:cubicBezTo>
                    <a:pt x="110" y="87"/>
                    <a:pt x="113" y="93"/>
                    <a:pt x="113" y="104"/>
                  </a:cubicBezTo>
                  <a:cubicBezTo>
                    <a:pt x="113" y="108"/>
                    <a:pt x="113" y="113"/>
                    <a:pt x="112"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54"/>
            <p:cNvSpPr>
              <a:spLocks noEditPoints="1"/>
            </p:cNvSpPr>
            <p:nvPr>
              <p:custDataLst>
                <p:tags r:id="rId198"/>
              </p:custDataLst>
            </p:nvPr>
          </p:nvSpPr>
          <p:spPr bwMode="auto">
            <a:xfrm>
              <a:off x="5478463" y="2738438"/>
              <a:ext cx="57150" cy="57150"/>
            </a:xfrm>
            <a:custGeom>
              <a:avLst/>
              <a:gdLst>
                <a:gd name="T0" fmla="*/ 126 w 178"/>
                <a:gd name="T1" fmla="*/ 20 h 157"/>
                <a:gd name="T2" fmla="*/ 90 w 178"/>
                <a:gd name="T3" fmla="*/ 0 h 157"/>
                <a:gd name="T4" fmla="*/ 0 w 178"/>
                <a:gd name="T5" fmla="*/ 99 h 157"/>
                <a:gd name="T6" fmla="*/ 53 w 178"/>
                <a:gd name="T7" fmla="*/ 157 h 157"/>
                <a:gd name="T8" fmla="*/ 102 w 178"/>
                <a:gd name="T9" fmla="*/ 132 h 157"/>
                <a:gd name="T10" fmla="*/ 138 w 178"/>
                <a:gd name="T11" fmla="*/ 157 h 157"/>
                <a:gd name="T12" fmla="*/ 166 w 178"/>
                <a:gd name="T13" fmla="*/ 138 h 157"/>
                <a:gd name="T14" fmla="*/ 178 w 178"/>
                <a:gd name="T15" fmla="*/ 103 h 157"/>
                <a:gd name="T16" fmla="*/ 172 w 178"/>
                <a:gd name="T17" fmla="*/ 99 h 157"/>
                <a:gd name="T18" fmla="*/ 165 w 178"/>
                <a:gd name="T19" fmla="*/ 110 h 157"/>
                <a:gd name="T20" fmla="*/ 139 w 178"/>
                <a:gd name="T21" fmla="*/ 147 h 157"/>
                <a:gd name="T22" fmla="*/ 128 w 178"/>
                <a:gd name="T23" fmla="*/ 130 h 157"/>
                <a:gd name="T24" fmla="*/ 133 w 178"/>
                <a:gd name="T25" fmla="*/ 102 h 157"/>
                <a:gd name="T26" fmla="*/ 141 w 178"/>
                <a:gd name="T27" fmla="*/ 71 h 157"/>
                <a:gd name="T28" fmla="*/ 147 w 178"/>
                <a:gd name="T29" fmla="*/ 45 h 157"/>
                <a:gd name="T30" fmla="*/ 154 w 178"/>
                <a:gd name="T31" fmla="*/ 17 h 157"/>
                <a:gd name="T32" fmla="*/ 142 w 178"/>
                <a:gd name="T33" fmla="*/ 6 h 157"/>
                <a:gd name="T34" fmla="*/ 126 w 178"/>
                <a:gd name="T35" fmla="*/ 20 h 157"/>
                <a:gd name="T36" fmla="*/ 104 w 178"/>
                <a:gd name="T37" fmla="*/ 110 h 157"/>
                <a:gd name="T38" fmla="*/ 86 w 178"/>
                <a:gd name="T39" fmla="*/ 133 h 157"/>
                <a:gd name="T40" fmla="*/ 54 w 178"/>
                <a:gd name="T41" fmla="*/ 147 h 157"/>
                <a:gd name="T42" fmla="*/ 28 w 178"/>
                <a:gd name="T43" fmla="*/ 113 h 157"/>
                <a:gd name="T44" fmla="*/ 46 w 178"/>
                <a:gd name="T45" fmla="*/ 42 h 157"/>
                <a:gd name="T46" fmla="*/ 90 w 178"/>
                <a:gd name="T47" fmla="*/ 9 h 157"/>
                <a:gd name="T48" fmla="*/ 121 w 178"/>
                <a:gd name="T49" fmla="*/ 40 h 157"/>
                <a:gd name="T50" fmla="*/ 120 w 178"/>
                <a:gd name="T51" fmla="*/ 45 h 157"/>
                <a:gd name="T52" fmla="*/ 104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0"/>
                  </a:moveTo>
                  <a:cubicBezTo>
                    <a:pt x="119" y="9"/>
                    <a:pt x="107" y="0"/>
                    <a:pt x="90" y="0"/>
                  </a:cubicBezTo>
                  <a:cubicBezTo>
                    <a:pt x="45" y="0"/>
                    <a:pt x="0" y="49"/>
                    <a:pt x="0" y="99"/>
                  </a:cubicBezTo>
                  <a:cubicBezTo>
                    <a:pt x="0" y="133"/>
                    <a:pt x="23" y="157"/>
                    <a:pt x="53" y="157"/>
                  </a:cubicBezTo>
                  <a:cubicBezTo>
                    <a:pt x="71" y="157"/>
                    <a:pt x="88" y="146"/>
                    <a:pt x="102" y="132"/>
                  </a:cubicBezTo>
                  <a:cubicBezTo>
                    <a:pt x="109" y="153"/>
                    <a:pt x="129" y="157"/>
                    <a:pt x="138" y="157"/>
                  </a:cubicBezTo>
                  <a:cubicBezTo>
                    <a:pt x="151" y="157"/>
                    <a:pt x="159" y="149"/>
                    <a:pt x="166" y="138"/>
                  </a:cubicBezTo>
                  <a:cubicBezTo>
                    <a:pt x="173" y="125"/>
                    <a:pt x="178" y="105"/>
                    <a:pt x="178" y="103"/>
                  </a:cubicBezTo>
                  <a:cubicBezTo>
                    <a:pt x="178" y="99"/>
                    <a:pt x="173" y="99"/>
                    <a:pt x="172" y="99"/>
                  </a:cubicBezTo>
                  <a:cubicBezTo>
                    <a:pt x="167" y="99"/>
                    <a:pt x="167" y="100"/>
                    <a:pt x="165" y="110"/>
                  </a:cubicBezTo>
                  <a:cubicBezTo>
                    <a:pt x="160" y="126"/>
                    <a:pt x="154" y="147"/>
                    <a:pt x="139" y="147"/>
                  </a:cubicBezTo>
                  <a:cubicBezTo>
                    <a:pt x="130" y="147"/>
                    <a:pt x="128" y="139"/>
                    <a:pt x="128" y="130"/>
                  </a:cubicBezTo>
                  <a:cubicBezTo>
                    <a:pt x="128" y="124"/>
                    <a:pt x="130" y="112"/>
                    <a:pt x="133" y="102"/>
                  </a:cubicBezTo>
                  <a:cubicBezTo>
                    <a:pt x="135" y="93"/>
                    <a:pt x="139" y="79"/>
                    <a:pt x="141" y="71"/>
                  </a:cubicBezTo>
                  <a:lnTo>
                    <a:pt x="147" y="45"/>
                  </a:lnTo>
                  <a:cubicBezTo>
                    <a:pt x="150" y="35"/>
                    <a:pt x="154" y="19"/>
                    <a:pt x="154" y="17"/>
                  </a:cubicBezTo>
                  <a:cubicBezTo>
                    <a:pt x="154" y="10"/>
                    <a:pt x="147" y="6"/>
                    <a:pt x="142" y="6"/>
                  </a:cubicBezTo>
                  <a:cubicBezTo>
                    <a:pt x="136" y="6"/>
                    <a:pt x="128" y="10"/>
                    <a:pt x="126" y="20"/>
                  </a:cubicBezTo>
                  <a:close/>
                  <a:moveTo>
                    <a:pt x="104" y="110"/>
                  </a:moveTo>
                  <a:cubicBezTo>
                    <a:pt x="101" y="120"/>
                    <a:pt x="93" y="126"/>
                    <a:pt x="86" y="133"/>
                  </a:cubicBezTo>
                  <a:cubicBezTo>
                    <a:pt x="83" y="136"/>
                    <a:pt x="69" y="147"/>
                    <a:pt x="54" y="147"/>
                  </a:cubicBezTo>
                  <a:cubicBezTo>
                    <a:pt x="41" y="147"/>
                    <a:pt x="28" y="138"/>
                    <a:pt x="28" y="113"/>
                  </a:cubicBezTo>
                  <a:cubicBezTo>
                    <a:pt x="28" y="95"/>
                    <a:pt x="38" y="56"/>
                    <a:pt x="46" y="42"/>
                  </a:cubicBezTo>
                  <a:cubicBezTo>
                    <a:pt x="62" y="15"/>
                    <a:pt x="80" y="9"/>
                    <a:pt x="90" y="9"/>
                  </a:cubicBezTo>
                  <a:cubicBezTo>
                    <a:pt x="114" y="9"/>
                    <a:pt x="121" y="36"/>
                    <a:pt x="121" y="40"/>
                  </a:cubicBezTo>
                  <a:cubicBezTo>
                    <a:pt x="121" y="41"/>
                    <a:pt x="120" y="43"/>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5"/>
            <p:cNvSpPr>
              <a:spLocks/>
            </p:cNvSpPr>
            <p:nvPr>
              <p:custDataLst>
                <p:tags r:id="rId199"/>
              </p:custDataLst>
            </p:nvPr>
          </p:nvSpPr>
          <p:spPr bwMode="auto">
            <a:xfrm>
              <a:off x="5553075" y="2779713"/>
              <a:ext cx="12700" cy="14288"/>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29" y="0"/>
                    <a:pt x="20" y="0"/>
                  </a:cubicBezTo>
                  <a:cubicBezTo>
                    <a:pt x="9" y="0"/>
                    <a:pt x="0" y="10"/>
                    <a:pt x="0" y="20"/>
                  </a:cubicBezTo>
                  <a:cubicBezTo>
                    <a:pt x="0" y="33"/>
                    <a:pt x="10" y="40"/>
                    <a:pt x="20" y="40"/>
                  </a:cubicBezTo>
                  <a:cubicBezTo>
                    <a:pt x="31"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56"/>
            <p:cNvSpPr>
              <a:spLocks noEditPoints="1"/>
            </p:cNvSpPr>
            <p:nvPr>
              <p:custDataLst>
                <p:tags r:id="rId200"/>
              </p:custDataLst>
            </p:nvPr>
          </p:nvSpPr>
          <p:spPr bwMode="auto">
            <a:xfrm>
              <a:off x="5578475" y="2709863"/>
              <a:ext cx="47625" cy="111125"/>
            </a:xfrm>
            <a:custGeom>
              <a:avLst/>
              <a:gdLst>
                <a:gd name="T0" fmla="*/ 153 w 153"/>
                <a:gd name="T1" fmla="*/ 13 h 303"/>
                <a:gd name="T2" fmla="*/ 139 w 153"/>
                <a:gd name="T3" fmla="*/ 0 h 303"/>
                <a:gd name="T4" fmla="*/ 120 w 153"/>
                <a:gd name="T5" fmla="*/ 19 h 303"/>
                <a:gd name="T6" fmla="*/ 134 w 153"/>
                <a:gd name="T7" fmla="*/ 33 h 303"/>
                <a:gd name="T8" fmla="*/ 153 w 153"/>
                <a:gd name="T9" fmla="*/ 13 h 303"/>
                <a:gd name="T10" fmla="*/ 79 w 153"/>
                <a:gd name="T11" fmla="*/ 248 h 303"/>
                <a:gd name="T12" fmla="*/ 34 w 153"/>
                <a:gd name="T13" fmla="*/ 293 h 303"/>
                <a:gd name="T14" fmla="*/ 22 w 153"/>
                <a:gd name="T15" fmla="*/ 291 h 303"/>
                <a:gd name="T16" fmla="*/ 34 w 153"/>
                <a:gd name="T17" fmla="*/ 273 h 303"/>
                <a:gd name="T18" fmla="*/ 20 w 153"/>
                <a:gd name="T19" fmla="*/ 260 h 303"/>
                <a:gd name="T20" fmla="*/ 0 w 153"/>
                <a:gd name="T21" fmla="*/ 281 h 303"/>
                <a:gd name="T22" fmla="*/ 35 w 153"/>
                <a:gd name="T23" fmla="*/ 303 h 303"/>
                <a:gd name="T24" fmla="*/ 107 w 153"/>
                <a:gd name="T25" fmla="*/ 247 h 303"/>
                <a:gd name="T26" fmla="*/ 139 w 153"/>
                <a:gd name="T27" fmla="*/ 123 h 303"/>
                <a:gd name="T28" fmla="*/ 140 w 153"/>
                <a:gd name="T29" fmla="*/ 110 h 303"/>
                <a:gd name="T30" fmla="*/ 103 w 153"/>
                <a:gd name="T31" fmla="*/ 78 h 303"/>
                <a:gd name="T32" fmla="*/ 42 w 153"/>
                <a:gd name="T33" fmla="*/ 131 h 303"/>
                <a:gd name="T34" fmla="*/ 48 w 153"/>
                <a:gd name="T35" fmla="*/ 135 h 303"/>
                <a:gd name="T36" fmla="*/ 55 w 153"/>
                <a:gd name="T37" fmla="*/ 129 h 303"/>
                <a:gd name="T38" fmla="*/ 102 w 153"/>
                <a:gd name="T39" fmla="*/ 87 h 303"/>
                <a:gd name="T40" fmla="*/ 114 w 153"/>
                <a:gd name="T41" fmla="*/ 104 h 303"/>
                <a:gd name="T42" fmla="*/ 113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9" y="0"/>
                    <a:pt x="139" y="0"/>
                  </a:cubicBezTo>
                  <a:cubicBezTo>
                    <a:pt x="129" y="0"/>
                    <a:pt x="120" y="10"/>
                    <a:pt x="120" y="19"/>
                  </a:cubicBezTo>
                  <a:cubicBezTo>
                    <a:pt x="120" y="25"/>
                    <a:pt x="124" y="33"/>
                    <a:pt x="134" y="33"/>
                  </a:cubicBezTo>
                  <a:cubicBezTo>
                    <a:pt x="143" y="33"/>
                    <a:pt x="153" y="23"/>
                    <a:pt x="153" y="13"/>
                  </a:cubicBezTo>
                  <a:close/>
                  <a:moveTo>
                    <a:pt x="79" y="248"/>
                  </a:moveTo>
                  <a:cubicBezTo>
                    <a:pt x="73" y="273"/>
                    <a:pt x="55" y="293"/>
                    <a:pt x="34" y="293"/>
                  </a:cubicBezTo>
                  <a:cubicBezTo>
                    <a:pt x="30" y="293"/>
                    <a:pt x="26" y="292"/>
                    <a:pt x="22" y="291"/>
                  </a:cubicBezTo>
                  <a:cubicBezTo>
                    <a:pt x="31" y="286"/>
                    <a:pt x="34" y="278"/>
                    <a:pt x="34" y="273"/>
                  </a:cubicBezTo>
                  <a:cubicBezTo>
                    <a:pt x="34" y="265"/>
                    <a:pt x="27" y="260"/>
                    <a:pt x="20" y="260"/>
                  </a:cubicBezTo>
                  <a:cubicBezTo>
                    <a:pt x="9" y="260"/>
                    <a:pt x="0" y="269"/>
                    <a:pt x="0" y="281"/>
                  </a:cubicBezTo>
                  <a:cubicBezTo>
                    <a:pt x="0" y="294"/>
                    <a:pt x="14" y="303"/>
                    <a:pt x="35" y="303"/>
                  </a:cubicBezTo>
                  <a:cubicBezTo>
                    <a:pt x="56" y="303"/>
                    <a:pt x="96" y="290"/>
                    <a:pt x="107" y="247"/>
                  </a:cubicBezTo>
                  <a:lnTo>
                    <a:pt x="139" y="123"/>
                  </a:lnTo>
                  <a:cubicBezTo>
                    <a:pt x="140" y="119"/>
                    <a:pt x="140" y="116"/>
                    <a:pt x="140" y="110"/>
                  </a:cubicBezTo>
                  <a:cubicBezTo>
                    <a:pt x="140" y="91"/>
                    <a:pt x="124" y="78"/>
                    <a:pt x="103" y="78"/>
                  </a:cubicBezTo>
                  <a:cubicBezTo>
                    <a:pt x="64" y="78"/>
                    <a:pt x="42" y="126"/>
                    <a:pt x="42" y="131"/>
                  </a:cubicBezTo>
                  <a:cubicBezTo>
                    <a:pt x="42" y="135"/>
                    <a:pt x="47" y="135"/>
                    <a:pt x="48" y="135"/>
                  </a:cubicBezTo>
                  <a:cubicBezTo>
                    <a:pt x="52" y="135"/>
                    <a:pt x="52" y="134"/>
                    <a:pt x="55" y="129"/>
                  </a:cubicBezTo>
                  <a:cubicBezTo>
                    <a:pt x="64" y="109"/>
                    <a:pt x="82" y="87"/>
                    <a:pt x="102" y="87"/>
                  </a:cubicBezTo>
                  <a:cubicBezTo>
                    <a:pt x="111" y="87"/>
                    <a:pt x="114" y="93"/>
                    <a:pt x="114" y="104"/>
                  </a:cubicBezTo>
                  <a:cubicBezTo>
                    <a:pt x="114" y="108"/>
                    <a:pt x="113" y="113"/>
                    <a:pt x="113"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7"/>
            <p:cNvSpPr>
              <a:spLocks noEditPoints="1"/>
            </p:cNvSpPr>
            <p:nvPr>
              <p:custDataLst>
                <p:tags r:id="rId201"/>
              </p:custDataLst>
            </p:nvPr>
          </p:nvSpPr>
          <p:spPr bwMode="auto">
            <a:xfrm>
              <a:off x="5641975" y="2709863"/>
              <a:ext cx="33338" cy="85725"/>
            </a:xfrm>
            <a:custGeom>
              <a:avLst/>
              <a:gdLst>
                <a:gd name="T0" fmla="*/ 96 w 105"/>
                <a:gd name="T1" fmla="*/ 13 h 235"/>
                <a:gd name="T2" fmla="*/ 82 w 105"/>
                <a:gd name="T3" fmla="*/ 0 h 235"/>
                <a:gd name="T4" fmla="*/ 63 w 105"/>
                <a:gd name="T5" fmla="*/ 19 h 235"/>
                <a:gd name="T6" fmla="*/ 77 w 105"/>
                <a:gd name="T7" fmla="*/ 33 h 235"/>
                <a:gd name="T8" fmla="*/ 96 w 105"/>
                <a:gd name="T9" fmla="*/ 13 h 235"/>
                <a:gd name="T10" fmla="*/ 25 w 105"/>
                <a:gd name="T11" fmla="*/ 191 h 235"/>
                <a:gd name="T12" fmla="*/ 22 w 105"/>
                <a:gd name="T13" fmla="*/ 205 h 235"/>
                <a:gd name="T14" fmla="*/ 55 w 105"/>
                <a:gd name="T15" fmla="*/ 235 h 235"/>
                <a:gd name="T16" fmla="*/ 105 w 105"/>
                <a:gd name="T17" fmla="*/ 181 h 235"/>
                <a:gd name="T18" fmla="*/ 100 w 105"/>
                <a:gd name="T19" fmla="*/ 177 h 235"/>
                <a:gd name="T20" fmla="*/ 93 w 105"/>
                <a:gd name="T21" fmla="*/ 183 h 235"/>
                <a:gd name="T22" fmla="*/ 56 w 105"/>
                <a:gd name="T23" fmla="*/ 225 h 235"/>
                <a:gd name="T24" fmla="*/ 47 w 105"/>
                <a:gd name="T25" fmla="*/ 213 h 235"/>
                <a:gd name="T26" fmla="*/ 53 w 105"/>
                <a:gd name="T27" fmla="*/ 191 h 235"/>
                <a:gd name="T28" fmla="*/ 64 w 105"/>
                <a:gd name="T29" fmla="*/ 163 h 235"/>
                <a:gd name="T30" fmla="*/ 81 w 105"/>
                <a:gd name="T31" fmla="*/ 118 h 235"/>
                <a:gd name="T32" fmla="*/ 83 w 105"/>
                <a:gd name="T33" fmla="*/ 107 h 235"/>
                <a:gd name="T34" fmla="*/ 50 w 105"/>
                <a:gd name="T35" fmla="*/ 78 h 235"/>
                <a:gd name="T36" fmla="*/ 0 w 105"/>
                <a:gd name="T37" fmla="*/ 131 h 235"/>
                <a:gd name="T38" fmla="*/ 5 w 105"/>
                <a:gd name="T39" fmla="*/ 135 h 235"/>
                <a:gd name="T40" fmla="*/ 12 w 105"/>
                <a:gd name="T41" fmla="*/ 130 h 235"/>
                <a:gd name="T42" fmla="*/ 49 w 105"/>
                <a:gd name="T43" fmla="*/ 87 h 235"/>
                <a:gd name="T44" fmla="*/ 58 w 105"/>
                <a:gd name="T45" fmla="*/ 100 h 235"/>
                <a:gd name="T46" fmla="*/ 47 w 105"/>
                <a:gd name="T47" fmla="*/ 134 h 235"/>
                <a:gd name="T48" fmla="*/ 25 w 105"/>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3"/>
                  </a:moveTo>
                  <a:cubicBezTo>
                    <a:pt x="96" y="8"/>
                    <a:pt x="92" y="0"/>
                    <a:pt x="82" y="0"/>
                  </a:cubicBezTo>
                  <a:cubicBezTo>
                    <a:pt x="73" y="0"/>
                    <a:pt x="63" y="9"/>
                    <a:pt x="63" y="19"/>
                  </a:cubicBezTo>
                  <a:cubicBezTo>
                    <a:pt x="63" y="25"/>
                    <a:pt x="67" y="33"/>
                    <a:pt x="77" y="33"/>
                  </a:cubicBezTo>
                  <a:cubicBezTo>
                    <a:pt x="87" y="33"/>
                    <a:pt x="96" y="23"/>
                    <a:pt x="96" y="13"/>
                  </a:cubicBezTo>
                  <a:close/>
                  <a:moveTo>
                    <a:pt x="25" y="191"/>
                  </a:moveTo>
                  <a:cubicBezTo>
                    <a:pt x="24" y="195"/>
                    <a:pt x="22" y="199"/>
                    <a:pt x="22" y="205"/>
                  </a:cubicBezTo>
                  <a:cubicBezTo>
                    <a:pt x="22" y="222"/>
                    <a:pt x="36" y="235"/>
                    <a:pt x="55" y="235"/>
                  </a:cubicBezTo>
                  <a:cubicBezTo>
                    <a:pt x="90" y="235"/>
                    <a:pt x="105" y="187"/>
                    <a:pt x="105" y="181"/>
                  </a:cubicBezTo>
                  <a:cubicBezTo>
                    <a:pt x="105" y="177"/>
                    <a:pt x="101" y="177"/>
                    <a:pt x="100" y="177"/>
                  </a:cubicBezTo>
                  <a:cubicBezTo>
                    <a:pt x="95" y="177"/>
                    <a:pt x="94" y="179"/>
                    <a:pt x="93" y="183"/>
                  </a:cubicBezTo>
                  <a:cubicBezTo>
                    <a:pt x="85" y="211"/>
                    <a:pt x="70" y="225"/>
                    <a:pt x="56" y="225"/>
                  </a:cubicBezTo>
                  <a:cubicBezTo>
                    <a:pt x="49" y="225"/>
                    <a:pt x="47" y="221"/>
                    <a:pt x="47" y="213"/>
                  </a:cubicBezTo>
                  <a:cubicBezTo>
                    <a:pt x="47" y="205"/>
                    <a:pt x="50" y="198"/>
                    <a:pt x="53" y="191"/>
                  </a:cubicBezTo>
                  <a:cubicBezTo>
                    <a:pt x="56" y="181"/>
                    <a:pt x="60" y="172"/>
                    <a:pt x="64" y="163"/>
                  </a:cubicBezTo>
                  <a:cubicBezTo>
                    <a:pt x="67" y="154"/>
                    <a:pt x="80" y="123"/>
                    <a:pt x="81" y="118"/>
                  </a:cubicBezTo>
                  <a:cubicBezTo>
                    <a:pt x="82" y="115"/>
                    <a:pt x="83" y="111"/>
                    <a:pt x="83" y="107"/>
                  </a:cubicBezTo>
                  <a:cubicBezTo>
                    <a:pt x="83" y="91"/>
                    <a:pt x="69" y="78"/>
                    <a:pt x="50" y="78"/>
                  </a:cubicBezTo>
                  <a:cubicBezTo>
                    <a:pt x="16" y="78"/>
                    <a:pt x="0" y="125"/>
                    <a:pt x="0" y="131"/>
                  </a:cubicBezTo>
                  <a:cubicBezTo>
                    <a:pt x="0" y="135"/>
                    <a:pt x="4" y="135"/>
                    <a:pt x="5" y="135"/>
                  </a:cubicBezTo>
                  <a:cubicBezTo>
                    <a:pt x="10" y="135"/>
                    <a:pt x="11" y="134"/>
                    <a:pt x="12" y="130"/>
                  </a:cubicBezTo>
                  <a:cubicBezTo>
                    <a:pt x="21" y="100"/>
                    <a:pt x="36" y="87"/>
                    <a:pt x="49" y="87"/>
                  </a:cubicBezTo>
                  <a:cubicBezTo>
                    <a:pt x="55" y="87"/>
                    <a:pt x="58" y="90"/>
                    <a:pt x="58" y="100"/>
                  </a:cubicBezTo>
                  <a:cubicBezTo>
                    <a:pt x="58" y="108"/>
                    <a:pt x="56" y="113"/>
                    <a:pt x="47" y="134"/>
                  </a:cubicBezTo>
                  <a:lnTo>
                    <a:pt x="25"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58"/>
            <p:cNvSpPr>
              <a:spLocks noEditPoints="1"/>
            </p:cNvSpPr>
            <p:nvPr>
              <p:custDataLst>
                <p:tags r:id="rId202"/>
              </p:custDataLst>
            </p:nvPr>
          </p:nvSpPr>
          <p:spPr bwMode="auto">
            <a:xfrm>
              <a:off x="5688013" y="2706688"/>
              <a:ext cx="55563" cy="88900"/>
            </a:xfrm>
            <a:custGeom>
              <a:avLst/>
              <a:gdLst>
                <a:gd name="T0" fmla="*/ 178 w 180"/>
                <a:gd name="T1" fmla="*/ 11 h 246"/>
                <a:gd name="T2" fmla="*/ 180 w 180"/>
                <a:gd name="T3" fmla="*/ 5 h 246"/>
                <a:gd name="T4" fmla="*/ 174 w 180"/>
                <a:gd name="T5" fmla="*/ 0 h 246"/>
                <a:gd name="T6" fmla="*/ 129 w 180"/>
                <a:gd name="T7" fmla="*/ 4 h 246"/>
                <a:gd name="T8" fmla="*/ 122 w 180"/>
                <a:gd name="T9" fmla="*/ 12 h 246"/>
                <a:gd name="T10" fmla="*/ 131 w 180"/>
                <a:gd name="T11" fmla="*/ 17 h 246"/>
                <a:gd name="T12" fmla="*/ 148 w 180"/>
                <a:gd name="T13" fmla="*/ 22 h 246"/>
                <a:gd name="T14" fmla="*/ 146 w 180"/>
                <a:gd name="T15" fmla="*/ 30 h 246"/>
                <a:gd name="T16" fmla="*/ 126 w 180"/>
                <a:gd name="T17" fmla="*/ 109 h 246"/>
                <a:gd name="T18" fmla="*/ 90 w 180"/>
                <a:gd name="T19" fmla="*/ 89 h 246"/>
                <a:gd name="T20" fmla="*/ 0 w 180"/>
                <a:gd name="T21" fmla="*/ 188 h 246"/>
                <a:gd name="T22" fmla="*/ 53 w 180"/>
                <a:gd name="T23" fmla="*/ 246 h 246"/>
                <a:gd name="T24" fmla="*/ 103 w 180"/>
                <a:gd name="T25" fmla="*/ 221 h 246"/>
                <a:gd name="T26" fmla="*/ 139 w 180"/>
                <a:gd name="T27" fmla="*/ 246 h 246"/>
                <a:gd name="T28" fmla="*/ 166 w 180"/>
                <a:gd name="T29" fmla="*/ 227 h 246"/>
                <a:gd name="T30" fmla="*/ 178 w 180"/>
                <a:gd name="T31" fmla="*/ 192 h 246"/>
                <a:gd name="T32" fmla="*/ 173 w 180"/>
                <a:gd name="T33" fmla="*/ 188 h 246"/>
                <a:gd name="T34" fmla="*/ 165 w 180"/>
                <a:gd name="T35" fmla="*/ 199 h 246"/>
                <a:gd name="T36" fmla="*/ 140 w 180"/>
                <a:gd name="T37" fmla="*/ 236 h 246"/>
                <a:gd name="T38" fmla="*/ 128 w 180"/>
                <a:gd name="T39" fmla="*/ 219 h 246"/>
                <a:gd name="T40" fmla="*/ 130 w 180"/>
                <a:gd name="T41" fmla="*/ 205 h 246"/>
                <a:gd name="T42" fmla="*/ 178 w 180"/>
                <a:gd name="T43" fmla="*/ 11 h 246"/>
                <a:gd name="T44" fmla="*/ 104 w 180"/>
                <a:gd name="T45" fmla="*/ 199 h 246"/>
                <a:gd name="T46" fmla="*/ 86 w 180"/>
                <a:gd name="T47" fmla="*/ 222 h 246"/>
                <a:gd name="T48" fmla="*/ 54 w 180"/>
                <a:gd name="T49" fmla="*/ 236 h 246"/>
                <a:gd name="T50" fmla="*/ 29 w 180"/>
                <a:gd name="T51" fmla="*/ 202 h 246"/>
                <a:gd name="T52" fmla="*/ 47 w 180"/>
                <a:gd name="T53" fmla="*/ 131 h 246"/>
                <a:gd name="T54" fmla="*/ 90 w 180"/>
                <a:gd name="T55" fmla="*/ 98 h 246"/>
                <a:gd name="T56" fmla="*/ 121 w 180"/>
                <a:gd name="T57" fmla="*/ 129 h 246"/>
                <a:gd name="T58" fmla="*/ 120 w 180"/>
                <a:gd name="T59" fmla="*/ 134 h 246"/>
                <a:gd name="T60" fmla="*/ 104 w 180"/>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6">
                  <a:moveTo>
                    <a:pt x="178" y="11"/>
                  </a:moveTo>
                  <a:cubicBezTo>
                    <a:pt x="179" y="10"/>
                    <a:pt x="180" y="5"/>
                    <a:pt x="180" y="5"/>
                  </a:cubicBezTo>
                  <a:cubicBezTo>
                    <a:pt x="180" y="3"/>
                    <a:pt x="178" y="0"/>
                    <a:pt x="174" y="0"/>
                  </a:cubicBezTo>
                  <a:cubicBezTo>
                    <a:pt x="167" y="0"/>
                    <a:pt x="138" y="3"/>
                    <a:pt x="129" y="4"/>
                  </a:cubicBezTo>
                  <a:cubicBezTo>
                    <a:pt x="127" y="4"/>
                    <a:pt x="122" y="4"/>
                    <a:pt x="122" y="12"/>
                  </a:cubicBezTo>
                  <a:cubicBezTo>
                    <a:pt x="122" y="17"/>
                    <a:pt x="127" y="17"/>
                    <a:pt x="131" y="17"/>
                  </a:cubicBezTo>
                  <a:cubicBezTo>
                    <a:pt x="148" y="17"/>
                    <a:pt x="148" y="19"/>
                    <a:pt x="148" y="22"/>
                  </a:cubicBezTo>
                  <a:cubicBezTo>
                    <a:pt x="148" y="24"/>
                    <a:pt x="147" y="26"/>
                    <a:pt x="146" y="30"/>
                  </a:cubicBezTo>
                  <a:lnTo>
                    <a:pt x="126" y="109"/>
                  </a:lnTo>
                  <a:cubicBezTo>
                    <a:pt x="119" y="98"/>
                    <a:pt x="107" y="89"/>
                    <a:pt x="90" y="89"/>
                  </a:cubicBezTo>
                  <a:cubicBezTo>
                    <a:pt x="46" y="89"/>
                    <a:pt x="0" y="138"/>
                    <a:pt x="0" y="188"/>
                  </a:cubicBezTo>
                  <a:cubicBezTo>
                    <a:pt x="0" y="222"/>
                    <a:pt x="23" y="246"/>
                    <a:pt x="53" y="246"/>
                  </a:cubicBezTo>
                  <a:cubicBezTo>
                    <a:pt x="72" y="246"/>
                    <a:pt x="89" y="235"/>
                    <a:pt x="103" y="221"/>
                  </a:cubicBezTo>
                  <a:cubicBezTo>
                    <a:pt x="109" y="242"/>
                    <a:pt x="129" y="246"/>
                    <a:pt x="139" y="246"/>
                  </a:cubicBezTo>
                  <a:cubicBezTo>
                    <a:pt x="151" y="246"/>
                    <a:pt x="160" y="238"/>
                    <a:pt x="166" y="227"/>
                  </a:cubicBezTo>
                  <a:cubicBezTo>
                    <a:pt x="174" y="214"/>
                    <a:pt x="178" y="194"/>
                    <a:pt x="178" y="192"/>
                  </a:cubicBezTo>
                  <a:cubicBezTo>
                    <a:pt x="178" y="188"/>
                    <a:pt x="174" y="188"/>
                    <a:pt x="173" y="188"/>
                  </a:cubicBezTo>
                  <a:cubicBezTo>
                    <a:pt x="168" y="188"/>
                    <a:pt x="167" y="189"/>
                    <a:pt x="165" y="199"/>
                  </a:cubicBezTo>
                  <a:cubicBezTo>
                    <a:pt x="161" y="215"/>
                    <a:pt x="154" y="236"/>
                    <a:pt x="140" y="236"/>
                  </a:cubicBezTo>
                  <a:cubicBezTo>
                    <a:pt x="130" y="236"/>
                    <a:pt x="128" y="228"/>
                    <a:pt x="128" y="219"/>
                  </a:cubicBezTo>
                  <a:cubicBezTo>
                    <a:pt x="128" y="212"/>
                    <a:pt x="129" y="209"/>
                    <a:pt x="130" y="205"/>
                  </a:cubicBezTo>
                  <a:lnTo>
                    <a:pt x="178" y="11"/>
                  </a:lnTo>
                  <a:close/>
                  <a:moveTo>
                    <a:pt x="104" y="199"/>
                  </a:moveTo>
                  <a:cubicBezTo>
                    <a:pt x="102" y="209"/>
                    <a:pt x="94" y="215"/>
                    <a:pt x="86" y="222"/>
                  </a:cubicBezTo>
                  <a:cubicBezTo>
                    <a:pt x="83" y="225"/>
                    <a:pt x="69" y="236"/>
                    <a:pt x="54" y="236"/>
                  </a:cubicBezTo>
                  <a:cubicBezTo>
                    <a:pt x="41" y="236"/>
                    <a:pt x="29" y="227"/>
                    <a:pt x="29" y="202"/>
                  </a:cubicBezTo>
                  <a:cubicBezTo>
                    <a:pt x="29" y="184"/>
                    <a:pt x="39" y="145"/>
                    <a:pt x="47" y="131"/>
                  </a:cubicBezTo>
                  <a:cubicBezTo>
                    <a:pt x="63" y="104"/>
                    <a:pt x="81" y="98"/>
                    <a:pt x="90" y="98"/>
                  </a:cubicBezTo>
                  <a:cubicBezTo>
                    <a:pt x="115" y="98"/>
                    <a:pt x="121" y="125"/>
                    <a:pt x="121" y="129"/>
                  </a:cubicBezTo>
                  <a:cubicBezTo>
                    <a:pt x="121" y="130"/>
                    <a:pt x="121" y="132"/>
                    <a:pt x="120" y="134"/>
                  </a:cubicBezTo>
                  <a:lnTo>
                    <a:pt x="104"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59"/>
            <p:cNvSpPr>
              <a:spLocks/>
            </p:cNvSpPr>
            <p:nvPr>
              <p:custDataLst>
                <p:tags r:id="rId203"/>
              </p:custDataLst>
            </p:nvPr>
          </p:nvSpPr>
          <p:spPr bwMode="auto">
            <a:xfrm>
              <a:off x="5754688" y="2717800"/>
              <a:ext cx="68263" cy="79375"/>
            </a:xfrm>
            <a:custGeom>
              <a:avLst/>
              <a:gdLst>
                <a:gd name="T0" fmla="*/ 117 w 215"/>
                <a:gd name="T1" fmla="*/ 7 h 216"/>
                <a:gd name="T2" fmla="*/ 108 w 215"/>
                <a:gd name="T3" fmla="*/ 0 h 216"/>
                <a:gd name="T4" fmla="*/ 98 w 215"/>
                <a:gd name="T5" fmla="*/ 7 h 216"/>
                <a:gd name="T6" fmla="*/ 3 w 215"/>
                <a:gd name="T7" fmla="*/ 201 h 216"/>
                <a:gd name="T8" fmla="*/ 0 w 215"/>
                <a:gd name="T9" fmla="*/ 208 h 216"/>
                <a:gd name="T10" fmla="*/ 9 w 215"/>
                <a:gd name="T11" fmla="*/ 216 h 216"/>
                <a:gd name="T12" fmla="*/ 19 w 215"/>
                <a:gd name="T13" fmla="*/ 208 h 216"/>
                <a:gd name="T14" fmla="*/ 107 w 215"/>
                <a:gd name="T15" fmla="*/ 28 h 216"/>
                <a:gd name="T16" fmla="*/ 197 w 215"/>
                <a:gd name="T17" fmla="*/ 207 h 216"/>
                <a:gd name="T18" fmla="*/ 207 w 215"/>
                <a:gd name="T19" fmla="*/ 216 h 216"/>
                <a:gd name="T20" fmla="*/ 215 w 215"/>
                <a:gd name="T21" fmla="*/ 208 h 216"/>
                <a:gd name="T22" fmla="*/ 212 w 215"/>
                <a:gd name="T23" fmla="*/ 201 h 216"/>
                <a:gd name="T24" fmla="*/ 117 w 215"/>
                <a:gd name="T25" fmla="*/ 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5" h="216">
                  <a:moveTo>
                    <a:pt x="117" y="7"/>
                  </a:moveTo>
                  <a:cubicBezTo>
                    <a:pt x="115" y="4"/>
                    <a:pt x="113" y="0"/>
                    <a:pt x="108" y="0"/>
                  </a:cubicBezTo>
                  <a:cubicBezTo>
                    <a:pt x="103" y="0"/>
                    <a:pt x="101" y="3"/>
                    <a:pt x="98" y="7"/>
                  </a:cubicBezTo>
                  <a:lnTo>
                    <a:pt x="3" y="201"/>
                  </a:lnTo>
                  <a:cubicBezTo>
                    <a:pt x="0" y="206"/>
                    <a:pt x="0" y="207"/>
                    <a:pt x="0" y="208"/>
                  </a:cubicBezTo>
                  <a:cubicBezTo>
                    <a:pt x="0" y="213"/>
                    <a:pt x="5" y="216"/>
                    <a:pt x="9" y="216"/>
                  </a:cubicBezTo>
                  <a:cubicBezTo>
                    <a:pt x="14" y="216"/>
                    <a:pt x="16" y="214"/>
                    <a:pt x="19" y="208"/>
                  </a:cubicBezTo>
                  <a:lnTo>
                    <a:pt x="107" y="28"/>
                  </a:lnTo>
                  <a:lnTo>
                    <a:pt x="197" y="207"/>
                  </a:lnTo>
                  <a:cubicBezTo>
                    <a:pt x="200" y="214"/>
                    <a:pt x="201" y="216"/>
                    <a:pt x="207" y="216"/>
                  </a:cubicBezTo>
                  <a:cubicBezTo>
                    <a:pt x="210" y="216"/>
                    <a:pt x="215" y="213"/>
                    <a:pt x="215" y="208"/>
                  </a:cubicBezTo>
                  <a:cubicBezTo>
                    <a:pt x="215" y="207"/>
                    <a:pt x="215" y="206"/>
                    <a:pt x="212" y="201"/>
                  </a:cubicBezTo>
                  <a:lnTo>
                    <a:pt x="117" y="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60"/>
            <p:cNvSpPr>
              <a:spLocks/>
            </p:cNvSpPr>
            <p:nvPr>
              <p:custDataLst>
                <p:tags r:id="rId204"/>
              </p:custDataLst>
            </p:nvPr>
          </p:nvSpPr>
          <p:spPr bwMode="auto">
            <a:xfrm>
              <a:off x="5835650" y="2738438"/>
              <a:ext cx="52388" cy="57150"/>
            </a:xfrm>
            <a:custGeom>
              <a:avLst/>
              <a:gdLst>
                <a:gd name="T0" fmla="*/ 66 w 162"/>
                <a:gd name="T1" fmla="*/ 83 h 157"/>
                <a:gd name="T2" fmla="*/ 75 w 162"/>
                <a:gd name="T3" fmla="*/ 48 h 157"/>
                <a:gd name="T4" fmla="*/ 97 w 162"/>
                <a:gd name="T5" fmla="*/ 19 h 157"/>
                <a:gd name="T6" fmla="*/ 125 w 162"/>
                <a:gd name="T7" fmla="*/ 9 h 157"/>
                <a:gd name="T8" fmla="*/ 144 w 162"/>
                <a:gd name="T9" fmla="*/ 14 h 157"/>
                <a:gd name="T10" fmla="*/ 129 w 162"/>
                <a:gd name="T11" fmla="*/ 33 h 157"/>
                <a:gd name="T12" fmla="*/ 143 w 162"/>
                <a:gd name="T13" fmla="*/ 46 h 157"/>
                <a:gd name="T14" fmla="*/ 162 w 162"/>
                <a:gd name="T15" fmla="*/ 25 h 157"/>
                <a:gd name="T16" fmla="*/ 125 w 162"/>
                <a:gd name="T17" fmla="*/ 0 h 157"/>
                <a:gd name="T18" fmla="*/ 76 w 162"/>
                <a:gd name="T19" fmla="*/ 24 h 157"/>
                <a:gd name="T20" fmla="*/ 40 w 162"/>
                <a:gd name="T21" fmla="*/ 0 h 157"/>
                <a:gd name="T22" fmla="*/ 13 w 162"/>
                <a:gd name="T23" fmla="*/ 17 h 157"/>
                <a:gd name="T24" fmla="*/ 0 w 162"/>
                <a:gd name="T25" fmla="*/ 53 h 157"/>
                <a:gd name="T26" fmla="*/ 6 w 162"/>
                <a:gd name="T27" fmla="*/ 57 h 157"/>
                <a:gd name="T28" fmla="*/ 14 w 162"/>
                <a:gd name="T29" fmla="*/ 47 h 157"/>
                <a:gd name="T30" fmla="*/ 39 w 162"/>
                <a:gd name="T31" fmla="*/ 9 h 157"/>
                <a:gd name="T32" fmla="*/ 51 w 162"/>
                <a:gd name="T33" fmla="*/ 26 h 157"/>
                <a:gd name="T34" fmla="*/ 45 w 162"/>
                <a:gd name="T35" fmla="*/ 55 h 157"/>
                <a:gd name="T36" fmla="*/ 38 w 162"/>
                <a:gd name="T37" fmla="*/ 87 h 157"/>
                <a:gd name="T38" fmla="*/ 26 w 162"/>
                <a:gd name="T39" fmla="*/ 131 h 157"/>
                <a:gd name="T40" fmla="*/ 23 w 162"/>
                <a:gd name="T41" fmla="*/ 146 h 157"/>
                <a:gd name="T42" fmla="*/ 35 w 162"/>
                <a:gd name="T43" fmla="*/ 157 h 157"/>
                <a:gd name="T44" fmla="*/ 50 w 162"/>
                <a:gd name="T45" fmla="*/ 147 h 157"/>
                <a:gd name="T46" fmla="*/ 56 w 162"/>
                <a:gd name="T47" fmla="*/ 121 h 157"/>
                <a:gd name="T48" fmla="*/ 66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6" y="83"/>
                  </a:moveTo>
                  <a:cubicBezTo>
                    <a:pt x="66" y="81"/>
                    <a:pt x="74" y="49"/>
                    <a:pt x="75" y="48"/>
                  </a:cubicBezTo>
                  <a:cubicBezTo>
                    <a:pt x="76" y="45"/>
                    <a:pt x="86" y="27"/>
                    <a:pt x="97" y="19"/>
                  </a:cubicBezTo>
                  <a:cubicBezTo>
                    <a:pt x="101" y="16"/>
                    <a:pt x="110" y="9"/>
                    <a:pt x="125" y="9"/>
                  </a:cubicBezTo>
                  <a:cubicBezTo>
                    <a:pt x="129" y="9"/>
                    <a:pt x="137" y="10"/>
                    <a:pt x="144" y="14"/>
                  </a:cubicBezTo>
                  <a:cubicBezTo>
                    <a:pt x="133" y="17"/>
                    <a:pt x="129" y="27"/>
                    <a:pt x="129" y="33"/>
                  </a:cubicBezTo>
                  <a:cubicBezTo>
                    <a:pt x="129" y="41"/>
                    <a:pt x="135" y="46"/>
                    <a:pt x="143" y="46"/>
                  </a:cubicBezTo>
                  <a:cubicBezTo>
                    <a:pt x="151" y="46"/>
                    <a:pt x="162" y="40"/>
                    <a:pt x="162" y="25"/>
                  </a:cubicBezTo>
                  <a:cubicBezTo>
                    <a:pt x="162" y="7"/>
                    <a:pt x="143" y="0"/>
                    <a:pt x="125" y="0"/>
                  </a:cubicBezTo>
                  <a:cubicBezTo>
                    <a:pt x="107" y="0"/>
                    <a:pt x="92" y="7"/>
                    <a:pt x="76" y="24"/>
                  </a:cubicBezTo>
                  <a:cubicBezTo>
                    <a:pt x="70" y="3"/>
                    <a:pt x="49" y="0"/>
                    <a:pt x="40" y="0"/>
                  </a:cubicBezTo>
                  <a:cubicBezTo>
                    <a:pt x="28" y="0"/>
                    <a:pt x="19" y="8"/>
                    <a:pt x="13" y="17"/>
                  </a:cubicBezTo>
                  <a:cubicBezTo>
                    <a:pt x="5" y="31"/>
                    <a:pt x="0" y="51"/>
                    <a:pt x="0" y="53"/>
                  </a:cubicBezTo>
                  <a:cubicBezTo>
                    <a:pt x="0" y="57"/>
                    <a:pt x="5" y="57"/>
                    <a:pt x="6" y="57"/>
                  </a:cubicBezTo>
                  <a:cubicBezTo>
                    <a:pt x="11" y="57"/>
                    <a:pt x="11" y="56"/>
                    <a:pt x="14" y="47"/>
                  </a:cubicBezTo>
                  <a:cubicBezTo>
                    <a:pt x="19" y="26"/>
                    <a:pt x="26" y="9"/>
                    <a:pt x="39" y="9"/>
                  </a:cubicBezTo>
                  <a:cubicBezTo>
                    <a:pt x="48" y="9"/>
                    <a:pt x="51" y="17"/>
                    <a:pt x="51" y="26"/>
                  </a:cubicBezTo>
                  <a:cubicBezTo>
                    <a:pt x="51" y="33"/>
                    <a:pt x="48" y="46"/>
                    <a:pt x="45" y="55"/>
                  </a:cubicBezTo>
                  <a:cubicBezTo>
                    <a:pt x="43" y="65"/>
                    <a:pt x="39" y="79"/>
                    <a:pt x="38" y="87"/>
                  </a:cubicBezTo>
                  <a:lnTo>
                    <a:pt x="26" y="131"/>
                  </a:lnTo>
                  <a:cubicBezTo>
                    <a:pt x="25" y="136"/>
                    <a:pt x="23" y="145"/>
                    <a:pt x="23" y="146"/>
                  </a:cubicBezTo>
                  <a:cubicBezTo>
                    <a:pt x="23" y="153"/>
                    <a:pt x="29" y="157"/>
                    <a:pt x="35" y="157"/>
                  </a:cubicBezTo>
                  <a:cubicBezTo>
                    <a:pt x="40" y="157"/>
                    <a:pt x="47" y="154"/>
                    <a:pt x="50" y="147"/>
                  </a:cubicBezTo>
                  <a:cubicBezTo>
                    <a:pt x="51" y="145"/>
                    <a:pt x="54" y="129"/>
                    <a:pt x="56" y="121"/>
                  </a:cubicBezTo>
                  <a:lnTo>
                    <a:pt x="66"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24" name="Freeform 61"/>
            <p:cNvSpPr>
              <a:spLocks noEditPoints="1"/>
            </p:cNvSpPr>
            <p:nvPr>
              <p:custDataLst>
                <p:tags r:id="rId205"/>
              </p:custDataLst>
            </p:nvPr>
          </p:nvSpPr>
          <p:spPr bwMode="auto">
            <a:xfrm>
              <a:off x="5900738" y="2738438"/>
              <a:ext cx="47625" cy="57150"/>
            </a:xfrm>
            <a:custGeom>
              <a:avLst/>
              <a:gdLst>
                <a:gd name="T0" fmla="*/ 55 w 149"/>
                <a:gd name="T1" fmla="*/ 74 h 157"/>
                <a:gd name="T2" fmla="*/ 111 w 149"/>
                <a:gd name="T3" fmla="*/ 66 h 157"/>
                <a:gd name="T4" fmla="*/ 142 w 149"/>
                <a:gd name="T5" fmla="*/ 30 h 157"/>
                <a:gd name="T6" fmla="*/ 98 w 149"/>
                <a:gd name="T7" fmla="*/ 0 h 157"/>
                <a:gd name="T8" fmla="*/ 0 w 149"/>
                <a:gd name="T9" fmla="*/ 91 h 157"/>
                <a:gd name="T10" fmla="*/ 63 w 149"/>
                <a:gd name="T11" fmla="*/ 157 h 157"/>
                <a:gd name="T12" fmla="*/ 149 w 149"/>
                <a:gd name="T13" fmla="*/ 117 h 157"/>
                <a:gd name="T14" fmla="*/ 143 w 149"/>
                <a:gd name="T15" fmla="*/ 112 h 157"/>
                <a:gd name="T16" fmla="*/ 138 w 149"/>
                <a:gd name="T17" fmla="*/ 115 h 157"/>
                <a:gd name="T18" fmla="*/ 64 w 149"/>
                <a:gd name="T19" fmla="*/ 147 h 157"/>
                <a:gd name="T20" fmla="*/ 29 w 149"/>
                <a:gd name="T21" fmla="*/ 105 h 157"/>
                <a:gd name="T22" fmla="*/ 33 w 149"/>
                <a:gd name="T23" fmla="*/ 74 h 157"/>
                <a:gd name="T24" fmla="*/ 55 w 149"/>
                <a:gd name="T25" fmla="*/ 74 h 157"/>
                <a:gd name="T26" fmla="*/ 36 w 149"/>
                <a:gd name="T27" fmla="*/ 64 h 157"/>
                <a:gd name="T28" fmla="*/ 98 w 149"/>
                <a:gd name="T29" fmla="*/ 9 h 157"/>
                <a:gd name="T30" fmla="*/ 127 w 149"/>
                <a:gd name="T31" fmla="*/ 30 h 157"/>
                <a:gd name="T32" fmla="*/ 53 w 149"/>
                <a:gd name="T33" fmla="*/ 64 h 157"/>
                <a:gd name="T34" fmla="*/ 36 w 149"/>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5" y="74"/>
                  </a:moveTo>
                  <a:cubicBezTo>
                    <a:pt x="65" y="74"/>
                    <a:pt x="92" y="73"/>
                    <a:pt x="111" y="66"/>
                  </a:cubicBezTo>
                  <a:cubicBezTo>
                    <a:pt x="137" y="57"/>
                    <a:pt x="142" y="41"/>
                    <a:pt x="142" y="30"/>
                  </a:cubicBezTo>
                  <a:cubicBezTo>
                    <a:pt x="142" y="11"/>
                    <a:pt x="123" y="0"/>
                    <a:pt x="98" y="0"/>
                  </a:cubicBezTo>
                  <a:cubicBezTo>
                    <a:pt x="57" y="0"/>
                    <a:pt x="0" y="32"/>
                    <a:pt x="0" y="91"/>
                  </a:cubicBezTo>
                  <a:cubicBezTo>
                    <a:pt x="0" y="126"/>
                    <a:pt x="22" y="157"/>
                    <a:pt x="63" y="157"/>
                  </a:cubicBezTo>
                  <a:cubicBezTo>
                    <a:pt x="122" y="157"/>
                    <a:pt x="149" y="122"/>
                    <a:pt x="149" y="117"/>
                  </a:cubicBezTo>
                  <a:cubicBezTo>
                    <a:pt x="149" y="115"/>
                    <a:pt x="146" y="112"/>
                    <a:pt x="143" y="112"/>
                  </a:cubicBezTo>
                  <a:cubicBezTo>
                    <a:pt x="141" y="112"/>
                    <a:pt x="141" y="112"/>
                    <a:pt x="138" y="115"/>
                  </a:cubicBezTo>
                  <a:cubicBezTo>
                    <a:pt x="111" y="147"/>
                    <a:pt x="70" y="147"/>
                    <a:pt x="64" y="147"/>
                  </a:cubicBezTo>
                  <a:cubicBezTo>
                    <a:pt x="43" y="147"/>
                    <a:pt x="29" y="133"/>
                    <a:pt x="29" y="105"/>
                  </a:cubicBezTo>
                  <a:cubicBezTo>
                    <a:pt x="29" y="100"/>
                    <a:pt x="29" y="93"/>
                    <a:pt x="33" y="74"/>
                  </a:cubicBezTo>
                  <a:lnTo>
                    <a:pt x="55" y="74"/>
                  </a:lnTo>
                  <a:close/>
                  <a:moveTo>
                    <a:pt x="36" y="64"/>
                  </a:moveTo>
                  <a:cubicBezTo>
                    <a:pt x="50" y="13"/>
                    <a:pt x="89" y="9"/>
                    <a:pt x="98" y="9"/>
                  </a:cubicBezTo>
                  <a:cubicBezTo>
                    <a:pt x="114" y="9"/>
                    <a:pt x="127" y="17"/>
                    <a:pt x="127" y="30"/>
                  </a:cubicBezTo>
                  <a:cubicBezTo>
                    <a:pt x="127" y="64"/>
                    <a:pt x="68" y="64"/>
                    <a:pt x="53" y="64"/>
                  </a:cubicBezTo>
                  <a:lnTo>
                    <a:pt x="36"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25" name="Freeform 62"/>
            <p:cNvSpPr>
              <a:spLocks/>
            </p:cNvSpPr>
            <p:nvPr>
              <p:custDataLst>
                <p:tags r:id="rId206"/>
              </p:custDataLst>
            </p:nvPr>
          </p:nvSpPr>
          <p:spPr bwMode="auto">
            <a:xfrm>
              <a:off x="5959475" y="2738438"/>
              <a:ext cx="50800" cy="57150"/>
            </a:xfrm>
            <a:custGeom>
              <a:avLst/>
              <a:gdLst>
                <a:gd name="T0" fmla="*/ 37 w 160"/>
                <a:gd name="T1" fmla="*/ 123 h 157"/>
                <a:gd name="T2" fmla="*/ 82 w 160"/>
                <a:gd name="T3" fmla="*/ 83 h 157"/>
                <a:gd name="T4" fmla="*/ 126 w 160"/>
                <a:gd name="T5" fmla="*/ 47 h 157"/>
                <a:gd name="T6" fmla="*/ 160 w 160"/>
                <a:gd name="T7" fmla="*/ 4 h 157"/>
                <a:gd name="T8" fmla="*/ 155 w 160"/>
                <a:gd name="T9" fmla="*/ 0 h 157"/>
                <a:gd name="T10" fmla="*/ 149 w 160"/>
                <a:gd name="T11" fmla="*/ 3 h 157"/>
                <a:gd name="T12" fmla="*/ 122 w 160"/>
                <a:gd name="T13" fmla="*/ 24 h 157"/>
                <a:gd name="T14" fmla="*/ 102 w 160"/>
                <a:gd name="T15" fmla="*/ 14 h 157"/>
                <a:gd name="T16" fmla="*/ 75 w 160"/>
                <a:gd name="T17" fmla="*/ 0 h 157"/>
                <a:gd name="T18" fmla="*/ 28 w 160"/>
                <a:gd name="T19" fmla="*/ 40 h 157"/>
                <a:gd name="T20" fmla="*/ 34 w 160"/>
                <a:gd name="T21" fmla="*/ 45 h 157"/>
                <a:gd name="T22" fmla="*/ 40 w 160"/>
                <a:gd name="T23" fmla="*/ 40 h 157"/>
                <a:gd name="T24" fmla="*/ 71 w 160"/>
                <a:gd name="T25" fmla="*/ 27 h 157"/>
                <a:gd name="T26" fmla="*/ 92 w 160"/>
                <a:gd name="T27" fmla="*/ 30 h 157"/>
                <a:gd name="T28" fmla="*/ 123 w 160"/>
                <a:gd name="T29" fmla="*/ 34 h 157"/>
                <a:gd name="T30" fmla="*/ 74 w 160"/>
                <a:gd name="T31" fmla="*/ 76 h 157"/>
                <a:gd name="T32" fmla="*/ 31 w 160"/>
                <a:gd name="T33" fmla="*/ 114 h 157"/>
                <a:gd name="T34" fmla="*/ 0 w 160"/>
                <a:gd name="T35" fmla="*/ 153 h 157"/>
                <a:gd name="T36" fmla="*/ 6 w 160"/>
                <a:gd name="T37" fmla="*/ 157 h 157"/>
                <a:gd name="T38" fmla="*/ 12 w 160"/>
                <a:gd name="T39" fmla="*/ 153 h 157"/>
                <a:gd name="T40" fmla="*/ 44 w 160"/>
                <a:gd name="T41" fmla="*/ 132 h 157"/>
                <a:gd name="T42" fmla="*/ 63 w 160"/>
                <a:gd name="T43" fmla="*/ 141 h 157"/>
                <a:gd name="T44" fmla="*/ 92 w 160"/>
                <a:gd name="T45" fmla="*/ 157 h 157"/>
                <a:gd name="T46" fmla="*/ 152 w 160"/>
                <a:gd name="T47" fmla="*/ 103 h 157"/>
                <a:gd name="T48" fmla="*/ 147 w 160"/>
                <a:gd name="T49" fmla="*/ 98 h 157"/>
                <a:gd name="T50" fmla="*/ 140 w 160"/>
                <a:gd name="T51" fmla="*/ 104 h 157"/>
                <a:gd name="T52" fmla="*/ 96 w 160"/>
                <a:gd name="T53" fmla="*/ 130 h 157"/>
                <a:gd name="T54" fmla="*/ 71 w 160"/>
                <a:gd name="T55" fmla="*/ 126 h 157"/>
                <a:gd name="T56" fmla="*/ 45 w 160"/>
                <a:gd name="T57" fmla="*/ 122 h 157"/>
                <a:gd name="T58" fmla="*/ 37 w 160"/>
                <a:gd name="T59" fmla="*/ 12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57">
                  <a:moveTo>
                    <a:pt x="37" y="123"/>
                  </a:moveTo>
                  <a:cubicBezTo>
                    <a:pt x="46" y="114"/>
                    <a:pt x="53" y="107"/>
                    <a:pt x="82" y="83"/>
                  </a:cubicBezTo>
                  <a:cubicBezTo>
                    <a:pt x="90" y="77"/>
                    <a:pt x="116" y="56"/>
                    <a:pt x="126" y="47"/>
                  </a:cubicBezTo>
                  <a:cubicBezTo>
                    <a:pt x="147" y="26"/>
                    <a:pt x="160" y="8"/>
                    <a:pt x="160" y="4"/>
                  </a:cubicBezTo>
                  <a:cubicBezTo>
                    <a:pt x="160" y="0"/>
                    <a:pt x="156" y="0"/>
                    <a:pt x="155" y="0"/>
                  </a:cubicBezTo>
                  <a:cubicBezTo>
                    <a:pt x="151" y="0"/>
                    <a:pt x="150" y="0"/>
                    <a:pt x="149" y="3"/>
                  </a:cubicBezTo>
                  <a:cubicBezTo>
                    <a:pt x="138" y="19"/>
                    <a:pt x="130" y="24"/>
                    <a:pt x="122" y="24"/>
                  </a:cubicBezTo>
                  <a:cubicBezTo>
                    <a:pt x="118" y="24"/>
                    <a:pt x="113" y="24"/>
                    <a:pt x="102" y="14"/>
                  </a:cubicBezTo>
                  <a:cubicBezTo>
                    <a:pt x="90" y="2"/>
                    <a:pt x="83" y="0"/>
                    <a:pt x="75" y="0"/>
                  </a:cubicBezTo>
                  <a:cubicBezTo>
                    <a:pt x="47" y="0"/>
                    <a:pt x="28" y="30"/>
                    <a:pt x="28" y="40"/>
                  </a:cubicBezTo>
                  <a:cubicBezTo>
                    <a:pt x="28" y="43"/>
                    <a:pt x="31" y="45"/>
                    <a:pt x="34" y="45"/>
                  </a:cubicBezTo>
                  <a:cubicBezTo>
                    <a:pt x="38" y="45"/>
                    <a:pt x="39" y="43"/>
                    <a:pt x="40" y="40"/>
                  </a:cubicBezTo>
                  <a:cubicBezTo>
                    <a:pt x="45" y="27"/>
                    <a:pt x="65" y="27"/>
                    <a:pt x="71" y="27"/>
                  </a:cubicBezTo>
                  <a:cubicBezTo>
                    <a:pt x="79" y="27"/>
                    <a:pt x="88" y="29"/>
                    <a:pt x="92" y="30"/>
                  </a:cubicBezTo>
                  <a:cubicBezTo>
                    <a:pt x="112" y="34"/>
                    <a:pt x="114" y="34"/>
                    <a:pt x="123" y="34"/>
                  </a:cubicBezTo>
                  <a:cubicBezTo>
                    <a:pt x="114" y="43"/>
                    <a:pt x="107" y="50"/>
                    <a:pt x="74" y="76"/>
                  </a:cubicBezTo>
                  <a:cubicBezTo>
                    <a:pt x="47" y="98"/>
                    <a:pt x="38" y="107"/>
                    <a:pt x="31" y="114"/>
                  </a:cubicBezTo>
                  <a:cubicBezTo>
                    <a:pt x="10" y="134"/>
                    <a:pt x="0" y="150"/>
                    <a:pt x="0" y="153"/>
                  </a:cubicBezTo>
                  <a:cubicBezTo>
                    <a:pt x="0" y="157"/>
                    <a:pt x="5" y="157"/>
                    <a:pt x="6" y="157"/>
                  </a:cubicBezTo>
                  <a:cubicBezTo>
                    <a:pt x="10" y="157"/>
                    <a:pt x="10" y="156"/>
                    <a:pt x="12" y="153"/>
                  </a:cubicBezTo>
                  <a:cubicBezTo>
                    <a:pt x="21" y="140"/>
                    <a:pt x="32" y="132"/>
                    <a:pt x="44" y="132"/>
                  </a:cubicBezTo>
                  <a:cubicBezTo>
                    <a:pt x="48" y="132"/>
                    <a:pt x="53" y="132"/>
                    <a:pt x="63" y="141"/>
                  </a:cubicBezTo>
                  <a:cubicBezTo>
                    <a:pt x="74" y="152"/>
                    <a:pt x="81" y="157"/>
                    <a:pt x="92" y="157"/>
                  </a:cubicBezTo>
                  <a:cubicBezTo>
                    <a:pt x="129" y="157"/>
                    <a:pt x="152" y="115"/>
                    <a:pt x="152" y="103"/>
                  </a:cubicBezTo>
                  <a:cubicBezTo>
                    <a:pt x="152" y="99"/>
                    <a:pt x="149" y="98"/>
                    <a:pt x="147" y="98"/>
                  </a:cubicBezTo>
                  <a:cubicBezTo>
                    <a:pt x="142" y="98"/>
                    <a:pt x="142" y="100"/>
                    <a:pt x="140" y="104"/>
                  </a:cubicBezTo>
                  <a:cubicBezTo>
                    <a:pt x="134" y="121"/>
                    <a:pt x="113" y="130"/>
                    <a:pt x="96" y="130"/>
                  </a:cubicBezTo>
                  <a:cubicBezTo>
                    <a:pt x="88" y="130"/>
                    <a:pt x="79" y="128"/>
                    <a:pt x="71" y="126"/>
                  </a:cubicBezTo>
                  <a:cubicBezTo>
                    <a:pt x="54" y="122"/>
                    <a:pt x="52" y="122"/>
                    <a:pt x="45" y="122"/>
                  </a:cubicBezTo>
                  <a:cubicBezTo>
                    <a:pt x="45" y="122"/>
                    <a:pt x="40" y="122"/>
                    <a:pt x="37"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29" name="Freeform 63"/>
            <p:cNvSpPr>
              <a:spLocks noEditPoints="1"/>
            </p:cNvSpPr>
            <p:nvPr>
              <p:custDataLst>
                <p:tags r:id="rId207"/>
              </p:custDataLst>
            </p:nvPr>
          </p:nvSpPr>
          <p:spPr bwMode="auto">
            <a:xfrm>
              <a:off x="6024563" y="2738438"/>
              <a:ext cx="47625" cy="57150"/>
            </a:xfrm>
            <a:custGeom>
              <a:avLst/>
              <a:gdLst>
                <a:gd name="T0" fmla="*/ 54 w 149"/>
                <a:gd name="T1" fmla="*/ 74 h 157"/>
                <a:gd name="T2" fmla="*/ 111 w 149"/>
                <a:gd name="T3" fmla="*/ 66 h 157"/>
                <a:gd name="T4" fmla="*/ 141 w 149"/>
                <a:gd name="T5" fmla="*/ 30 h 157"/>
                <a:gd name="T6" fmla="*/ 98 w 149"/>
                <a:gd name="T7" fmla="*/ 0 h 157"/>
                <a:gd name="T8" fmla="*/ 0 w 149"/>
                <a:gd name="T9" fmla="*/ 91 h 157"/>
                <a:gd name="T10" fmla="*/ 63 w 149"/>
                <a:gd name="T11" fmla="*/ 157 h 157"/>
                <a:gd name="T12" fmla="*/ 149 w 149"/>
                <a:gd name="T13" fmla="*/ 117 h 157"/>
                <a:gd name="T14" fmla="*/ 143 w 149"/>
                <a:gd name="T15" fmla="*/ 112 h 157"/>
                <a:gd name="T16" fmla="*/ 137 w 149"/>
                <a:gd name="T17" fmla="*/ 115 h 157"/>
                <a:gd name="T18" fmla="*/ 63 w 149"/>
                <a:gd name="T19" fmla="*/ 147 h 157"/>
                <a:gd name="T20" fmla="*/ 28 w 149"/>
                <a:gd name="T21" fmla="*/ 105 h 157"/>
                <a:gd name="T22" fmla="*/ 33 w 149"/>
                <a:gd name="T23" fmla="*/ 74 h 157"/>
                <a:gd name="T24" fmla="*/ 54 w 149"/>
                <a:gd name="T25" fmla="*/ 74 h 157"/>
                <a:gd name="T26" fmla="*/ 35 w 149"/>
                <a:gd name="T27" fmla="*/ 64 h 157"/>
                <a:gd name="T28" fmla="*/ 98 w 149"/>
                <a:gd name="T29" fmla="*/ 9 h 157"/>
                <a:gd name="T30" fmla="*/ 126 w 149"/>
                <a:gd name="T31" fmla="*/ 30 h 157"/>
                <a:gd name="T32" fmla="*/ 52 w 149"/>
                <a:gd name="T33" fmla="*/ 64 h 157"/>
                <a:gd name="T34" fmla="*/ 35 w 149"/>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4" y="74"/>
                  </a:moveTo>
                  <a:cubicBezTo>
                    <a:pt x="64" y="74"/>
                    <a:pt x="92" y="73"/>
                    <a:pt x="111" y="66"/>
                  </a:cubicBezTo>
                  <a:cubicBezTo>
                    <a:pt x="136" y="57"/>
                    <a:pt x="141" y="41"/>
                    <a:pt x="141" y="30"/>
                  </a:cubicBezTo>
                  <a:cubicBezTo>
                    <a:pt x="141" y="11"/>
                    <a:pt x="122" y="0"/>
                    <a:pt x="98" y="0"/>
                  </a:cubicBezTo>
                  <a:cubicBezTo>
                    <a:pt x="56" y="0"/>
                    <a:pt x="0" y="32"/>
                    <a:pt x="0" y="91"/>
                  </a:cubicBezTo>
                  <a:cubicBezTo>
                    <a:pt x="0" y="126"/>
                    <a:pt x="22" y="157"/>
                    <a:pt x="63" y="157"/>
                  </a:cubicBezTo>
                  <a:cubicBezTo>
                    <a:pt x="121" y="157"/>
                    <a:pt x="149" y="122"/>
                    <a:pt x="149" y="117"/>
                  </a:cubicBezTo>
                  <a:cubicBezTo>
                    <a:pt x="149" y="115"/>
                    <a:pt x="146" y="112"/>
                    <a:pt x="143" y="112"/>
                  </a:cubicBezTo>
                  <a:cubicBezTo>
                    <a:pt x="141" y="112"/>
                    <a:pt x="140" y="112"/>
                    <a:pt x="137" y="115"/>
                  </a:cubicBezTo>
                  <a:cubicBezTo>
                    <a:pt x="110" y="147"/>
                    <a:pt x="69" y="147"/>
                    <a:pt x="63" y="147"/>
                  </a:cubicBezTo>
                  <a:cubicBezTo>
                    <a:pt x="42" y="147"/>
                    <a:pt x="28" y="133"/>
                    <a:pt x="28" y="105"/>
                  </a:cubicBezTo>
                  <a:cubicBezTo>
                    <a:pt x="28" y="100"/>
                    <a:pt x="28" y="93"/>
                    <a:pt x="33" y="74"/>
                  </a:cubicBezTo>
                  <a:lnTo>
                    <a:pt x="54" y="74"/>
                  </a:lnTo>
                  <a:close/>
                  <a:moveTo>
                    <a:pt x="35" y="64"/>
                  </a:moveTo>
                  <a:cubicBezTo>
                    <a:pt x="50" y="13"/>
                    <a:pt x="88" y="9"/>
                    <a:pt x="98" y="9"/>
                  </a:cubicBezTo>
                  <a:cubicBezTo>
                    <a:pt x="113" y="9"/>
                    <a:pt x="126" y="17"/>
                    <a:pt x="126" y="30"/>
                  </a:cubicBezTo>
                  <a:cubicBezTo>
                    <a:pt x="126" y="64"/>
                    <a:pt x="67" y="64"/>
                    <a:pt x="52" y="64"/>
                  </a:cubicBezTo>
                  <a:lnTo>
                    <a:pt x="35"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0" name="Freeform 64"/>
            <p:cNvSpPr>
              <a:spLocks/>
            </p:cNvSpPr>
            <p:nvPr>
              <p:custDataLst>
                <p:tags r:id="rId208"/>
              </p:custDataLst>
            </p:nvPr>
          </p:nvSpPr>
          <p:spPr bwMode="auto">
            <a:xfrm>
              <a:off x="6083300" y="2738438"/>
              <a:ext cx="50800" cy="57150"/>
            </a:xfrm>
            <a:custGeom>
              <a:avLst/>
              <a:gdLst>
                <a:gd name="T0" fmla="*/ 65 w 162"/>
                <a:gd name="T1" fmla="*/ 83 h 157"/>
                <a:gd name="T2" fmla="*/ 74 w 162"/>
                <a:gd name="T3" fmla="*/ 48 h 157"/>
                <a:gd name="T4" fmla="*/ 96 w 162"/>
                <a:gd name="T5" fmla="*/ 19 h 157"/>
                <a:gd name="T6" fmla="*/ 125 w 162"/>
                <a:gd name="T7" fmla="*/ 9 h 157"/>
                <a:gd name="T8" fmla="*/ 144 w 162"/>
                <a:gd name="T9" fmla="*/ 14 h 157"/>
                <a:gd name="T10" fmla="*/ 128 w 162"/>
                <a:gd name="T11" fmla="*/ 33 h 157"/>
                <a:gd name="T12" fmla="*/ 142 w 162"/>
                <a:gd name="T13" fmla="*/ 46 h 157"/>
                <a:gd name="T14" fmla="*/ 162 w 162"/>
                <a:gd name="T15" fmla="*/ 25 h 157"/>
                <a:gd name="T16" fmla="*/ 125 w 162"/>
                <a:gd name="T17" fmla="*/ 0 h 157"/>
                <a:gd name="T18" fmla="*/ 76 w 162"/>
                <a:gd name="T19" fmla="*/ 24 h 157"/>
                <a:gd name="T20" fmla="*/ 40 w 162"/>
                <a:gd name="T21" fmla="*/ 0 h 157"/>
                <a:gd name="T22" fmla="*/ 13 w 162"/>
                <a:gd name="T23" fmla="*/ 17 h 157"/>
                <a:gd name="T24" fmla="*/ 0 w 162"/>
                <a:gd name="T25" fmla="*/ 53 h 157"/>
                <a:gd name="T26" fmla="*/ 6 w 162"/>
                <a:gd name="T27" fmla="*/ 57 h 157"/>
                <a:gd name="T28" fmla="*/ 13 w 162"/>
                <a:gd name="T29" fmla="*/ 47 h 157"/>
                <a:gd name="T30" fmla="*/ 39 w 162"/>
                <a:gd name="T31" fmla="*/ 9 h 157"/>
                <a:gd name="T32" fmla="*/ 50 w 162"/>
                <a:gd name="T33" fmla="*/ 26 h 157"/>
                <a:gd name="T34" fmla="*/ 45 w 162"/>
                <a:gd name="T35" fmla="*/ 55 h 157"/>
                <a:gd name="T36" fmla="*/ 37 w 162"/>
                <a:gd name="T37" fmla="*/ 87 h 157"/>
                <a:gd name="T38" fmla="*/ 26 w 162"/>
                <a:gd name="T39" fmla="*/ 131 h 157"/>
                <a:gd name="T40" fmla="*/ 22 w 162"/>
                <a:gd name="T41" fmla="*/ 146 h 157"/>
                <a:gd name="T42" fmla="*/ 34 w 162"/>
                <a:gd name="T43" fmla="*/ 157 h 157"/>
                <a:gd name="T44" fmla="*/ 49 w 162"/>
                <a:gd name="T45" fmla="*/ 147 h 157"/>
                <a:gd name="T46" fmla="*/ 56 w 162"/>
                <a:gd name="T47" fmla="*/ 121 h 157"/>
                <a:gd name="T48" fmla="*/ 65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5" y="83"/>
                  </a:moveTo>
                  <a:cubicBezTo>
                    <a:pt x="66" y="81"/>
                    <a:pt x="74" y="49"/>
                    <a:pt x="74" y="48"/>
                  </a:cubicBezTo>
                  <a:cubicBezTo>
                    <a:pt x="75" y="45"/>
                    <a:pt x="85" y="27"/>
                    <a:pt x="96" y="19"/>
                  </a:cubicBezTo>
                  <a:cubicBezTo>
                    <a:pt x="100" y="16"/>
                    <a:pt x="110" y="9"/>
                    <a:pt x="125" y="9"/>
                  </a:cubicBezTo>
                  <a:cubicBezTo>
                    <a:pt x="128" y="9"/>
                    <a:pt x="137" y="10"/>
                    <a:pt x="144" y="14"/>
                  </a:cubicBezTo>
                  <a:cubicBezTo>
                    <a:pt x="133" y="17"/>
                    <a:pt x="128" y="27"/>
                    <a:pt x="128" y="33"/>
                  </a:cubicBezTo>
                  <a:cubicBezTo>
                    <a:pt x="128" y="41"/>
                    <a:pt x="134" y="46"/>
                    <a:pt x="142" y="46"/>
                  </a:cubicBezTo>
                  <a:cubicBezTo>
                    <a:pt x="150" y="46"/>
                    <a:pt x="162" y="40"/>
                    <a:pt x="162" y="25"/>
                  </a:cubicBezTo>
                  <a:cubicBezTo>
                    <a:pt x="162" y="7"/>
                    <a:pt x="143" y="0"/>
                    <a:pt x="125" y="0"/>
                  </a:cubicBezTo>
                  <a:cubicBezTo>
                    <a:pt x="107" y="0"/>
                    <a:pt x="91" y="7"/>
                    <a:pt x="76" y="24"/>
                  </a:cubicBezTo>
                  <a:cubicBezTo>
                    <a:pt x="70" y="3"/>
                    <a:pt x="48" y="0"/>
                    <a:pt x="40" y="0"/>
                  </a:cubicBezTo>
                  <a:cubicBezTo>
                    <a:pt x="27" y="0"/>
                    <a:pt x="18" y="8"/>
                    <a:pt x="13" y="17"/>
                  </a:cubicBezTo>
                  <a:cubicBezTo>
                    <a:pt x="5" y="31"/>
                    <a:pt x="0" y="51"/>
                    <a:pt x="0" y="53"/>
                  </a:cubicBezTo>
                  <a:cubicBezTo>
                    <a:pt x="0" y="57"/>
                    <a:pt x="5" y="57"/>
                    <a:pt x="6" y="57"/>
                  </a:cubicBezTo>
                  <a:cubicBezTo>
                    <a:pt x="11" y="57"/>
                    <a:pt x="11" y="56"/>
                    <a:pt x="13" y="47"/>
                  </a:cubicBezTo>
                  <a:cubicBezTo>
                    <a:pt x="19" y="26"/>
                    <a:pt x="25" y="9"/>
                    <a:pt x="39" y="9"/>
                  </a:cubicBezTo>
                  <a:cubicBezTo>
                    <a:pt x="48" y="9"/>
                    <a:pt x="50" y="17"/>
                    <a:pt x="50" y="26"/>
                  </a:cubicBezTo>
                  <a:cubicBezTo>
                    <a:pt x="50" y="33"/>
                    <a:pt x="47" y="46"/>
                    <a:pt x="45" y="55"/>
                  </a:cubicBezTo>
                  <a:cubicBezTo>
                    <a:pt x="42" y="65"/>
                    <a:pt x="39" y="79"/>
                    <a:pt x="37" y="87"/>
                  </a:cubicBezTo>
                  <a:lnTo>
                    <a:pt x="26" y="131"/>
                  </a:lnTo>
                  <a:cubicBezTo>
                    <a:pt x="25" y="136"/>
                    <a:pt x="22" y="145"/>
                    <a:pt x="22" y="146"/>
                  </a:cubicBezTo>
                  <a:cubicBezTo>
                    <a:pt x="22" y="153"/>
                    <a:pt x="29" y="157"/>
                    <a:pt x="34" y="157"/>
                  </a:cubicBezTo>
                  <a:cubicBezTo>
                    <a:pt x="40" y="157"/>
                    <a:pt x="47" y="154"/>
                    <a:pt x="49" y="147"/>
                  </a:cubicBezTo>
                  <a:cubicBezTo>
                    <a:pt x="50" y="145"/>
                    <a:pt x="54" y="129"/>
                    <a:pt x="56" y="121"/>
                  </a:cubicBezTo>
                  <a:lnTo>
                    <a:pt x="65"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1" name="Freeform 65"/>
            <p:cNvSpPr>
              <a:spLocks/>
            </p:cNvSpPr>
            <p:nvPr>
              <p:custDataLst>
                <p:tags r:id="rId209"/>
              </p:custDataLst>
            </p:nvPr>
          </p:nvSpPr>
          <p:spPr bwMode="auto">
            <a:xfrm>
              <a:off x="6143625" y="2738438"/>
              <a:ext cx="53975" cy="57150"/>
            </a:xfrm>
            <a:custGeom>
              <a:avLst/>
              <a:gdLst>
                <a:gd name="T0" fmla="*/ 170 w 170"/>
                <a:gd name="T1" fmla="*/ 28 h 158"/>
                <a:gd name="T2" fmla="*/ 153 w 170"/>
                <a:gd name="T3" fmla="*/ 0 h 158"/>
                <a:gd name="T4" fmla="*/ 134 w 170"/>
                <a:gd name="T5" fmla="*/ 19 h 158"/>
                <a:gd name="T6" fmla="*/ 140 w 170"/>
                <a:gd name="T7" fmla="*/ 29 h 158"/>
                <a:gd name="T8" fmla="*/ 153 w 170"/>
                <a:gd name="T9" fmla="*/ 57 h 158"/>
                <a:gd name="T10" fmla="*/ 88 w 170"/>
                <a:gd name="T11" fmla="*/ 148 h 158"/>
                <a:gd name="T12" fmla="*/ 60 w 170"/>
                <a:gd name="T13" fmla="*/ 117 h 158"/>
                <a:gd name="T14" fmla="*/ 79 w 170"/>
                <a:gd name="T15" fmla="*/ 49 h 158"/>
                <a:gd name="T16" fmla="*/ 84 w 170"/>
                <a:gd name="T17" fmla="*/ 31 h 158"/>
                <a:gd name="T18" fmla="*/ 51 w 170"/>
                <a:gd name="T19" fmla="*/ 1 h 158"/>
                <a:gd name="T20" fmla="*/ 0 w 170"/>
                <a:gd name="T21" fmla="*/ 54 h 158"/>
                <a:gd name="T22" fmla="*/ 6 w 170"/>
                <a:gd name="T23" fmla="*/ 58 h 158"/>
                <a:gd name="T24" fmla="*/ 13 w 170"/>
                <a:gd name="T25" fmla="*/ 53 h 158"/>
                <a:gd name="T26" fmla="*/ 50 w 170"/>
                <a:gd name="T27" fmla="*/ 10 h 158"/>
                <a:gd name="T28" fmla="*/ 59 w 170"/>
                <a:gd name="T29" fmla="*/ 23 h 158"/>
                <a:gd name="T30" fmla="*/ 52 w 170"/>
                <a:gd name="T31" fmla="*/ 46 h 158"/>
                <a:gd name="T32" fmla="*/ 34 w 170"/>
                <a:gd name="T33" fmla="*/ 112 h 158"/>
                <a:gd name="T34" fmla="*/ 87 w 170"/>
                <a:gd name="T35" fmla="*/ 158 h 158"/>
                <a:gd name="T36" fmla="*/ 170 w 170"/>
                <a:gd name="T37" fmla="*/ 2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8">
                  <a:moveTo>
                    <a:pt x="170" y="28"/>
                  </a:moveTo>
                  <a:cubicBezTo>
                    <a:pt x="170" y="1"/>
                    <a:pt x="154" y="0"/>
                    <a:pt x="153" y="0"/>
                  </a:cubicBezTo>
                  <a:cubicBezTo>
                    <a:pt x="144" y="0"/>
                    <a:pt x="134" y="10"/>
                    <a:pt x="134" y="19"/>
                  </a:cubicBezTo>
                  <a:cubicBezTo>
                    <a:pt x="134" y="25"/>
                    <a:pt x="138" y="27"/>
                    <a:pt x="140" y="29"/>
                  </a:cubicBezTo>
                  <a:cubicBezTo>
                    <a:pt x="146" y="34"/>
                    <a:pt x="153" y="43"/>
                    <a:pt x="153" y="57"/>
                  </a:cubicBezTo>
                  <a:cubicBezTo>
                    <a:pt x="153" y="73"/>
                    <a:pt x="130" y="148"/>
                    <a:pt x="88" y="148"/>
                  </a:cubicBezTo>
                  <a:cubicBezTo>
                    <a:pt x="60" y="148"/>
                    <a:pt x="60" y="123"/>
                    <a:pt x="60" y="117"/>
                  </a:cubicBezTo>
                  <a:cubicBezTo>
                    <a:pt x="60" y="101"/>
                    <a:pt x="66" y="81"/>
                    <a:pt x="79" y="49"/>
                  </a:cubicBezTo>
                  <a:cubicBezTo>
                    <a:pt x="82" y="42"/>
                    <a:pt x="84" y="36"/>
                    <a:pt x="84" y="31"/>
                  </a:cubicBezTo>
                  <a:cubicBezTo>
                    <a:pt x="84" y="12"/>
                    <a:pt x="69" y="1"/>
                    <a:pt x="51" y="1"/>
                  </a:cubicBezTo>
                  <a:cubicBezTo>
                    <a:pt x="16" y="1"/>
                    <a:pt x="0" y="48"/>
                    <a:pt x="0" y="54"/>
                  </a:cubicBezTo>
                  <a:cubicBezTo>
                    <a:pt x="0" y="58"/>
                    <a:pt x="5" y="58"/>
                    <a:pt x="6" y="58"/>
                  </a:cubicBezTo>
                  <a:cubicBezTo>
                    <a:pt x="11" y="58"/>
                    <a:pt x="12" y="57"/>
                    <a:pt x="13" y="53"/>
                  </a:cubicBezTo>
                  <a:cubicBezTo>
                    <a:pt x="21" y="24"/>
                    <a:pt x="36" y="10"/>
                    <a:pt x="50" y="10"/>
                  </a:cubicBezTo>
                  <a:cubicBezTo>
                    <a:pt x="56" y="10"/>
                    <a:pt x="59" y="14"/>
                    <a:pt x="59" y="23"/>
                  </a:cubicBezTo>
                  <a:cubicBezTo>
                    <a:pt x="59" y="31"/>
                    <a:pt x="56" y="38"/>
                    <a:pt x="52" y="46"/>
                  </a:cubicBezTo>
                  <a:cubicBezTo>
                    <a:pt x="37" y="85"/>
                    <a:pt x="34" y="100"/>
                    <a:pt x="34" y="112"/>
                  </a:cubicBezTo>
                  <a:cubicBezTo>
                    <a:pt x="34" y="147"/>
                    <a:pt x="61" y="158"/>
                    <a:pt x="87" y="158"/>
                  </a:cubicBezTo>
                  <a:cubicBezTo>
                    <a:pt x="146" y="158"/>
                    <a:pt x="170" y="56"/>
                    <a:pt x="170" y="28"/>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2" name="Freeform 66"/>
            <p:cNvSpPr>
              <a:spLocks noEditPoints="1"/>
            </p:cNvSpPr>
            <p:nvPr>
              <p:custDataLst>
                <p:tags r:id="rId210"/>
              </p:custDataLst>
            </p:nvPr>
          </p:nvSpPr>
          <p:spPr bwMode="auto">
            <a:xfrm>
              <a:off x="6213475" y="2738438"/>
              <a:ext cx="55563" cy="57150"/>
            </a:xfrm>
            <a:custGeom>
              <a:avLst/>
              <a:gdLst>
                <a:gd name="T0" fmla="*/ 126 w 178"/>
                <a:gd name="T1" fmla="*/ 20 h 157"/>
                <a:gd name="T2" fmla="*/ 90 w 178"/>
                <a:gd name="T3" fmla="*/ 0 h 157"/>
                <a:gd name="T4" fmla="*/ 0 w 178"/>
                <a:gd name="T5" fmla="*/ 99 h 157"/>
                <a:gd name="T6" fmla="*/ 53 w 178"/>
                <a:gd name="T7" fmla="*/ 157 h 157"/>
                <a:gd name="T8" fmla="*/ 102 w 178"/>
                <a:gd name="T9" fmla="*/ 132 h 157"/>
                <a:gd name="T10" fmla="*/ 138 w 178"/>
                <a:gd name="T11" fmla="*/ 157 h 157"/>
                <a:gd name="T12" fmla="*/ 165 w 178"/>
                <a:gd name="T13" fmla="*/ 138 h 157"/>
                <a:gd name="T14" fmla="*/ 178 w 178"/>
                <a:gd name="T15" fmla="*/ 103 h 157"/>
                <a:gd name="T16" fmla="*/ 172 w 178"/>
                <a:gd name="T17" fmla="*/ 99 h 157"/>
                <a:gd name="T18" fmla="*/ 164 w 178"/>
                <a:gd name="T19" fmla="*/ 110 h 157"/>
                <a:gd name="T20" fmla="*/ 139 w 178"/>
                <a:gd name="T21" fmla="*/ 147 h 157"/>
                <a:gd name="T22" fmla="*/ 127 w 178"/>
                <a:gd name="T23" fmla="*/ 130 h 157"/>
                <a:gd name="T24" fmla="*/ 133 w 178"/>
                <a:gd name="T25" fmla="*/ 102 h 157"/>
                <a:gd name="T26" fmla="*/ 140 w 178"/>
                <a:gd name="T27" fmla="*/ 71 h 157"/>
                <a:gd name="T28" fmla="*/ 147 w 178"/>
                <a:gd name="T29" fmla="*/ 45 h 157"/>
                <a:gd name="T30" fmla="*/ 154 w 178"/>
                <a:gd name="T31" fmla="*/ 17 h 157"/>
                <a:gd name="T32" fmla="*/ 142 w 178"/>
                <a:gd name="T33" fmla="*/ 6 h 157"/>
                <a:gd name="T34" fmla="*/ 126 w 178"/>
                <a:gd name="T35" fmla="*/ 20 h 157"/>
                <a:gd name="T36" fmla="*/ 103 w 178"/>
                <a:gd name="T37" fmla="*/ 110 h 157"/>
                <a:gd name="T38" fmla="*/ 86 w 178"/>
                <a:gd name="T39" fmla="*/ 133 h 157"/>
                <a:gd name="T40" fmla="*/ 54 w 178"/>
                <a:gd name="T41" fmla="*/ 147 h 157"/>
                <a:gd name="T42" fmla="*/ 28 w 178"/>
                <a:gd name="T43" fmla="*/ 113 h 157"/>
                <a:gd name="T44" fmla="*/ 46 w 178"/>
                <a:gd name="T45" fmla="*/ 42 h 157"/>
                <a:gd name="T46" fmla="*/ 90 w 178"/>
                <a:gd name="T47" fmla="*/ 9 h 157"/>
                <a:gd name="T48" fmla="*/ 121 w 178"/>
                <a:gd name="T49" fmla="*/ 40 h 157"/>
                <a:gd name="T50" fmla="*/ 120 w 178"/>
                <a:gd name="T51" fmla="*/ 45 h 157"/>
                <a:gd name="T52" fmla="*/ 103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0"/>
                  </a:moveTo>
                  <a:cubicBezTo>
                    <a:pt x="118" y="9"/>
                    <a:pt x="107" y="0"/>
                    <a:pt x="90" y="0"/>
                  </a:cubicBezTo>
                  <a:cubicBezTo>
                    <a:pt x="45" y="0"/>
                    <a:pt x="0" y="49"/>
                    <a:pt x="0" y="99"/>
                  </a:cubicBezTo>
                  <a:cubicBezTo>
                    <a:pt x="0" y="133"/>
                    <a:pt x="23" y="157"/>
                    <a:pt x="53" y="157"/>
                  </a:cubicBezTo>
                  <a:cubicBezTo>
                    <a:pt x="71" y="157"/>
                    <a:pt x="88" y="146"/>
                    <a:pt x="102" y="132"/>
                  </a:cubicBezTo>
                  <a:cubicBezTo>
                    <a:pt x="109" y="153"/>
                    <a:pt x="129" y="157"/>
                    <a:pt x="138" y="157"/>
                  </a:cubicBezTo>
                  <a:cubicBezTo>
                    <a:pt x="150" y="157"/>
                    <a:pt x="159" y="149"/>
                    <a:pt x="165" y="138"/>
                  </a:cubicBezTo>
                  <a:cubicBezTo>
                    <a:pt x="173" y="125"/>
                    <a:pt x="178" y="105"/>
                    <a:pt x="178" y="103"/>
                  </a:cubicBezTo>
                  <a:cubicBezTo>
                    <a:pt x="178" y="99"/>
                    <a:pt x="173" y="99"/>
                    <a:pt x="172" y="99"/>
                  </a:cubicBezTo>
                  <a:cubicBezTo>
                    <a:pt x="167" y="99"/>
                    <a:pt x="167" y="100"/>
                    <a:pt x="164" y="110"/>
                  </a:cubicBezTo>
                  <a:cubicBezTo>
                    <a:pt x="160" y="126"/>
                    <a:pt x="154" y="147"/>
                    <a:pt x="139" y="147"/>
                  </a:cubicBezTo>
                  <a:cubicBezTo>
                    <a:pt x="130" y="147"/>
                    <a:pt x="127" y="139"/>
                    <a:pt x="127" y="130"/>
                  </a:cubicBezTo>
                  <a:cubicBezTo>
                    <a:pt x="127" y="124"/>
                    <a:pt x="130" y="112"/>
                    <a:pt x="133" y="102"/>
                  </a:cubicBezTo>
                  <a:cubicBezTo>
                    <a:pt x="135" y="93"/>
                    <a:pt x="139" y="79"/>
                    <a:pt x="140" y="71"/>
                  </a:cubicBezTo>
                  <a:lnTo>
                    <a:pt x="147" y="45"/>
                  </a:lnTo>
                  <a:cubicBezTo>
                    <a:pt x="149" y="35"/>
                    <a:pt x="154" y="19"/>
                    <a:pt x="154" y="17"/>
                  </a:cubicBezTo>
                  <a:cubicBezTo>
                    <a:pt x="154" y="10"/>
                    <a:pt x="147" y="6"/>
                    <a:pt x="142" y="6"/>
                  </a:cubicBezTo>
                  <a:cubicBezTo>
                    <a:pt x="136" y="6"/>
                    <a:pt x="128" y="10"/>
                    <a:pt x="126" y="20"/>
                  </a:cubicBezTo>
                  <a:close/>
                  <a:moveTo>
                    <a:pt x="103" y="110"/>
                  </a:moveTo>
                  <a:cubicBezTo>
                    <a:pt x="101" y="120"/>
                    <a:pt x="93" y="126"/>
                    <a:pt x="86" y="133"/>
                  </a:cubicBezTo>
                  <a:cubicBezTo>
                    <a:pt x="83" y="136"/>
                    <a:pt x="69" y="147"/>
                    <a:pt x="54" y="147"/>
                  </a:cubicBezTo>
                  <a:cubicBezTo>
                    <a:pt x="41" y="147"/>
                    <a:pt x="28" y="138"/>
                    <a:pt x="28" y="113"/>
                  </a:cubicBezTo>
                  <a:cubicBezTo>
                    <a:pt x="28" y="95"/>
                    <a:pt x="38" y="56"/>
                    <a:pt x="46" y="42"/>
                  </a:cubicBezTo>
                  <a:cubicBezTo>
                    <a:pt x="62" y="15"/>
                    <a:pt x="80" y="9"/>
                    <a:pt x="90" y="9"/>
                  </a:cubicBezTo>
                  <a:cubicBezTo>
                    <a:pt x="114" y="9"/>
                    <a:pt x="121" y="36"/>
                    <a:pt x="121" y="40"/>
                  </a:cubicBezTo>
                  <a:cubicBezTo>
                    <a:pt x="121" y="41"/>
                    <a:pt x="120" y="43"/>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3" name="Freeform 67"/>
            <p:cNvSpPr>
              <a:spLocks/>
            </p:cNvSpPr>
            <p:nvPr>
              <p:custDataLst>
                <p:tags r:id="rId211"/>
              </p:custDataLst>
            </p:nvPr>
          </p:nvSpPr>
          <p:spPr bwMode="auto">
            <a:xfrm>
              <a:off x="6281738" y="2738438"/>
              <a:ext cx="47625" cy="57150"/>
            </a:xfrm>
            <a:custGeom>
              <a:avLst/>
              <a:gdLst>
                <a:gd name="T0" fmla="*/ 131 w 151"/>
                <a:gd name="T1" fmla="*/ 20 h 157"/>
                <a:gd name="T2" fmla="*/ 114 w 151"/>
                <a:gd name="T3" fmla="*/ 39 h 157"/>
                <a:gd name="T4" fmla="*/ 127 w 151"/>
                <a:gd name="T5" fmla="*/ 52 h 157"/>
                <a:gd name="T6" fmla="*/ 147 w 151"/>
                <a:gd name="T7" fmla="*/ 30 h 157"/>
                <a:gd name="T8" fmla="*/ 101 w 151"/>
                <a:gd name="T9" fmla="*/ 0 h 157"/>
                <a:gd name="T10" fmla="*/ 0 w 151"/>
                <a:gd name="T11" fmla="*/ 96 h 157"/>
                <a:gd name="T12" fmla="*/ 65 w 151"/>
                <a:gd name="T13" fmla="*/ 157 h 157"/>
                <a:gd name="T14" fmla="*/ 151 w 151"/>
                <a:gd name="T15" fmla="*/ 117 h 157"/>
                <a:gd name="T16" fmla="*/ 145 w 151"/>
                <a:gd name="T17" fmla="*/ 112 h 157"/>
                <a:gd name="T18" fmla="*/ 140 w 151"/>
                <a:gd name="T19" fmla="*/ 115 h 157"/>
                <a:gd name="T20" fmla="*/ 65 w 151"/>
                <a:gd name="T21" fmla="*/ 147 h 157"/>
                <a:gd name="T22" fmla="*/ 29 w 151"/>
                <a:gd name="T23" fmla="*/ 108 h 157"/>
                <a:gd name="T24" fmla="*/ 52 w 151"/>
                <a:gd name="T25" fmla="*/ 36 h 157"/>
                <a:gd name="T26" fmla="*/ 101 w 151"/>
                <a:gd name="T27" fmla="*/ 9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9" y="22"/>
                    <a:pt x="114" y="32"/>
                    <a:pt x="114" y="39"/>
                  </a:cubicBezTo>
                  <a:cubicBezTo>
                    <a:pt x="114" y="49"/>
                    <a:pt x="121" y="52"/>
                    <a:pt x="127" y="52"/>
                  </a:cubicBezTo>
                  <a:cubicBezTo>
                    <a:pt x="135" y="52"/>
                    <a:pt x="147" y="47"/>
                    <a:pt x="147" y="30"/>
                  </a:cubicBezTo>
                  <a:cubicBezTo>
                    <a:pt x="147" y="6"/>
                    <a:pt x="120" y="0"/>
                    <a:pt x="101" y="0"/>
                  </a:cubicBezTo>
                  <a:cubicBezTo>
                    <a:pt x="49" y="0"/>
                    <a:pt x="0" y="48"/>
                    <a:pt x="0" y="96"/>
                  </a:cubicBezTo>
                  <a:cubicBezTo>
                    <a:pt x="0" y="126"/>
                    <a:pt x="21" y="157"/>
                    <a:pt x="65" y="157"/>
                  </a:cubicBezTo>
                  <a:cubicBezTo>
                    <a:pt x="124" y="157"/>
                    <a:pt x="151" y="122"/>
                    <a:pt x="151" y="117"/>
                  </a:cubicBezTo>
                  <a:cubicBezTo>
                    <a:pt x="151" y="115"/>
                    <a:pt x="148" y="112"/>
                    <a:pt x="145" y="112"/>
                  </a:cubicBezTo>
                  <a:cubicBezTo>
                    <a:pt x="143" y="112"/>
                    <a:pt x="143" y="112"/>
                    <a:pt x="140" y="115"/>
                  </a:cubicBezTo>
                  <a:cubicBezTo>
                    <a:pt x="113" y="147"/>
                    <a:pt x="72" y="147"/>
                    <a:pt x="65" y="147"/>
                  </a:cubicBezTo>
                  <a:cubicBezTo>
                    <a:pt x="40" y="147"/>
                    <a:pt x="29" y="130"/>
                    <a:pt x="29" y="108"/>
                  </a:cubicBezTo>
                  <a:cubicBezTo>
                    <a:pt x="29" y="98"/>
                    <a:pt x="34" y="60"/>
                    <a:pt x="52" y="36"/>
                  </a:cubicBezTo>
                  <a:cubicBezTo>
                    <a:pt x="65" y="19"/>
                    <a:pt x="84" y="9"/>
                    <a:pt x="101" y="9"/>
                  </a:cubicBezTo>
                  <a:cubicBezTo>
                    <a:pt x="106" y="9"/>
                    <a:pt x="123"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4" name="Freeform 68"/>
            <p:cNvSpPr>
              <a:spLocks noEditPoints="1"/>
            </p:cNvSpPr>
            <p:nvPr>
              <p:custDataLst>
                <p:tags r:id="rId212"/>
              </p:custDataLst>
            </p:nvPr>
          </p:nvSpPr>
          <p:spPr bwMode="auto">
            <a:xfrm>
              <a:off x="6335713" y="2709863"/>
              <a:ext cx="33338" cy="85725"/>
            </a:xfrm>
            <a:custGeom>
              <a:avLst/>
              <a:gdLst>
                <a:gd name="T0" fmla="*/ 97 w 106"/>
                <a:gd name="T1" fmla="*/ 13 h 235"/>
                <a:gd name="T2" fmla="*/ 83 w 106"/>
                <a:gd name="T3" fmla="*/ 0 h 235"/>
                <a:gd name="T4" fmla="*/ 64 w 106"/>
                <a:gd name="T5" fmla="*/ 19 h 235"/>
                <a:gd name="T6" fmla="*/ 78 w 106"/>
                <a:gd name="T7" fmla="*/ 33 h 235"/>
                <a:gd name="T8" fmla="*/ 97 w 106"/>
                <a:gd name="T9" fmla="*/ 13 h 235"/>
                <a:gd name="T10" fmla="*/ 26 w 106"/>
                <a:gd name="T11" fmla="*/ 191 h 235"/>
                <a:gd name="T12" fmla="*/ 23 w 106"/>
                <a:gd name="T13" fmla="*/ 205 h 235"/>
                <a:gd name="T14" fmla="*/ 56 w 106"/>
                <a:gd name="T15" fmla="*/ 235 h 235"/>
                <a:gd name="T16" fmla="*/ 106 w 106"/>
                <a:gd name="T17" fmla="*/ 181 h 235"/>
                <a:gd name="T18" fmla="*/ 101 w 106"/>
                <a:gd name="T19" fmla="*/ 177 h 235"/>
                <a:gd name="T20" fmla="*/ 94 w 106"/>
                <a:gd name="T21" fmla="*/ 183 h 235"/>
                <a:gd name="T22" fmla="*/ 57 w 106"/>
                <a:gd name="T23" fmla="*/ 225 h 235"/>
                <a:gd name="T24" fmla="*/ 48 w 106"/>
                <a:gd name="T25" fmla="*/ 213 h 235"/>
                <a:gd name="T26" fmla="*/ 54 w 106"/>
                <a:gd name="T27" fmla="*/ 191 h 235"/>
                <a:gd name="T28" fmla="*/ 65 w 106"/>
                <a:gd name="T29" fmla="*/ 163 h 235"/>
                <a:gd name="T30" fmla="*/ 82 w 106"/>
                <a:gd name="T31" fmla="*/ 118 h 235"/>
                <a:gd name="T32" fmla="*/ 84 w 106"/>
                <a:gd name="T33" fmla="*/ 107 h 235"/>
                <a:gd name="T34" fmla="*/ 51 w 106"/>
                <a:gd name="T35" fmla="*/ 78 h 235"/>
                <a:gd name="T36" fmla="*/ 0 w 106"/>
                <a:gd name="T37" fmla="*/ 131 h 235"/>
                <a:gd name="T38" fmla="*/ 6 w 106"/>
                <a:gd name="T39" fmla="*/ 135 h 235"/>
                <a:gd name="T40" fmla="*/ 13 w 106"/>
                <a:gd name="T41" fmla="*/ 130 h 235"/>
                <a:gd name="T42" fmla="*/ 50 w 106"/>
                <a:gd name="T43" fmla="*/ 87 h 235"/>
                <a:gd name="T44" fmla="*/ 59 w 106"/>
                <a:gd name="T45" fmla="*/ 100 h 235"/>
                <a:gd name="T46" fmla="*/ 48 w 106"/>
                <a:gd name="T47" fmla="*/ 134 h 235"/>
                <a:gd name="T48" fmla="*/ 26 w 106"/>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8"/>
                    <a:pt x="93" y="0"/>
                    <a:pt x="83" y="0"/>
                  </a:cubicBezTo>
                  <a:cubicBezTo>
                    <a:pt x="74" y="0"/>
                    <a:pt x="64" y="9"/>
                    <a:pt x="64" y="19"/>
                  </a:cubicBezTo>
                  <a:cubicBezTo>
                    <a:pt x="64" y="25"/>
                    <a:pt x="68" y="33"/>
                    <a:pt x="78" y="33"/>
                  </a:cubicBezTo>
                  <a:cubicBezTo>
                    <a:pt x="88" y="33"/>
                    <a:pt x="97" y="23"/>
                    <a:pt x="97" y="13"/>
                  </a:cubicBezTo>
                  <a:close/>
                  <a:moveTo>
                    <a:pt x="26" y="191"/>
                  </a:moveTo>
                  <a:cubicBezTo>
                    <a:pt x="25" y="195"/>
                    <a:pt x="23" y="199"/>
                    <a:pt x="23" y="205"/>
                  </a:cubicBezTo>
                  <a:cubicBezTo>
                    <a:pt x="23" y="222"/>
                    <a:pt x="37" y="235"/>
                    <a:pt x="56" y="235"/>
                  </a:cubicBezTo>
                  <a:cubicBezTo>
                    <a:pt x="91" y="235"/>
                    <a:pt x="106" y="187"/>
                    <a:pt x="106" y="181"/>
                  </a:cubicBezTo>
                  <a:cubicBezTo>
                    <a:pt x="106" y="177"/>
                    <a:pt x="102" y="177"/>
                    <a:pt x="101" y="177"/>
                  </a:cubicBezTo>
                  <a:cubicBezTo>
                    <a:pt x="96" y="177"/>
                    <a:pt x="95" y="179"/>
                    <a:pt x="94" y="183"/>
                  </a:cubicBezTo>
                  <a:cubicBezTo>
                    <a:pt x="86" y="211"/>
                    <a:pt x="71" y="225"/>
                    <a:pt x="57" y="225"/>
                  </a:cubicBezTo>
                  <a:cubicBezTo>
                    <a:pt x="50" y="225"/>
                    <a:pt x="48" y="221"/>
                    <a:pt x="48" y="213"/>
                  </a:cubicBezTo>
                  <a:cubicBezTo>
                    <a:pt x="48" y="205"/>
                    <a:pt x="51" y="198"/>
                    <a:pt x="54" y="191"/>
                  </a:cubicBezTo>
                  <a:cubicBezTo>
                    <a:pt x="57" y="181"/>
                    <a:pt x="61" y="172"/>
                    <a:pt x="65" y="163"/>
                  </a:cubicBezTo>
                  <a:cubicBezTo>
                    <a:pt x="68" y="154"/>
                    <a:pt x="81" y="123"/>
                    <a:pt x="82" y="118"/>
                  </a:cubicBezTo>
                  <a:cubicBezTo>
                    <a:pt x="83" y="115"/>
                    <a:pt x="84" y="111"/>
                    <a:pt x="84" y="107"/>
                  </a:cubicBezTo>
                  <a:cubicBezTo>
                    <a:pt x="84" y="91"/>
                    <a:pt x="70" y="78"/>
                    <a:pt x="51" y="78"/>
                  </a:cubicBezTo>
                  <a:cubicBezTo>
                    <a:pt x="17" y="78"/>
                    <a:pt x="0" y="125"/>
                    <a:pt x="0" y="131"/>
                  </a:cubicBezTo>
                  <a:cubicBezTo>
                    <a:pt x="0" y="135"/>
                    <a:pt x="5" y="135"/>
                    <a:pt x="6" y="135"/>
                  </a:cubicBezTo>
                  <a:cubicBezTo>
                    <a:pt x="11" y="135"/>
                    <a:pt x="12" y="134"/>
                    <a:pt x="13" y="130"/>
                  </a:cubicBezTo>
                  <a:cubicBezTo>
                    <a:pt x="22" y="100"/>
                    <a:pt x="37" y="87"/>
                    <a:pt x="50" y="87"/>
                  </a:cubicBezTo>
                  <a:cubicBezTo>
                    <a:pt x="56" y="87"/>
                    <a:pt x="59" y="90"/>
                    <a:pt x="59" y="100"/>
                  </a:cubicBezTo>
                  <a:cubicBezTo>
                    <a:pt x="59" y="108"/>
                    <a:pt x="57" y="113"/>
                    <a:pt x="48" y="134"/>
                  </a:cubicBezTo>
                  <a:lnTo>
                    <a:pt x="26"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5" name="Freeform 69"/>
            <p:cNvSpPr>
              <a:spLocks noEditPoints="1"/>
            </p:cNvSpPr>
            <p:nvPr>
              <p:custDataLst>
                <p:tags r:id="rId213"/>
              </p:custDataLst>
            </p:nvPr>
          </p:nvSpPr>
          <p:spPr bwMode="auto">
            <a:xfrm>
              <a:off x="6375400" y="2709863"/>
              <a:ext cx="47625" cy="111125"/>
            </a:xfrm>
            <a:custGeom>
              <a:avLst/>
              <a:gdLst>
                <a:gd name="T0" fmla="*/ 153 w 153"/>
                <a:gd name="T1" fmla="*/ 13 h 303"/>
                <a:gd name="T2" fmla="*/ 139 w 153"/>
                <a:gd name="T3" fmla="*/ 0 h 303"/>
                <a:gd name="T4" fmla="*/ 119 w 153"/>
                <a:gd name="T5" fmla="*/ 19 h 303"/>
                <a:gd name="T6" fmla="*/ 133 w 153"/>
                <a:gd name="T7" fmla="*/ 33 h 303"/>
                <a:gd name="T8" fmla="*/ 153 w 153"/>
                <a:gd name="T9" fmla="*/ 13 h 303"/>
                <a:gd name="T10" fmla="*/ 79 w 153"/>
                <a:gd name="T11" fmla="*/ 248 h 303"/>
                <a:gd name="T12" fmla="*/ 34 w 153"/>
                <a:gd name="T13" fmla="*/ 293 h 303"/>
                <a:gd name="T14" fmla="*/ 21 w 153"/>
                <a:gd name="T15" fmla="*/ 291 h 303"/>
                <a:gd name="T16" fmla="*/ 33 w 153"/>
                <a:gd name="T17" fmla="*/ 273 h 303"/>
                <a:gd name="T18" fmla="*/ 20 w 153"/>
                <a:gd name="T19" fmla="*/ 260 h 303"/>
                <a:gd name="T20" fmla="*/ 0 w 153"/>
                <a:gd name="T21" fmla="*/ 281 h 303"/>
                <a:gd name="T22" fmla="*/ 34 w 153"/>
                <a:gd name="T23" fmla="*/ 303 h 303"/>
                <a:gd name="T24" fmla="*/ 107 w 153"/>
                <a:gd name="T25" fmla="*/ 247 h 303"/>
                <a:gd name="T26" fmla="*/ 138 w 153"/>
                <a:gd name="T27" fmla="*/ 123 h 303"/>
                <a:gd name="T28" fmla="*/ 140 w 153"/>
                <a:gd name="T29" fmla="*/ 110 h 303"/>
                <a:gd name="T30" fmla="*/ 103 w 153"/>
                <a:gd name="T31" fmla="*/ 78 h 303"/>
                <a:gd name="T32" fmla="*/ 42 w 153"/>
                <a:gd name="T33" fmla="*/ 131 h 303"/>
                <a:gd name="T34" fmla="*/ 48 w 153"/>
                <a:gd name="T35" fmla="*/ 135 h 303"/>
                <a:gd name="T36" fmla="*/ 54 w 153"/>
                <a:gd name="T37" fmla="*/ 129 h 303"/>
                <a:gd name="T38" fmla="*/ 102 w 153"/>
                <a:gd name="T39" fmla="*/ 87 h 303"/>
                <a:gd name="T40" fmla="*/ 113 w 153"/>
                <a:gd name="T41" fmla="*/ 104 h 303"/>
                <a:gd name="T42" fmla="*/ 112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8" y="0"/>
                    <a:pt x="139" y="0"/>
                  </a:cubicBezTo>
                  <a:cubicBezTo>
                    <a:pt x="129" y="0"/>
                    <a:pt x="119" y="10"/>
                    <a:pt x="119" y="19"/>
                  </a:cubicBezTo>
                  <a:cubicBezTo>
                    <a:pt x="119" y="25"/>
                    <a:pt x="123" y="33"/>
                    <a:pt x="133" y="33"/>
                  </a:cubicBezTo>
                  <a:cubicBezTo>
                    <a:pt x="143" y="33"/>
                    <a:pt x="153" y="23"/>
                    <a:pt x="153" y="13"/>
                  </a:cubicBezTo>
                  <a:close/>
                  <a:moveTo>
                    <a:pt x="79" y="248"/>
                  </a:moveTo>
                  <a:cubicBezTo>
                    <a:pt x="73" y="273"/>
                    <a:pt x="54" y="293"/>
                    <a:pt x="34" y="293"/>
                  </a:cubicBezTo>
                  <a:cubicBezTo>
                    <a:pt x="29" y="293"/>
                    <a:pt x="25" y="292"/>
                    <a:pt x="21" y="291"/>
                  </a:cubicBezTo>
                  <a:cubicBezTo>
                    <a:pt x="30" y="286"/>
                    <a:pt x="33" y="278"/>
                    <a:pt x="33" y="273"/>
                  </a:cubicBezTo>
                  <a:cubicBezTo>
                    <a:pt x="33" y="265"/>
                    <a:pt x="27" y="260"/>
                    <a:pt x="20" y="260"/>
                  </a:cubicBezTo>
                  <a:cubicBezTo>
                    <a:pt x="9" y="260"/>
                    <a:pt x="0" y="269"/>
                    <a:pt x="0" y="281"/>
                  </a:cubicBezTo>
                  <a:cubicBezTo>
                    <a:pt x="0" y="294"/>
                    <a:pt x="13" y="303"/>
                    <a:pt x="34" y="303"/>
                  </a:cubicBezTo>
                  <a:cubicBezTo>
                    <a:pt x="55" y="303"/>
                    <a:pt x="96" y="290"/>
                    <a:pt x="107" y="247"/>
                  </a:cubicBezTo>
                  <a:lnTo>
                    <a:pt x="138" y="123"/>
                  </a:lnTo>
                  <a:cubicBezTo>
                    <a:pt x="139" y="119"/>
                    <a:pt x="140" y="116"/>
                    <a:pt x="140" y="110"/>
                  </a:cubicBezTo>
                  <a:cubicBezTo>
                    <a:pt x="140" y="91"/>
                    <a:pt x="123" y="78"/>
                    <a:pt x="103" y="78"/>
                  </a:cubicBezTo>
                  <a:cubicBezTo>
                    <a:pt x="64" y="78"/>
                    <a:pt x="42" y="126"/>
                    <a:pt x="42" y="131"/>
                  </a:cubicBezTo>
                  <a:cubicBezTo>
                    <a:pt x="42" y="135"/>
                    <a:pt x="46" y="135"/>
                    <a:pt x="48" y="135"/>
                  </a:cubicBezTo>
                  <a:cubicBezTo>
                    <a:pt x="52" y="135"/>
                    <a:pt x="52" y="134"/>
                    <a:pt x="54" y="129"/>
                  </a:cubicBezTo>
                  <a:cubicBezTo>
                    <a:pt x="63" y="109"/>
                    <a:pt x="81" y="87"/>
                    <a:pt x="102" y="87"/>
                  </a:cubicBezTo>
                  <a:cubicBezTo>
                    <a:pt x="110" y="87"/>
                    <a:pt x="113" y="93"/>
                    <a:pt x="113" y="104"/>
                  </a:cubicBezTo>
                  <a:cubicBezTo>
                    <a:pt x="113" y="108"/>
                    <a:pt x="113" y="113"/>
                    <a:pt x="112"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6" name="Freeform 70"/>
            <p:cNvSpPr>
              <a:spLocks noEditPoints="1"/>
            </p:cNvSpPr>
            <p:nvPr>
              <p:custDataLst>
                <p:tags r:id="rId214"/>
              </p:custDataLst>
            </p:nvPr>
          </p:nvSpPr>
          <p:spPr bwMode="auto">
            <a:xfrm>
              <a:off x="6440488" y="2738438"/>
              <a:ext cx="55563" cy="57150"/>
            </a:xfrm>
            <a:custGeom>
              <a:avLst/>
              <a:gdLst>
                <a:gd name="T0" fmla="*/ 126 w 178"/>
                <a:gd name="T1" fmla="*/ 20 h 157"/>
                <a:gd name="T2" fmla="*/ 90 w 178"/>
                <a:gd name="T3" fmla="*/ 0 h 157"/>
                <a:gd name="T4" fmla="*/ 0 w 178"/>
                <a:gd name="T5" fmla="*/ 99 h 157"/>
                <a:gd name="T6" fmla="*/ 53 w 178"/>
                <a:gd name="T7" fmla="*/ 157 h 157"/>
                <a:gd name="T8" fmla="*/ 102 w 178"/>
                <a:gd name="T9" fmla="*/ 132 h 157"/>
                <a:gd name="T10" fmla="*/ 138 w 178"/>
                <a:gd name="T11" fmla="*/ 157 h 157"/>
                <a:gd name="T12" fmla="*/ 166 w 178"/>
                <a:gd name="T13" fmla="*/ 138 h 157"/>
                <a:gd name="T14" fmla="*/ 178 w 178"/>
                <a:gd name="T15" fmla="*/ 103 h 157"/>
                <a:gd name="T16" fmla="*/ 172 w 178"/>
                <a:gd name="T17" fmla="*/ 99 h 157"/>
                <a:gd name="T18" fmla="*/ 165 w 178"/>
                <a:gd name="T19" fmla="*/ 110 h 157"/>
                <a:gd name="T20" fmla="*/ 139 w 178"/>
                <a:gd name="T21" fmla="*/ 147 h 157"/>
                <a:gd name="T22" fmla="*/ 128 w 178"/>
                <a:gd name="T23" fmla="*/ 130 h 157"/>
                <a:gd name="T24" fmla="*/ 133 w 178"/>
                <a:gd name="T25" fmla="*/ 102 h 157"/>
                <a:gd name="T26" fmla="*/ 141 w 178"/>
                <a:gd name="T27" fmla="*/ 71 h 157"/>
                <a:gd name="T28" fmla="*/ 148 w 178"/>
                <a:gd name="T29" fmla="*/ 45 h 157"/>
                <a:gd name="T30" fmla="*/ 154 w 178"/>
                <a:gd name="T31" fmla="*/ 17 h 157"/>
                <a:gd name="T32" fmla="*/ 142 w 178"/>
                <a:gd name="T33" fmla="*/ 6 h 157"/>
                <a:gd name="T34" fmla="*/ 126 w 178"/>
                <a:gd name="T35" fmla="*/ 20 h 157"/>
                <a:gd name="T36" fmla="*/ 104 w 178"/>
                <a:gd name="T37" fmla="*/ 110 h 157"/>
                <a:gd name="T38" fmla="*/ 86 w 178"/>
                <a:gd name="T39" fmla="*/ 133 h 157"/>
                <a:gd name="T40" fmla="*/ 54 w 178"/>
                <a:gd name="T41" fmla="*/ 147 h 157"/>
                <a:gd name="T42" fmla="*/ 28 w 178"/>
                <a:gd name="T43" fmla="*/ 113 h 157"/>
                <a:gd name="T44" fmla="*/ 46 w 178"/>
                <a:gd name="T45" fmla="*/ 42 h 157"/>
                <a:gd name="T46" fmla="*/ 90 w 178"/>
                <a:gd name="T47" fmla="*/ 9 h 157"/>
                <a:gd name="T48" fmla="*/ 121 w 178"/>
                <a:gd name="T49" fmla="*/ 40 h 157"/>
                <a:gd name="T50" fmla="*/ 120 w 178"/>
                <a:gd name="T51" fmla="*/ 45 h 157"/>
                <a:gd name="T52" fmla="*/ 104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0"/>
                  </a:moveTo>
                  <a:cubicBezTo>
                    <a:pt x="119" y="9"/>
                    <a:pt x="107" y="0"/>
                    <a:pt x="90" y="0"/>
                  </a:cubicBezTo>
                  <a:cubicBezTo>
                    <a:pt x="45" y="0"/>
                    <a:pt x="0" y="49"/>
                    <a:pt x="0" y="99"/>
                  </a:cubicBezTo>
                  <a:cubicBezTo>
                    <a:pt x="0" y="133"/>
                    <a:pt x="23" y="157"/>
                    <a:pt x="53" y="157"/>
                  </a:cubicBezTo>
                  <a:cubicBezTo>
                    <a:pt x="72" y="157"/>
                    <a:pt x="88" y="146"/>
                    <a:pt x="102" y="132"/>
                  </a:cubicBezTo>
                  <a:cubicBezTo>
                    <a:pt x="109" y="153"/>
                    <a:pt x="129" y="157"/>
                    <a:pt x="138" y="157"/>
                  </a:cubicBezTo>
                  <a:cubicBezTo>
                    <a:pt x="151" y="157"/>
                    <a:pt x="159" y="149"/>
                    <a:pt x="166" y="138"/>
                  </a:cubicBezTo>
                  <a:cubicBezTo>
                    <a:pt x="173" y="125"/>
                    <a:pt x="178" y="105"/>
                    <a:pt x="178" y="103"/>
                  </a:cubicBezTo>
                  <a:cubicBezTo>
                    <a:pt x="178" y="99"/>
                    <a:pt x="173" y="99"/>
                    <a:pt x="172" y="99"/>
                  </a:cubicBezTo>
                  <a:cubicBezTo>
                    <a:pt x="167" y="99"/>
                    <a:pt x="167" y="100"/>
                    <a:pt x="165" y="110"/>
                  </a:cubicBezTo>
                  <a:cubicBezTo>
                    <a:pt x="160" y="126"/>
                    <a:pt x="154" y="147"/>
                    <a:pt x="139" y="147"/>
                  </a:cubicBezTo>
                  <a:cubicBezTo>
                    <a:pt x="130" y="147"/>
                    <a:pt x="128" y="139"/>
                    <a:pt x="128" y="130"/>
                  </a:cubicBezTo>
                  <a:cubicBezTo>
                    <a:pt x="128" y="124"/>
                    <a:pt x="130" y="112"/>
                    <a:pt x="133" y="102"/>
                  </a:cubicBezTo>
                  <a:cubicBezTo>
                    <a:pt x="135" y="93"/>
                    <a:pt x="139" y="79"/>
                    <a:pt x="141" y="71"/>
                  </a:cubicBezTo>
                  <a:lnTo>
                    <a:pt x="148" y="45"/>
                  </a:lnTo>
                  <a:cubicBezTo>
                    <a:pt x="150" y="35"/>
                    <a:pt x="154" y="19"/>
                    <a:pt x="154" y="17"/>
                  </a:cubicBezTo>
                  <a:cubicBezTo>
                    <a:pt x="154" y="10"/>
                    <a:pt x="148" y="6"/>
                    <a:pt x="142" y="6"/>
                  </a:cubicBezTo>
                  <a:cubicBezTo>
                    <a:pt x="136" y="6"/>
                    <a:pt x="128" y="10"/>
                    <a:pt x="126" y="20"/>
                  </a:cubicBezTo>
                  <a:close/>
                  <a:moveTo>
                    <a:pt x="104" y="110"/>
                  </a:moveTo>
                  <a:cubicBezTo>
                    <a:pt x="101" y="120"/>
                    <a:pt x="94" y="126"/>
                    <a:pt x="86" y="133"/>
                  </a:cubicBezTo>
                  <a:cubicBezTo>
                    <a:pt x="83" y="136"/>
                    <a:pt x="69" y="147"/>
                    <a:pt x="54" y="147"/>
                  </a:cubicBezTo>
                  <a:cubicBezTo>
                    <a:pt x="41" y="147"/>
                    <a:pt x="28" y="138"/>
                    <a:pt x="28" y="113"/>
                  </a:cubicBezTo>
                  <a:cubicBezTo>
                    <a:pt x="28" y="95"/>
                    <a:pt x="38" y="56"/>
                    <a:pt x="46" y="42"/>
                  </a:cubicBezTo>
                  <a:cubicBezTo>
                    <a:pt x="62" y="15"/>
                    <a:pt x="80" y="9"/>
                    <a:pt x="90" y="9"/>
                  </a:cubicBezTo>
                  <a:cubicBezTo>
                    <a:pt x="114" y="9"/>
                    <a:pt x="121" y="36"/>
                    <a:pt x="121" y="40"/>
                  </a:cubicBezTo>
                  <a:cubicBezTo>
                    <a:pt x="121" y="41"/>
                    <a:pt x="120" y="43"/>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7" name="Freeform 71"/>
            <p:cNvSpPr>
              <a:spLocks/>
            </p:cNvSpPr>
            <p:nvPr>
              <p:custDataLst>
                <p:tags r:id="rId215"/>
              </p:custDataLst>
            </p:nvPr>
          </p:nvSpPr>
          <p:spPr bwMode="auto">
            <a:xfrm>
              <a:off x="6515100" y="2779713"/>
              <a:ext cx="11113" cy="14288"/>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10"/>
                    <a:pt x="0" y="20"/>
                  </a:cubicBezTo>
                  <a:cubicBezTo>
                    <a:pt x="0" y="33"/>
                    <a:pt x="10" y="40"/>
                    <a:pt x="20" y="40"/>
                  </a:cubicBezTo>
                  <a:cubicBezTo>
                    <a:pt x="31"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8" name="Freeform 72"/>
            <p:cNvSpPr>
              <a:spLocks/>
            </p:cNvSpPr>
            <p:nvPr>
              <p:custDataLst>
                <p:tags r:id="rId216"/>
              </p:custDataLst>
            </p:nvPr>
          </p:nvSpPr>
          <p:spPr bwMode="auto">
            <a:xfrm>
              <a:off x="6546850" y="2738438"/>
              <a:ext cx="47625" cy="57150"/>
            </a:xfrm>
            <a:custGeom>
              <a:avLst/>
              <a:gdLst>
                <a:gd name="T0" fmla="*/ 131 w 151"/>
                <a:gd name="T1" fmla="*/ 20 h 157"/>
                <a:gd name="T2" fmla="*/ 113 w 151"/>
                <a:gd name="T3" fmla="*/ 39 h 157"/>
                <a:gd name="T4" fmla="*/ 127 w 151"/>
                <a:gd name="T5" fmla="*/ 52 h 157"/>
                <a:gd name="T6" fmla="*/ 147 w 151"/>
                <a:gd name="T7" fmla="*/ 30 h 157"/>
                <a:gd name="T8" fmla="*/ 101 w 151"/>
                <a:gd name="T9" fmla="*/ 0 h 157"/>
                <a:gd name="T10" fmla="*/ 0 w 151"/>
                <a:gd name="T11" fmla="*/ 96 h 157"/>
                <a:gd name="T12" fmla="*/ 64 w 151"/>
                <a:gd name="T13" fmla="*/ 157 h 157"/>
                <a:gd name="T14" fmla="*/ 151 w 151"/>
                <a:gd name="T15" fmla="*/ 117 h 157"/>
                <a:gd name="T16" fmla="*/ 145 w 151"/>
                <a:gd name="T17" fmla="*/ 112 h 157"/>
                <a:gd name="T18" fmla="*/ 139 w 151"/>
                <a:gd name="T19" fmla="*/ 115 h 157"/>
                <a:gd name="T20" fmla="*/ 65 w 151"/>
                <a:gd name="T21" fmla="*/ 147 h 157"/>
                <a:gd name="T22" fmla="*/ 29 w 151"/>
                <a:gd name="T23" fmla="*/ 108 h 157"/>
                <a:gd name="T24" fmla="*/ 52 w 151"/>
                <a:gd name="T25" fmla="*/ 36 h 157"/>
                <a:gd name="T26" fmla="*/ 101 w 151"/>
                <a:gd name="T27" fmla="*/ 9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8" y="22"/>
                    <a:pt x="113" y="32"/>
                    <a:pt x="113" y="39"/>
                  </a:cubicBezTo>
                  <a:cubicBezTo>
                    <a:pt x="113" y="49"/>
                    <a:pt x="120" y="52"/>
                    <a:pt x="127" y="52"/>
                  </a:cubicBezTo>
                  <a:cubicBezTo>
                    <a:pt x="134" y="52"/>
                    <a:pt x="147" y="47"/>
                    <a:pt x="147" y="30"/>
                  </a:cubicBezTo>
                  <a:cubicBezTo>
                    <a:pt x="147" y="6"/>
                    <a:pt x="119" y="0"/>
                    <a:pt x="101" y="0"/>
                  </a:cubicBezTo>
                  <a:cubicBezTo>
                    <a:pt x="48" y="0"/>
                    <a:pt x="0" y="48"/>
                    <a:pt x="0" y="96"/>
                  </a:cubicBezTo>
                  <a:cubicBezTo>
                    <a:pt x="0" y="126"/>
                    <a:pt x="21" y="157"/>
                    <a:pt x="64" y="157"/>
                  </a:cubicBezTo>
                  <a:cubicBezTo>
                    <a:pt x="123" y="157"/>
                    <a:pt x="151" y="122"/>
                    <a:pt x="151" y="117"/>
                  </a:cubicBezTo>
                  <a:cubicBezTo>
                    <a:pt x="151" y="115"/>
                    <a:pt x="148" y="112"/>
                    <a:pt x="145" y="112"/>
                  </a:cubicBezTo>
                  <a:cubicBezTo>
                    <a:pt x="143" y="112"/>
                    <a:pt x="142" y="112"/>
                    <a:pt x="139" y="115"/>
                  </a:cubicBezTo>
                  <a:cubicBezTo>
                    <a:pt x="112" y="147"/>
                    <a:pt x="71" y="147"/>
                    <a:pt x="65" y="147"/>
                  </a:cubicBezTo>
                  <a:cubicBezTo>
                    <a:pt x="40" y="147"/>
                    <a:pt x="29" y="130"/>
                    <a:pt x="29" y="108"/>
                  </a:cubicBezTo>
                  <a:cubicBezTo>
                    <a:pt x="29" y="98"/>
                    <a:pt x="34" y="60"/>
                    <a:pt x="52" y="36"/>
                  </a:cubicBezTo>
                  <a:cubicBezTo>
                    <a:pt x="65" y="19"/>
                    <a:pt x="83" y="9"/>
                    <a:pt x="101" y="9"/>
                  </a:cubicBezTo>
                  <a:cubicBezTo>
                    <a:pt x="105" y="9"/>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39" name="Freeform 73"/>
            <p:cNvSpPr>
              <a:spLocks noEditPoints="1"/>
            </p:cNvSpPr>
            <p:nvPr>
              <p:custDataLst>
                <p:tags r:id="rId217"/>
              </p:custDataLst>
            </p:nvPr>
          </p:nvSpPr>
          <p:spPr bwMode="auto">
            <a:xfrm>
              <a:off x="6600825" y="2709863"/>
              <a:ext cx="33338" cy="85725"/>
            </a:xfrm>
            <a:custGeom>
              <a:avLst/>
              <a:gdLst>
                <a:gd name="T0" fmla="*/ 96 w 105"/>
                <a:gd name="T1" fmla="*/ 13 h 235"/>
                <a:gd name="T2" fmla="*/ 82 w 105"/>
                <a:gd name="T3" fmla="*/ 0 h 235"/>
                <a:gd name="T4" fmla="*/ 63 w 105"/>
                <a:gd name="T5" fmla="*/ 19 h 235"/>
                <a:gd name="T6" fmla="*/ 77 w 105"/>
                <a:gd name="T7" fmla="*/ 33 h 235"/>
                <a:gd name="T8" fmla="*/ 96 w 105"/>
                <a:gd name="T9" fmla="*/ 13 h 235"/>
                <a:gd name="T10" fmla="*/ 25 w 105"/>
                <a:gd name="T11" fmla="*/ 191 h 235"/>
                <a:gd name="T12" fmla="*/ 22 w 105"/>
                <a:gd name="T13" fmla="*/ 205 h 235"/>
                <a:gd name="T14" fmla="*/ 55 w 105"/>
                <a:gd name="T15" fmla="*/ 235 h 235"/>
                <a:gd name="T16" fmla="*/ 105 w 105"/>
                <a:gd name="T17" fmla="*/ 181 h 235"/>
                <a:gd name="T18" fmla="*/ 100 w 105"/>
                <a:gd name="T19" fmla="*/ 177 h 235"/>
                <a:gd name="T20" fmla="*/ 93 w 105"/>
                <a:gd name="T21" fmla="*/ 183 h 235"/>
                <a:gd name="T22" fmla="*/ 56 w 105"/>
                <a:gd name="T23" fmla="*/ 225 h 235"/>
                <a:gd name="T24" fmla="*/ 47 w 105"/>
                <a:gd name="T25" fmla="*/ 213 h 235"/>
                <a:gd name="T26" fmla="*/ 53 w 105"/>
                <a:gd name="T27" fmla="*/ 191 h 235"/>
                <a:gd name="T28" fmla="*/ 64 w 105"/>
                <a:gd name="T29" fmla="*/ 163 h 235"/>
                <a:gd name="T30" fmla="*/ 81 w 105"/>
                <a:gd name="T31" fmla="*/ 118 h 235"/>
                <a:gd name="T32" fmla="*/ 83 w 105"/>
                <a:gd name="T33" fmla="*/ 107 h 235"/>
                <a:gd name="T34" fmla="*/ 50 w 105"/>
                <a:gd name="T35" fmla="*/ 78 h 235"/>
                <a:gd name="T36" fmla="*/ 0 w 105"/>
                <a:gd name="T37" fmla="*/ 131 h 235"/>
                <a:gd name="T38" fmla="*/ 6 w 105"/>
                <a:gd name="T39" fmla="*/ 135 h 235"/>
                <a:gd name="T40" fmla="*/ 12 w 105"/>
                <a:gd name="T41" fmla="*/ 130 h 235"/>
                <a:gd name="T42" fmla="*/ 49 w 105"/>
                <a:gd name="T43" fmla="*/ 87 h 235"/>
                <a:gd name="T44" fmla="*/ 58 w 105"/>
                <a:gd name="T45" fmla="*/ 100 h 235"/>
                <a:gd name="T46" fmla="*/ 47 w 105"/>
                <a:gd name="T47" fmla="*/ 134 h 235"/>
                <a:gd name="T48" fmla="*/ 25 w 105"/>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3"/>
                  </a:moveTo>
                  <a:cubicBezTo>
                    <a:pt x="96" y="8"/>
                    <a:pt x="92" y="0"/>
                    <a:pt x="82" y="0"/>
                  </a:cubicBezTo>
                  <a:cubicBezTo>
                    <a:pt x="73" y="0"/>
                    <a:pt x="63" y="9"/>
                    <a:pt x="63" y="19"/>
                  </a:cubicBezTo>
                  <a:cubicBezTo>
                    <a:pt x="63" y="25"/>
                    <a:pt x="67" y="33"/>
                    <a:pt x="77" y="33"/>
                  </a:cubicBezTo>
                  <a:cubicBezTo>
                    <a:pt x="87" y="33"/>
                    <a:pt x="96" y="23"/>
                    <a:pt x="96" y="13"/>
                  </a:cubicBezTo>
                  <a:close/>
                  <a:moveTo>
                    <a:pt x="25" y="191"/>
                  </a:moveTo>
                  <a:cubicBezTo>
                    <a:pt x="24" y="195"/>
                    <a:pt x="22" y="199"/>
                    <a:pt x="22" y="205"/>
                  </a:cubicBezTo>
                  <a:cubicBezTo>
                    <a:pt x="22" y="222"/>
                    <a:pt x="36" y="235"/>
                    <a:pt x="55" y="235"/>
                  </a:cubicBezTo>
                  <a:cubicBezTo>
                    <a:pt x="90" y="235"/>
                    <a:pt x="105" y="187"/>
                    <a:pt x="105" y="181"/>
                  </a:cubicBezTo>
                  <a:cubicBezTo>
                    <a:pt x="105" y="177"/>
                    <a:pt x="101" y="177"/>
                    <a:pt x="100" y="177"/>
                  </a:cubicBezTo>
                  <a:cubicBezTo>
                    <a:pt x="95" y="177"/>
                    <a:pt x="94" y="179"/>
                    <a:pt x="93" y="183"/>
                  </a:cubicBezTo>
                  <a:cubicBezTo>
                    <a:pt x="85" y="211"/>
                    <a:pt x="70" y="225"/>
                    <a:pt x="56" y="225"/>
                  </a:cubicBezTo>
                  <a:cubicBezTo>
                    <a:pt x="49" y="225"/>
                    <a:pt x="47" y="221"/>
                    <a:pt x="47" y="213"/>
                  </a:cubicBezTo>
                  <a:cubicBezTo>
                    <a:pt x="47" y="205"/>
                    <a:pt x="50" y="198"/>
                    <a:pt x="53" y="191"/>
                  </a:cubicBezTo>
                  <a:cubicBezTo>
                    <a:pt x="56" y="181"/>
                    <a:pt x="60" y="172"/>
                    <a:pt x="64" y="163"/>
                  </a:cubicBezTo>
                  <a:cubicBezTo>
                    <a:pt x="67" y="154"/>
                    <a:pt x="80" y="123"/>
                    <a:pt x="81" y="118"/>
                  </a:cubicBezTo>
                  <a:cubicBezTo>
                    <a:pt x="82" y="115"/>
                    <a:pt x="83" y="111"/>
                    <a:pt x="83" y="107"/>
                  </a:cubicBezTo>
                  <a:cubicBezTo>
                    <a:pt x="83" y="91"/>
                    <a:pt x="69" y="78"/>
                    <a:pt x="50" y="78"/>
                  </a:cubicBezTo>
                  <a:cubicBezTo>
                    <a:pt x="16" y="78"/>
                    <a:pt x="0" y="125"/>
                    <a:pt x="0" y="131"/>
                  </a:cubicBezTo>
                  <a:cubicBezTo>
                    <a:pt x="0" y="135"/>
                    <a:pt x="5" y="135"/>
                    <a:pt x="6" y="135"/>
                  </a:cubicBezTo>
                  <a:cubicBezTo>
                    <a:pt x="10" y="135"/>
                    <a:pt x="11" y="134"/>
                    <a:pt x="12" y="130"/>
                  </a:cubicBezTo>
                  <a:cubicBezTo>
                    <a:pt x="21" y="100"/>
                    <a:pt x="36" y="87"/>
                    <a:pt x="49" y="87"/>
                  </a:cubicBezTo>
                  <a:cubicBezTo>
                    <a:pt x="55" y="87"/>
                    <a:pt x="58" y="90"/>
                    <a:pt x="58" y="100"/>
                  </a:cubicBezTo>
                  <a:cubicBezTo>
                    <a:pt x="58" y="108"/>
                    <a:pt x="56" y="113"/>
                    <a:pt x="47" y="134"/>
                  </a:cubicBezTo>
                  <a:lnTo>
                    <a:pt x="25"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0" name="Freeform 74"/>
            <p:cNvSpPr>
              <a:spLocks noEditPoints="1"/>
            </p:cNvSpPr>
            <p:nvPr>
              <p:custDataLst>
                <p:tags r:id="rId218"/>
              </p:custDataLst>
            </p:nvPr>
          </p:nvSpPr>
          <p:spPr bwMode="auto">
            <a:xfrm>
              <a:off x="6646863" y="2706688"/>
              <a:ext cx="57150" cy="88900"/>
            </a:xfrm>
            <a:custGeom>
              <a:avLst/>
              <a:gdLst>
                <a:gd name="T0" fmla="*/ 178 w 180"/>
                <a:gd name="T1" fmla="*/ 11 h 246"/>
                <a:gd name="T2" fmla="*/ 180 w 180"/>
                <a:gd name="T3" fmla="*/ 5 h 246"/>
                <a:gd name="T4" fmla="*/ 174 w 180"/>
                <a:gd name="T5" fmla="*/ 0 h 246"/>
                <a:gd name="T6" fmla="*/ 129 w 180"/>
                <a:gd name="T7" fmla="*/ 4 h 246"/>
                <a:gd name="T8" fmla="*/ 122 w 180"/>
                <a:gd name="T9" fmla="*/ 12 h 246"/>
                <a:gd name="T10" fmla="*/ 131 w 180"/>
                <a:gd name="T11" fmla="*/ 17 h 246"/>
                <a:gd name="T12" fmla="*/ 147 w 180"/>
                <a:gd name="T13" fmla="*/ 22 h 246"/>
                <a:gd name="T14" fmla="*/ 146 w 180"/>
                <a:gd name="T15" fmla="*/ 30 h 246"/>
                <a:gd name="T16" fmla="*/ 126 w 180"/>
                <a:gd name="T17" fmla="*/ 109 h 246"/>
                <a:gd name="T18" fmla="*/ 90 w 180"/>
                <a:gd name="T19" fmla="*/ 89 h 246"/>
                <a:gd name="T20" fmla="*/ 0 w 180"/>
                <a:gd name="T21" fmla="*/ 188 h 246"/>
                <a:gd name="T22" fmla="*/ 53 w 180"/>
                <a:gd name="T23" fmla="*/ 246 h 246"/>
                <a:gd name="T24" fmla="*/ 103 w 180"/>
                <a:gd name="T25" fmla="*/ 221 h 246"/>
                <a:gd name="T26" fmla="*/ 138 w 180"/>
                <a:gd name="T27" fmla="*/ 246 h 246"/>
                <a:gd name="T28" fmla="*/ 166 w 180"/>
                <a:gd name="T29" fmla="*/ 227 h 246"/>
                <a:gd name="T30" fmla="*/ 178 w 180"/>
                <a:gd name="T31" fmla="*/ 192 h 246"/>
                <a:gd name="T32" fmla="*/ 173 w 180"/>
                <a:gd name="T33" fmla="*/ 188 h 246"/>
                <a:gd name="T34" fmla="*/ 165 w 180"/>
                <a:gd name="T35" fmla="*/ 199 h 246"/>
                <a:gd name="T36" fmla="*/ 139 w 180"/>
                <a:gd name="T37" fmla="*/ 236 h 246"/>
                <a:gd name="T38" fmla="*/ 128 w 180"/>
                <a:gd name="T39" fmla="*/ 219 h 246"/>
                <a:gd name="T40" fmla="*/ 130 w 180"/>
                <a:gd name="T41" fmla="*/ 205 h 246"/>
                <a:gd name="T42" fmla="*/ 178 w 180"/>
                <a:gd name="T43" fmla="*/ 11 h 246"/>
                <a:gd name="T44" fmla="*/ 104 w 180"/>
                <a:gd name="T45" fmla="*/ 199 h 246"/>
                <a:gd name="T46" fmla="*/ 86 w 180"/>
                <a:gd name="T47" fmla="*/ 222 h 246"/>
                <a:gd name="T48" fmla="*/ 54 w 180"/>
                <a:gd name="T49" fmla="*/ 236 h 246"/>
                <a:gd name="T50" fmla="*/ 29 w 180"/>
                <a:gd name="T51" fmla="*/ 202 h 246"/>
                <a:gd name="T52" fmla="*/ 47 w 180"/>
                <a:gd name="T53" fmla="*/ 131 h 246"/>
                <a:gd name="T54" fmla="*/ 90 w 180"/>
                <a:gd name="T55" fmla="*/ 98 h 246"/>
                <a:gd name="T56" fmla="*/ 121 w 180"/>
                <a:gd name="T57" fmla="*/ 129 h 246"/>
                <a:gd name="T58" fmla="*/ 120 w 180"/>
                <a:gd name="T59" fmla="*/ 134 h 246"/>
                <a:gd name="T60" fmla="*/ 104 w 180"/>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6">
                  <a:moveTo>
                    <a:pt x="178" y="11"/>
                  </a:moveTo>
                  <a:cubicBezTo>
                    <a:pt x="179" y="10"/>
                    <a:pt x="180" y="5"/>
                    <a:pt x="180" y="5"/>
                  </a:cubicBezTo>
                  <a:cubicBezTo>
                    <a:pt x="180" y="3"/>
                    <a:pt x="178" y="0"/>
                    <a:pt x="174" y="0"/>
                  </a:cubicBezTo>
                  <a:cubicBezTo>
                    <a:pt x="167" y="0"/>
                    <a:pt x="138" y="3"/>
                    <a:pt x="129" y="4"/>
                  </a:cubicBezTo>
                  <a:cubicBezTo>
                    <a:pt x="127" y="4"/>
                    <a:pt x="122" y="4"/>
                    <a:pt x="122" y="12"/>
                  </a:cubicBezTo>
                  <a:cubicBezTo>
                    <a:pt x="122" y="17"/>
                    <a:pt x="127" y="17"/>
                    <a:pt x="131" y="17"/>
                  </a:cubicBezTo>
                  <a:cubicBezTo>
                    <a:pt x="147" y="17"/>
                    <a:pt x="147" y="19"/>
                    <a:pt x="147" y="22"/>
                  </a:cubicBezTo>
                  <a:cubicBezTo>
                    <a:pt x="147" y="24"/>
                    <a:pt x="147" y="26"/>
                    <a:pt x="146" y="30"/>
                  </a:cubicBezTo>
                  <a:lnTo>
                    <a:pt x="126" y="109"/>
                  </a:lnTo>
                  <a:cubicBezTo>
                    <a:pt x="119" y="98"/>
                    <a:pt x="107" y="89"/>
                    <a:pt x="90" y="89"/>
                  </a:cubicBezTo>
                  <a:cubicBezTo>
                    <a:pt x="46" y="89"/>
                    <a:pt x="0" y="138"/>
                    <a:pt x="0" y="188"/>
                  </a:cubicBezTo>
                  <a:cubicBezTo>
                    <a:pt x="0" y="222"/>
                    <a:pt x="23" y="246"/>
                    <a:pt x="53" y="246"/>
                  </a:cubicBezTo>
                  <a:cubicBezTo>
                    <a:pt x="72" y="246"/>
                    <a:pt x="89" y="235"/>
                    <a:pt x="103" y="221"/>
                  </a:cubicBezTo>
                  <a:cubicBezTo>
                    <a:pt x="109" y="242"/>
                    <a:pt x="129" y="246"/>
                    <a:pt x="138" y="246"/>
                  </a:cubicBezTo>
                  <a:cubicBezTo>
                    <a:pt x="151" y="246"/>
                    <a:pt x="160" y="238"/>
                    <a:pt x="166" y="227"/>
                  </a:cubicBezTo>
                  <a:cubicBezTo>
                    <a:pt x="174" y="214"/>
                    <a:pt x="178" y="194"/>
                    <a:pt x="178" y="192"/>
                  </a:cubicBezTo>
                  <a:cubicBezTo>
                    <a:pt x="178" y="188"/>
                    <a:pt x="174" y="188"/>
                    <a:pt x="173" y="188"/>
                  </a:cubicBezTo>
                  <a:cubicBezTo>
                    <a:pt x="168" y="188"/>
                    <a:pt x="167" y="189"/>
                    <a:pt x="165" y="199"/>
                  </a:cubicBezTo>
                  <a:cubicBezTo>
                    <a:pt x="161" y="215"/>
                    <a:pt x="154" y="236"/>
                    <a:pt x="139" y="236"/>
                  </a:cubicBezTo>
                  <a:cubicBezTo>
                    <a:pt x="130" y="236"/>
                    <a:pt x="128" y="228"/>
                    <a:pt x="128" y="219"/>
                  </a:cubicBezTo>
                  <a:cubicBezTo>
                    <a:pt x="128" y="212"/>
                    <a:pt x="129" y="209"/>
                    <a:pt x="130" y="205"/>
                  </a:cubicBezTo>
                  <a:lnTo>
                    <a:pt x="178" y="11"/>
                  </a:lnTo>
                  <a:close/>
                  <a:moveTo>
                    <a:pt x="104" y="199"/>
                  </a:moveTo>
                  <a:cubicBezTo>
                    <a:pt x="101" y="209"/>
                    <a:pt x="94" y="215"/>
                    <a:pt x="86" y="222"/>
                  </a:cubicBezTo>
                  <a:cubicBezTo>
                    <a:pt x="83" y="225"/>
                    <a:pt x="69" y="236"/>
                    <a:pt x="54" y="236"/>
                  </a:cubicBezTo>
                  <a:cubicBezTo>
                    <a:pt x="41" y="236"/>
                    <a:pt x="29" y="227"/>
                    <a:pt x="29" y="202"/>
                  </a:cubicBezTo>
                  <a:cubicBezTo>
                    <a:pt x="29" y="184"/>
                    <a:pt x="39" y="145"/>
                    <a:pt x="47" y="131"/>
                  </a:cubicBezTo>
                  <a:cubicBezTo>
                    <a:pt x="63" y="104"/>
                    <a:pt x="81" y="98"/>
                    <a:pt x="90" y="98"/>
                  </a:cubicBezTo>
                  <a:cubicBezTo>
                    <a:pt x="115" y="98"/>
                    <a:pt x="121" y="125"/>
                    <a:pt x="121" y="129"/>
                  </a:cubicBezTo>
                  <a:cubicBezTo>
                    <a:pt x="121" y="130"/>
                    <a:pt x="121" y="132"/>
                    <a:pt x="120" y="134"/>
                  </a:cubicBezTo>
                  <a:lnTo>
                    <a:pt x="104"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1" name="Freeform 75"/>
            <p:cNvSpPr>
              <a:spLocks noEditPoints="1"/>
            </p:cNvSpPr>
            <p:nvPr>
              <p:custDataLst>
                <p:tags r:id="rId219"/>
              </p:custDataLst>
            </p:nvPr>
          </p:nvSpPr>
          <p:spPr bwMode="auto">
            <a:xfrm>
              <a:off x="6713538" y="2744788"/>
              <a:ext cx="80963" cy="34925"/>
            </a:xfrm>
            <a:custGeom>
              <a:avLst/>
              <a:gdLst>
                <a:gd name="T0" fmla="*/ 243 w 257"/>
                <a:gd name="T1" fmla="*/ 17 h 94"/>
                <a:gd name="T2" fmla="*/ 257 w 257"/>
                <a:gd name="T3" fmla="*/ 8 h 94"/>
                <a:gd name="T4" fmla="*/ 244 w 257"/>
                <a:gd name="T5" fmla="*/ 0 h 94"/>
                <a:gd name="T6" fmla="*/ 13 w 257"/>
                <a:gd name="T7" fmla="*/ 0 h 94"/>
                <a:gd name="T8" fmla="*/ 0 w 257"/>
                <a:gd name="T9" fmla="*/ 8 h 94"/>
                <a:gd name="T10" fmla="*/ 13 w 257"/>
                <a:gd name="T11" fmla="*/ 17 h 94"/>
                <a:gd name="T12" fmla="*/ 243 w 257"/>
                <a:gd name="T13" fmla="*/ 17 h 94"/>
                <a:gd name="T14" fmla="*/ 244 w 257"/>
                <a:gd name="T15" fmla="*/ 94 h 94"/>
                <a:gd name="T16" fmla="*/ 257 w 257"/>
                <a:gd name="T17" fmla="*/ 86 h 94"/>
                <a:gd name="T18" fmla="*/ 243 w 257"/>
                <a:gd name="T19" fmla="*/ 77 h 94"/>
                <a:gd name="T20" fmla="*/ 13 w 257"/>
                <a:gd name="T21" fmla="*/ 77 h 94"/>
                <a:gd name="T22" fmla="*/ 0 w 257"/>
                <a:gd name="T23" fmla="*/ 86 h 94"/>
                <a:gd name="T24" fmla="*/ 13 w 257"/>
                <a:gd name="T25" fmla="*/ 94 h 94"/>
                <a:gd name="T26" fmla="*/ 244 w 257"/>
                <a:gd name="T2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94">
                  <a:moveTo>
                    <a:pt x="243" y="17"/>
                  </a:moveTo>
                  <a:cubicBezTo>
                    <a:pt x="249" y="17"/>
                    <a:pt x="257" y="17"/>
                    <a:pt x="257" y="8"/>
                  </a:cubicBezTo>
                  <a:cubicBezTo>
                    <a:pt x="257" y="0"/>
                    <a:pt x="248" y="0"/>
                    <a:pt x="244" y="0"/>
                  </a:cubicBezTo>
                  <a:lnTo>
                    <a:pt x="13" y="0"/>
                  </a:lnTo>
                  <a:cubicBezTo>
                    <a:pt x="8" y="0"/>
                    <a:pt x="0" y="0"/>
                    <a:pt x="0" y="8"/>
                  </a:cubicBezTo>
                  <a:cubicBezTo>
                    <a:pt x="0" y="17"/>
                    <a:pt x="8" y="17"/>
                    <a:pt x="13" y="17"/>
                  </a:cubicBezTo>
                  <a:lnTo>
                    <a:pt x="243" y="17"/>
                  </a:lnTo>
                  <a:close/>
                  <a:moveTo>
                    <a:pt x="244" y="94"/>
                  </a:moveTo>
                  <a:cubicBezTo>
                    <a:pt x="248" y="94"/>
                    <a:pt x="257" y="94"/>
                    <a:pt x="257" y="86"/>
                  </a:cubicBezTo>
                  <a:cubicBezTo>
                    <a:pt x="257" y="77"/>
                    <a:pt x="249" y="77"/>
                    <a:pt x="243" y="77"/>
                  </a:cubicBezTo>
                  <a:lnTo>
                    <a:pt x="13" y="77"/>
                  </a:lnTo>
                  <a:cubicBezTo>
                    <a:pt x="8" y="77"/>
                    <a:pt x="0" y="77"/>
                    <a:pt x="0" y="86"/>
                  </a:cubicBezTo>
                  <a:cubicBezTo>
                    <a:pt x="0" y="94"/>
                    <a:pt x="8" y="94"/>
                    <a:pt x="13" y="94"/>
                  </a:cubicBezTo>
                  <a:lnTo>
                    <a:pt x="244"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2" name="Freeform 76"/>
            <p:cNvSpPr>
              <a:spLocks/>
            </p:cNvSpPr>
            <p:nvPr>
              <p:custDataLst>
                <p:tags r:id="rId220"/>
              </p:custDataLst>
            </p:nvPr>
          </p:nvSpPr>
          <p:spPr bwMode="auto">
            <a:xfrm>
              <a:off x="6813550" y="2709863"/>
              <a:ext cx="41275" cy="84138"/>
            </a:xfrm>
            <a:custGeom>
              <a:avLst/>
              <a:gdLst>
                <a:gd name="T0" fmla="*/ 79 w 127"/>
                <a:gd name="T1" fmla="*/ 9 h 231"/>
                <a:gd name="T2" fmla="*/ 69 w 127"/>
                <a:gd name="T3" fmla="*/ 0 h 231"/>
                <a:gd name="T4" fmla="*/ 0 w 127"/>
                <a:gd name="T5" fmla="*/ 22 h 231"/>
                <a:gd name="T6" fmla="*/ 0 w 127"/>
                <a:gd name="T7" fmla="*/ 35 h 231"/>
                <a:gd name="T8" fmla="*/ 51 w 127"/>
                <a:gd name="T9" fmla="*/ 25 h 231"/>
                <a:gd name="T10" fmla="*/ 51 w 127"/>
                <a:gd name="T11" fmla="*/ 203 h 231"/>
                <a:gd name="T12" fmla="*/ 16 w 127"/>
                <a:gd name="T13" fmla="*/ 219 h 231"/>
                <a:gd name="T14" fmla="*/ 3 w 127"/>
                <a:gd name="T15" fmla="*/ 219 h 231"/>
                <a:gd name="T16" fmla="*/ 3 w 127"/>
                <a:gd name="T17" fmla="*/ 231 h 231"/>
                <a:gd name="T18" fmla="*/ 65 w 127"/>
                <a:gd name="T19" fmla="*/ 230 h 231"/>
                <a:gd name="T20" fmla="*/ 127 w 127"/>
                <a:gd name="T21" fmla="*/ 231 h 231"/>
                <a:gd name="T22" fmla="*/ 127 w 127"/>
                <a:gd name="T23" fmla="*/ 219 h 231"/>
                <a:gd name="T24" fmla="*/ 114 w 127"/>
                <a:gd name="T25" fmla="*/ 219 h 231"/>
                <a:gd name="T26" fmla="*/ 79 w 127"/>
                <a:gd name="T27" fmla="*/ 203 h 231"/>
                <a:gd name="T28" fmla="*/ 79 w 127"/>
                <a:gd name="T29" fmla="*/ 9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 h="231">
                  <a:moveTo>
                    <a:pt x="79" y="9"/>
                  </a:moveTo>
                  <a:cubicBezTo>
                    <a:pt x="79" y="0"/>
                    <a:pt x="79" y="0"/>
                    <a:pt x="69" y="0"/>
                  </a:cubicBezTo>
                  <a:cubicBezTo>
                    <a:pt x="46" y="22"/>
                    <a:pt x="15" y="22"/>
                    <a:pt x="0" y="22"/>
                  </a:cubicBezTo>
                  <a:lnTo>
                    <a:pt x="0" y="35"/>
                  </a:lnTo>
                  <a:cubicBezTo>
                    <a:pt x="9" y="35"/>
                    <a:pt x="32" y="35"/>
                    <a:pt x="51" y="25"/>
                  </a:cubicBezTo>
                  <a:lnTo>
                    <a:pt x="51" y="203"/>
                  </a:lnTo>
                  <a:cubicBezTo>
                    <a:pt x="51" y="214"/>
                    <a:pt x="51" y="219"/>
                    <a:pt x="16" y="219"/>
                  </a:cubicBezTo>
                  <a:lnTo>
                    <a:pt x="3" y="219"/>
                  </a:lnTo>
                  <a:lnTo>
                    <a:pt x="3" y="231"/>
                  </a:lnTo>
                  <a:cubicBezTo>
                    <a:pt x="9" y="231"/>
                    <a:pt x="52" y="230"/>
                    <a:pt x="65" y="230"/>
                  </a:cubicBezTo>
                  <a:cubicBezTo>
                    <a:pt x="76" y="230"/>
                    <a:pt x="120" y="231"/>
                    <a:pt x="127" y="231"/>
                  </a:cubicBezTo>
                  <a:lnTo>
                    <a:pt x="127" y="219"/>
                  </a:lnTo>
                  <a:lnTo>
                    <a:pt x="114" y="219"/>
                  </a:lnTo>
                  <a:cubicBezTo>
                    <a:pt x="79" y="219"/>
                    <a:pt x="79" y="214"/>
                    <a:pt x="79" y="203"/>
                  </a:cubicBezTo>
                  <a:lnTo>
                    <a:pt x="79" y="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3" name="Freeform 77"/>
            <p:cNvSpPr>
              <a:spLocks noEditPoints="1"/>
            </p:cNvSpPr>
            <p:nvPr>
              <p:custDataLst>
                <p:tags r:id="rId221"/>
              </p:custDataLst>
            </p:nvPr>
          </p:nvSpPr>
          <p:spPr bwMode="auto">
            <a:xfrm>
              <a:off x="6870700" y="2709863"/>
              <a:ext cx="50800" cy="87313"/>
            </a:xfrm>
            <a:custGeom>
              <a:avLst/>
              <a:gdLst>
                <a:gd name="T0" fmla="*/ 162 w 162"/>
                <a:gd name="T1" fmla="*/ 120 h 238"/>
                <a:gd name="T2" fmla="*/ 141 w 162"/>
                <a:gd name="T3" fmla="*/ 30 h 238"/>
                <a:gd name="T4" fmla="*/ 81 w 162"/>
                <a:gd name="T5" fmla="*/ 0 h 238"/>
                <a:gd name="T6" fmla="*/ 0 w 162"/>
                <a:gd name="T7" fmla="*/ 120 h 238"/>
                <a:gd name="T8" fmla="*/ 81 w 162"/>
                <a:gd name="T9" fmla="*/ 238 h 238"/>
                <a:gd name="T10" fmla="*/ 162 w 162"/>
                <a:gd name="T11" fmla="*/ 120 h 238"/>
                <a:gd name="T12" fmla="*/ 81 w 162"/>
                <a:gd name="T13" fmla="*/ 229 h 238"/>
                <a:gd name="T14" fmla="*/ 37 w 162"/>
                <a:gd name="T15" fmla="*/ 191 h 238"/>
                <a:gd name="T16" fmla="*/ 32 w 162"/>
                <a:gd name="T17" fmla="*/ 116 h 238"/>
                <a:gd name="T18" fmla="*/ 37 w 162"/>
                <a:gd name="T19" fmla="*/ 44 h 238"/>
                <a:gd name="T20" fmla="*/ 81 w 162"/>
                <a:gd name="T21" fmla="*/ 9 h 238"/>
                <a:gd name="T22" fmla="*/ 124 w 162"/>
                <a:gd name="T23" fmla="*/ 41 h 238"/>
                <a:gd name="T24" fmla="*/ 130 w 162"/>
                <a:gd name="T25" fmla="*/ 116 h 238"/>
                <a:gd name="T26" fmla="*/ 126 w 162"/>
                <a:gd name="T27" fmla="*/ 189 h 238"/>
                <a:gd name="T28" fmla="*/ 81 w 162"/>
                <a:gd name="T29" fmla="*/ 22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2" h="238">
                  <a:moveTo>
                    <a:pt x="162" y="120"/>
                  </a:moveTo>
                  <a:cubicBezTo>
                    <a:pt x="162" y="82"/>
                    <a:pt x="157" y="54"/>
                    <a:pt x="141" y="30"/>
                  </a:cubicBezTo>
                  <a:cubicBezTo>
                    <a:pt x="131" y="14"/>
                    <a:pt x="109" y="0"/>
                    <a:pt x="81" y="0"/>
                  </a:cubicBezTo>
                  <a:cubicBezTo>
                    <a:pt x="0" y="0"/>
                    <a:pt x="0" y="95"/>
                    <a:pt x="0" y="120"/>
                  </a:cubicBezTo>
                  <a:cubicBezTo>
                    <a:pt x="0" y="145"/>
                    <a:pt x="0" y="238"/>
                    <a:pt x="81" y="238"/>
                  </a:cubicBezTo>
                  <a:cubicBezTo>
                    <a:pt x="162" y="238"/>
                    <a:pt x="162" y="145"/>
                    <a:pt x="162" y="120"/>
                  </a:cubicBezTo>
                  <a:close/>
                  <a:moveTo>
                    <a:pt x="81" y="229"/>
                  </a:moveTo>
                  <a:cubicBezTo>
                    <a:pt x="65" y="229"/>
                    <a:pt x="44" y="219"/>
                    <a:pt x="37" y="191"/>
                  </a:cubicBezTo>
                  <a:cubicBezTo>
                    <a:pt x="32" y="170"/>
                    <a:pt x="32" y="141"/>
                    <a:pt x="32" y="116"/>
                  </a:cubicBezTo>
                  <a:cubicBezTo>
                    <a:pt x="32" y="90"/>
                    <a:pt x="32" y="64"/>
                    <a:pt x="37" y="44"/>
                  </a:cubicBezTo>
                  <a:cubicBezTo>
                    <a:pt x="44" y="17"/>
                    <a:pt x="67" y="9"/>
                    <a:pt x="81" y="9"/>
                  </a:cubicBezTo>
                  <a:cubicBezTo>
                    <a:pt x="100" y="9"/>
                    <a:pt x="118" y="21"/>
                    <a:pt x="124" y="41"/>
                  </a:cubicBezTo>
                  <a:cubicBezTo>
                    <a:pt x="130" y="60"/>
                    <a:pt x="130" y="85"/>
                    <a:pt x="130" y="116"/>
                  </a:cubicBezTo>
                  <a:cubicBezTo>
                    <a:pt x="130" y="141"/>
                    <a:pt x="130" y="167"/>
                    <a:pt x="126" y="189"/>
                  </a:cubicBezTo>
                  <a:cubicBezTo>
                    <a:pt x="119" y="221"/>
                    <a:pt x="95" y="229"/>
                    <a:pt x="81" y="22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4" name="Freeform 78"/>
            <p:cNvSpPr>
              <a:spLocks/>
            </p:cNvSpPr>
            <p:nvPr>
              <p:custDataLst>
                <p:tags r:id="rId222"/>
              </p:custDataLst>
            </p:nvPr>
          </p:nvSpPr>
          <p:spPr bwMode="auto">
            <a:xfrm>
              <a:off x="6934200" y="2709863"/>
              <a:ext cx="50800" cy="87313"/>
            </a:xfrm>
            <a:custGeom>
              <a:avLst/>
              <a:gdLst>
                <a:gd name="T0" fmla="*/ 77 w 161"/>
                <a:gd name="T1" fmla="*/ 115 h 238"/>
                <a:gd name="T2" fmla="*/ 123 w 161"/>
                <a:gd name="T3" fmla="*/ 171 h 238"/>
                <a:gd name="T4" fmla="*/ 78 w 161"/>
                <a:gd name="T5" fmla="*/ 227 h 238"/>
                <a:gd name="T6" fmla="*/ 19 w 161"/>
                <a:gd name="T7" fmla="*/ 203 h 238"/>
                <a:gd name="T8" fmla="*/ 39 w 161"/>
                <a:gd name="T9" fmla="*/ 183 h 238"/>
                <a:gd name="T10" fmla="*/ 20 w 161"/>
                <a:gd name="T11" fmla="*/ 164 h 238"/>
                <a:gd name="T12" fmla="*/ 0 w 161"/>
                <a:gd name="T13" fmla="*/ 184 h 238"/>
                <a:gd name="T14" fmla="*/ 79 w 161"/>
                <a:gd name="T15" fmla="*/ 238 h 238"/>
                <a:gd name="T16" fmla="*/ 161 w 161"/>
                <a:gd name="T17" fmla="*/ 171 h 238"/>
                <a:gd name="T18" fmla="*/ 100 w 161"/>
                <a:gd name="T19" fmla="*/ 109 h 238"/>
                <a:gd name="T20" fmla="*/ 150 w 161"/>
                <a:gd name="T21" fmla="*/ 48 h 238"/>
                <a:gd name="T22" fmla="*/ 80 w 161"/>
                <a:gd name="T23" fmla="*/ 0 h 238"/>
                <a:gd name="T24" fmla="*/ 11 w 161"/>
                <a:gd name="T25" fmla="*/ 46 h 238"/>
                <a:gd name="T26" fmla="*/ 29 w 161"/>
                <a:gd name="T27" fmla="*/ 65 h 238"/>
                <a:gd name="T28" fmla="*/ 47 w 161"/>
                <a:gd name="T29" fmla="*/ 47 h 238"/>
                <a:gd name="T30" fmla="*/ 29 w 161"/>
                <a:gd name="T31" fmla="*/ 29 h 238"/>
                <a:gd name="T32" fmla="*/ 79 w 161"/>
                <a:gd name="T33" fmla="*/ 10 h 238"/>
                <a:gd name="T34" fmla="*/ 116 w 161"/>
                <a:gd name="T35" fmla="*/ 48 h 238"/>
                <a:gd name="T36" fmla="*/ 102 w 161"/>
                <a:gd name="T37" fmla="*/ 89 h 238"/>
                <a:gd name="T38" fmla="*/ 64 w 161"/>
                <a:gd name="T39" fmla="*/ 104 h 238"/>
                <a:gd name="T40" fmla="*/ 52 w 161"/>
                <a:gd name="T41" fmla="*/ 105 h 238"/>
                <a:gd name="T42" fmla="*/ 49 w 161"/>
                <a:gd name="T43" fmla="*/ 110 h 238"/>
                <a:gd name="T44" fmla="*/ 58 w 161"/>
                <a:gd name="T45" fmla="*/ 115 h 238"/>
                <a:gd name="T46" fmla="*/ 77 w 161"/>
                <a:gd name="T47" fmla="*/ 115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1" h="238">
                  <a:moveTo>
                    <a:pt x="77" y="115"/>
                  </a:moveTo>
                  <a:cubicBezTo>
                    <a:pt x="104" y="115"/>
                    <a:pt x="123" y="134"/>
                    <a:pt x="123" y="171"/>
                  </a:cubicBezTo>
                  <a:cubicBezTo>
                    <a:pt x="123" y="214"/>
                    <a:pt x="98" y="227"/>
                    <a:pt x="78" y="227"/>
                  </a:cubicBezTo>
                  <a:cubicBezTo>
                    <a:pt x="64" y="227"/>
                    <a:pt x="34" y="223"/>
                    <a:pt x="19" y="203"/>
                  </a:cubicBezTo>
                  <a:cubicBezTo>
                    <a:pt x="35" y="202"/>
                    <a:pt x="39" y="191"/>
                    <a:pt x="39" y="183"/>
                  </a:cubicBezTo>
                  <a:cubicBezTo>
                    <a:pt x="39" y="172"/>
                    <a:pt x="31" y="164"/>
                    <a:pt x="20" y="164"/>
                  </a:cubicBezTo>
                  <a:cubicBezTo>
                    <a:pt x="10" y="164"/>
                    <a:pt x="0" y="170"/>
                    <a:pt x="0" y="184"/>
                  </a:cubicBezTo>
                  <a:cubicBezTo>
                    <a:pt x="0" y="217"/>
                    <a:pt x="37" y="238"/>
                    <a:pt x="79" y="238"/>
                  </a:cubicBezTo>
                  <a:cubicBezTo>
                    <a:pt x="127" y="238"/>
                    <a:pt x="161" y="206"/>
                    <a:pt x="161" y="171"/>
                  </a:cubicBezTo>
                  <a:cubicBezTo>
                    <a:pt x="161" y="144"/>
                    <a:pt x="138" y="117"/>
                    <a:pt x="100" y="109"/>
                  </a:cubicBezTo>
                  <a:cubicBezTo>
                    <a:pt x="137" y="95"/>
                    <a:pt x="150" y="69"/>
                    <a:pt x="150" y="48"/>
                  </a:cubicBezTo>
                  <a:cubicBezTo>
                    <a:pt x="150" y="20"/>
                    <a:pt x="118" y="0"/>
                    <a:pt x="80" y="0"/>
                  </a:cubicBezTo>
                  <a:cubicBezTo>
                    <a:pt x="41" y="0"/>
                    <a:pt x="11" y="19"/>
                    <a:pt x="11" y="46"/>
                  </a:cubicBezTo>
                  <a:cubicBezTo>
                    <a:pt x="11" y="58"/>
                    <a:pt x="19" y="65"/>
                    <a:pt x="29" y="65"/>
                  </a:cubicBezTo>
                  <a:cubicBezTo>
                    <a:pt x="40" y="65"/>
                    <a:pt x="47" y="57"/>
                    <a:pt x="47" y="47"/>
                  </a:cubicBezTo>
                  <a:cubicBezTo>
                    <a:pt x="47" y="37"/>
                    <a:pt x="40" y="30"/>
                    <a:pt x="29" y="29"/>
                  </a:cubicBezTo>
                  <a:cubicBezTo>
                    <a:pt x="42" y="14"/>
                    <a:pt x="66" y="10"/>
                    <a:pt x="79" y="10"/>
                  </a:cubicBezTo>
                  <a:cubicBezTo>
                    <a:pt x="94" y="10"/>
                    <a:pt x="116" y="18"/>
                    <a:pt x="116" y="48"/>
                  </a:cubicBezTo>
                  <a:cubicBezTo>
                    <a:pt x="116" y="63"/>
                    <a:pt x="111" y="79"/>
                    <a:pt x="102" y="89"/>
                  </a:cubicBezTo>
                  <a:cubicBezTo>
                    <a:pt x="91" y="103"/>
                    <a:pt x="81" y="103"/>
                    <a:pt x="64" y="104"/>
                  </a:cubicBezTo>
                  <a:cubicBezTo>
                    <a:pt x="55" y="105"/>
                    <a:pt x="54" y="105"/>
                    <a:pt x="52" y="105"/>
                  </a:cubicBezTo>
                  <a:cubicBezTo>
                    <a:pt x="52" y="105"/>
                    <a:pt x="49" y="106"/>
                    <a:pt x="49" y="110"/>
                  </a:cubicBezTo>
                  <a:cubicBezTo>
                    <a:pt x="49" y="115"/>
                    <a:pt x="52" y="115"/>
                    <a:pt x="58" y="115"/>
                  </a:cubicBezTo>
                  <a:lnTo>
                    <a:pt x="77" y="11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5" name="Freeform 79"/>
            <p:cNvSpPr>
              <a:spLocks/>
            </p:cNvSpPr>
            <p:nvPr>
              <p:custDataLst>
                <p:tags r:id="rId223"/>
              </p:custDataLst>
            </p:nvPr>
          </p:nvSpPr>
          <p:spPr bwMode="auto">
            <a:xfrm>
              <a:off x="7038975" y="2595563"/>
              <a:ext cx="63500" cy="82550"/>
            </a:xfrm>
            <a:custGeom>
              <a:avLst/>
              <a:gdLst>
                <a:gd name="T0" fmla="*/ 29 w 203"/>
                <a:gd name="T1" fmla="*/ 191 h 226"/>
                <a:gd name="T2" fmla="*/ 25 w 203"/>
                <a:gd name="T3" fmla="*/ 212 h 226"/>
                <a:gd name="T4" fmla="*/ 39 w 203"/>
                <a:gd name="T5" fmla="*/ 226 h 226"/>
                <a:gd name="T6" fmla="*/ 58 w 203"/>
                <a:gd name="T7" fmla="*/ 212 h 226"/>
                <a:gd name="T8" fmla="*/ 78 w 203"/>
                <a:gd name="T9" fmla="*/ 133 h 226"/>
                <a:gd name="T10" fmla="*/ 94 w 203"/>
                <a:gd name="T11" fmla="*/ 68 h 226"/>
                <a:gd name="T12" fmla="*/ 122 w 203"/>
                <a:gd name="T13" fmla="*/ 27 h 226"/>
                <a:gd name="T14" fmla="*/ 161 w 203"/>
                <a:gd name="T15" fmla="*/ 11 h 226"/>
                <a:gd name="T16" fmla="*/ 182 w 203"/>
                <a:gd name="T17" fmla="*/ 17 h 226"/>
                <a:gd name="T18" fmla="*/ 156 w 203"/>
                <a:gd name="T19" fmla="*/ 44 h 226"/>
                <a:gd name="T20" fmla="*/ 175 w 203"/>
                <a:gd name="T21" fmla="*/ 62 h 226"/>
                <a:gd name="T22" fmla="*/ 203 w 203"/>
                <a:gd name="T23" fmla="*/ 32 h 226"/>
                <a:gd name="T24" fmla="*/ 161 w 203"/>
                <a:gd name="T25" fmla="*/ 0 h 226"/>
                <a:gd name="T26" fmla="*/ 98 w 203"/>
                <a:gd name="T27" fmla="*/ 38 h 226"/>
                <a:gd name="T28" fmla="*/ 52 w 203"/>
                <a:gd name="T29" fmla="*/ 0 h 226"/>
                <a:gd name="T30" fmla="*/ 15 w 203"/>
                <a:gd name="T31" fmla="*/ 28 h 226"/>
                <a:gd name="T32" fmla="*/ 0 w 203"/>
                <a:gd name="T33" fmla="*/ 76 h 226"/>
                <a:gd name="T34" fmla="*/ 6 w 203"/>
                <a:gd name="T35" fmla="*/ 81 h 226"/>
                <a:gd name="T36" fmla="*/ 14 w 203"/>
                <a:gd name="T37" fmla="*/ 70 h 226"/>
                <a:gd name="T38" fmla="*/ 51 w 203"/>
                <a:gd name="T39" fmla="*/ 11 h 226"/>
                <a:gd name="T40" fmla="*/ 66 w 203"/>
                <a:gd name="T41" fmla="*/ 34 h 226"/>
                <a:gd name="T42" fmla="*/ 58 w 203"/>
                <a:gd name="T43" fmla="*/ 75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8" y="198"/>
                    <a:pt x="25" y="210"/>
                    <a:pt x="25" y="212"/>
                  </a:cubicBezTo>
                  <a:cubicBezTo>
                    <a:pt x="25" y="221"/>
                    <a:pt x="32" y="226"/>
                    <a:pt x="39" y="226"/>
                  </a:cubicBezTo>
                  <a:cubicBezTo>
                    <a:pt x="45" y="226"/>
                    <a:pt x="54" y="222"/>
                    <a:pt x="58" y="212"/>
                  </a:cubicBezTo>
                  <a:cubicBezTo>
                    <a:pt x="59" y="210"/>
                    <a:pt x="76" y="142"/>
                    <a:pt x="78" y="133"/>
                  </a:cubicBezTo>
                  <a:cubicBezTo>
                    <a:pt x="82" y="116"/>
                    <a:pt x="91" y="81"/>
                    <a:pt x="94" y="68"/>
                  </a:cubicBezTo>
                  <a:cubicBezTo>
                    <a:pt x="96" y="62"/>
                    <a:pt x="110" y="38"/>
                    <a:pt x="122" y="27"/>
                  </a:cubicBezTo>
                  <a:cubicBezTo>
                    <a:pt x="126" y="24"/>
                    <a:pt x="140" y="11"/>
                    <a:pt x="161" y="11"/>
                  </a:cubicBezTo>
                  <a:cubicBezTo>
                    <a:pt x="174" y="11"/>
                    <a:pt x="182" y="17"/>
                    <a:pt x="182" y="17"/>
                  </a:cubicBezTo>
                  <a:cubicBezTo>
                    <a:pt x="167" y="19"/>
                    <a:pt x="156" y="31"/>
                    <a:pt x="156" y="44"/>
                  </a:cubicBezTo>
                  <a:cubicBezTo>
                    <a:pt x="156" y="52"/>
                    <a:pt x="162" y="62"/>
                    <a:pt x="175" y="62"/>
                  </a:cubicBezTo>
                  <a:cubicBezTo>
                    <a:pt x="189" y="62"/>
                    <a:pt x="203" y="50"/>
                    <a:pt x="203" y="32"/>
                  </a:cubicBezTo>
                  <a:cubicBezTo>
                    <a:pt x="203" y="15"/>
                    <a:pt x="187" y="0"/>
                    <a:pt x="161" y="0"/>
                  </a:cubicBezTo>
                  <a:cubicBezTo>
                    <a:pt x="129" y="0"/>
                    <a:pt x="107" y="24"/>
                    <a:pt x="98" y="38"/>
                  </a:cubicBezTo>
                  <a:cubicBezTo>
                    <a:pt x="94" y="16"/>
                    <a:pt x="76" y="0"/>
                    <a:pt x="52" y="0"/>
                  </a:cubicBezTo>
                  <a:cubicBezTo>
                    <a:pt x="29" y="0"/>
                    <a:pt x="20" y="19"/>
                    <a:pt x="15" y="28"/>
                  </a:cubicBezTo>
                  <a:cubicBezTo>
                    <a:pt x="6" y="45"/>
                    <a:pt x="0" y="75"/>
                    <a:pt x="0" y="76"/>
                  </a:cubicBezTo>
                  <a:cubicBezTo>
                    <a:pt x="0" y="81"/>
                    <a:pt x="5" y="81"/>
                    <a:pt x="6" y="81"/>
                  </a:cubicBezTo>
                  <a:cubicBezTo>
                    <a:pt x="11" y="81"/>
                    <a:pt x="11" y="81"/>
                    <a:pt x="14" y="70"/>
                  </a:cubicBezTo>
                  <a:cubicBezTo>
                    <a:pt x="23" y="35"/>
                    <a:pt x="33" y="11"/>
                    <a:pt x="51" y="11"/>
                  </a:cubicBezTo>
                  <a:cubicBezTo>
                    <a:pt x="59" y="11"/>
                    <a:pt x="66" y="15"/>
                    <a:pt x="66" y="34"/>
                  </a:cubicBezTo>
                  <a:cubicBezTo>
                    <a:pt x="66" y="44"/>
                    <a:pt x="65" y="50"/>
                    <a:pt x="58" y="75"/>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6" name="Freeform 80"/>
            <p:cNvSpPr>
              <a:spLocks noEditPoints="1"/>
            </p:cNvSpPr>
            <p:nvPr>
              <p:custDataLst>
                <p:tags r:id="rId224"/>
              </p:custDataLst>
            </p:nvPr>
          </p:nvSpPr>
          <p:spPr bwMode="auto">
            <a:xfrm>
              <a:off x="7116763" y="2595563"/>
              <a:ext cx="60325" cy="82550"/>
            </a:xfrm>
            <a:custGeom>
              <a:avLst/>
              <a:gdLst>
                <a:gd name="T0" fmla="*/ 71 w 192"/>
                <a:gd name="T1" fmla="*/ 105 h 226"/>
                <a:gd name="T2" fmla="*/ 147 w 192"/>
                <a:gd name="T3" fmla="*/ 93 h 226"/>
                <a:gd name="T4" fmla="*/ 184 w 192"/>
                <a:gd name="T5" fmla="*/ 42 h 226"/>
                <a:gd name="T6" fmla="*/ 131 w 192"/>
                <a:gd name="T7" fmla="*/ 0 h 226"/>
                <a:gd name="T8" fmla="*/ 0 w 192"/>
                <a:gd name="T9" fmla="*/ 135 h 226"/>
                <a:gd name="T10" fmla="*/ 79 w 192"/>
                <a:gd name="T11" fmla="*/ 226 h 226"/>
                <a:gd name="T12" fmla="*/ 192 w 192"/>
                <a:gd name="T13" fmla="*/ 167 h 226"/>
                <a:gd name="T14" fmla="*/ 186 w 192"/>
                <a:gd name="T15" fmla="*/ 160 h 226"/>
                <a:gd name="T16" fmla="*/ 179 w 192"/>
                <a:gd name="T17" fmla="*/ 165 h 226"/>
                <a:gd name="T18" fmla="*/ 80 w 192"/>
                <a:gd name="T19" fmla="*/ 215 h 226"/>
                <a:gd name="T20" fmla="*/ 36 w 192"/>
                <a:gd name="T21" fmla="*/ 157 h 226"/>
                <a:gd name="T22" fmla="*/ 44 w 192"/>
                <a:gd name="T23" fmla="*/ 105 h 226"/>
                <a:gd name="T24" fmla="*/ 71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1" y="105"/>
                  </a:moveTo>
                  <a:cubicBezTo>
                    <a:pt x="85" y="105"/>
                    <a:pt x="122" y="104"/>
                    <a:pt x="147" y="93"/>
                  </a:cubicBezTo>
                  <a:cubicBezTo>
                    <a:pt x="182" y="78"/>
                    <a:pt x="184" y="49"/>
                    <a:pt x="184" y="42"/>
                  </a:cubicBezTo>
                  <a:cubicBezTo>
                    <a:pt x="184" y="20"/>
                    <a:pt x="165" y="0"/>
                    <a:pt x="131" y="0"/>
                  </a:cubicBezTo>
                  <a:cubicBezTo>
                    <a:pt x="76" y="0"/>
                    <a:pt x="0" y="48"/>
                    <a:pt x="0" y="135"/>
                  </a:cubicBezTo>
                  <a:cubicBezTo>
                    <a:pt x="0" y="186"/>
                    <a:pt x="30" y="226"/>
                    <a:pt x="79" y="226"/>
                  </a:cubicBezTo>
                  <a:cubicBezTo>
                    <a:pt x="150" y="226"/>
                    <a:pt x="192" y="173"/>
                    <a:pt x="192" y="167"/>
                  </a:cubicBezTo>
                  <a:cubicBezTo>
                    <a:pt x="192" y="164"/>
                    <a:pt x="189" y="160"/>
                    <a:pt x="186" y="160"/>
                  </a:cubicBezTo>
                  <a:cubicBezTo>
                    <a:pt x="183" y="160"/>
                    <a:pt x="182" y="161"/>
                    <a:pt x="179" y="165"/>
                  </a:cubicBezTo>
                  <a:cubicBezTo>
                    <a:pt x="140" y="215"/>
                    <a:pt x="86" y="215"/>
                    <a:pt x="80" y="215"/>
                  </a:cubicBezTo>
                  <a:cubicBezTo>
                    <a:pt x="41" y="215"/>
                    <a:pt x="36" y="173"/>
                    <a:pt x="36" y="157"/>
                  </a:cubicBezTo>
                  <a:cubicBezTo>
                    <a:pt x="36" y="151"/>
                    <a:pt x="37" y="135"/>
                    <a:pt x="44" y="105"/>
                  </a:cubicBezTo>
                  <a:lnTo>
                    <a:pt x="71" y="105"/>
                  </a:lnTo>
                  <a:close/>
                  <a:moveTo>
                    <a:pt x="47" y="94"/>
                  </a:moveTo>
                  <a:cubicBezTo>
                    <a:pt x="67" y="18"/>
                    <a:pt x="118" y="11"/>
                    <a:pt x="131" y="11"/>
                  </a:cubicBezTo>
                  <a:cubicBezTo>
                    <a:pt x="154"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7" name="Freeform 81"/>
            <p:cNvSpPr>
              <a:spLocks/>
            </p:cNvSpPr>
            <p:nvPr>
              <p:custDataLst>
                <p:tags r:id="rId225"/>
              </p:custDataLst>
            </p:nvPr>
          </p:nvSpPr>
          <p:spPr bwMode="auto">
            <a:xfrm>
              <a:off x="7189788" y="2595563"/>
              <a:ext cx="66675" cy="82550"/>
            </a:xfrm>
            <a:custGeom>
              <a:avLst/>
              <a:gdLst>
                <a:gd name="T0" fmla="*/ 44 w 211"/>
                <a:gd name="T1" fmla="*/ 179 h 226"/>
                <a:gd name="T2" fmla="*/ 104 w 211"/>
                <a:gd name="T3" fmla="*/ 122 h 226"/>
                <a:gd name="T4" fmla="*/ 153 w 211"/>
                <a:gd name="T5" fmla="*/ 77 h 226"/>
                <a:gd name="T6" fmla="*/ 211 w 211"/>
                <a:gd name="T7" fmla="*/ 5 h 226"/>
                <a:gd name="T8" fmla="*/ 206 w 211"/>
                <a:gd name="T9" fmla="*/ 0 h 226"/>
                <a:gd name="T10" fmla="*/ 198 w 211"/>
                <a:gd name="T11" fmla="*/ 5 h 226"/>
                <a:gd name="T12" fmla="*/ 161 w 211"/>
                <a:gd name="T13" fmla="*/ 37 h 226"/>
                <a:gd name="T14" fmla="*/ 135 w 211"/>
                <a:gd name="T15" fmla="*/ 21 h 226"/>
                <a:gd name="T16" fmla="*/ 101 w 211"/>
                <a:gd name="T17" fmla="*/ 0 h 226"/>
                <a:gd name="T18" fmla="*/ 41 w 211"/>
                <a:gd name="T19" fmla="*/ 57 h 226"/>
                <a:gd name="T20" fmla="*/ 46 w 211"/>
                <a:gd name="T21" fmla="*/ 62 h 226"/>
                <a:gd name="T22" fmla="*/ 53 w 211"/>
                <a:gd name="T23" fmla="*/ 57 h 226"/>
                <a:gd name="T24" fmla="*/ 95 w 211"/>
                <a:gd name="T25" fmla="*/ 33 h 226"/>
                <a:gd name="T26" fmla="*/ 127 w 211"/>
                <a:gd name="T27" fmla="*/ 41 h 226"/>
                <a:gd name="T28" fmla="*/ 165 w 211"/>
                <a:gd name="T29" fmla="*/ 48 h 226"/>
                <a:gd name="T30" fmla="*/ 96 w 211"/>
                <a:gd name="T31" fmla="*/ 113 h 226"/>
                <a:gd name="T32" fmla="*/ 51 w 211"/>
                <a:gd name="T33" fmla="*/ 155 h 226"/>
                <a:gd name="T34" fmla="*/ 0 w 211"/>
                <a:gd name="T35" fmla="*/ 221 h 226"/>
                <a:gd name="T36" fmla="*/ 6 w 211"/>
                <a:gd name="T37" fmla="*/ 226 h 226"/>
                <a:gd name="T38" fmla="*/ 14 w 211"/>
                <a:gd name="T39" fmla="*/ 219 h 226"/>
                <a:gd name="T40" fmla="*/ 56 w 211"/>
                <a:gd name="T41" fmla="*/ 188 h 226"/>
                <a:gd name="T42" fmla="*/ 85 w 211"/>
                <a:gd name="T43" fmla="*/ 207 h 226"/>
                <a:gd name="T44" fmla="*/ 117 w 211"/>
                <a:gd name="T45" fmla="*/ 226 h 226"/>
                <a:gd name="T46" fmla="*/ 195 w 211"/>
                <a:gd name="T47" fmla="*/ 149 h 226"/>
                <a:gd name="T48" fmla="*/ 189 w 211"/>
                <a:gd name="T49" fmla="*/ 144 h 226"/>
                <a:gd name="T50" fmla="*/ 182 w 211"/>
                <a:gd name="T51" fmla="*/ 150 h 226"/>
                <a:gd name="T52" fmla="*/ 122 w 211"/>
                <a:gd name="T53" fmla="*/ 192 h 226"/>
                <a:gd name="T54" fmla="*/ 93 w 211"/>
                <a:gd name="T55" fmla="*/ 186 h 226"/>
                <a:gd name="T56" fmla="*/ 58 w 211"/>
                <a:gd name="T57" fmla="*/ 177 h 226"/>
                <a:gd name="T58" fmla="*/ 44 w 211"/>
                <a:gd name="T59" fmla="*/ 17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1" h="226">
                  <a:moveTo>
                    <a:pt x="44" y="179"/>
                  </a:moveTo>
                  <a:cubicBezTo>
                    <a:pt x="71" y="150"/>
                    <a:pt x="86" y="137"/>
                    <a:pt x="104" y="122"/>
                  </a:cubicBezTo>
                  <a:cubicBezTo>
                    <a:pt x="104" y="121"/>
                    <a:pt x="135" y="95"/>
                    <a:pt x="153" y="77"/>
                  </a:cubicBezTo>
                  <a:cubicBezTo>
                    <a:pt x="200" y="31"/>
                    <a:pt x="211" y="7"/>
                    <a:pt x="211" y="5"/>
                  </a:cubicBezTo>
                  <a:cubicBezTo>
                    <a:pt x="211" y="0"/>
                    <a:pt x="207" y="0"/>
                    <a:pt x="206" y="0"/>
                  </a:cubicBezTo>
                  <a:cubicBezTo>
                    <a:pt x="202" y="0"/>
                    <a:pt x="201" y="1"/>
                    <a:pt x="198" y="5"/>
                  </a:cubicBezTo>
                  <a:cubicBezTo>
                    <a:pt x="183" y="29"/>
                    <a:pt x="173" y="37"/>
                    <a:pt x="161" y="37"/>
                  </a:cubicBezTo>
                  <a:cubicBezTo>
                    <a:pt x="149" y="37"/>
                    <a:pt x="143" y="30"/>
                    <a:pt x="135" y="21"/>
                  </a:cubicBezTo>
                  <a:cubicBezTo>
                    <a:pt x="126" y="10"/>
                    <a:pt x="117" y="0"/>
                    <a:pt x="101" y="0"/>
                  </a:cubicBezTo>
                  <a:cubicBezTo>
                    <a:pt x="63" y="0"/>
                    <a:pt x="41" y="46"/>
                    <a:pt x="41" y="57"/>
                  </a:cubicBezTo>
                  <a:cubicBezTo>
                    <a:pt x="41" y="59"/>
                    <a:pt x="42" y="62"/>
                    <a:pt x="46" y="62"/>
                  </a:cubicBezTo>
                  <a:cubicBezTo>
                    <a:pt x="51" y="62"/>
                    <a:pt x="52" y="60"/>
                    <a:pt x="53" y="57"/>
                  </a:cubicBezTo>
                  <a:cubicBezTo>
                    <a:pt x="62" y="34"/>
                    <a:pt x="91" y="33"/>
                    <a:pt x="95" y="33"/>
                  </a:cubicBezTo>
                  <a:cubicBezTo>
                    <a:pt x="106" y="33"/>
                    <a:pt x="115" y="37"/>
                    <a:pt x="127" y="41"/>
                  </a:cubicBezTo>
                  <a:cubicBezTo>
                    <a:pt x="147" y="48"/>
                    <a:pt x="152" y="48"/>
                    <a:pt x="165" y="48"/>
                  </a:cubicBezTo>
                  <a:cubicBezTo>
                    <a:pt x="147" y="69"/>
                    <a:pt x="105" y="105"/>
                    <a:pt x="96" y="113"/>
                  </a:cubicBezTo>
                  <a:lnTo>
                    <a:pt x="51" y="155"/>
                  </a:lnTo>
                  <a:cubicBezTo>
                    <a:pt x="17" y="189"/>
                    <a:pt x="0" y="217"/>
                    <a:pt x="0" y="221"/>
                  </a:cubicBezTo>
                  <a:cubicBezTo>
                    <a:pt x="0" y="226"/>
                    <a:pt x="5" y="226"/>
                    <a:pt x="6" y="226"/>
                  </a:cubicBezTo>
                  <a:cubicBezTo>
                    <a:pt x="10" y="226"/>
                    <a:pt x="11" y="225"/>
                    <a:pt x="14" y="219"/>
                  </a:cubicBezTo>
                  <a:cubicBezTo>
                    <a:pt x="25" y="202"/>
                    <a:pt x="40" y="188"/>
                    <a:pt x="56" y="188"/>
                  </a:cubicBezTo>
                  <a:cubicBezTo>
                    <a:pt x="67" y="188"/>
                    <a:pt x="72" y="193"/>
                    <a:pt x="85" y="207"/>
                  </a:cubicBezTo>
                  <a:cubicBezTo>
                    <a:pt x="93" y="218"/>
                    <a:pt x="102" y="226"/>
                    <a:pt x="117" y="226"/>
                  </a:cubicBezTo>
                  <a:cubicBezTo>
                    <a:pt x="166" y="226"/>
                    <a:pt x="195" y="162"/>
                    <a:pt x="195" y="149"/>
                  </a:cubicBezTo>
                  <a:cubicBezTo>
                    <a:pt x="195" y="146"/>
                    <a:pt x="193" y="144"/>
                    <a:pt x="189" y="144"/>
                  </a:cubicBezTo>
                  <a:cubicBezTo>
                    <a:pt x="185" y="144"/>
                    <a:pt x="184" y="147"/>
                    <a:pt x="182" y="150"/>
                  </a:cubicBezTo>
                  <a:cubicBezTo>
                    <a:pt x="171" y="183"/>
                    <a:pt x="139" y="192"/>
                    <a:pt x="122" y="192"/>
                  </a:cubicBezTo>
                  <a:cubicBezTo>
                    <a:pt x="112" y="192"/>
                    <a:pt x="103" y="189"/>
                    <a:pt x="93" y="186"/>
                  </a:cubicBezTo>
                  <a:cubicBezTo>
                    <a:pt x="76" y="179"/>
                    <a:pt x="68" y="177"/>
                    <a:pt x="58" y="177"/>
                  </a:cubicBezTo>
                  <a:cubicBezTo>
                    <a:pt x="57" y="177"/>
                    <a:pt x="49" y="177"/>
                    <a:pt x="44" y="17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8" name="Freeform 82"/>
            <p:cNvSpPr>
              <a:spLocks noEditPoints="1"/>
            </p:cNvSpPr>
            <p:nvPr>
              <p:custDataLst>
                <p:tags r:id="rId226"/>
              </p:custDataLst>
            </p:nvPr>
          </p:nvSpPr>
          <p:spPr bwMode="auto">
            <a:xfrm>
              <a:off x="7270750" y="2595563"/>
              <a:ext cx="60325" cy="82550"/>
            </a:xfrm>
            <a:custGeom>
              <a:avLst/>
              <a:gdLst>
                <a:gd name="T0" fmla="*/ 70 w 191"/>
                <a:gd name="T1" fmla="*/ 105 h 226"/>
                <a:gd name="T2" fmla="*/ 146 w 191"/>
                <a:gd name="T3" fmla="*/ 93 h 226"/>
                <a:gd name="T4" fmla="*/ 184 w 191"/>
                <a:gd name="T5" fmla="*/ 42 h 226"/>
                <a:gd name="T6" fmla="*/ 130 w 191"/>
                <a:gd name="T7" fmla="*/ 0 h 226"/>
                <a:gd name="T8" fmla="*/ 0 w 191"/>
                <a:gd name="T9" fmla="*/ 135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6 w 191"/>
                <a:gd name="T21" fmla="*/ 157 h 226"/>
                <a:gd name="T22" fmla="*/ 44 w 191"/>
                <a:gd name="T23" fmla="*/ 105 h 226"/>
                <a:gd name="T24" fmla="*/ 70 w 191"/>
                <a:gd name="T25" fmla="*/ 105 h 226"/>
                <a:gd name="T26" fmla="*/ 47 w 191"/>
                <a:gd name="T27" fmla="*/ 94 h 226"/>
                <a:gd name="T28" fmla="*/ 130 w 191"/>
                <a:gd name="T29" fmla="*/ 11 h 226"/>
                <a:gd name="T30" fmla="*/ 167 w 191"/>
                <a:gd name="T31" fmla="*/ 42 h 226"/>
                <a:gd name="T32" fmla="*/ 67 w 191"/>
                <a:gd name="T33" fmla="*/ 94 h 226"/>
                <a:gd name="T34" fmla="*/ 47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4" y="105"/>
                    <a:pt x="121" y="104"/>
                    <a:pt x="146" y="93"/>
                  </a:cubicBezTo>
                  <a:cubicBezTo>
                    <a:pt x="181" y="78"/>
                    <a:pt x="184" y="49"/>
                    <a:pt x="184" y="42"/>
                  </a:cubicBezTo>
                  <a:cubicBezTo>
                    <a:pt x="184" y="20"/>
                    <a:pt x="165" y="0"/>
                    <a:pt x="130" y="0"/>
                  </a:cubicBezTo>
                  <a:cubicBezTo>
                    <a:pt x="75" y="0"/>
                    <a:pt x="0" y="48"/>
                    <a:pt x="0" y="135"/>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39" y="215"/>
                    <a:pt x="85" y="215"/>
                    <a:pt x="79" y="215"/>
                  </a:cubicBezTo>
                  <a:cubicBezTo>
                    <a:pt x="40" y="215"/>
                    <a:pt x="36" y="173"/>
                    <a:pt x="36" y="157"/>
                  </a:cubicBezTo>
                  <a:cubicBezTo>
                    <a:pt x="36" y="151"/>
                    <a:pt x="36" y="135"/>
                    <a:pt x="44" y="105"/>
                  </a:cubicBezTo>
                  <a:lnTo>
                    <a:pt x="70" y="105"/>
                  </a:lnTo>
                  <a:close/>
                  <a:moveTo>
                    <a:pt x="47" y="94"/>
                  </a:moveTo>
                  <a:cubicBezTo>
                    <a:pt x="66" y="18"/>
                    <a:pt x="117" y="11"/>
                    <a:pt x="130" y="11"/>
                  </a:cubicBezTo>
                  <a:cubicBezTo>
                    <a:pt x="154" y="11"/>
                    <a:pt x="167" y="25"/>
                    <a:pt x="167" y="42"/>
                  </a:cubicBezTo>
                  <a:cubicBezTo>
                    <a:pt x="167" y="94"/>
                    <a:pt x="87"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49" name="Freeform 83"/>
            <p:cNvSpPr>
              <a:spLocks/>
            </p:cNvSpPr>
            <p:nvPr>
              <p:custDataLst>
                <p:tags r:id="rId227"/>
              </p:custDataLst>
            </p:nvPr>
          </p:nvSpPr>
          <p:spPr bwMode="auto">
            <a:xfrm>
              <a:off x="7340600" y="2595563"/>
              <a:ext cx="65088" cy="82550"/>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6 h 226"/>
                <a:gd name="T34" fmla="*/ 6 w 203"/>
                <a:gd name="T35" fmla="*/ 81 h 226"/>
                <a:gd name="T36" fmla="*/ 15 w 203"/>
                <a:gd name="T37" fmla="*/ 70 h 226"/>
                <a:gd name="T38" fmla="*/ 51 w 203"/>
                <a:gd name="T39" fmla="*/ 11 h 226"/>
                <a:gd name="T40" fmla="*/ 67 w 203"/>
                <a:gd name="T41" fmla="*/ 34 h 226"/>
                <a:gd name="T42" fmla="*/ 59 w 203"/>
                <a:gd name="T43" fmla="*/ 75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6"/>
                    <a:pt x="91" y="81"/>
                    <a:pt x="94" y="68"/>
                  </a:cubicBezTo>
                  <a:cubicBezTo>
                    <a:pt x="96" y="62"/>
                    <a:pt x="110" y="38"/>
                    <a:pt x="122" y="27"/>
                  </a:cubicBezTo>
                  <a:cubicBezTo>
                    <a:pt x="126" y="24"/>
                    <a:pt x="140"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29" y="0"/>
                    <a:pt x="107" y="24"/>
                    <a:pt x="98" y="38"/>
                  </a:cubicBezTo>
                  <a:cubicBezTo>
                    <a:pt x="94" y="16"/>
                    <a:pt x="76" y="0"/>
                    <a:pt x="53" y="0"/>
                  </a:cubicBezTo>
                  <a:cubicBezTo>
                    <a:pt x="30" y="0"/>
                    <a:pt x="20" y="19"/>
                    <a:pt x="16" y="28"/>
                  </a:cubicBezTo>
                  <a:cubicBezTo>
                    <a:pt x="7" y="45"/>
                    <a:pt x="0" y="75"/>
                    <a:pt x="0" y="76"/>
                  </a:cubicBezTo>
                  <a:cubicBezTo>
                    <a:pt x="0" y="81"/>
                    <a:pt x="5" y="81"/>
                    <a:pt x="6" y="81"/>
                  </a:cubicBezTo>
                  <a:cubicBezTo>
                    <a:pt x="11" y="81"/>
                    <a:pt x="12" y="81"/>
                    <a:pt x="15" y="70"/>
                  </a:cubicBezTo>
                  <a:cubicBezTo>
                    <a:pt x="23" y="35"/>
                    <a:pt x="33" y="11"/>
                    <a:pt x="51" y="11"/>
                  </a:cubicBezTo>
                  <a:cubicBezTo>
                    <a:pt x="60" y="11"/>
                    <a:pt x="67" y="15"/>
                    <a:pt x="67" y="34"/>
                  </a:cubicBezTo>
                  <a:cubicBezTo>
                    <a:pt x="67" y="44"/>
                    <a:pt x="65" y="50"/>
                    <a:pt x="59" y="75"/>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50" name="Freeform 84"/>
            <p:cNvSpPr>
              <a:spLocks/>
            </p:cNvSpPr>
            <p:nvPr>
              <p:custDataLst>
                <p:tags r:id="rId228"/>
              </p:custDataLst>
            </p:nvPr>
          </p:nvSpPr>
          <p:spPr bwMode="auto">
            <a:xfrm>
              <a:off x="7416800" y="2595563"/>
              <a:ext cx="68263" cy="82550"/>
            </a:xfrm>
            <a:custGeom>
              <a:avLst/>
              <a:gdLst>
                <a:gd name="T0" fmla="*/ 219 w 219"/>
                <a:gd name="T1" fmla="*/ 35 h 226"/>
                <a:gd name="T2" fmla="*/ 197 w 219"/>
                <a:gd name="T3" fmla="*/ 0 h 226"/>
                <a:gd name="T4" fmla="*/ 173 w 219"/>
                <a:gd name="T5" fmla="*/ 24 h 226"/>
                <a:gd name="T6" fmla="*/ 181 w 219"/>
                <a:gd name="T7" fmla="*/ 39 h 226"/>
                <a:gd name="T8" fmla="*/ 198 w 219"/>
                <a:gd name="T9" fmla="*/ 79 h 226"/>
                <a:gd name="T10" fmla="*/ 109 w 219"/>
                <a:gd name="T11" fmla="*/ 215 h 226"/>
                <a:gd name="T12" fmla="*/ 72 w 219"/>
                <a:gd name="T13" fmla="*/ 171 h 226"/>
                <a:gd name="T14" fmla="*/ 101 w 219"/>
                <a:gd name="T15" fmla="*/ 65 h 226"/>
                <a:gd name="T16" fmla="*/ 107 w 219"/>
                <a:gd name="T17" fmla="*/ 41 h 226"/>
                <a:gd name="T18" fmla="*/ 66 w 219"/>
                <a:gd name="T19" fmla="*/ 0 h 226"/>
                <a:gd name="T20" fmla="*/ 0 w 219"/>
                <a:gd name="T21" fmla="*/ 76 h 226"/>
                <a:gd name="T22" fmla="*/ 6 w 219"/>
                <a:gd name="T23" fmla="*/ 81 h 226"/>
                <a:gd name="T24" fmla="*/ 14 w 219"/>
                <a:gd name="T25" fmla="*/ 72 h 226"/>
                <a:gd name="T26" fmla="*/ 65 w 219"/>
                <a:gd name="T27" fmla="*/ 11 h 226"/>
                <a:gd name="T28" fmla="*/ 77 w 219"/>
                <a:gd name="T29" fmla="*/ 27 h 226"/>
                <a:gd name="T30" fmla="*/ 69 w 219"/>
                <a:gd name="T31" fmla="*/ 62 h 226"/>
                <a:gd name="T32" fmla="*/ 40 w 219"/>
                <a:gd name="T33" fmla="*/ 164 h 226"/>
                <a:gd name="T34" fmla="*/ 107 w 219"/>
                <a:gd name="T35" fmla="*/ 226 h 226"/>
                <a:gd name="T36" fmla="*/ 219 w 219"/>
                <a:gd name="T37" fmla="*/ 3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226">
                  <a:moveTo>
                    <a:pt x="219" y="35"/>
                  </a:moveTo>
                  <a:cubicBezTo>
                    <a:pt x="219" y="8"/>
                    <a:pt x="206" y="0"/>
                    <a:pt x="197" y="0"/>
                  </a:cubicBezTo>
                  <a:cubicBezTo>
                    <a:pt x="185" y="0"/>
                    <a:pt x="173" y="13"/>
                    <a:pt x="173" y="24"/>
                  </a:cubicBezTo>
                  <a:cubicBezTo>
                    <a:pt x="173" y="30"/>
                    <a:pt x="175" y="33"/>
                    <a:pt x="181" y="39"/>
                  </a:cubicBezTo>
                  <a:cubicBezTo>
                    <a:pt x="191" y="49"/>
                    <a:pt x="198" y="62"/>
                    <a:pt x="198" y="79"/>
                  </a:cubicBezTo>
                  <a:cubicBezTo>
                    <a:pt x="198" y="100"/>
                    <a:pt x="167" y="215"/>
                    <a:pt x="109" y="215"/>
                  </a:cubicBezTo>
                  <a:cubicBezTo>
                    <a:pt x="84" y="215"/>
                    <a:pt x="72" y="197"/>
                    <a:pt x="72" y="171"/>
                  </a:cubicBezTo>
                  <a:cubicBezTo>
                    <a:pt x="72" y="143"/>
                    <a:pt x="86" y="107"/>
                    <a:pt x="101" y="65"/>
                  </a:cubicBezTo>
                  <a:cubicBezTo>
                    <a:pt x="105" y="57"/>
                    <a:pt x="107" y="50"/>
                    <a:pt x="107" y="41"/>
                  </a:cubicBezTo>
                  <a:cubicBezTo>
                    <a:pt x="107" y="18"/>
                    <a:pt x="91" y="0"/>
                    <a:pt x="66" y="0"/>
                  </a:cubicBezTo>
                  <a:cubicBezTo>
                    <a:pt x="19" y="0"/>
                    <a:pt x="0" y="72"/>
                    <a:pt x="0" y="76"/>
                  </a:cubicBezTo>
                  <a:cubicBezTo>
                    <a:pt x="0" y="81"/>
                    <a:pt x="5" y="81"/>
                    <a:pt x="6" y="81"/>
                  </a:cubicBezTo>
                  <a:cubicBezTo>
                    <a:pt x="11" y="81"/>
                    <a:pt x="12" y="80"/>
                    <a:pt x="14" y="72"/>
                  </a:cubicBezTo>
                  <a:cubicBezTo>
                    <a:pt x="29" y="22"/>
                    <a:pt x="50" y="11"/>
                    <a:pt x="65" y="11"/>
                  </a:cubicBezTo>
                  <a:cubicBezTo>
                    <a:pt x="69" y="11"/>
                    <a:pt x="77" y="11"/>
                    <a:pt x="77" y="27"/>
                  </a:cubicBezTo>
                  <a:cubicBezTo>
                    <a:pt x="77" y="39"/>
                    <a:pt x="72" y="53"/>
                    <a:pt x="69" y="62"/>
                  </a:cubicBezTo>
                  <a:cubicBezTo>
                    <a:pt x="47" y="119"/>
                    <a:pt x="40" y="142"/>
                    <a:pt x="40" y="164"/>
                  </a:cubicBezTo>
                  <a:cubicBezTo>
                    <a:pt x="40" y="218"/>
                    <a:pt x="84" y="226"/>
                    <a:pt x="107" y="226"/>
                  </a:cubicBezTo>
                  <a:cubicBezTo>
                    <a:pt x="191" y="226"/>
                    <a:pt x="219" y="61"/>
                    <a:pt x="219" y="3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51" name="Freeform 85"/>
            <p:cNvSpPr>
              <a:spLocks noEditPoints="1"/>
            </p:cNvSpPr>
            <p:nvPr>
              <p:custDataLst>
                <p:tags r:id="rId229"/>
              </p:custDataLst>
            </p:nvPr>
          </p:nvSpPr>
          <p:spPr bwMode="auto">
            <a:xfrm>
              <a:off x="7500938" y="2595563"/>
              <a:ext cx="71438" cy="82550"/>
            </a:xfrm>
            <a:custGeom>
              <a:avLst/>
              <a:gdLst>
                <a:gd name="T0" fmla="*/ 166 w 229"/>
                <a:gd name="T1" fmla="*/ 32 h 226"/>
                <a:gd name="T2" fmla="*/ 120 w 229"/>
                <a:gd name="T3" fmla="*/ 0 h 226"/>
                <a:gd name="T4" fmla="*/ 0 w 229"/>
                <a:gd name="T5" fmla="*/ 146 h 226"/>
                <a:gd name="T6" fmla="*/ 67 w 229"/>
                <a:gd name="T7" fmla="*/ 226 h 226"/>
                <a:gd name="T8" fmla="*/ 131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0" y="0"/>
                  </a:cubicBezTo>
                  <a:cubicBezTo>
                    <a:pt x="62" y="0"/>
                    <a:pt x="0" y="73"/>
                    <a:pt x="0" y="146"/>
                  </a:cubicBezTo>
                  <a:cubicBezTo>
                    <a:pt x="0" y="193"/>
                    <a:pt x="28" y="226"/>
                    <a:pt x="67" y="226"/>
                  </a:cubicBezTo>
                  <a:cubicBezTo>
                    <a:pt x="77" y="226"/>
                    <a:pt x="101" y="224"/>
                    <a:pt x="131" y="188"/>
                  </a:cubicBezTo>
                  <a:cubicBezTo>
                    <a:pt x="135"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2" y="215"/>
                    <a:pt x="68" y="215"/>
                  </a:cubicBezTo>
                  <a:cubicBezTo>
                    <a:pt x="43" y="215"/>
                    <a:pt x="36" y="187"/>
                    <a:pt x="36" y="168"/>
                  </a:cubicBezTo>
                  <a:cubicBezTo>
                    <a:pt x="36" y="143"/>
                    <a:pt x="52" y="81"/>
                    <a:pt x="63" y="59"/>
                  </a:cubicBezTo>
                  <a:cubicBezTo>
                    <a:pt x="79"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52" name="Freeform 86"/>
            <p:cNvSpPr>
              <a:spLocks/>
            </p:cNvSpPr>
            <p:nvPr>
              <p:custDataLst>
                <p:tags r:id="rId230"/>
              </p:custDataLst>
            </p:nvPr>
          </p:nvSpPr>
          <p:spPr bwMode="auto">
            <a:xfrm>
              <a:off x="7583488" y="2595563"/>
              <a:ext cx="61913" cy="82550"/>
            </a:xfrm>
            <a:custGeom>
              <a:avLst/>
              <a:gdLst>
                <a:gd name="T0" fmla="*/ 177 w 194"/>
                <a:gd name="T1" fmla="*/ 31 h 226"/>
                <a:gd name="T2" fmla="*/ 155 w 194"/>
                <a:gd name="T3" fmla="*/ 38 h 226"/>
                <a:gd name="T4" fmla="*/ 146 w 194"/>
                <a:gd name="T5" fmla="*/ 57 h 226"/>
                <a:gd name="T6" fmla="*/ 165 w 194"/>
                <a:gd name="T7" fmla="*/ 74 h 226"/>
                <a:gd name="T8" fmla="*/ 193 w 194"/>
                <a:gd name="T9" fmla="*/ 43 h 226"/>
                <a:gd name="T10" fmla="*/ 134 w 194"/>
                <a:gd name="T11" fmla="*/ 0 h 226"/>
                <a:gd name="T12" fmla="*/ 0 w 194"/>
                <a:gd name="T13" fmla="*/ 141 h 226"/>
                <a:gd name="T14" fmla="*/ 81 w 194"/>
                <a:gd name="T15" fmla="*/ 226 h 226"/>
                <a:gd name="T16" fmla="*/ 194 w 194"/>
                <a:gd name="T17" fmla="*/ 167 h 226"/>
                <a:gd name="T18" fmla="*/ 188 w 194"/>
                <a:gd name="T19" fmla="*/ 160 h 226"/>
                <a:gd name="T20" fmla="*/ 182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4"/>
                    <a:pt x="165" y="74"/>
                  </a:cubicBezTo>
                  <a:cubicBezTo>
                    <a:pt x="179" y="74"/>
                    <a:pt x="193" y="62"/>
                    <a:pt x="193" y="43"/>
                  </a:cubicBezTo>
                  <a:cubicBezTo>
                    <a:pt x="193" y="18"/>
                    <a:pt x="169" y="0"/>
                    <a:pt x="134" y="0"/>
                  </a:cubicBezTo>
                  <a:cubicBezTo>
                    <a:pt x="66" y="0"/>
                    <a:pt x="0" y="71"/>
                    <a:pt x="0" y="141"/>
                  </a:cubicBezTo>
                  <a:cubicBezTo>
                    <a:pt x="0" y="186"/>
                    <a:pt x="29" y="226"/>
                    <a:pt x="81" y="226"/>
                  </a:cubicBezTo>
                  <a:cubicBezTo>
                    <a:pt x="152" y="226"/>
                    <a:pt x="194" y="173"/>
                    <a:pt x="194" y="167"/>
                  </a:cubicBezTo>
                  <a:cubicBezTo>
                    <a:pt x="194" y="164"/>
                    <a:pt x="191" y="160"/>
                    <a:pt x="188" y="160"/>
                  </a:cubicBezTo>
                  <a:cubicBezTo>
                    <a:pt x="186" y="160"/>
                    <a:pt x="185" y="161"/>
                    <a:pt x="182" y="165"/>
                  </a:cubicBezTo>
                  <a:cubicBezTo>
                    <a:pt x="142" y="215"/>
                    <a:pt x="88" y="215"/>
                    <a:pt x="82" y="215"/>
                  </a:cubicBezTo>
                  <a:cubicBezTo>
                    <a:pt x="50" y="215"/>
                    <a:pt x="37" y="190"/>
                    <a:pt x="37" y="160"/>
                  </a:cubicBezTo>
                  <a:cubicBezTo>
                    <a:pt x="37" y="140"/>
                    <a:pt x="47" y="91"/>
                    <a:pt x="64" y="61"/>
                  </a:cubicBezTo>
                  <a:cubicBezTo>
                    <a:pt x="79" y="32"/>
                    <a:pt x="107"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53" name="Freeform 87"/>
            <p:cNvSpPr>
              <a:spLocks noEditPoints="1"/>
            </p:cNvSpPr>
            <p:nvPr>
              <p:custDataLst>
                <p:tags r:id="rId231"/>
              </p:custDataLst>
            </p:nvPr>
          </p:nvSpPr>
          <p:spPr bwMode="auto">
            <a:xfrm>
              <a:off x="7650163" y="2555875"/>
              <a:ext cx="41275" cy="122238"/>
            </a:xfrm>
            <a:custGeom>
              <a:avLst/>
              <a:gdLst>
                <a:gd name="T0" fmla="*/ 127 w 131"/>
                <a:gd name="T1" fmla="*/ 18 h 336"/>
                <a:gd name="T2" fmla="*/ 108 w 131"/>
                <a:gd name="T3" fmla="*/ 0 h 336"/>
                <a:gd name="T4" fmla="*/ 82 w 131"/>
                <a:gd name="T5" fmla="*/ 27 h 336"/>
                <a:gd name="T6" fmla="*/ 101 w 131"/>
                <a:gd name="T7" fmla="*/ 45 h 336"/>
                <a:gd name="T8" fmla="*/ 127 w 131"/>
                <a:gd name="T9" fmla="*/ 18 h 336"/>
                <a:gd name="T10" fmla="*/ 89 w 131"/>
                <a:gd name="T11" fmla="*/ 206 h 336"/>
                <a:gd name="T12" fmla="*/ 100 w 131"/>
                <a:gd name="T13" fmla="*/ 177 h 336"/>
                <a:gd name="T14" fmla="*/ 106 w 131"/>
                <a:gd name="T15" fmla="*/ 151 h 336"/>
                <a:gd name="T16" fmla="*/ 66 w 131"/>
                <a:gd name="T17" fmla="*/ 110 h 336"/>
                <a:gd name="T18" fmla="*/ 0 w 131"/>
                <a:gd name="T19" fmla="*/ 186 h 336"/>
                <a:gd name="T20" fmla="*/ 6 w 131"/>
                <a:gd name="T21" fmla="*/ 191 h 336"/>
                <a:gd name="T22" fmla="*/ 14 w 131"/>
                <a:gd name="T23" fmla="*/ 182 h 336"/>
                <a:gd name="T24" fmla="*/ 64 w 131"/>
                <a:gd name="T25" fmla="*/ 121 h 336"/>
                <a:gd name="T26" fmla="*/ 77 w 131"/>
                <a:gd name="T27" fmla="*/ 137 h 336"/>
                <a:gd name="T28" fmla="*/ 71 w 131"/>
                <a:gd name="T29" fmla="*/ 163 h 336"/>
                <a:gd name="T30" fmla="*/ 37 w 131"/>
                <a:gd name="T31" fmla="*/ 255 h 336"/>
                <a:gd name="T32" fmla="*/ 25 w 131"/>
                <a:gd name="T33" fmla="*/ 295 h 336"/>
                <a:gd name="T34" fmla="*/ 66 w 131"/>
                <a:gd name="T35" fmla="*/ 336 h 336"/>
                <a:gd name="T36" fmla="*/ 131 w 131"/>
                <a:gd name="T37" fmla="*/ 259 h 336"/>
                <a:gd name="T38" fmla="*/ 125 w 131"/>
                <a:gd name="T39" fmla="*/ 254 h 336"/>
                <a:gd name="T40" fmla="*/ 118 w 131"/>
                <a:gd name="T41" fmla="*/ 263 h 336"/>
                <a:gd name="T42" fmla="*/ 67 w 131"/>
                <a:gd name="T43" fmla="*/ 325 h 336"/>
                <a:gd name="T44" fmla="*/ 55 w 131"/>
                <a:gd name="T45" fmla="*/ 308 h 336"/>
                <a:gd name="T46" fmla="*/ 70 w 131"/>
                <a:gd name="T47" fmla="*/ 258 h 336"/>
                <a:gd name="T48" fmla="*/ 89 w 131"/>
                <a:gd name="T49" fmla="*/ 20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1" h="336">
                  <a:moveTo>
                    <a:pt x="127" y="18"/>
                  </a:moveTo>
                  <a:cubicBezTo>
                    <a:pt x="127" y="8"/>
                    <a:pt x="120" y="0"/>
                    <a:pt x="108" y="0"/>
                  </a:cubicBezTo>
                  <a:cubicBezTo>
                    <a:pt x="95" y="0"/>
                    <a:pt x="82" y="13"/>
                    <a:pt x="82" y="27"/>
                  </a:cubicBezTo>
                  <a:cubicBezTo>
                    <a:pt x="82" y="36"/>
                    <a:pt x="89" y="45"/>
                    <a:pt x="101" y="45"/>
                  </a:cubicBezTo>
                  <a:cubicBezTo>
                    <a:pt x="112" y="45"/>
                    <a:pt x="127" y="33"/>
                    <a:pt x="127" y="18"/>
                  </a:cubicBezTo>
                  <a:close/>
                  <a:moveTo>
                    <a:pt x="89" y="206"/>
                  </a:moveTo>
                  <a:cubicBezTo>
                    <a:pt x="95" y="191"/>
                    <a:pt x="95" y="190"/>
                    <a:pt x="100" y="177"/>
                  </a:cubicBezTo>
                  <a:cubicBezTo>
                    <a:pt x="104" y="167"/>
                    <a:pt x="106" y="160"/>
                    <a:pt x="106" y="151"/>
                  </a:cubicBezTo>
                  <a:cubicBezTo>
                    <a:pt x="106" y="128"/>
                    <a:pt x="91" y="110"/>
                    <a:pt x="66" y="110"/>
                  </a:cubicBezTo>
                  <a:cubicBezTo>
                    <a:pt x="19" y="110"/>
                    <a:pt x="0" y="182"/>
                    <a:pt x="0" y="186"/>
                  </a:cubicBezTo>
                  <a:cubicBezTo>
                    <a:pt x="0" y="191"/>
                    <a:pt x="5" y="191"/>
                    <a:pt x="6" y="191"/>
                  </a:cubicBezTo>
                  <a:cubicBezTo>
                    <a:pt x="11" y="191"/>
                    <a:pt x="11" y="190"/>
                    <a:pt x="14" y="182"/>
                  </a:cubicBezTo>
                  <a:cubicBezTo>
                    <a:pt x="27" y="136"/>
                    <a:pt x="47" y="121"/>
                    <a:pt x="64" y="121"/>
                  </a:cubicBezTo>
                  <a:cubicBezTo>
                    <a:pt x="68" y="121"/>
                    <a:pt x="77" y="121"/>
                    <a:pt x="77" y="137"/>
                  </a:cubicBezTo>
                  <a:cubicBezTo>
                    <a:pt x="77" y="147"/>
                    <a:pt x="73" y="158"/>
                    <a:pt x="71" y="163"/>
                  </a:cubicBezTo>
                  <a:cubicBezTo>
                    <a:pt x="67" y="175"/>
                    <a:pt x="45" y="233"/>
                    <a:pt x="37" y="255"/>
                  </a:cubicBezTo>
                  <a:cubicBezTo>
                    <a:pt x="32" y="268"/>
                    <a:pt x="25" y="284"/>
                    <a:pt x="25" y="295"/>
                  </a:cubicBezTo>
                  <a:cubicBezTo>
                    <a:pt x="25" y="318"/>
                    <a:pt x="42" y="336"/>
                    <a:pt x="66" y="336"/>
                  </a:cubicBezTo>
                  <a:cubicBezTo>
                    <a:pt x="113" y="336"/>
                    <a:pt x="131" y="263"/>
                    <a:pt x="131" y="259"/>
                  </a:cubicBezTo>
                  <a:cubicBezTo>
                    <a:pt x="131" y="254"/>
                    <a:pt x="127" y="254"/>
                    <a:pt x="125" y="254"/>
                  </a:cubicBezTo>
                  <a:cubicBezTo>
                    <a:pt x="120" y="254"/>
                    <a:pt x="120" y="255"/>
                    <a:pt x="118" y="263"/>
                  </a:cubicBezTo>
                  <a:cubicBezTo>
                    <a:pt x="109" y="294"/>
                    <a:pt x="93" y="325"/>
                    <a:pt x="67" y="325"/>
                  </a:cubicBezTo>
                  <a:cubicBezTo>
                    <a:pt x="59" y="325"/>
                    <a:pt x="55" y="320"/>
                    <a:pt x="55" y="308"/>
                  </a:cubicBezTo>
                  <a:cubicBezTo>
                    <a:pt x="55" y="296"/>
                    <a:pt x="58" y="289"/>
                    <a:pt x="70" y="258"/>
                  </a:cubicBezTo>
                  <a:lnTo>
                    <a:pt x="89" y="20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54" name="Freeform 88"/>
            <p:cNvSpPr>
              <a:spLocks noEditPoints="1"/>
            </p:cNvSpPr>
            <p:nvPr>
              <p:custDataLst>
                <p:tags r:id="rId232"/>
              </p:custDataLst>
            </p:nvPr>
          </p:nvSpPr>
          <p:spPr bwMode="auto">
            <a:xfrm>
              <a:off x="7697788" y="2555875"/>
              <a:ext cx="65088" cy="157163"/>
            </a:xfrm>
            <a:custGeom>
              <a:avLst/>
              <a:gdLst>
                <a:gd name="T0" fmla="*/ 205 w 205"/>
                <a:gd name="T1" fmla="*/ 18 h 432"/>
                <a:gd name="T2" fmla="*/ 186 w 205"/>
                <a:gd name="T3" fmla="*/ 0 h 432"/>
                <a:gd name="T4" fmla="*/ 159 w 205"/>
                <a:gd name="T5" fmla="*/ 27 h 432"/>
                <a:gd name="T6" fmla="*/ 178 w 205"/>
                <a:gd name="T7" fmla="*/ 45 h 432"/>
                <a:gd name="T8" fmla="*/ 205 w 205"/>
                <a:gd name="T9" fmla="*/ 18 h 432"/>
                <a:gd name="T10" fmla="*/ 105 w 205"/>
                <a:gd name="T11" fmla="*/ 355 h 432"/>
                <a:gd name="T12" fmla="*/ 43 w 205"/>
                <a:gd name="T13" fmla="*/ 421 h 432"/>
                <a:gd name="T14" fmla="*/ 24 w 205"/>
                <a:gd name="T15" fmla="*/ 417 h 432"/>
                <a:gd name="T16" fmla="*/ 46 w 205"/>
                <a:gd name="T17" fmla="*/ 391 h 432"/>
                <a:gd name="T18" fmla="*/ 27 w 205"/>
                <a:gd name="T19" fmla="*/ 373 h 432"/>
                <a:gd name="T20" fmla="*/ 0 w 205"/>
                <a:gd name="T21" fmla="*/ 401 h 432"/>
                <a:gd name="T22" fmla="*/ 44 w 205"/>
                <a:gd name="T23" fmla="*/ 432 h 432"/>
                <a:gd name="T24" fmla="*/ 138 w 205"/>
                <a:gd name="T25" fmla="*/ 357 h 432"/>
                <a:gd name="T26" fmla="*/ 184 w 205"/>
                <a:gd name="T27" fmla="*/ 174 h 432"/>
                <a:gd name="T28" fmla="*/ 186 w 205"/>
                <a:gd name="T29" fmla="*/ 156 h 432"/>
                <a:gd name="T30" fmla="*/ 141 w 205"/>
                <a:gd name="T31" fmla="*/ 110 h 432"/>
                <a:gd name="T32" fmla="*/ 61 w 205"/>
                <a:gd name="T33" fmla="*/ 186 h 432"/>
                <a:gd name="T34" fmla="*/ 67 w 205"/>
                <a:gd name="T35" fmla="*/ 191 h 432"/>
                <a:gd name="T36" fmla="*/ 76 w 205"/>
                <a:gd name="T37" fmla="*/ 181 h 432"/>
                <a:gd name="T38" fmla="*/ 139 w 205"/>
                <a:gd name="T39" fmla="*/ 121 h 432"/>
                <a:gd name="T40" fmla="*/ 155 w 205"/>
                <a:gd name="T41" fmla="*/ 144 h 432"/>
                <a:gd name="T42" fmla="*/ 151 w 205"/>
                <a:gd name="T43" fmla="*/ 169 h 432"/>
                <a:gd name="T44" fmla="*/ 105 w 205"/>
                <a:gd name="T45" fmla="*/ 35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2">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5" y="355"/>
                  </a:moveTo>
                  <a:cubicBezTo>
                    <a:pt x="95" y="393"/>
                    <a:pt x="71" y="421"/>
                    <a:pt x="43" y="421"/>
                  </a:cubicBezTo>
                  <a:cubicBezTo>
                    <a:pt x="40" y="421"/>
                    <a:pt x="33" y="421"/>
                    <a:pt x="24" y="417"/>
                  </a:cubicBezTo>
                  <a:cubicBezTo>
                    <a:pt x="39" y="413"/>
                    <a:pt x="46" y="401"/>
                    <a:pt x="46" y="391"/>
                  </a:cubicBezTo>
                  <a:cubicBezTo>
                    <a:pt x="46" y="383"/>
                    <a:pt x="41" y="373"/>
                    <a:pt x="27" y="373"/>
                  </a:cubicBezTo>
                  <a:cubicBezTo>
                    <a:pt x="15" y="373"/>
                    <a:pt x="0" y="384"/>
                    <a:pt x="0" y="401"/>
                  </a:cubicBezTo>
                  <a:cubicBezTo>
                    <a:pt x="0" y="421"/>
                    <a:pt x="20" y="432"/>
                    <a:pt x="44" y="432"/>
                  </a:cubicBezTo>
                  <a:cubicBezTo>
                    <a:pt x="79" y="432"/>
                    <a:pt x="126" y="406"/>
                    <a:pt x="138" y="357"/>
                  </a:cubicBezTo>
                  <a:lnTo>
                    <a:pt x="184" y="174"/>
                  </a:lnTo>
                  <a:cubicBezTo>
                    <a:pt x="186" y="164"/>
                    <a:pt x="186" y="157"/>
                    <a:pt x="186" y="156"/>
                  </a:cubicBezTo>
                  <a:cubicBezTo>
                    <a:pt x="186" y="127"/>
                    <a:pt x="165" y="110"/>
                    <a:pt x="141" y="110"/>
                  </a:cubicBezTo>
                  <a:cubicBezTo>
                    <a:pt x="90" y="110"/>
                    <a:pt x="61" y="182"/>
                    <a:pt x="61" y="186"/>
                  </a:cubicBezTo>
                  <a:cubicBezTo>
                    <a:pt x="61" y="191"/>
                    <a:pt x="66" y="191"/>
                    <a:pt x="67" y="191"/>
                  </a:cubicBezTo>
                  <a:cubicBezTo>
                    <a:pt x="72" y="191"/>
                    <a:pt x="72" y="191"/>
                    <a:pt x="76" y="181"/>
                  </a:cubicBezTo>
                  <a:cubicBezTo>
                    <a:pt x="89" y="151"/>
                    <a:pt x="112" y="121"/>
                    <a:pt x="139" y="121"/>
                  </a:cubicBezTo>
                  <a:cubicBezTo>
                    <a:pt x="146" y="121"/>
                    <a:pt x="155" y="123"/>
                    <a:pt x="155" y="144"/>
                  </a:cubicBezTo>
                  <a:cubicBezTo>
                    <a:pt x="155" y="155"/>
                    <a:pt x="153" y="161"/>
                    <a:pt x="151" y="169"/>
                  </a:cubicBezTo>
                  <a:lnTo>
                    <a:pt x="105"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55" name="Freeform 89"/>
            <p:cNvSpPr>
              <a:spLocks noEditPoints="1"/>
            </p:cNvSpPr>
            <p:nvPr>
              <p:custDataLst>
                <p:tags r:id="rId233"/>
              </p:custDataLst>
            </p:nvPr>
          </p:nvSpPr>
          <p:spPr bwMode="auto">
            <a:xfrm>
              <a:off x="7780338" y="2595563"/>
              <a:ext cx="71438" cy="82550"/>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4 w 228"/>
                <a:gd name="T39" fmla="*/ 179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2"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4" y="179"/>
                  </a:cubicBezTo>
                  <a:cubicBezTo>
                    <a:pt x="102" y="207"/>
                    <a:pt x="81" y="215"/>
                    <a:pt x="67" y="215"/>
                  </a:cubicBezTo>
                  <a:cubicBezTo>
                    <a:pt x="42" y="215"/>
                    <a:pt x="35" y="187"/>
                    <a:pt x="35" y="168"/>
                  </a:cubicBezTo>
                  <a:cubicBezTo>
                    <a:pt x="35" y="143"/>
                    <a:pt x="51" y="81"/>
                    <a:pt x="63" y="59"/>
                  </a:cubicBezTo>
                  <a:cubicBezTo>
                    <a:pt x="78" y="29"/>
                    <a:pt x="101" y="11"/>
                    <a:pt x="121"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456" name="Freeform 90"/>
            <p:cNvSpPr>
              <a:spLocks/>
            </p:cNvSpPr>
            <p:nvPr>
              <p:custDataLst>
                <p:tags r:id="rId234"/>
              </p:custDataLst>
            </p:nvPr>
          </p:nvSpPr>
          <p:spPr bwMode="auto">
            <a:xfrm>
              <a:off x="7866063" y="2540000"/>
              <a:ext cx="36513" cy="180975"/>
            </a:xfrm>
            <a:custGeom>
              <a:avLst/>
              <a:gdLst>
                <a:gd name="T0" fmla="*/ 116 w 116"/>
                <a:gd name="T1" fmla="*/ 249 h 499"/>
                <a:gd name="T2" fmla="*/ 83 w 116"/>
                <a:gd name="T3" fmla="*/ 94 h 499"/>
                <a:gd name="T4" fmla="*/ 5 w 116"/>
                <a:gd name="T5" fmla="*/ 0 h 499"/>
                <a:gd name="T6" fmla="*/ 0 w 116"/>
                <a:gd name="T7" fmla="*/ 5 h 499"/>
                <a:gd name="T8" fmla="*/ 10 w 116"/>
                <a:gd name="T9" fmla="*/ 16 h 499"/>
                <a:gd name="T10" fmla="*/ 87 w 116"/>
                <a:gd name="T11" fmla="*/ 249 h 499"/>
                <a:gd name="T12" fmla="*/ 7 w 116"/>
                <a:gd name="T13" fmla="*/ 485 h 499"/>
                <a:gd name="T14" fmla="*/ 0 w 116"/>
                <a:gd name="T15" fmla="*/ 494 h 499"/>
                <a:gd name="T16" fmla="*/ 5 w 116"/>
                <a:gd name="T17" fmla="*/ 499 h 499"/>
                <a:gd name="T18" fmla="*/ 85 w 116"/>
                <a:gd name="T19" fmla="*/ 402 h 499"/>
                <a:gd name="T20" fmla="*/ 116 w 116"/>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49"/>
                  </a:moveTo>
                  <a:cubicBezTo>
                    <a:pt x="116" y="211"/>
                    <a:pt x="111" y="150"/>
                    <a:pt x="83" y="94"/>
                  </a:cubicBezTo>
                  <a:cubicBezTo>
                    <a:pt x="53" y="32"/>
                    <a:pt x="10" y="0"/>
                    <a:pt x="5" y="0"/>
                  </a:cubicBezTo>
                  <a:cubicBezTo>
                    <a:pt x="2" y="0"/>
                    <a:pt x="0" y="2"/>
                    <a:pt x="0" y="5"/>
                  </a:cubicBezTo>
                  <a:cubicBezTo>
                    <a:pt x="0" y="6"/>
                    <a:pt x="0" y="7"/>
                    <a:pt x="10" y="16"/>
                  </a:cubicBezTo>
                  <a:cubicBezTo>
                    <a:pt x="59" y="66"/>
                    <a:pt x="87" y="145"/>
                    <a:pt x="87" y="249"/>
                  </a:cubicBezTo>
                  <a:cubicBezTo>
                    <a:pt x="87" y="335"/>
                    <a:pt x="69" y="423"/>
                    <a:pt x="7" y="485"/>
                  </a:cubicBezTo>
                  <a:cubicBezTo>
                    <a:pt x="0" y="491"/>
                    <a:pt x="0" y="492"/>
                    <a:pt x="0" y="494"/>
                  </a:cubicBezTo>
                  <a:cubicBezTo>
                    <a:pt x="0" y="497"/>
                    <a:pt x="2" y="499"/>
                    <a:pt x="5" y="499"/>
                  </a:cubicBezTo>
                  <a:cubicBezTo>
                    <a:pt x="10" y="499"/>
                    <a:pt x="55" y="465"/>
                    <a:pt x="85" y="402"/>
                  </a:cubicBezTo>
                  <a:cubicBezTo>
                    <a:pt x="110" y="347"/>
                    <a:pt x="116" y="291"/>
                    <a:pt x="116"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29" name="Group 828"/>
          <p:cNvGrpSpPr>
            <a:grpSpLocks noChangeAspect="1"/>
          </p:cNvGrpSpPr>
          <p:nvPr>
            <p:custDataLst>
              <p:tags r:id="rId2"/>
            </p:custDataLst>
          </p:nvPr>
        </p:nvGrpSpPr>
        <p:grpSpPr>
          <a:xfrm>
            <a:off x="920749" y="3130550"/>
            <a:ext cx="5612055" cy="474663"/>
            <a:chOff x="920750" y="3263900"/>
            <a:chExt cx="4035426" cy="341313"/>
          </a:xfrm>
        </p:grpSpPr>
        <p:sp>
          <p:nvSpPr>
            <p:cNvPr id="705" name="Freeform 275"/>
            <p:cNvSpPr>
              <a:spLocks/>
            </p:cNvSpPr>
            <p:nvPr>
              <p:custDataLst>
                <p:tags r:id="rId90"/>
              </p:custDataLst>
            </p:nvPr>
          </p:nvSpPr>
          <p:spPr bwMode="auto">
            <a:xfrm>
              <a:off x="920750" y="3279775"/>
              <a:ext cx="109538" cy="149225"/>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0 h 339"/>
                <a:gd name="T34" fmla="*/ 96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8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8"/>
                    <a:pt x="96" y="300"/>
                  </a:cubicBezTo>
                  <a:lnTo>
                    <a:pt x="96" y="15"/>
                  </a:lnTo>
                  <a:lnTo>
                    <a:pt x="245" y="15"/>
                  </a:lnTo>
                  <a:lnTo>
                    <a:pt x="245" y="300"/>
                  </a:lnTo>
                  <a:cubicBezTo>
                    <a:pt x="245" y="318"/>
                    <a:pt x="244" y="324"/>
                    <a:pt x="205" y="324"/>
                  </a:cubicBezTo>
                  <a:lnTo>
                    <a:pt x="193" y="324"/>
                  </a:lnTo>
                  <a:lnTo>
                    <a:pt x="193" y="339"/>
                  </a:lnTo>
                  <a:cubicBezTo>
                    <a:pt x="211" y="338"/>
                    <a:pt x="248" y="338"/>
                    <a:pt x="267" y="338"/>
                  </a:cubicBezTo>
                  <a:cubicBezTo>
                    <a:pt x="286" y="338"/>
                    <a:pt x="323" y="338"/>
                    <a:pt x="340" y="339"/>
                  </a:cubicBezTo>
                  <a:lnTo>
                    <a:pt x="340" y="324"/>
                  </a:lnTo>
                  <a:lnTo>
                    <a:pt x="328"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6" name="Freeform 276"/>
            <p:cNvSpPr>
              <a:spLocks noEditPoints="1"/>
            </p:cNvSpPr>
            <p:nvPr>
              <p:custDataLst>
                <p:tags r:id="rId91"/>
              </p:custDataLst>
            </p:nvPr>
          </p:nvSpPr>
          <p:spPr bwMode="auto">
            <a:xfrm>
              <a:off x="1035050" y="3360738"/>
              <a:ext cx="49213" cy="133350"/>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2 h 302"/>
                <a:gd name="T18" fmla="*/ 20 w 153"/>
                <a:gd name="T19" fmla="*/ 259 h 302"/>
                <a:gd name="T20" fmla="*/ 0 w 153"/>
                <a:gd name="T21" fmla="*/ 280 h 302"/>
                <a:gd name="T22" fmla="*/ 35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0 h 302"/>
                <a:gd name="T34" fmla="*/ 48 w 153"/>
                <a:gd name="T35" fmla="*/ 135 h 302"/>
                <a:gd name="T36" fmla="*/ 55 w 153"/>
                <a:gd name="T37" fmla="*/ 129 h 302"/>
                <a:gd name="T38" fmla="*/ 102 w 153"/>
                <a:gd name="T39" fmla="*/ 87 h 302"/>
                <a:gd name="T40" fmla="*/ 114 w 153"/>
                <a:gd name="T41" fmla="*/ 104 h 302"/>
                <a:gd name="T42" fmla="*/ 113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2"/>
                  </a:cubicBezTo>
                  <a:cubicBezTo>
                    <a:pt x="33" y="264"/>
                    <a:pt x="27" y="259"/>
                    <a:pt x="20" y="259"/>
                  </a:cubicBezTo>
                  <a:cubicBezTo>
                    <a:pt x="9" y="259"/>
                    <a:pt x="0" y="269"/>
                    <a:pt x="0" y="280"/>
                  </a:cubicBezTo>
                  <a:cubicBezTo>
                    <a:pt x="0" y="293"/>
                    <a:pt x="14" y="302"/>
                    <a:pt x="35" y="302"/>
                  </a:cubicBezTo>
                  <a:cubicBezTo>
                    <a:pt x="55" y="302"/>
                    <a:pt x="96" y="289"/>
                    <a:pt x="107" y="247"/>
                  </a:cubicBezTo>
                  <a:lnTo>
                    <a:pt x="138" y="122"/>
                  </a:lnTo>
                  <a:cubicBezTo>
                    <a:pt x="139" y="118"/>
                    <a:pt x="140" y="115"/>
                    <a:pt x="140" y="110"/>
                  </a:cubicBezTo>
                  <a:cubicBezTo>
                    <a:pt x="140" y="91"/>
                    <a:pt x="124" y="77"/>
                    <a:pt x="103" y="77"/>
                  </a:cubicBezTo>
                  <a:cubicBezTo>
                    <a:pt x="64" y="77"/>
                    <a:pt x="42" y="125"/>
                    <a:pt x="42" y="130"/>
                  </a:cubicBezTo>
                  <a:cubicBezTo>
                    <a:pt x="42" y="135"/>
                    <a:pt x="47" y="135"/>
                    <a:pt x="48" y="135"/>
                  </a:cubicBezTo>
                  <a:cubicBezTo>
                    <a:pt x="52" y="135"/>
                    <a:pt x="52" y="134"/>
                    <a:pt x="55" y="129"/>
                  </a:cubicBezTo>
                  <a:cubicBezTo>
                    <a:pt x="63" y="108"/>
                    <a:pt x="82" y="87"/>
                    <a:pt x="102" y="87"/>
                  </a:cubicBezTo>
                  <a:cubicBezTo>
                    <a:pt x="111" y="87"/>
                    <a:pt x="114" y="93"/>
                    <a:pt x="114" y="104"/>
                  </a:cubicBezTo>
                  <a:cubicBezTo>
                    <a:pt x="114" y="108"/>
                    <a:pt x="113" y="113"/>
                    <a:pt x="113"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7" name="Freeform 277"/>
            <p:cNvSpPr>
              <a:spLocks noEditPoints="1"/>
            </p:cNvSpPr>
            <p:nvPr>
              <p:custDataLst>
                <p:tags r:id="rId92"/>
              </p:custDataLst>
            </p:nvPr>
          </p:nvSpPr>
          <p:spPr bwMode="auto">
            <a:xfrm>
              <a:off x="1100138" y="3394075"/>
              <a:ext cx="57150" cy="69850"/>
            </a:xfrm>
            <a:custGeom>
              <a:avLst/>
              <a:gdLst>
                <a:gd name="T0" fmla="*/ 126 w 178"/>
                <a:gd name="T1" fmla="*/ 21 h 157"/>
                <a:gd name="T2" fmla="*/ 90 w 178"/>
                <a:gd name="T3" fmla="*/ 0 h 157"/>
                <a:gd name="T4" fmla="*/ 0 w 178"/>
                <a:gd name="T5" fmla="*/ 99 h 157"/>
                <a:gd name="T6" fmla="*/ 53 w 178"/>
                <a:gd name="T7" fmla="*/ 157 h 157"/>
                <a:gd name="T8" fmla="*/ 103 w 178"/>
                <a:gd name="T9" fmla="*/ 133 h 157"/>
                <a:gd name="T10" fmla="*/ 138 w 178"/>
                <a:gd name="T11" fmla="*/ 157 h 157"/>
                <a:gd name="T12" fmla="*/ 166 w 178"/>
                <a:gd name="T13" fmla="*/ 139 h 157"/>
                <a:gd name="T14" fmla="*/ 178 w 178"/>
                <a:gd name="T15" fmla="*/ 104 h 157"/>
                <a:gd name="T16" fmla="*/ 173 w 178"/>
                <a:gd name="T17" fmla="*/ 99 h 157"/>
                <a:gd name="T18" fmla="*/ 165 w 178"/>
                <a:gd name="T19" fmla="*/ 110 h 157"/>
                <a:gd name="T20" fmla="*/ 139 w 178"/>
                <a:gd name="T21" fmla="*/ 148 h 157"/>
                <a:gd name="T22" fmla="*/ 128 w 178"/>
                <a:gd name="T23" fmla="*/ 130 h 157"/>
                <a:gd name="T24" fmla="*/ 133 w 178"/>
                <a:gd name="T25" fmla="*/ 103 h 157"/>
                <a:gd name="T26" fmla="*/ 141 w 178"/>
                <a:gd name="T27" fmla="*/ 72 h 157"/>
                <a:gd name="T28" fmla="*/ 148 w 178"/>
                <a:gd name="T29" fmla="*/ 45 h 157"/>
                <a:gd name="T30" fmla="*/ 154 w 178"/>
                <a:gd name="T31" fmla="*/ 18 h 157"/>
                <a:gd name="T32" fmla="*/ 142 w 178"/>
                <a:gd name="T33" fmla="*/ 7 h 157"/>
                <a:gd name="T34" fmla="*/ 126 w 178"/>
                <a:gd name="T35" fmla="*/ 21 h 157"/>
                <a:gd name="T36" fmla="*/ 104 w 178"/>
                <a:gd name="T37" fmla="*/ 110 h 157"/>
                <a:gd name="T38" fmla="*/ 86 w 178"/>
                <a:gd name="T39" fmla="*/ 134 h 157"/>
                <a:gd name="T40" fmla="*/ 54 w 178"/>
                <a:gd name="T41" fmla="*/ 148 h 157"/>
                <a:gd name="T42" fmla="*/ 29 w 178"/>
                <a:gd name="T43" fmla="*/ 114 h 157"/>
                <a:gd name="T44" fmla="*/ 47 w 178"/>
                <a:gd name="T45" fmla="*/ 43 h 157"/>
                <a:gd name="T46" fmla="*/ 90 w 178"/>
                <a:gd name="T47" fmla="*/ 10 h 157"/>
                <a:gd name="T48" fmla="*/ 121 w 178"/>
                <a:gd name="T49" fmla="*/ 40 h 157"/>
                <a:gd name="T50" fmla="*/ 120 w 178"/>
                <a:gd name="T51" fmla="*/ 45 h 157"/>
                <a:gd name="T52" fmla="*/ 104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1"/>
                  </a:moveTo>
                  <a:cubicBezTo>
                    <a:pt x="119" y="9"/>
                    <a:pt x="107" y="0"/>
                    <a:pt x="90" y="0"/>
                  </a:cubicBezTo>
                  <a:cubicBezTo>
                    <a:pt x="46" y="0"/>
                    <a:pt x="0" y="49"/>
                    <a:pt x="0" y="99"/>
                  </a:cubicBezTo>
                  <a:cubicBezTo>
                    <a:pt x="0" y="133"/>
                    <a:pt x="23" y="157"/>
                    <a:pt x="53" y="157"/>
                  </a:cubicBezTo>
                  <a:cubicBezTo>
                    <a:pt x="72" y="157"/>
                    <a:pt x="89" y="147"/>
                    <a:pt x="103" y="133"/>
                  </a:cubicBezTo>
                  <a:cubicBezTo>
                    <a:pt x="109" y="154"/>
                    <a:pt x="129" y="157"/>
                    <a:pt x="138" y="157"/>
                  </a:cubicBezTo>
                  <a:cubicBezTo>
                    <a:pt x="151" y="157"/>
                    <a:pt x="160" y="150"/>
                    <a:pt x="166" y="139"/>
                  </a:cubicBezTo>
                  <a:cubicBezTo>
                    <a:pt x="174" y="125"/>
                    <a:pt x="178" y="105"/>
                    <a:pt x="178" y="104"/>
                  </a:cubicBezTo>
                  <a:cubicBezTo>
                    <a:pt x="178" y="99"/>
                    <a:pt x="174" y="99"/>
                    <a:pt x="173" y="99"/>
                  </a:cubicBezTo>
                  <a:cubicBezTo>
                    <a:pt x="168" y="99"/>
                    <a:pt x="167" y="101"/>
                    <a:pt x="165" y="110"/>
                  </a:cubicBezTo>
                  <a:cubicBezTo>
                    <a:pt x="161" y="127"/>
                    <a:pt x="154" y="148"/>
                    <a:pt x="139" y="148"/>
                  </a:cubicBezTo>
                  <a:cubicBezTo>
                    <a:pt x="130" y="148"/>
                    <a:pt x="128" y="140"/>
                    <a:pt x="128" y="130"/>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6"/>
                    <a:pt x="69" y="148"/>
                    <a:pt x="54" y="148"/>
                  </a:cubicBezTo>
                  <a:cubicBezTo>
                    <a:pt x="41" y="148"/>
                    <a:pt x="29" y="138"/>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8" name="Freeform 278"/>
            <p:cNvSpPr>
              <a:spLocks noEditPoints="1"/>
            </p:cNvSpPr>
            <p:nvPr>
              <p:custDataLst>
                <p:tags r:id="rId93"/>
              </p:custDataLst>
            </p:nvPr>
          </p:nvSpPr>
          <p:spPr bwMode="auto">
            <a:xfrm>
              <a:off x="1169988" y="3355975"/>
              <a:ext cx="57150" cy="107950"/>
            </a:xfrm>
            <a:custGeom>
              <a:avLst/>
              <a:gdLst>
                <a:gd name="T0" fmla="*/ 178 w 180"/>
                <a:gd name="T1" fmla="*/ 10 h 245"/>
                <a:gd name="T2" fmla="*/ 180 w 180"/>
                <a:gd name="T3" fmla="*/ 5 h 245"/>
                <a:gd name="T4" fmla="*/ 174 w 180"/>
                <a:gd name="T5" fmla="*/ 0 h 245"/>
                <a:gd name="T6" fmla="*/ 129 w 180"/>
                <a:gd name="T7" fmla="*/ 3 h 245"/>
                <a:gd name="T8" fmla="*/ 122 w 180"/>
                <a:gd name="T9" fmla="*/ 11 h 245"/>
                <a:gd name="T10" fmla="*/ 131 w 180"/>
                <a:gd name="T11" fmla="*/ 16 h 245"/>
                <a:gd name="T12" fmla="*/ 148 w 180"/>
                <a:gd name="T13" fmla="*/ 21 h 245"/>
                <a:gd name="T14" fmla="*/ 146 w 180"/>
                <a:gd name="T15" fmla="*/ 29 h 245"/>
                <a:gd name="T16" fmla="*/ 126 w 180"/>
                <a:gd name="T17" fmla="*/ 109 h 245"/>
                <a:gd name="T18" fmla="*/ 90 w 180"/>
                <a:gd name="T19" fmla="*/ 88 h 245"/>
                <a:gd name="T20" fmla="*/ 0 w 180"/>
                <a:gd name="T21" fmla="*/ 187 h 245"/>
                <a:gd name="T22" fmla="*/ 53 w 180"/>
                <a:gd name="T23" fmla="*/ 245 h 245"/>
                <a:gd name="T24" fmla="*/ 103 w 180"/>
                <a:gd name="T25" fmla="*/ 221 h 245"/>
                <a:gd name="T26" fmla="*/ 138 w 180"/>
                <a:gd name="T27" fmla="*/ 245 h 245"/>
                <a:gd name="T28" fmla="*/ 166 w 180"/>
                <a:gd name="T29" fmla="*/ 227 h 245"/>
                <a:gd name="T30" fmla="*/ 178 w 180"/>
                <a:gd name="T31" fmla="*/ 192 h 245"/>
                <a:gd name="T32" fmla="*/ 173 w 180"/>
                <a:gd name="T33" fmla="*/ 187 h 245"/>
                <a:gd name="T34" fmla="*/ 165 w 180"/>
                <a:gd name="T35" fmla="*/ 198 h 245"/>
                <a:gd name="T36" fmla="*/ 140 w 180"/>
                <a:gd name="T37" fmla="*/ 236 h 245"/>
                <a:gd name="T38" fmla="*/ 128 w 180"/>
                <a:gd name="T39" fmla="*/ 218 h 245"/>
                <a:gd name="T40" fmla="*/ 130 w 180"/>
                <a:gd name="T41" fmla="*/ 204 h 245"/>
                <a:gd name="T42" fmla="*/ 178 w 180"/>
                <a:gd name="T43" fmla="*/ 10 h 245"/>
                <a:gd name="T44" fmla="*/ 104 w 180"/>
                <a:gd name="T45" fmla="*/ 198 h 245"/>
                <a:gd name="T46" fmla="*/ 86 w 180"/>
                <a:gd name="T47" fmla="*/ 222 h 245"/>
                <a:gd name="T48" fmla="*/ 54 w 180"/>
                <a:gd name="T49" fmla="*/ 236 h 245"/>
                <a:gd name="T50" fmla="*/ 29 w 180"/>
                <a:gd name="T51" fmla="*/ 202 h 245"/>
                <a:gd name="T52" fmla="*/ 47 w 180"/>
                <a:gd name="T53" fmla="*/ 131 h 245"/>
                <a:gd name="T54" fmla="*/ 90 w 180"/>
                <a:gd name="T55" fmla="*/ 98 h 245"/>
                <a:gd name="T56" fmla="*/ 121 w 180"/>
                <a:gd name="T57" fmla="*/ 128 h 245"/>
                <a:gd name="T58" fmla="*/ 120 w 180"/>
                <a:gd name="T59" fmla="*/ 133 h 245"/>
                <a:gd name="T60" fmla="*/ 104 w 180"/>
                <a:gd name="T61"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5">
                  <a:moveTo>
                    <a:pt x="178" y="10"/>
                  </a:moveTo>
                  <a:cubicBezTo>
                    <a:pt x="179" y="9"/>
                    <a:pt x="180" y="5"/>
                    <a:pt x="180" y="5"/>
                  </a:cubicBezTo>
                  <a:cubicBezTo>
                    <a:pt x="180" y="3"/>
                    <a:pt x="178" y="0"/>
                    <a:pt x="174" y="0"/>
                  </a:cubicBezTo>
                  <a:cubicBezTo>
                    <a:pt x="167" y="0"/>
                    <a:pt x="138" y="3"/>
                    <a:pt x="129" y="3"/>
                  </a:cubicBezTo>
                  <a:cubicBezTo>
                    <a:pt x="127" y="4"/>
                    <a:pt x="122" y="4"/>
                    <a:pt x="122" y="11"/>
                  </a:cubicBezTo>
                  <a:cubicBezTo>
                    <a:pt x="122" y="16"/>
                    <a:pt x="127" y="16"/>
                    <a:pt x="131" y="16"/>
                  </a:cubicBezTo>
                  <a:cubicBezTo>
                    <a:pt x="148" y="16"/>
                    <a:pt x="148" y="19"/>
                    <a:pt x="148" y="21"/>
                  </a:cubicBezTo>
                  <a:cubicBezTo>
                    <a:pt x="148" y="24"/>
                    <a:pt x="147" y="26"/>
                    <a:pt x="146" y="29"/>
                  </a:cubicBezTo>
                  <a:lnTo>
                    <a:pt x="126" y="109"/>
                  </a:lnTo>
                  <a:cubicBezTo>
                    <a:pt x="119" y="97"/>
                    <a:pt x="107" y="88"/>
                    <a:pt x="90" y="88"/>
                  </a:cubicBezTo>
                  <a:cubicBezTo>
                    <a:pt x="46" y="88"/>
                    <a:pt x="0" y="137"/>
                    <a:pt x="0" y="187"/>
                  </a:cubicBezTo>
                  <a:cubicBezTo>
                    <a:pt x="0" y="221"/>
                    <a:pt x="23" y="245"/>
                    <a:pt x="53" y="245"/>
                  </a:cubicBezTo>
                  <a:cubicBezTo>
                    <a:pt x="72" y="245"/>
                    <a:pt x="89" y="235"/>
                    <a:pt x="103" y="221"/>
                  </a:cubicBezTo>
                  <a:cubicBezTo>
                    <a:pt x="109" y="242"/>
                    <a:pt x="129" y="245"/>
                    <a:pt x="138" y="245"/>
                  </a:cubicBezTo>
                  <a:cubicBezTo>
                    <a:pt x="151" y="245"/>
                    <a:pt x="160" y="238"/>
                    <a:pt x="166" y="227"/>
                  </a:cubicBezTo>
                  <a:cubicBezTo>
                    <a:pt x="174" y="213"/>
                    <a:pt x="178" y="193"/>
                    <a:pt x="178" y="192"/>
                  </a:cubicBezTo>
                  <a:cubicBezTo>
                    <a:pt x="178" y="187"/>
                    <a:pt x="174" y="187"/>
                    <a:pt x="173" y="187"/>
                  </a:cubicBezTo>
                  <a:cubicBezTo>
                    <a:pt x="168" y="187"/>
                    <a:pt x="167" y="189"/>
                    <a:pt x="165" y="198"/>
                  </a:cubicBezTo>
                  <a:cubicBezTo>
                    <a:pt x="161" y="215"/>
                    <a:pt x="154" y="236"/>
                    <a:pt x="140" y="236"/>
                  </a:cubicBezTo>
                  <a:cubicBezTo>
                    <a:pt x="130" y="236"/>
                    <a:pt x="128" y="228"/>
                    <a:pt x="128" y="218"/>
                  </a:cubicBezTo>
                  <a:cubicBezTo>
                    <a:pt x="128" y="212"/>
                    <a:pt x="129" y="209"/>
                    <a:pt x="130" y="204"/>
                  </a:cubicBezTo>
                  <a:lnTo>
                    <a:pt x="178" y="10"/>
                  </a:lnTo>
                  <a:close/>
                  <a:moveTo>
                    <a:pt x="104" y="198"/>
                  </a:moveTo>
                  <a:cubicBezTo>
                    <a:pt x="102" y="208"/>
                    <a:pt x="94" y="215"/>
                    <a:pt x="86" y="222"/>
                  </a:cubicBezTo>
                  <a:cubicBezTo>
                    <a:pt x="83" y="224"/>
                    <a:pt x="69" y="236"/>
                    <a:pt x="54" y="236"/>
                  </a:cubicBezTo>
                  <a:cubicBezTo>
                    <a:pt x="41" y="236"/>
                    <a:pt x="29" y="226"/>
                    <a:pt x="29" y="202"/>
                  </a:cubicBezTo>
                  <a:cubicBezTo>
                    <a:pt x="29" y="183"/>
                    <a:pt x="39" y="145"/>
                    <a:pt x="47" y="131"/>
                  </a:cubicBezTo>
                  <a:cubicBezTo>
                    <a:pt x="63" y="103"/>
                    <a:pt x="81"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9" name="Freeform 279"/>
            <p:cNvSpPr>
              <a:spLocks/>
            </p:cNvSpPr>
            <p:nvPr>
              <p:custDataLst>
                <p:tags r:id="rId94"/>
              </p:custDataLst>
            </p:nvPr>
          </p:nvSpPr>
          <p:spPr bwMode="auto">
            <a:xfrm>
              <a:off x="1233488" y="3394075"/>
              <a:ext cx="52388" cy="69850"/>
            </a:xfrm>
            <a:custGeom>
              <a:avLst/>
              <a:gdLst>
                <a:gd name="T0" fmla="*/ 65 w 162"/>
                <a:gd name="T1" fmla="*/ 83 h 157"/>
                <a:gd name="T2" fmla="*/ 75 w 162"/>
                <a:gd name="T3" fmla="*/ 48 h 157"/>
                <a:gd name="T4" fmla="*/ 96 w 162"/>
                <a:gd name="T5" fmla="*/ 20 h 157"/>
                <a:gd name="T6" fmla="*/ 125 w 162"/>
                <a:gd name="T7" fmla="*/ 10 h 157"/>
                <a:gd name="T8" fmla="*/ 144 w 162"/>
                <a:gd name="T9" fmla="*/ 15 h 157"/>
                <a:gd name="T10" fmla="*/ 129 w 162"/>
                <a:gd name="T11" fmla="*/ 34 h 157"/>
                <a:gd name="T12" fmla="*/ 143 w 162"/>
                <a:gd name="T13" fmla="*/ 47 h 157"/>
                <a:gd name="T14" fmla="*/ 162 w 162"/>
                <a:gd name="T15" fmla="*/ 25 h 157"/>
                <a:gd name="T16" fmla="*/ 125 w 162"/>
                <a:gd name="T17" fmla="*/ 0 h 157"/>
                <a:gd name="T18" fmla="*/ 76 w 162"/>
                <a:gd name="T19" fmla="*/ 25 h 157"/>
                <a:gd name="T20" fmla="*/ 40 w 162"/>
                <a:gd name="T21" fmla="*/ 0 h 157"/>
                <a:gd name="T22" fmla="*/ 13 w 162"/>
                <a:gd name="T23" fmla="*/ 18 h 157"/>
                <a:gd name="T24" fmla="*/ 0 w 162"/>
                <a:gd name="T25" fmla="*/ 53 h 157"/>
                <a:gd name="T26" fmla="*/ 6 w 162"/>
                <a:gd name="T27" fmla="*/ 58 h 157"/>
                <a:gd name="T28" fmla="*/ 13 w 162"/>
                <a:gd name="T29" fmla="*/ 47 h 157"/>
                <a:gd name="T30" fmla="*/ 39 w 162"/>
                <a:gd name="T31" fmla="*/ 10 h 157"/>
                <a:gd name="T32" fmla="*/ 50 w 162"/>
                <a:gd name="T33" fmla="*/ 27 h 157"/>
                <a:gd name="T34" fmla="*/ 45 w 162"/>
                <a:gd name="T35" fmla="*/ 56 h 157"/>
                <a:gd name="T36" fmla="*/ 37 w 162"/>
                <a:gd name="T37" fmla="*/ 87 h 157"/>
                <a:gd name="T38" fmla="*/ 26 w 162"/>
                <a:gd name="T39" fmla="*/ 132 h 157"/>
                <a:gd name="T40" fmla="*/ 23 w 162"/>
                <a:gd name="T41" fmla="*/ 146 h 157"/>
                <a:gd name="T42" fmla="*/ 34 w 162"/>
                <a:gd name="T43" fmla="*/ 157 h 157"/>
                <a:gd name="T44" fmla="*/ 49 w 162"/>
                <a:gd name="T45" fmla="*/ 147 h 157"/>
                <a:gd name="T46" fmla="*/ 56 w 162"/>
                <a:gd name="T47" fmla="*/ 121 h 157"/>
                <a:gd name="T48" fmla="*/ 65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5" y="83"/>
                  </a:moveTo>
                  <a:cubicBezTo>
                    <a:pt x="66" y="81"/>
                    <a:pt x="74" y="50"/>
                    <a:pt x="75" y="48"/>
                  </a:cubicBezTo>
                  <a:cubicBezTo>
                    <a:pt x="75" y="45"/>
                    <a:pt x="85" y="28"/>
                    <a:pt x="96" y="20"/>
                  </a:cubicBezTo>
                  <a:cubicBezTo>
                    <a:pt x="100" y="17"/>
                    <a:pt x="110" y="10"/>
                    <a:pt x="125" y="10"/>
                  </a:cubicBezTo>
                  <a:cubicBezTo>
                    <a:pt x="128" y="10"/>
                    <a:pt x="137" y="10"/>
                    <a:pt x="144" y="15"/>
                  </a:cubicBezTo>
                  <a:cubicBezTo>
                    <a:pt x="133" y="18"/>
                    <a:pt x="129" y="28"/>
                    <a:pt x="129" y="34"/>
                  </a:cubicBezTo>
                  <a:cubicBezTo>
                    <a:pt x="129" y="42"/>
                    <a:pt x="134" y="47"/>
                    <a:pt x="143" y="47"/>
                  </a:cubicBezTo>
                  <a:cubicBezTo>
                    <a:pt x="151" y="47"/>
                    <a:pt x="162" y="40"/>
                    <a:pt x="162" y="25"/>
                  </a:cubicBezTo>
                  <a:cubicBezTo>
                    <a:pt x="162" y="7"/>
                    <a:pt x="143" y="0"/>
                    <a:pt x="125" y="0"/>
                  </a:cubicBezTo>
                  <a:cubicBezTo>
                    <a:pt x="107" y="0"/>
                    <a:pt x="91" y="7"/>
                    <a:pt x="76" y="25"/>
                  </a:cubicBezTo>
                  <a:cubicBezTo>
                    <a:pt x="70" y="3"/>
                    <a:pt x="48" y="0"/>
                    <a:pt x="40" y="0"/>
                  </a:cubicBezTo>
                  <a:cubicBezTo>
                    <a:pt x="27" y="0"/>
                    <a:pt x="18" y="8"/>
                    <a:pt x="13" y="18"/>
                  </a:cubicBezTo>
                  <a:cubicBezTo>
                    <a:pt x="5" y="31"/>
                    <a:pt x="0" y="52"/>
                    <a:pt x="0" y="53"/>
                  </a:cubicBezTo>
                  <a:cubicBezTo>
                    <a:pt x="0" y="58"/>
                    <a:pt x="5" y="58"/>
                    <a:pt x="6" y="58"/>
                  </a:cubicBezTo>
                  <a:cubicBezTo>
                    <a:pt x="11" y="58"/>
                    <a:pt x="11" y="57"/>
                    <a:pt x="13" y="47"/>
                  </a:cubicBezTo>
                  <a:cubicBezTo>
                    <a:pt x="19" y="26"/>
                    <a:pt x="25" y="10"/>
                    <a:pt x="39" y="10"/>
                  </a:cubicBezTo>
                  <a:cubicBezTo>
                    <a:pt x="48" y="10"/>
                    <a:pt x="50" y="17"/>
                    <a:pt x="50" y="27"/>
                  </a:cubicBezTo>
                  <a:cubicBezTo>
                    <a:pt x="50" y="33"/>
                    <a:pt x="47" y="46"/>
                    <a:pt x="45" y="56"/>
                  </a:cubicBezTo>
                  <a:cubicBezTo>
                    <a:pt x="42" y="65"/>
                    <a:pt x="39" y="80"/>
                    <a:pt x="37" y="87"/>
                  </a:cubicBezTo>
                  <a:lnTo>
                    <a:pt x="26" y="132"/>
                  </a:lnTo>
                  <a:cubicBezTo>
                    <a:pt x="25" y="136"/>
                    <a:pt x="23" y="145"/>
                    <a:pt x="23" y="146"/>
                  </a:cubicBezTo>
                  <a:cubicBezTo>
                    <a:pt x="23" y="154"/>
                    <a:pt x="29" y="157"/>
                    <a:pt x="34" y="157"/>
                  </a:cubicBezTo>
                  <a:cubicBezTo>
                    <a:pt x="40" y="157"/>
                    <a:pt x="47" y="154"/>
                    <a:pt x="49" y="147"/>
                  </a:cubicBezTo>
                  <a:cubicBezTo>
                    <a:pt x="50" y="145"/>
                    <a:pt x="54" y="130"/>
                    <a:pt x="56" y="121"/>
                  </a:cubicBezTo>
                  <a:lnTo>
                    <a:pt x="65"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0" name="Freeform 280"/>
            <p:cNvSpPr>
              <a:spLocks noEditPoints="1"/>
            </p:cNvSpPr>
            <p:nvPr>
              <p:custDataLst>
                <p:tags r:id="rId95"/>
              </p:custDataLst>
            </p:nvPr>
          </p:nvSpPr>
          <p:spPr bwMode="auto">
            <a:xfrm>
              <a:off x="1298575" y="3394075"/>
              <a:ext cx="55563" cy="69850"/>
            </a:xfrm>
            <a:custGeom>
              <a:avLst/>
              <a:gdLst>
                <a:gd name="T0" fmla="*/ 126 w 177"/>
                <a:gd name="T1" fmla="*/ 21 h 157"/>
                <a:gd name="T2" fmla="*/ 90 w 177"/>
                <a:gd name="T3" fmla="*/ 0 h 157"/>
                <a:gd name="T4" fmla="*/ 0 w 177"/>
                <a:gd name="T5" fmla="*/ 99 h 157"/>
                <a:gd name="T6" fmla="*/ 52 w 177"/>
                <a:gd name="T7" fmla="*/ 157 h 157"/>
                <a:gd name="T8" fmla="*/ 102 w 177"/>
                <a:gd name="T9" fmla="*/ 133 h 157"/>
                <a:gd name="T10" fmla="*/ 138 w 177"/>
                <a:gd name="T11" fmla="*/ 157 h 157"/>
                <a:gd name="T12" fmla="*/ 165 w 177"/>
                <a:gd name="T13" fmla="*/ 139 h 157"/>
                <a:gd name="T14" fmla="*/ 177 w 177"/>
                <a:gd name="T15" fmla="*/ 104 h 157"/>
                <a:gd name="T16" fmla="*/ 172 w 177"/>
                <a:gd name="T17" fmla="*/ 99 h 157"/>
                <a:gd name="T18" fmla="*/ 164 w 177"/>
                <a:gd name="T19" fmla="*/ 110 h 157"/>
                <a:gd name="T20" fmla="*/ 139 w 177"/>
                <a:gd name="T21" fmla="*/ 148 h 157"/>
                <a:gd name="T22" fmla="*/ 127 w 177"/>
                <a:gd name="T23" fmla="*/ 130 h 157"/>
                <a:gd name="T24" fmla="*/ 133 w 177"/>
                <a:gd name="T25" fmla="*/ 103 h 157"/>
                <a:gd name="T26" fmla="*/ 140 w 177"/>
                <a:gd name="T27" fmla="*/ 72 h 157"/>
                <a:gd name="T28" fmla="*/ 147 w 177"/>
                <a:gd name="T29" fmla="*/ 45 h 157"/>
                <a:gd name="T30" fmla="*/ 153 w 177"/>
                <a:gd name="T31" fmla="*/ 18 h 157"/>
                <a:gd name="T32" fmla="*/ 142 w 177"/>
                <a:gd name="T33" fmla="*/ 7 h 157"/>
                <a:gd name="T34" fmla="*/ 126 w 177"/>
                <a:gd name="T35" fmla="*/ 21 h 157"/>
                <a:gd name="T36" fmla="*/ 103 w 177"/>
                <a:gd name="T37" fmla="*/ 110 h 157"/>
                <a:gd name="T38" fmla="*/ 85 w 177"/>
                <a:gd name="T39" fmla="*/ 134 h 157"/>
                <a:gd name="T40" fmla="*/ 53 w 177"/>
                <a:gd name="T41" fmla="*/ 148 h 157"/>
                <a:gd name="T42" fmla="*/ 28 w 177"/>
                <a:gd name="T43" fmla="*/ 114 h 157"/>
                <a:gd name="T44" fmla="*/ 46 w 177"/>
                <a:gd name="T45" fmla="*/ 43 h 157"/>
                <a:gd name="T46" fmla="*/ 90 w 177"/>
                <a:gd name="T47" fmla="*/ 10 h 157"/>
                <a:gd name="T48" fmla="*/ 121 w 177"/>
                <a:gd name="T49" fmla="*/ 40 h 157"/>
                <a:gd name="T50" fmla="*/ 120 w 177"/>
                <a:gd name="T51" fmla="*/ 45 h 157"/>
                <a:gd name="T52" fmla="*/ 103 w 177"/>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7">
                  <a:moveTo>
                    <a:pt x="126" y="21"/>
                  </a:moveTo>
                  <a:cubicBezTo>
                    <a:pt x="118" y="9"/>
                    <a:pt x="106" y="0"/>
                    <a:pt x="90" y="0"/>
                  </a:cubicBezTo>
                  <a:cubicBezTo>
                    <a:pt x="45" y="0"/>
                    <a:pt x="0" y="49"/>
                    <a:pt x="0" y="99"/>
                  </a:cubicBezTo>
                  <a:cubicBezTo>
                    <a:pt x="0" y="133"/>
                    <a:pt x="22" y="157"/>
                    <a:pt x="52" y="157"/>
                  </a:cubicBezTo>
                  <a:cubicBezTo>
                    <a:pt x="71" y="157"/>
                    <a:pt x="88" y="147"/>
                    <a:pt x="102" y="133"/>
                  </a:cubicBezTo>
                  <a:cubicBezTo>
                    <a:pt x="108" y="154"/>
                    <a:pt x="129" y="157"/>
                    <a:pt x="138" y="157"/>
                  </a:cubicBezTo>
                  <a:cubicBezTo>
                    <a:pt x="150" y="157"/>
                    <a:pt x="159" y="150"/>
                    <a:pt x="165" y="139"/>
                  </a:cubicBezTo>
                  <a:cubicBezTo>
                    <a:pt x="173" y="125"/>
                    <a:pt x="177" y="105"/>
                    <a:pt x="177" y="104"/>
                  </a:cubicBezTo>
                  <a:cubicBezTo>
                    <a:pt x="177" y="99"/>
                    <a:pt x="173" y="99"/>
                    <a:pt x="172" y="99"/>
                  </a:cubicBezTo>
                  <a:cubicBezTo>
                    <a:pt x="167" y="99"/>
                    <a:pt x="167" y="101"/>
                    <a:pt x="164" y="110"/>
                  </a:cubicBezTo>
                  <a:cubicBezTo>
                    <a:pt x="160" y="127"/>
                    <a:pt x="153" y="148"/>
                    <a:pt x="139" y="148"/>
                  </a:cubicBezTo>
                  <a:cubicBezTo>
                    <a:pt x="130" y="148"/>
                    <a:pt x="127" y="140"/>
                    <a:pt x="127" y="130"/>
                  </a:cubicBezTo>
                  <a:cubicBezTo>
                    <a:pt x="127" y="125"/>
                    <a:pt x="130" y="112"/>
                    <a:pt x="133" y="103"/>
                  </a:cubicBezTo>
                  <a:cubicBezTo>
                    <a:pt x="135" y="94"/>
                    <a:pt x="138" y="79"/>
                    <a:pt x="140" y="72"/>
                  </a:cubicBezTo>
                  <a:lnTo>
                    <a:pt x="147" y="45"/>
                  </a:lnTo>
                  <a:cubicBezTo>
                    <a:pt x="149" y="36"/>
                    <a:pt x="153" y="20"/>
                    <a:pt x="153" y="18"/>
                  </a:cubicBezTo>
                  <a:cubicBezTo>
                    <a:pt x="153" y="10"/>
                    <a:pt x="147" y="7"/>
                    <a:pt x="142" y="7"/>
                  </a:cubicBezTo>
                  <a:cubicBezTo>
                    <a:pt x="136" y="7"/>
                    <a:pt x="128" y="11"/>
                    <a:pt x="126" y="21"/>
                  </a:cubicBezTo>
                  <a:close/>
                  <a:moveTo>
                    <a:pt x="103" y="110"/>
                  </a:moveTo>
                  <a:cubicBezTo>
                    <a:pt x="101" y="120"/>
                    <a:pt x="93" y="127"/>
                    <a:pt x="85" y="134"/>
                  </a:cubicBezTo>
                  <a:cubicBezTo>
                    <a:pt x="82" y="136"/>
                    <a:pt x="68" y="148"/>
                    <a:pt x="53" y="148"/>
                  </a:cubicBezTo>
                  <a:cubicBezTo>
                    <a:pt x="40" y="148"/>
                    <a:pt x="28" y="138"/>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1" name="Freeform 281"/>
            <p:cNvSpPr>
              <a:spLocks/>
            </p:cNvSpPr>
            <p:nvPr>
              <p:custDataLst>
                <p:tags r:id="rId96"/>
              </p:custDataLst>
            </p:nvPr>
          </p:nvSpPr>
          <p:spPr bwMode="auto">
            <a:xfrm>
              <a:off x="1366838" y="3355975"/>
              <a:ext cx="25400" cy="107950"/>
            </a:xfrm>
            <a:custGeom>
              <a:avLst/>
              <a:gdLst>
                <a:gd name="T0" fmla="*/ 77 w 78"/>
                <a:gd name="T1" fmla="*/ 10 h 245"/>
                <a:gd name="T2" fmla="*/ 78 w 78"/>
                <a:gd name="T3" fmla="*/ 5 h 245"/>
                <a:gd name="T4" fmla="*/ 73 w 78"/>
                <a:gd name="T5" fmla="*/ 0 h 245"/>
                <a:gd name="T6" fmla="*/ 28 w 78"/>
                <a:gd name="T7" fmla="*/ 3 h 245"/>
                <a:gd name="T8" fmla="*/ 21 w 78"/>
                <a:gd name="T9" fmla="*/ 11 h 245"/>
                <a:gd name="T10" fmla="*/ 29 w 78"/>
                <a:gd name="T11" fmla="*/ 16 h 245"/>
                <a:gd name="T12" fmla="*/ 46 w 78"/>
                <a:gd name="T13" fmla="*/ 21 h 245"/>
                <a:gd name="T14" fmla="*/ 45 w 78"/>
                <a:gd name="T15" fmla="*/ 29 h 245"/>
                <a:gd name="T16" fmla="*/ 1 w 78"/>
                <a:gd name="T17" fmla="*/ 201 h 245"/>
                <a:gd name="T18" fmla="*/ 0 w 78"/>
                <a:gd name="T19" fmla="*/ 212 h 245"/>
                <a:gd name="T20" fmla="*/ 37 w 78"/>
                <a:gd name="T21" fmla="*/ 245 h 245"/>
                <a:gd name="T22" fmla="*/ 65 w 78"/>
                <a:gd name="T23" fmla="*/ 227 h 245"/>
                <a:gd name="T24" fmla="*/ 77 w 78"/>
                <a:gd name="T25" fmla="*/ 192 h 245"/>
                <a:gd name="T26" fmla="*/ 71 w 78"/>
                <a:gd name="T27" fmla="*/ 187 h 245"/>
                <a:gd name="T28" fmla="*/ 64 w 78"/>
                <a:gd name="T29" fmla="*/ 196 h 245"/>
                <a:gd name="T30" fmla="*/ 38 w 78"/>
                <a:gd name="T31" fmla="*/ 236 h 245"/>
                <a:gd name="T32" fmla="*/ 26 w 78"/>
                <a:gd name="T33" fmla="*/ 218 h 245"/>
                <a:gd name="T34" fmla="*/ 28 w 78"/>
                <a:gd name="T35" fmla="*/ 204 h 245"/>
                <a:gd name="T36" fmla="*/ 77 w 78"/>
                <a:gd name="T37" fmla="*/ 1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5">
                  <a:moveTo>
                    <a:pt x="77" y="10"/>
                  </a:moveTo>
                  <a:cubicBezTo>
                    <a:pt x="77" y="9"/>
                    <a:pt x="78" y="5"/>
                    <a:pt x="78" y="5"/>
                  </a:cubicBezTo>
                  <a:cubicBezTo>
                    <a:pt x="78" y="3"/>
                    <a:pt x="77" y="0"/>
                    <a:pt x="73" y="0"/>
                  </a:cubicBezTo>
                  <a:cubicBezTo>
                    <a:pt x="66" y="0"/>
                    <a:pt x="37" y="3"/>
                    <a:pt x="28" y="3"/>
                  </a:cubicBezTo>
                  <a:cubicBezTo>
                    <a:pt x="25" y="4"/>
                    <a:pt x="21" y="4"/>
                    <a:pt x="21" y="11"/>
                  </a:cubicBezTo>
                  <a:cubicBezTo>
                    <a:pt x="21" y="16"/>
                    <a:pt x="25" y="16"/>
                    <a:pt x="29" y="16"/>
                  </a:cubicBezTo>
                  <a:cubicBezTo>
                    <a:pt x="46" y="16"/>
                    <a:pt x="46" y="19"/>
                    <a:pt x="46" y="21"/>
                  </a:cubicBezTo>
                  <a:cubicBezTo>
                    <a:pt x="46" y="24"/>
                    <a:pt x="45" y="26"/>
                    <a:pt x="45" y="29"/>
                  </a:cubicBezTo>
                  <a:lnTo>
                    <a:pt x="1" y="201"/>
                  </a:lnTo>
                  <a:cubicBezTo>
                    <a:pt x="0" y="205"/>
                    <a:pt x="0" y="209"/>
                    <a:pt x="0" y="212"/>
                  </a:cubicBezTo>
                  <a:cubicBezTo>
                    <a:pt x="0" y="235"/>
                    <a:pt x="20" y="245"/>
                    <a:pt x="37" y="245"/>
                  </a:cubicBezTo>
                  <a:cubicBezTo>
                    <a:pt x="45" y="245"/>
                    <a:pt x="55" y="243"/>
                    <a:pt x="65" y="227"/>
                  </a:cubicBezTo>
                  <a:cubicBezTo>
                    <a:pt x="72" y="214"/>
                    <a:pt x="77" y="193"/>
                    <a:pt x="77" y="192"/>
                  </a:cubicBezTo>
                  <a:cubicBezTo>
                    <a:pt x="77" y="187"/>
                    <a:pt x="72" y="187"/>
                    <a:pt x="71" y="187"/>
                  </a:cubicBezTo>
                  <a:cubicBezTo>
                    <a:pt x="66" y="187"/>
                    <a:pt x="66" y="190"/>
                    <a:pt x="64" y="196"/>
                  </a:cubicBezTo>
                  <a:cubicBezTo>
                    <a:pt x="60" y="213"/>
                    <a:pt x="53" y="236"/>
                    <a:pt x="38" y="236"/>
                  </a:cubicBezTo>
                  <a:cubicBezTo>
                    <a:pt x="29" y="236"/>
                    <a:pt x="26" y="227"/>
                    <a:pt x="26" y="218"/>
                  </a:cubicBezTo>
                  <a:cubicBezTo>
                    <a:pt x="26" y="215"/>
                    <a:pt x="27" y="208"/>
                    <a:pt x="28" y="204"/>
                  </a:cubicBezTo>
                  <a:lnTo>
                    <a:pt x="77"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2" name="Freeform 282"/>
            <p:cNvSpPr>
              <a:spLocks noEditPoints="1"/>
            </p:cNvSpPr>
            <p:nvPr>
              <p:custDataLst>
                <p:tags r:id="rId97"/>
              </p:custDataLst>
            </p:nvPr>
          </p:nvSpPr>
          <p:spPr bwMode="auto">
            <a:xfrm>
              <a:off x="1408113" y="3394075"/>
              <a:ext cx="47625" cy="69850"/>
            </a:xfrm>
            <a:custGeom>
              <a:avLst/>
              <a:gdLst>
                <a:gd name="T0" fmla="*/ 55 w 150"/>
                <a:gd name="T1" fmla="*/ 74 h 157"/>
                <a:gd name="T2" fmla="*/ 111 w 150"/>
                <a:gd name="T3" fmla="*/ 67 h 157"/>
                <a:gd name="T4" fmla="*/ 142 w 150"/>
                <a:gd name="T5" fmla="*/ 31 h 157"/>
                <a:gd name="T6" fmla="*/ 99 w 150"/>
                <a:gd name="T7" fmla="*/ 0 h 157"/>
                <a:gd name="T8" fmla="*/ 0 w 150"/>
                <a:gd name="T9" fmla="*/ 92 h 157"/>
                <a:gd name="T10" fmla="*/ 63 w 150"/>
                <a:gd name="T11" fmla="*/ 157 h 157"/>
                <a:gd name="T12" fmla="*/ 150 w 150"/>
                <a:gd name="T13" fmla="*/ 118 h 157"/>
                <a:gd name="T14" fmla="*/ 144 w 150"/>
                <a:gd name="T15" fmla="*/ 112 h 157"/>
                <a:gd name="T16" fmla="*/ 138 w 150"/>
                <a:gd name="T17" fmla="*/ 115 h 157"/>
                <a:gd name="T18" fmla="*/ 64 w 150"/>
                <a:gd name="T19" fmla="*/ 148 h 157"/>
                <a:gd name="T20" fmla="*/ 29 w 150"/>
                <a:gd name="T21" fmla="*/ 105 h 157"/>
                <a:gd name="T22" fmla="*/ 33 w 150"/>
                <a:gd name="T23" fmla="*/ 74 h 157"/>
                <a:gd name="T24" fmla="*/ 55 w 150"/>
                <a:gd name="T25" fmla="*/ 74 h 157"/>
                <a:gd name="T26" fmla="*/ 36 w 150"/>
                <a:gd name="T27" fmla="*/ 65 h 157"/>
                <a:gd name="T28" fmla="*/ 99 w 150"/>
                <a:gd name="T29" fmla="*/ 10 h 157"/>
                <a:gd name="T30" fmla="*/ 127 w 150"/>
                <a:gd name="T31" fmla="*/ 31 h 157"/>
                <a:gd name="T32" fmla="*/ 53 w 150"/>
                <a:gd name="T33" fmla="*/ 65 h 157"/>
                <a:gd name="T34" fmla="*/ 36 w 150"/>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7">
                  <a:moveTo>
                    <a:pt x="55" y="74"/>
                  </a:moveTo>
                  <a:cubicBezTo>
                    <a:pt x="65" y="74"/>
                    <a:pt x="93" y="74"/>
                    <a:pt x="111" y="67"/>
                  </a:cubicBezTo>
                  <a:cubicBezTo>
                    <a:pt x="137" y="58"/>
                    <a:pt x="142" y="41"/>
                    <a:pt x="142" y="31"/>
                  </a:cubicBezTo>
                  <a:cubicBezTo>
                    <a:pt x="142" y="12"/>
                    <a:pt x="123" y="0"/>
                    <a:pt x="99" y="0"/>
                  </a:cubicBezTo>
                  <a:cubicBezTo>
                    <a:pt x="57" y="0"/>
                    <a:pt x="0" y="32"/>
                    <a:pt x="0" y="92"/>
                  </a:cubicBezTo>
                  <a:cubicBezTo>
                    <a:pt x="0" y="127"/>
                    <a:pt x="22" y="157"/>
                    <a:pt x="63" y="157"/>
                  </a:cubicBezTo>
                  <a:cubicBezTo>
                    <a:pt x="122" y="157"/>
                    <a:pt x="150" y="123"/>
                    <a:pt x="150" y="118"/>
                  </a:cubicBezTo>
                  <a:cubicBezTo>
                    <a:pt x="150" y="116"/>
                    <a:pt x="147" y="112"/>
                    <a:pt x="144" y="112"/>
                  </a:cubicBezTo>
                  <a:cubicBezTo>
                    <a:pt x="142" y="112"/>
                    <a:pt x="141" y="113"/>
                    <a:pt x="138" y="115"/>
                  </a:cubicBezTo>
                  <a:cubicBezTo>
                    <a:pt x="111" y="148"/>
                    <a:pt x="70" y="148"/>
                    <a:pt x="64" y="148"/>
                  </a:cubicBezTo>
                  <a:cubicBezTo>
                    <a:pt x="43" y="148"/>
                    <a:pt x="29" y="134"/>
                    <a:pt x="29" y="105"/>
                  </a:cubicBezTo>
                  <a:cubicBezTo>
                    <a:pt x="29" y="100"/>
                    <a:pt x="29" y="94"/>
                    <a:pt x="33" y="74"/>
                  </a:cubicBezTo>
                  <a:lnTo>
                    <a:pt x="55" y="74"/>
                  </a:lnTo>
                  <a:close/>
                  <a:moveTo>
                    <a:pt x="36" y="65"/>
                  </a:moveTo>
                  <a:cubicBezTo>
                    <a:pt x="50" y="14"/>
                    <a:pt x="89" y="10"/>
                    <a:pt x="99" y="10"/>
                  </a:cubicBezTo>
                  <a:cubicBezTo>
                    <a:pt x="114" y="10"/>
                    <a:pt x="127" y="17"/>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3" name="Freeform 283"/>
            <p:cNvSpPr>
              <a:spLocks/>
            </p:cNvSpPr>
            <p:nvPr>
              <p:custDataLst>
                <p:tags r:id="rId98"/>
              </p:custDataLst>
            </p:nvPr>
          </p:nvSpPr>
          <p:spPr bwMode="auto">
            <a:xfrm>
              <a:off x="1466850" y="3394075"/>
              <a:ext cx="49213" cy="69850"/>
            </a:xfrm>
            <a:custGeom>
              <a:avLst/>
              <a:gdLst>
                <a:gd name="T0" fmla="*/ 131 w 151"/>
                <a:gd name="T1" fmla="*/ 20 h 157"/>
                <a:gd name="T2" fmla="*/ 113 w 151"/>
                <a:gd name="T3" fmla="*/ 40 h 157"/>
                <a:gd name="T4" fmla="*/ 127 w 151"/>
                <a:gd name="T5" fmla="*/ 53 h 157"/>
                <a:gd name="T6" fmla="*/ 147 w 151"/>
                <a:gd name="T7" fmla="*/ 30 h 157"/>
                <a:gd name="T8" fmla="*/ 101 w 151"/>
                <a:gd name="T9" fmla="*/ 0 h 157"/>
                <a:gd name="T10" fmla="*/ 0 w 151"/>
                <a:gd name="T11" fmla="*/ 97 h 157"/>
                <a:gd name="T12" fmla="*/ 64 w 151"/>
                <a:gd name="T13" fmla="*/ 157 h 157"/>
                <a:gd name="T14" fmla="*/ 151 w 151"/>
                <a:gd name="T15" fmla="*/ 118 h 157"/>
                <a:gd name="T16" fmla="*/ 145 w 151"/>
                <a:gd name="T17" fmla="*/ 112 h 157"/>
                <a:gd name="T18" fmla="*/ 139 w 151"/>
                <a:gd name="T19" fmla="*/ 115 h 157"/>
                <a:gd name="T20" fmla="*/ 65 w 151"/>
                <a:gd name="T21" fmla="*/ 148 h 157"/>
                <a:gd name="T22" fmla="*/ 29 w 151"/>
                <a:gd name="T23" fmla="*/ 109 h 157"/>
                <a:gd name="T24" fmla="*/ 52 w 151"/>
                <a:gd name="T25" fmla="*/ 37 h 157"/>
                <a:gd name="T26" fmla="*/ 101 w 151"/>
                <a:gd name="T27" fmla="*/ 10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8" y="22"/>
                    <a:pt x="113" y="32"/>
                    <a:pt x="113" y="40"/>
                  </a:cubicBezTo>
                  <a:cubicBezTo>
                    <a:pt x="113" y="49"/>
                    <a:pt x="120" y="53"/>
                    <a:pt x="127" y="53"/>
                  </a:cubicBezTo>
                  <a:cubicBezTo>
                    <a:pt x="134" y="53"/>
                    <a:pt x="147" y="47"/>
                    <a:pt x="147" y="30"/>
                  </a:cubicBezTo>
                  <a:cubicBezTo>
                    <a:pt x="147" y="7"/>
                    <a:pt x="119" y="0"/>
                    <a:pt x="101" y="0"/>
                  </a:cubicBezTo>
                  <a:cubicBezTo>
                    <a:pt x="48" y="0"/>
                    <a:pt x="0" y="48"/>
                    <a:pt x="0" y="97"/>
                  </a:cubicBezTo>
                  <a:cubicBezTo>
                    <a:pt x="0" y="127"/>
                    <a:pt x="21" y="157"/>
                    <a:pt x="64" y="157"/>
                  </a:cubicBezTo>
                  <a:cubicBezTo>
                    <a:pt x="123" y="157"/>
                    <a:pt x="151" y="123"/>
                    <a:pt x="151" y="118"/>
                  </a:cubicBezTo>
                  <a:cubicBezTo>
                    <a:pt x="151" y="116"/>
                    <a:pt x="148" y="112"/>
                    <a:pt x="145" y="112"/>
                  </a:cubicBezTo>
                  <a:cubicBezTo>
                    <a:pt x="143" y="112"/>
                    <a:pt x="142" y="113"/>
                    <a:pt x="139" y="115"/>
                  </a:cubicBezTo>
                  <a:cubicBezTo>
                    <a:pt x="112" y="148"/>
                    <a:pt x="71" y="148"/>
                    <a:pt x="65" y="148"/>
                  </a:cubicBezTo>
                  <a:cubicBezTo>
                    <a:pt x="40" y="148"/>
                    <a:pt x="29" y="130"/>
                    <a:pt x="29" y="109"/>
                  </a:cubicBezTo>
                  <a:cubicBezTo>
                    <a:pt x="29" y="99"/>
                    <a:pt x="34" y="61"/>
                    <a:pt x="52" y="37"/>
                  </a:cubicBezTo>
                  <a:cubicBezTo>
                    <a:pt x="65" y="20"/>
                    <a:pt x="83" y="10"/>
                    <a:pt x="101" y="10"/>
                  </a:cubicBezTo>
                  <a:cubicBezTo>
                    <a:pt x="105" y="10"/>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4" name="Freeform 284"/>
            <p:cNvSpPr>
              <a:spLocks/>
            </p:cNvSpPr>
            <p:nvPr>
              <p:custDataLst>
                <p:tags r:id="rId99"/>
              </p:custDataLst>
            </p:nvPr>
          </p:nvSpPr>
          <p:spPr bwMode="auto">
            <a:xfrm>
              <a:off x="1530350" y="3444875"/>
              <a:ext cx="12700" cy="17463"/>
            </a:xfrm>
            <a:custGeom>
              <a:avLst/>
              <a:gdLst>
                <a:gd name="T0" fmla="*/ 40 w 40"/>
                <a:gd name="T1" fmla="*/ 20 h 40"/>
                <a:gd name="T2" fmla="*/ 21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7"/>
                    <a:pt x="30" y="0"/>
                    <a:pt x="21" y="0"/>
                  </a:cubicBezTo>
                  <a:cubicBezTo>
                    <a:pt x="9" y="0"/>
                    <a:pt x="0" y="9"/>
                    <a:pt x="0" y="20"/>
                  </a:cubicBezTo>
                  <a:cubicBezTo>
                    <a:pt x="0" y="32"/>
                    <a:pt x="11" y="40"/>
                    <a:pt x="20" y="40"/>
                  </a:cubicBezTo>
                  <a:cubicBezTo>
                    <a:pt x="32" y="40"/>
                    <a:pt x="40" y="30"/>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5" name="Freeform 285"/>
            <p:cNvSpPr>
              <a:spLocks noEditPoints="1"/>
            </p:cNvSpPr>
            <p:nvPr>
              <p:custDataLst>
                <p:tags r:id="rId100"/>
              </p:custDataLst>
            </p:nvPr>
          </p:nvSpPr>
          <p:spPr bwMode="auto">
            <a:xfrm>
              <a:off x="1560513" y="3360738"/>
              <a:ext cx="33338" cy="103188"/>
            </a:xfrm>
            <a:custGeom>
              <a:avLst/>
              <a:gdLst>
                <a:gd name="T0" fmla="*/ 97 w 106"/>
                <a:gd name="T1" fmla="*/ 13 h 234"/>
                <a:gd name="T2" fmla="*/ 83 w 106"/>
                <a:gd name="T3" fmla="*/ 0 h 234"/>
                <a:gd name="T4" fmla="*/ 63 w 106"/>
                <a:gd name="T5" fmla="*/ 19 h 234"/>
                <a:gd name="T6" fmla="*/ 77 w 106"/>
                <a:gd name="T7" fmla="*/ 32 h 234"/>
                <a:gd name="T8" fmla="*/ 97 w 106"/>
                <a:gd name="T9" fmla="*/ 13 h 234"/>
                <a:gd name="T10" fmla="*/ 25 w 106"/>
                <a:gd name="T11" fmla="*/ 190 h 234"/>
                <a:gd name="T12" fmla="*/ 22 w 106"/>
                <a:gd name="T13" fmla="*/ 205 h 234"/>
                <a:gd name="T14" fmla="*/ 55 w 106"/>
                <a:gd name="T15" fmla="*/ 234 h 234"/>
                <a:gd name="T16" fmla="*/ 106 w 106"/>
                <a:gd name="T17" fmla="*/ 181 h 234"/>
                <a:gd name="T18" fmla="*/ 100 w 106"/>
                <a:gd name="T19" fmla="*/ 176 h 234"/>
                <a:gd name="T20" fmla="*/ 93 w 106"/>
                <a:gd name="T21" fmla="*/ 182 h 234"/>
                <a:gd name="T22" fmla="*/ 56 w 106"/>
                <a:gd name="T23" fmla="*/ 225 h 234"/>
                <a:gd name="T24" fmla="*/ 48 w 106"/>
                <a:gd name="T25" fmla="*/ 212 h 234"/>
                <a:gd name="T26" fmla="*/ 53 w 106"/>
                <a:gd name="T27" fmla="*/ 190 h 234"/>
                <a:gd name="T28" fmla="*/ 64 w 106"/>
                <a:gd name="T29" fmla="*/ 162 h 234"/>
                <a:gd name="T30" fmla="*/ 82 w 106"/>
                <a:gd name="T31" fmla="*/ 118 h 234"/>
                <a:gd name="T32" fmla="*/ 84 w 106"/>
                <a:gd name="T33" fmla="*/ 107 h 234"/>
                <a:gd name="T34" fmla="*/ 51 w 106"/>
                <a:gd name="T35" fmla="*/ 77 h 234"/>
                <a:gd name="T36" fmla="*/ 0 w 106"/>
                <a:gd name="T37" fmla="*/ 130 h 234"/>
                <a:gd name="T38" fmla="*/ 6 w 106"/>
                <a:gd name="T39" fmla="*/ 135 h 234"/>
                <a:gd name="T40" fmla="*/ 12 w 106"/>
                <a:gd name="T41" fmla="*/ 129 h 234"/>
                <a:gd name="T42" fmla="*/ 50 w 106"/>
                <a:gd name="T43" fmla="*/ 87 h 234"/>
                <a:gd name="T44" fmla="*/ 58 w 106"/>
                <a:gd name="T45" fmla="*/ 99 h 234"/>
                <a:gd name="T46" fmla="*/ 47 w 106"/>
                <a:gd name="T47" fmla="*/ 134 h 234"/>
                <a:gd name="T48" fmla="*/ 25 w 106"/>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4">
                  <a:moveTo>
                    <a:pt x="97" y="13"/>
                  </a:moveTo>
                  <a:cubicBezTo>
                    <a:pt x="97" y="7"/>
                    <a:pt x="92" y="0"/>
                    <a:pt x="83" y="0"/>
                  </a:cubicBezTo>
                  <a:cubicBezTo>
                    <a:pt x="73" y="0"/>
                    <a:pt x="63" y="9"/>
                    <a:pt x="63" y="19"/>
                  </a:cubicBezTo>
                  <a:cubicBezTo>
                    <a:pt x="63" y="25"/>
                    <a:pt x="68" y="32"/>
                    <a:pt x="77" y="32"/>
                  </a:cubicBezTo>
                  <a:cubicBezTo>
                    <a:pt x="87" y="32"/>
                    <a:pt x="97" y="22"/>
                    <a:pt x="97" y="13"/>
                  </a:cubicBezTo>
                  <a:close/>
                  <a:moveTo>
                    <a:pt x="25" y="190"/>
                  </a:moveTo>
                  <a:cubicBezTo>
                    <a:pt x="24" y="195"/>
                    <a:pt x="22" y="199"/>
                    <a:pt x="22" y="205"/>
                  </a:cubicBezTo>
                  <a:cubicBezTo>
                    <a:pt x="22" y="221"/>
                    <a:pt x="36" y="234"/>
                    <a:pt x="55" y="234"/>
                  </a:cubicBezTo>
                  <a:cubicBezTo>
                    <a:pt x="90" y="234"/>
                    <a:pt x="106" y="186"/>
                    <a:pt x="106" y="181"/>
                  </a:cubicBezTo>
                  <a:cubicBezTo>
                    <a:pt x="106" y="176"/>
                    <a:pt x="101" y="176"/>
                    <a:pt x="100" y="176"/>
                  </a:cubicBezTo>
                  <a:cubicBezTo>
                    <a:pt x="95" y="176"/>
                    <a:pt x="95" y="179"/>
                    <a:pt x="93" y="182"/>
                  </a:cubicBezTo>
                  <a:cubicBezTo>
                    <a:pt x="85" y="210"/>
                    <a:pt x="70" y="225"/>
                    <a:pt x="56" y="225"/>
                  </a:cubicBezTo>
                  <a:cubicBezTo>
                    <a:pt x="50" y="225"/>
                    <a:pt x="48" y="220"/>
                    <a:pt x="48" y="212"/>
                  </a:cubicBezTo>
                  <a:cubicBezTo>
                    <a:pt x="48" y="204"/>
                    <a:pt x="50" y="198"/>
                    <a:pt x="53" y="190"/>
                  </a:cubicBezTo>
                  <a:cubicBezTo>
                    <a:pt x="57" y="181"/>
                    <a:pt x="61" y="171"/>
                    <a:pt x="64" y="162"/>
                  </a:cubicBezTo>
                  <a:cubicBezTo>
                    <a:pt x="68" y="154"/>
                    <a:pt x="80" y="122"/>
                    <a:pt x="82" y="118"/>
                  </a:cubicBezTo>
                  <a:cubicBezTo>
                    <a:pt x="83" y="114"/>
                    <a:pt x="84" y="110"/>
                    <a:pt x="84" y="107"/>
                  </a:cubicBezTo>
                  <a:cubicBezTo>
                    <a:pt x="84" y="90"/>
                    <a:pt x="70" y="77"/>
                    <a:pt x="51" y="77"/>
                  </a:cubicBezTo>
                  <a:cubicBezTo>
                    <a:pt x="16" y="77"/>
                    <a:pt x="0" y="124"/>
                    <a:pt x="0" y="130"/>
                  </a:cubicBezTo>
                  <a:cubicBezTo>
                    <a:pt x="0" y="135"/>
                    <a:pt x="5" y="135"/>
                    <a:pt x="6" y="135"/>
                  </a:cubicBezTo>
                  <a:cubicBezTo>
                    <a:pt x="11" y="135"/>
                    <a:pt x="11" y="133"/>
                    <a:pt x="12" y="129"/>
                  </a:cubicBezTo>
                  <a:cubicBezTo>
                    <a:pt x="21" y="99"/>
                    <a:pt x="37" y="87"/>
                    <a:pt x="50"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6" name="Freeform 286"/>
            <p:cNvSpPr>
              <a:spLocks/>
            </p:cNvSpPr>
            <p:nvPr>
              <p:custDataLst>
                <p:tags r:id="rId101"/>
              </p:custDataLst>
            </p:nvPr>
          </p:nvSpPr>
          <p:spPr bwMode="auto">
            <a:xfrm>
              <a:off x="1604963" y="3394075"/>
              <a:ext cx="101600" cy="69850"/>
            </a:xfrm>
            <a:custGeom>
              <a:avLst/>
              <a:gdLst>
                <a:gd name="T0" fmla="*/ 135 w 320"/>
                <a:gd name="T1" fmla="*/ 126 h 157"/>
                <a:gd name="T2" fmla="*/ 130 w 320"/>
                <a:gd name="T3" fmla="*/ 146 h 157"/>
                <a:gd name="T4" fmla="*/ 142 w 320"/>
                <a:gd name="T5" fmla="*/ 157 h 157"/>
                <a:gd name="T6" fmla="*/ 155 w 320"/>
                <a:gd name="T7" fmla="*/ 150 h 157"/>
                <a:gd name="T8" fmla="*/ 162 w 320"/>
                <a:gd name="T9" fmla="*/ 128 h 157"/>
                <a:gd name="T10" fmla="*/ 169 w 320"/>
                <a:gd name="T11" fmla="*/ 97 h 157"/>
                <a:gd name="T12" fmla="*/ 175 w 320"/>
                <a:gd name="T13" fmla="*/ 73 h 157"/>
                <a:gd name="T14" fmla="*/ 186 w 320"/>
                <a:gd name="T15" fmla="*/ 47 h 157"/>
                <a:gd name="T16" fmla="*/ 242 w 320"/>
                <a:gd name="T17" fmla="*/ 10 h 157"/>
                <a:gd name="T18" fmla="*/ 262 w 320"/>
                <a:gd name="T19" fmla="*/ 34 h 157"/>
                <a:gd name="T20" fmla="*/ 242 w 320"/>
                <a:gd name="T21" fmla="*/ 108 h 157"/>
                <a:gd name="T22" fmla="*/ 237 w 320"/>
                <a:gd name="T23" fmla="*/ 127 h 157"/>
                <a:gd name="T24" fmla="*/ 270 w 320"/>
                <a:gd name="T25" fmla="*/ 157 h 157"/>
                <a:gd name="T26" fmla="*/ 320 w 320"/>
                <a:gd name="T27" fmla="*/ 104 h 157"/>
                <a:gd name="T28" fmla="*/ 314 w 320"/>
                <a:gd name="T29" fmla="*/ 99 h 157"/>
                <a:gd name="T30" fmla="*/ 308 w 320"/>
                <a:gd name="T31" fmla="*/ 105 h 157"/>
                <a:gd name="T32" fmla="*/ 271 w 320"/>
                <a:gd name="T33" fmla="*/ 148 h 157"/>
                <a:gd name="T34" fmla="*/ 262 w 320"/>
                <a:gd name="T35" fmla="*/ 135 h 157"/>
                <a:gd name="T36" fmla="*/ 270 w 320"/>
                <a:gd name="T37" fmla="*/ 107 h 157"/>
                <a:gd name="T38" fmla="*/ 289 w 320"/>
                <a:gd name="T39" fmla="*/ 40 h 157"/>
                <a:gd name="T40" fmla="*/ 276 w 320"/>
                <a:gd name="T41" fmla="*/ 9 h 157"/>
                <a:gd name="T42" fmla="*/ 243 w 320"/>
                <a:gd name="T43" fmla="*/ 0 h 157"/>
                <a:gd name="T44" fmla="*/ 181 w 320"/>
                <a:gd name="T45" fmla="*/ 35 h 157"/>
                <a:gd name="T46" fmla="*/ 136 w 320"/>
                <a:gd name="T47" fmla="*/ 0 h 157"/>
                <a:gd name="T48" fmla="*/ 77 w 320"/>
                <a:gd name="T49" fmla="*/ 32 h 157"/>
                <a:gd name="T50" fmla="*/ 40 w 320"/>
                <a:gd name="T51" fmla="*/ 0 h 157"/>
                <a:gd name="T52" fmla="*/ 12 w 320"/>
                <a:gd name="T53" fmla="*/ 19 h 157"/>
                <a:gd name="T54" fmla="*/ 0 w 320"/>
                <a:gd name="T55" fmla="*/ 53 h 157"/>
                <a:gd name="T56" fmla="*/ 6 w 320"/>
                <a:gd name="T57" fmla="*/ 58 h 157"/>
                <a:gd name="T58" fmla="*/ 13 w 320"/>
                <a:gd name="T59" fmla="*/ 47 h 157"/>
                <a:gd name="T60" fmla="*/ 39 w 320"/>
                <a:gd name="T61" fmla="*/ 10 h 157"/>
                <a:gd name="T62" fmla="*/ 50 w 320"/>
                <a:gd name="T63" fmla="*/ 27 h 157"/>
                <a:gd name="T64" fmla="*/ 45 w 320"/>
                <a:gd name="T65" fmla="*/ 56 h 157"/>
                <a:gd name="T66" fmla="*/ 37 w 320"/>
                <a:gd name="T67" fmla="*/ 87 h 157"/>
                <a:gd name="T68" fmla="*/ 26 w 320"/>
                <a:gd name="T69" fmla="*/ 132 h 157"/>
                <a:gd name="T70" fmla="*/ 22 w 320"/>
                <a:gd name="T71" fmla="*/ 146 h 157"/>
                <a:gd name="T72" fmla="*/ 34 w 320"/>
                <a:gd name="T73" fmla="*/ 157 h 157"/>
                <a:gd name="T74" fmla="*/ 48 w 320"/>
                <a:gd name="T75" fmla="*/ 150 h 157"/>
                <a:gd name="T76" fmla="*/ 54 w 320"/>
                <a:gd name="T77" fmla="*/ 128 h 157"/>
                <a:gd name="T78" fmla="*/ 62 w 320"/>
                <a:gd name="T79" fmla="*/ 97 h 157"/>
                <a:gd name="T80" fmla="*/ 68 w 320"/>
                <a:gd name="T81" fmla="*/ 73 h 157"/>
                <a:gd name="T82" fmla="*/ 82 w 320"/>
                <a:gd name="T83" fmla="*/ 42 h 157"/>
                <a:gd name="T84" fmla="*/ 135 w 320"/>
                <a:gd name="T85" fmla="*/ 10 h 157"/>
                <a:gd name="T86" fmla="*/ 155 w 320"/>
                <a:gd name="T87" fmla="*/ 34 h 157"/>
                <a:gd name="T88" fmla="*/ 149 w 320"/>
                <a:gd name="T89" fmla="*/ 67 h 157"/>
                <a:gd name="T90" fmla="*/ 135 w 320"/>
                <a:gd name="T91" fmla="*/ 126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157">
                  <a:moveTo>
                    <a:pt x="135" y="126"/>
                  </a:moveTo>
                  <a:cubicBezTo>
                    <a:pt x="133" y="133"/>
                    <a:pt x="130" y="144"/>
                    <a:pt x="130" y="146"/>
                  </a:cubicBezTo>
                  <a:cubicBezTo>
                    <a:pt x="130" y="154"/>
                    <a:pt x="136" y="157"/>
                    <a:pt x="142" y="157"/>
                  </a:cubicBezTo>
                  <a:cubicBezTo>
                    <a:pt x="148" y="157"/>
                    <a:pt x="154" y="153"/>
                    <a:pt x="155" y="150"/>
                  </a:cubicBezTo>
                  <a:cubicBezTo>
                    <a:pt x="157" y="147"/>
                    <a:pt x="160" y="135"/>
                    <a:pt x="162" y="128"/>
                  </a:cubicBezTo>
                  <a:cubicBezTo>
                    <a:pt x="163" y="121"/>
                    <a:pt x="167" y="105"/>
                    <a:pt x="169" y="97"/>
                  </a:cubicBezTo>
                  <a:cubicBezTo>
                    <a:pt x="171" y="89"/>
                    <a:pt x="173" y="81"/>
                    <a:pt x="175" y="73"/>
                  </a:cubicBezTo>
                  <a:cubicBezTo>
                    <a:pt x="179" y="58"/>
                    <a:pt x="179" y="58"/>
                    <a:pt x="186" y="47"/>
                  </a:cubicBezTo>
                  <a:cubicBezTo>
                    <a:pt x="197" y="30"/>
                    <a:pt x="215" y="10"/>
                    <a:pt x="242" y="10"/>
                  </a:cubicBezTo>
                  <a:cubicBezTo>
                    <a:pt x="261" y="10"/>
                    <a:pt x="262" y="26"/>
                    <a:pt x="262" y="34"/>
                  </a:cubicBezTo>
                  <a:cubicBezTo>
                    <a:pt x="262" y="55"/>
                    <a:pt x="247" y="94"/>
                    <a:pt x="242" y="108"/>
                  </a:cubicBezTo>
                  <a:cubicBezTo>
                    <a:pt x="238" y="118"/>
                    <a:pt x="237" y="121"/>
                    <a:pt x="237" y="127"/>
                  </a:cubicBezTo>
                  <a:cubicBezTo>
                    <a:pt x="237" y="146"/>
                    <a:pt x="252" y="157"/>
                    <a:pt x="270" y="157"/>
                  </a:cubicBezTo>
                  <a:cubicBezTo>
                    <a:pt x="305" y="157"/>
                    <a:pt x="320" y="109"/>
                    <a:pt x="320" y="104"/>
                  </a:cubicBezTo>
                  <a:cubicBezTo>
                    <a:pt x="320" y="99"/>
                    <a:pt x="315" y="99"/>
                    <a:pt x="314" y="99"/>
                  </a:cubicBezTo>
                  <a:cubicBezTo>
                    <a:pt x="309" y="99"/>
                    <a:pt x="309" y="102"/>
                    <a:pt x="308" y="105"/>
                  </a:cubicBezTo>
                  <a:cubicBezTo>
                    <a:pt x="300" y="133"/>
                    <a:pt x="285" y="148"/>
                    <a:pt x="271" y="148"/>
                  </a:cubicBezTo>
                  <a:cubicBezTo>
                    <a:pt x="263" y="148"/>
                    <a:pt x="262" y="143"/>
                    <a:pt x="262" y="135"/>
                  </a:cubicBezTo>
                  <a:cubicBezTo>
                    <a:pt x="262" y="127"/>
                    <a:pt x="264" y="123"/>
                    <a:pt x="270" y="107"/>
                  </a:cubicBezTo>
                  <a:cubicBezTo>
                    <a:pt x="274" y="96"/>
                    <a:pt x="289" y="59"/>
                    <a:pt x="289" y="40"/>
                  </a:cubicBezTo>
                  <a:cubicBezTo>
                    <a:pt x="289" y="34"/>
                    <a:pt x="289" y="20"/>
                    <a:pt x="276" y="9"/>
                  </a:cubicBezTo>
                  <a:cubicBezTo>
                    <a:pt x="270" y="5"/>
                    <a:pt x="260" y="0"/>
                    <a:pt x="243" y="0"/>
                  </a:cubicBezTo>
                  <a:cubicBezTo>
                    <a:pt x="212" y="0"/>
                    <a:pt x="193" y="21"/>
                    <a:pt x="181" y="35"/>
                  </a:cubicBezTo>
                  <a:cubicBezTo>
                    <a:pt x="179" y="6"/>
                    <a:pt x="154" y="0"/>
                    <a:pt x="136" y="0"/>
                  </a:cubicBezTo>
                  <a:cubicBezTo>
                    <a:pt x="107" y="0"/>
                    <a:pt x="88" y="18"/>
                    <a:pt x="77" y="32"/>
                  </a:cubicBezTo>
                  <a:cubicBezTo>
                    <a:pt x="75" y="8"/>
                    <a:pt x="54" y="0"/>
                    <a:pt x="40" y="0"/>
                  </a:cubicBezTo>
                  <a:cubicBezTo>
                    <a:pt x="25" y="0"/>
                    <a:pt x="17" y="11"/>
                    <a:pt x="12" y="19"/>
                  </a:cubicBezTo>
                  <a:cubicBezTo>
                    <a:pt x="5" y="32"/>
                    <a:pt x="0" y="52"/>
                    <a:pt x="0" y="53"/>
                  </a:cubicBezTo>
                  <a:cubicBezTo>
                    <a:pt x="0" y="58"/>
                    <a:pt x="5" y="58"/>
                    <a:pt x="6" y="58"/>
                  </a:cubicBezTo>
                  <a:cubicBezTo>
                    <a:pt x="11" y="58"/>
                    <a:pt x="11" y="57"/>
                    <a:pt x="13" y="47"/>
                  </a:cubicBezTo>
                  <a:cubicBezTo>
                    <a:pt x="19" y="27"/>
                    <a:pt x="25" y="10"/>
                    <a:pt x="39" y="10"/>
                  </a:cubicBezTo>
                  <a:cubicBezTo>
                    <a:pt x="48" y="10"/>
                    <a:pt x="50" y="17"/>
                    <a:pt x="50" y="27"/>
                  </a:cubicBezTo>
                  <a:cubicBezTo>
                    <a:pt x="50" y="33"/>
                    <a:pt x="47" y="46"/>
                    <a:pt x="45" y="56"/>
                  </a:cubicBezTo>
                  <a:cubicBezTo>
                    <a:pt x="42" y="65"/>
                    <a:pt x="39" y="80"/>
                    <a:pt x="37" y="87"/>
                  </a:cubicBezTo>
                  <a:lnTo>
                    <a:pt x="26" y="132"/>
                  </a:lnTo>
                  <a:cubicBezTo>
                    <a:pt x="25" y="136"/>
                    <a:pt x="22" y="145"/>
                    <a:pt x="22" y="146"/>
                  </a:cubicBezTo>
                  <a:cubicBezTo>
                    <a:pt x="22" y="154"/>
                    <a:pt x="29" y="157"/>
                    <a:pt x="34" y="157"/>
                  </a:cubicBezTo>
                  <a:cubicBezTo>
                    <a:pt x="41" y="157"/>
                    <a:pt x="46" y="153"/>
                    <a:pt x="48" y="150"/>
                  </a:cubicBezTo>
                  <a:cubicBezTo>
                    <a:pt x="50" y="147"/>
                    <a:pt x="52" y="135"/>
                    <a:pt x="54" y="128"/>
                  </a:cubicBezTo>
                  <a:cubicBezTo>
                    <a:pt x="56" y="121"/>
                    <a:pt x="60" y="105"/>
                    <a:pt x="62" y="97"/>
                  </a:cubicBezTo>
                  <a:cubicBezTo>
                    <a:pt x="64" y="89"/>
                    <a:pt x="66" y="81"/>
                    <a:pt x="68" y="73"/>
                  </a:cubicBezTo>
                  <a:cubicBezTo>
                    <a:pt x="72" y="59"/>
                    <a:pt x="72" y="56"/>
                    <a:pt x="82" y="42"/>
                  </a:cubicBezTo>
                  <a:cubicBezTo>
                    <a:pt x="92" y="28"/>
                    <a:pt x="109" y="10"/>
                    <a:pt x="135" y="10"/>
                  </a:cubicBezTo>
                  <a:cubicBezTo>
                    <a:pt x="155" y="10"/>
                    <a:pt x="155" y="28"/>
                    <a:pt x="155" y="34"/>
                  </a:cubicBezTo>
                  <a:cubicBezTo>
                    <a:pt x="155" y="43"/>
                    <a:pt x="154" y="47"/>
                    <a:pt x="149" y="67"/>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7" name="Freeform 287"/>
            <p:cNvSpPr>
              <a:spLocks noEditPoints="1"/>
            </p:cNvSpPr>
            <p:nvPr>
              <p:custDataLst>
                <p:tags r:id="rId102"/>
              </p:custDataLst>
            </p:nvPr>
          </p:nvSpPr>
          <p:spPr bwMode="auto">
            <a:xfrm>
              <a:off x="1719263" y="3394075"/>
              <a:ext cx="47625" cy="69850"/>
            </a:xfrm>
            <a:custGeom>
              <a:avLst/>
              <a:gdLst>
                <a:gd name="T0" fmla="*/ 55 w 149"/>
                <a:gd name="T1" fmla="*/ 74 h 157"/>
                <a:gd name="T2" fmla="*/ 111 w 149"/>
                <a:gd name="T3" fmla="*/ 67 h 157"/>
                <a:gd name="T4" fmla="*/ 142 w 149"/>
                <a:gd name="T5" fmla="*/ 31 h 157"/>
                <a:gd name="T6" fmla="*/ 99 w 149"/>
                <a:gd name="T7" fmla="*/ 0 h 157"/>
                <a:gd name="T8" fmla="*/ 0 w 149"/>
                <a:gd name="T9" fmla="*/ 92 h 157"/>
                <a:gd name="T10" fmla="*/ 63 w 149"/>
                <a:gd name="T11" fmla="*/ 157 h 157"/>
                <a:gd name="T12" fmla="*/ 149 w 149"/>
                <a:gd name="T13" fmla="*/ 118 h 157"/>
                <a:gd name="T14" fmla="*/ 144 w 149"/>
                <a:gd name="T15" fmla="*/ 112 h 157"/>
                <a:gd name="T16" fmla="*/ 138 w 149"/>
                <a:gd name="T17" fmla="*/ 115 h 157"/>
                <a:gd name="T18" fmla="*/ 64 w 149"/>
                <a:gd name="T19" fmla="*/ 148 h 157"/>
                <a:gd name="T20" fmla="*/ 29 w 149"/>
                <a:gd name="T21" fmla="*/ 105 h 157"/>
                <a:gd name="T22" fmla="*/ 33 w 149"/>
                <a:gd name="T23" fmla="*/ 74 h 157"/>
                <a:gd name="T24" fmla="*/ 55 w 149"/>
                <a:gd name="T25" fmla="*/ 74 h 157"/>
                <a:gd name="T26" fmla="*/ 36 w 149"/>
                <a:gd name="T27" fmla="*/ 65 h 157"/>
                <a:gd name="T28" fmla="*/ 99 w 149"/>
                <a:gd name="T29" fmla="*/ 10 h 157"/>
                <a:gd name="T30" fmla="*/ 127 w 149"/>
                <a:gd name="T31" fmla="*/ 31 h 157"/>
                <a:gd name="T32" fmla="*/ 53 w 149"/>
                <a:gd name="T33" fmla="*/ 65 h 157"/>
                <a:gd name="T34" fmla="*/ 36 w 149"/>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5" y="74"/>
                  </a:moveTo>
                  <a:cubicBezTo>
                    <a:pt x="65" y="74"/>
                    <a:pt x="92" y="74"/>
                    <a:pt x="111" y="67"/>
                  </a:cubicBezTo>
                  <a:cubicBezTo>
                    <a:pt x="137" y="58"/>
                    <a:pt x="142" y="41"/>
                    <a:pt x="142" y="31"/>
                  </a:cubicBezTo>
                  <a:cubicBezTo>
                    <a:pt x="142" y="12"/>
                    <a:pt x="123" y="0"/>
                    <a:pt x="99" y="0"/>
                  </a:cubicBezTo>
                  <a:cubicBezTo>
                    <a:pt x="57" y="0"/>
                    <a:pt x="0" y="32"/>
                    <a:pt x="0" y="92"/>
                  </a:cubicBezTo>
                  <a:cubicBezTo>
                    <a:pt x="0" y="127"/>
                    <a:pt x="22" y="157"/>
                    <a:pt x="63" y="157"/>
                  </a:cubicBezTo>
                  <a:cubicBezTo>
                    <a:pt x="122" y="157"/>
                    <a:pt x="149" y="123"/>
                    <a:pt x="149" y="118"/>
                  </a:cubicBezTo>
                  <a:cubicBezTo>
                    <a:pt x="149" y="116"/>
                    <a:pt x="146" y="112"/>
                    <a:pt x="144" y="112"/>
                  </a:cubicBezTo>
                  <a:cubicBezTo>
                    <a:pt x="141" y="112"/>
                    <a:pt x="141" y="113"/>
                    <a:pt x="138" y="115"/>
                  </a:cubicBezTo>
                  <a:cubicBezTo>
                    <a:pt x="111" y="148"/>
                    <a:pt x="70" y="148"/>
                    <a:pt x="64" y="148"/>
                  </a:cubicBezTo>
                  <a:cubicBezTo>
                    <a:pt x="43" y="148"/>
                    <a:pt x="29" y="134"/>
                    <a:pt x="29" y="105"/>
                  </a:cubicBezTo>
                  <a:cubicBezTo>
                    <a:pt x="29" y="100"/>
                    <a:pt x="29" y="94"/>
                    <a:pt x="33" y="74"/>
                  </a:cubicBezTo>
                  <a:lnTo>
                    <a:pt x="55" y="74"/>
                  </a:lnTo>
                  <a:close/>
                  <a:moveTo>
                    <a:pt x="36" y="65"/>
                  </a:moveTo>
                  <a:cubicBezTo>
                    <a:pt x="50" y="14"/>
                    <a:pt x="89" y="10"/>
                    <a:pt x="99" y="10"/>
                  </a:cubicBezTo>
                  <a:cubicBezTo>
                    <a:pt x="114" y="10"/>
                    <a:pt x="127" y="17"/>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8" name="Freeform 288"/>
            <p:cNvSpPr>
              <a:spLocks/>
            </p:cNvSpPr>
            <p:nvPr>
              <p:custDataLst>
                <p:tags r:id="rId103"/>
              </p:custDataLst>
            </p:nvPr>
          </p:nvSpPr>
          <p:spPr bwMode="auto">
            <a:xfrm>
              <a:off x="1795463" y="3263900"/>
              <a:ext cx="38100" cy="220663"/>
            </a:xfrm>
            <a:custGeom>
              <a:avLst/>
              <a:gdLst>
                <a:gd name="T0" fmla="*/ 116 w 116"/>
                <a:gd name="T1" fmla="*/ 494 h 499"/>
                <a:gd name="T2" fmla="*/ 108 w 116"/>
                <a:gd name="T3" fmla="*/ 483 h 499"/>
                <a:gd name="T4" fmla="*/ 29 w 116"/>
                <a:gd name="T5" fmla="*/ 249 h 499"/>
                <a:gd name="T6" fmla="*/ 110 w 116"/>
                <a:gd name="T7" fmla="*/ 13 h 499"/>
                <a:gd name="T8" fmla="*/ 116 w 116"/>
                <a:gd name="T9" fmla="*/ 5 h 499"/>
                <a:gd name="T10" fmla="*/ 111 w 116"/>
                <a:gd name="T11" fmla="*/ 0 h 499"/>
                <a:gd name="T12" fmla="*/ 32 w 116"/>
                <a:gd name="T13" fmla="*/ 97 h 499"/>
                <a:gd name="T14" fmla="*/ 0 w 116"/>
                <a:gd name="T15" fmla="*/ 249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2"/>
                    <a:pt x="116" y="491"/>
                    <a:pt x="108" y="483"/>
                  </a:cubicBezTo>
                  <a:cubicBezTo>
                    <a:pt x="45" y="420"/>
                    <a:pt x="29" y="326"/>
                    <a:pt x="29" y="249"/>
                  </a:cubicBezTo>
                  <a:cubicBezTo>
                    <a:pt x="29" y="163"/>
                    <a:pt x="48" y="76"/>
                    <a:pt x="110" y="13"/>
                  </a:cubicBezTo>
                  <a:cubicBezTo>
                    <a:pt x="116" y="7"/>
                    <a:pt x="116" y="6"/>
                    <a:pt x="116" y="5"/>
                  </a:cubicBezTo>
                  <a:cubicBezTo>
                    <a:pt x="116" y="1"/>
                    <a:pt x="114" y="0"/>
                    <a:pt x="111" y="0"/>
                  </a:cubicBezTo>
                  <a:cubicBezTo>
                    <a:pt x="106" y="0"/>
                    <a:pt x="61" y="34"/>
                    <a:pt x="32" y="97"/>
                  </a:cubicBezTo>
                  <a:cubicBezTo>
                    <a:pt x="6" y="152"/>
                    <a:pt x="0" y="208"/>
                    <a:pt x="0" y="249"/>
                  </a:cubicBezTo>
                  <a:cubicBezTo>
                    <a:pt x="0" y="288"/>
                    <a:pt x="6" y="349"/>
                    <a:pt x="33" y="405"/>
                  </a:cubicBezTo>
                  <a:cubicBezTo>
                    <a:pt x="63" y="466"/>
                    <a:pt x="106" y="499"/>
                    <a:pt x="111" y="499"/>
                  </a:cubicBezTo>
                  <a:cubicBezTo>
                    <a:pt x="114" y="499"/>
                    <a:pt x="116" y="497"/>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9" name="Freeform 289"/>
            <p:cNvSpPr>
              <a:spLocks noEditPoints="1"/>
            </p:cNvSpPr>
            <p:nvPr>
              <p:custDataLst>
                <p:tags r:id="rId104"/>
              </p:custDataLst>
            </p:nvPr>
          </p:nvSpPr>
          <p:spPr bwMode="auto">
            <a:xfrm>
              <a:off x="1839913" y="3282950"/>
              <a:ext cx="65088" cy="192088"/>
            </a:xfrm>
            <a:custGeom>
              <a:avLst/>
              <a:gdLst>
                <a:gd name="T0" fmla="*/ 205 w 205"/>
                <a:gd name="T1" fmla="*/ 18 h 432"/>
                <a:gd name="T2" fmla="*/ 186 w 205"/>
                <a:gd name="T3" fmla="*/ 0 h 432"/>
                <a:gd name="T4" fmla="*/ 159 w 205"/>
                <a:gd name="T5" fmla="*/ 27 h 432"/>
                <a:gd name="T6" fmla="*/ 178 w 205"/>
                <a:gd name="T7" fmla="*/ 45 h 432"/>
                <a:gd name="T8" fmla="*/ 205 w 205"/>
                <a:gd name="T9" fmla="*/ 18 h 432"/>
                <a:gd name="T10" fmla="*/ 105 w 205"/>
                <a:gd name="T11" fmla="*/ 355 h 432"/>
                <a:gd name="T12" fmla="*/ 43 w 205"/>
                <a:gd name="T13" fmla="*/ 421 h 432"/>
                <a:gd name="T14" fmla="*/ 24 w 205"/>
                <a:gd name="T15" fmla="*/ 417 h 432"/>
                <a:gd name="T16" fmla="*/ 46 w 205"/>
                <a:gd name="T17" fmla="*/ 391 h 432"/>
                <a:gd name="T18" fmla="*/ 27 w 205"/>
                <a:gd name="T19" fmla="*/ 373 h 432"/>
                <a:gd name="T20" fmla="*/ 0 w 205"/>
                <a:gd name="T21" fmla="*/ 401 h 432"/>
                <a:gd name="T22" fmla="*/ 44 w 205"/>
                <a:gd name="T23" fmla="*/ 432 h 432"/>
                <a:gd name="T24" fmla="*/ 138 w 205"/>
                <a:gd name="T25" fmla="*/ 357 h 432"/>
                <a:gd name="T26" fmla="*/ 184 w 205"/>
                <a:gd name="T27" fmla="*/ 174 h 432"/>
                <a:gd name="T28" fmla="*/ 186 w 205"/>
                <a:gd name="T29" fmla="*/ 156 h 432"/>
                <a:gd name="T30" fmla="*/ 140 w 205"/>
                <a:gd name="T31" fmla="*/ 110 h 432"/>
                <a:gd name="T32" fmla="*/ 61 w 205"/>
                <a:gd name="T33" fmla="*/ 186 h 432"/>
                <a:gd name="T34" fmla="*/ 67 w 205"/>
                <a:gd name="T35" fmla="*/ 191 h 432"/>
                <a:gd name="T36" fmla="*/ 76 w 205"/>
                <a:gd name="T37" fmla="*/ 181 h 432"/>
                <a:gd name="T38" fmla="*/ 139 w 205"/>
                <a:gd name="T39" fmla="*/ 121 h 432"/>
                <a:gd name="T40" fmla="*/ 155 w 205"/>
                <a:gd name="T41" fmla="*/ 144 h 432"/>
                <a:gd name="T42" fmla="*/ 151 w 205"/>
                <a:gd name="T43" fmla="*/ 169 h 432"/>
                <a:gd name="T44" fmla="*/ 105 w 205"/>
                <a:gd name="T45" fmla="*/ 35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2">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5" y="355"/>
                  </a:moveTo>
                  <a:cubicBezTo>
                    <a:pt x="95" y="393"/>
                    <a:pt x="71" y="421"/>
                    <a:pt x="43" y="421"/>
                  </a:cubicBezTo>
                  <a:cubicBezTo>
                    <a:pt x="40" y="421"/>
                    <a:pt x="33" y="421"/>
                    <a:pt x="24" y="417"/>
                  </a:cubicBezTo>
                  <a:cubicBezTo>
                    <a:pt x="39" y="413"/>
                    <a:pt x="46" y="401"/>
                    <a:pt x="46" y="391"/>
                  </a:cubicBezTo>
                  <a:cubicBezTo>
                    <a:pt x="46" y="383"/>
                    <a:pt x="41" y="373"/>
                    <a:pt x="27" y="373"/>
                  </a:cubicBezTo>
                  <a:cubicBezTo>
                    <a:pt x="15" y="373"/>
                    <a:pt x="0" y="384"/>
                    <a:pt x="0" y="401"/>
                  </a:cubicBezTo>
                  <a:cubicBezTo>
                    <a:pt x="0" y="421"/>
                    <a:pt x="20" y="432"/>
                    <a:pt x="44" y="432"/>
                  </a:cubicBezTo>
                  <a:cubicBezTo>
                    <a:pt x="79" y="432"/>
                    <a:pt x="126" y="406"/>
                    <a:pt x="138" y="357"/>
                  </a:cubicBezTo>
                  <a:lnTo>
                    <a:pt x="184" y="174"/>
                  </a:lnTo>
                  <a:cubicBezTo>
                    <a:pt x="186" y="164"/>
                    <a:pt x="186" y="157"/>
                    <a:pt x="186" y="156"/>
                  </a:cubicBezTo>
                  <a:cubicBezTo>
                    <a:pt x="186" y="127"/>
                    <a:pt x="165" y="110"/>
                    <a:pt x="140" y="110"/>
                  </a:cubicBezTo>
                  <a:cubicBezTo>
                    <a:pt x="90" y="110"/>
                    <a:pt x="61" y="182"/>
                    <a:pt x="61" y="186"/>
                  </a:cubicBezTo>
                  <a:cubicBezTo>
                    <a:pt x="61" y="191"/>
                    <a:pt x="66" y="191"/>
                    <a:pt x="67" y="191"/>
                  </a:cubicBezTo>
                  <a:cubicBezTo>
                    <a:pt x="72" y="191"/>
                    <a:pt x="72" y="191"/>
                    <a:pt x="76" y="181"/>
                  </a:cubicBezTo>
                  <a:cubicBezTo>
                    <a:pt x="89" y="151"/>
                    <a:pt x="112" y="121"/>
                    <a:pt x="139" y="121"/>
                  </a:cubicBezTo>
                  <a:cubicBezTo>
                    <a:pt x="146" y="121"/>
                    <a:pt x="155" y="123"/>
                    <a:pt x="155" y="144"/>
                  </a:cubicBezTo>
                  <a:cubicBezTo>
                    <a:pt x="155" y="155"/>
                    <a:pt x="153" y="161"/>
                    <a:pt x="151" y="169"/>
                  </a:cubicBezTo>
                  <a:lnTo>
                    <a:pt x="105"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0" name="Freeform 290"/>
            <p:cNvSpPr>
              <a:spLocks noEditPoints="1"/>
            </p:cNvSpPr>
            <p:nvPr>
              <p:custDataLst>
                <p:tags r:id="rId105"/>
              </p:custDataLst>
            </p:nvPr>
          </p:nvSpPr>
          <p:spPr bwMode="auto">
            <a:xfrm>
              <a:off x="1922463" y="3332163"/>
              <a:ext cx="73025" cy="100013"/>
            </a:xfrm>
            <a:custGeom>
              <a:avLst/>
              <a:gdLst>
                <a:gd name="T0" fmla="*/ 166 w 229"/>
                <a:gd name="T1" fmla="*/ 32 h 226"/>
                <a:gd name="T2" fmla="*/ 120 w 229"/>
                <a:gd name="T3" fmla="*/ 0 h 226"/>
                <a:gd name="T4" fmla="*/ 0 w 229"/>
                <a:gd name="T5" fmla="*/ 146 h 226"/>
                <a:gd name="T6" fmla="*/ 67 w 229"/>
                <a:gd name="T7" fmla="*/ 226 h 226"/>
                <a:gd name="T8" fmla="*/ 131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0" y="0"/>
                  </a:cubicBezTo>
                  <a:cubicBezTo>
                    <a:pt x="62" y="0"/>
                    <a:pt x="0" y="73"/>
                    <a:pt x="0" y="146"/>
                  </a:cubicBezTo>
                  <a:cubicBezTo>
                    <a:pt x="0" y="193"/>
                    <a:pt x="28" y="226"/>
                    <a:pt x="67" y="226"/>
                  </a:cubicBezTo>
                  <a:cubicBezTo>
                    <a:pt x="77" y="226"/>
                    <a:pt x="101" y="224"/>
                    <a:pt x="131" y="188"/>
                  </a:cubicBezTo>
                  <a:cubicBezTo>
                    <a:pt x="135"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2" y="215"/>
                    <a:pt x="68" y="215"/>
                  </a:cubicBezTo>
                  <a:cubicBezTo>
                    <a:pt x="43" y="215"/>
                    <a:pt x="36" y="187"/>
                    <a:pt x="36" y="168"/>
                  </a:cubicBezTo>
                  <a:cubicBezTo>
                    <a:pt x="36" y="143"/>
                    <a:pt x="52" y="81"/>
                    <a:pt x="63" y="59"/>
                  </a:cubicBezTo>
                  <a:cubicBezTo>
                    <a:pt x="79"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3" name="Freeform 291"/>
            <p:cNvSpPr>
              <a:spLocks noEditPoints="1"/>
            </p:cNvSpPr>
            <p:nvPr>
              <p:custDataLst>
                <p:tags r:id="rId106"/>
              </p:custDataLst>
            </p:nvPr>
          </p:nvSpPr>
          <p:spPr bwMode="auto">
            <a:xfrm>
              <a:off x="2006600" y="3276600"/>
              <a:ext cx="76200" cy="155575"/>
            </a:xfrm>
            <a:custGeom>
              <a:avLst/>
              <a:gdLst>
                <a:gd name="T0" fmla="*/ 237 w 237"/>
                <a:gd name="T1" fmla="*/ 5 h 352"/>
                <a:gd name="T2" fmla="*/ 230 w 237"/>
                <a:gd name="T3" fmla="*/ 0 h 352"/>
                <a:gd name="T4" fmla="*/ 167 w 237"/>
                <a:gd name="T5" fmla="*/ 5 h 352"/>
                <a:gd name="T6" fmla="*/ 160 w 237"/>
                <a:gd name="T7" fmla="*/ 15 h 352"/>
                <a:gd name="T8" fmla="*/ 172 w 237"/>
                <a:gd name="T9" fmla="*/ 21 h 352"/>
                <a:gd name="T10" fmla="*/ 197 w 237"/>
                <a:gd name="T11" fmla="*/ 29 h 352"/>
                <a:gd name="T12" fmla="*/ 196 w 237"/>
                <a:gd name="T13" fmla="*/ 39 h 352"/>
                <a:gd name="T14" fmla="*/ 166 w 237"/>
                <a:gd name="T15" fmla="*/ 158 h 352"/>
                <a:gd name="T16" fmla="*/ 120 w 237"/>
                <a:gd name="T17" fmla="*/ 126 h 352"/>
                <a:gd name="T18" fmla="*/ 0 w 237"/>
                <a:gd name="T19" fmla="*/ 272 h 352"/>
                <a:gd name="T20" fmla="*/ 66 w 237"/>
                <a:gd name="T21" fmla="*/ 352 h 352"/>
                <a:gd name="T22" fmla="*/ 131 w 237"/>
                <a:gd name="T23" fmla="*/ 314 h 352"/>
                <a:gd name="T24" fmla="*/ 176 w 237"/>
                <a:gd name="T25" fmla="*/ 352 h 352"/>
                <a:gd name="T26" fmla="*/ 213 w 237"/>
                <a:gd name="T27" fmla="*/ 324 h 352"/>
                <a:gd name="T28" fmla="*/ 228 w 237"/>
                <a:gd name="T29" fmla="*/ 275 h 352"/>
                <a:gd name="T30" fmla="*/ 222 w 237"/>
                <a:gd name="T31" fmla="*/ 270 h 352"/>
                <a:gd name="T32" fmla="*/ 215 w 237"/>
                <a:gd name="T33" fmla="*/ 279 h 352"/>
                <a:gd name="T34" fmla="*/ 177 w 237"/>
                <a:gd name="T35" fmla="*/ 341 h 352"/>
                <a:gd name="T36" fmla="*/ 162 w 237"/>
                <a:gd name="T37" fmla="*/ 318 h 352"/>
                <a:gd name="T38" fmla="*/ 165 w 237"/>
                <a:gd name="T39" fmla="*/ 294 h 352"/>
                <a:gd name="T40" fmla="*/ 237 w 237"/>
                <a:gd name="T41" fmla="*/ 5 h 352"/>
                <a:gd name="T42" fmla="*/ 133 w 237"/>
                <a:gd name="T43" fmla="*/ 287 h 352"/>
                <a:gd name="T44" fmla="*/ 123 w 237"/>
                <a:gd name="T45" fmla="*/ 305 h 352"/>
                <a:gd name="T46" fmla="*/ 67 w 237"/>
                <a:gd name="T47" fmla="*/ 341 h 352"/>
                <a:gd name="T48" fmla="*/ 35 w 237"/>
                <a:gd name="T49" fmla="*/ 294 h 352"/>
                <a:gd name="T50" fmla="*/ 62 w 237"/>
                <a:gd name="T51" fmla="*/ 185 h 352"/>
                <a:gd name="T52" fmla="*/ 120 w 237"/>
                <a:gd name="T53" fmla="*/ 137 h 352"/>
                <a:gd name="T54" fmla="*/ 160 w 237"/>
                <a:gd name="T55" fmla="*/ 181 h 352"/>
                <a:gd name="T56" fmla="*/ 158 w 237"/>
                <a:gd name="T57" fmla="*/ 189 h 352"/>
                <a:gd name="T58" fmla="*/ 133 w 237"/>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352">
                  <a:moveTo>
                    <a:pt x="237" y="5"/>
                  </a:moveTo>
                  <a:cubicBezTo>
                    <a:pt x="237" y="5"/>
                    <a:pt x="237" y="0"/>
                    <a:pt x="230" y="0"/>
                  </a:cubicBezTo>
                  <a:cubicBezTo>
                    <a:pt x="223" y="0"/>
                    <a:pt x="176" y="4"/>
                    <a:pt x="167" y="5"/>
                  </a:cubicBezTo>
                  <a:cubicBezTo>
                    <a:pt x="163" y="6"/>
                    <a:pt x="160" y="8"/>
                    <a:pt x="160" y="15"/>
                  </a:cubicBezTo>
                  <a:cubicBezTo>
                    <a:pt x="160" y="21"/>
                    <a:pt x="165" y="21"/>
                    <a:pt x="172" y="21"/>
                  </a:cubicBezTo>
                  <a:cubicBezTo>
                    <a:pt x="196" y="21"/>
                    <a:pt x="197" y="24"/>
                    <a:pt x="197" y="29"/>
                  </a:cubicBezTo>
                  <a:lnTo>
                    <a:pt x="196" y="39"/>
                  </a:lnTo>
                  <a:lnTo>
                    <a:pt x="166" y="158"/>
                  </a:lnTo>
                  <a:cubicBezTo>
                    <a:pt x="157" y="139"/>
                    <a:pt x="142" y="126"/>
                    <a:pt x="120" y="126"/>
                  </a:cubicBezTo>
                  <a:cubicBezTo>
                    <a:pt x="61" y="126"/>
                    <a:pt x="0" y="199"/>
                    <a:pt x="0" y="272"/>
                  </a:cubicBezTo>
                  <a:cubicBezTo>
                    <a:pt x="0" y="319"/>
                    <a:pt x="27" y="352"/>
                    <a:pt x="66" y="352"/>
                  </a:cubicBezTo>
                  <a:cubicBezTo>
                    <a:pt x="76" y="352"/>
                    <a:pt x="101" y="350"/>
                    <a:pt x="131" y="314"/>
                  </a:cubicBezTo>
                  <a:cubicBezTo>
                    <a:pt x="135" y="335"/>
                    <a:pt x="152" y="352"/>
                    <a:pt x="176" y="352"/>
                  </a:cubicBezTo>
                  <a:cubicBezTo>
                    <a:pt x="194" y="352"/>
                    <a:pt x="205" y="340"/>
                    <a:pt x="213" y="324"/>
                  </a:cubicBezTo>
                  <a:cubicBezTo>
                    <a:pt x="221" y="306"/>
                    <a:pt x="228" y="276"/>
                    <a:pt x="228" y="275"/>
                  </a:cubicBezTo>
                  <a:cubicBezTo>
                    <a:pt x="228" y="270"/>
                    <a:pt x="223" y="270"/>
                    <a:pt x="222" y="270"/>
                  </a:cubicBezTo>
                  <a:cubicBezTo>
                    <a:pt x="217" y="270"/>
                    <a:pt x="216" y="272"/>
                    <a:pt x="215" y="279"/>
                  </a:cubicBezTo>
                  <a:cubicBezTo>
                    <a:pt x="207" y="311"/>
                    <a:pt x="198" y="341"/>
                    <a:pt x="177" y="341"/>
                  </a:cubicBezTo>
                  <a:cubicBezTo>
                    <a:pt x="164" y="341"/>
                    <a:pt x="162" y="328"/>
                    <a:pt x="162" y="318"/>
                  </a:cubicBezTo>
                  <a:cubicBezTo>
                    <a:pt x="162" y="306"/>
                    <a:pt x="163" y="302"/>
                    <a:pt x="165" y="294"/>
                  </a:cubicBezTo>
                  <a:lnTo>
                    <a:pt x="237" y="5"/>
                  </a:lnTo>
                  <a:close/>
                  <a:moveTo>
                    <a:pt x="133" y="287"/>
                  </a:moveTo>
                  <a:cubicBezTo>
                    <a:pt x="131" y="296"/>
                    <a:pt x="131" y="297"/>
                    <a:pt x="123" y="305"/>
                  </a:cubicBezTo>
                  <a:cubicBezTo>
                    <a:pt x="101" y="333"/>
                    <a:pt x="81" y="341"/>
                    <a:pt x="67" y="341"/>
                  </a:cubicBezTo>
                  <a:cubicBezTo>
                    <a:pt x="42" y="341"/>
                    <a:pt x="35" y="313"/>
                    <a:pt x="35" y="294"/>
                  </a:cubicBezTo>
                  <a:cubicBezTo>
                    <a:pt x="35" y="269"/>
                    <a:pt x="51" y="207"/>
                    <a:pt x="62" y="185"/>
                  </a:cubicBezTo>
                  <a:cubicBezTo>
                    <a:pt x="78" y="155"/>
                    <a:pt x="100" y="137"/>
                    <a:pt x="120" y="137"/>
                  </a:cubicBezTo>
                  <a:cubicBezTo>
                    <a:pt x="153" y="137"/>
                    <a:pt x="160" y="178"/>
                    <a:pt x="160" y="181"/>
                  </a:cubicBezTo>
                  <a:cubicBezTo>
                    <a:pt x="160" y="184"/>
                    <a:pt x="159" y="187"/>
                    <a:pt x="158" y="189"/>
                  </a:cubicBezTo>
                  <a:lnTo>
                    <a:pt x="133"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4" name="Freeform 292"/>
            <p:cNvSpPr>
              <a:spLocks/>
            </p:cNvSpPr>
            <p:nvPr>
              <p:custDataLst>
                <p:tags r:id="rId107"/>
              </p:custDataLst>
            </p:nvPr>
          </p:nvSpPr>
          <p:spPr bwMode="auto">
            <a:xfrm>
              <a:off x="2087563" y="3332163"/>
              <a:ext cx="65088" cy="100013"/>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6 h 226"/>
                <a:gd name="T34" fmla="*/ 6 w 203"/>
                <a:gd name="T35" fmla="*/ 81 h 226"/>
                <a:gd name="T36" fmla="*/ 15 w 203"/>
                <a:gd name="T37" fmla="*/ 70 h 226"/>
                <a:gd name="T38" fmla="*/ 51 w 203"/>
                <a:gd name="T39" fmla="*/ 11 h 226"/>
                <a:gd name="T40" fmla="*/ 67 w 203"/>
                <a:gd name="T41" fmla="*/ 34 h 226"/>
                <a:gd name="T42" fmla="*/ 59 w 203"/>
                <a:gd name="T43" fmla="*/ 75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6"/>
                    <a:pt x="91" y="81"/>
                    <a:pt x="94" y="68"/>
                  </a:cubicBezTo>
                  <a:cubicBezTo>
                    <a:pt x="96" y="62"/>
                    <a:pt x="110" y="38"/>
                    <a:pt x="122" y="27"/>
                  </a:cubicBezTo>
                  <a:cubicBezTo>
                    <a:pt x="126" y="24"/>
                    <a:pt x="141" y="11"/>
                    <a:pt x="162" y="11"/>
                  </a:cubicBezTo>
                  <a:cubicBezTo>
                    <a:pt x="175" y="11"/>
                    <a:pt x="182" y="17"/>
                    <a:pt x="183" y="17"/>
                  </a:cubicBezTo>
                  <a:cubicBezTo>
                    <a:pt x="168" y="19"/>
                    <a:pt x="157" y="31"/>
                    <a:pt x="157" y="44"/>
                  </a:cubicBezTo>
                  <a:cubicBezTo>
                    <a:pt x="157" y="52"/>
                    <a:pt x="163" y="62"/>
                    <a:pt x="176" y="62"/>
                  </a:cubicBezTo>
                  <a:cubicBezTo>
                    <a:pt x="189" y="62"/>
                    <a:pt x="203" y="50"/>
                    <a:pt x="203" y="32"/>
                  </a:cubicBezTo>
                  <a:cubicBezTo>
                    <a:pt x="203" y="15"/>
                    <a:pt x="187" y="0"/>
                    <a:pt x="162" y="0"/>
                  </a:cubicBezTo>
                  <a:cubicBezTo>
                    <a:pt x="130" y="0"/>
                    <a:pt x="108" y="24"/>
                    <a:pt x="98" y="38"/>
                  </a:cubicBezTo>
                  <a:cubicBezTo>
                    <a:pt x="94" y="16"/>
                    <a:pt x="76" y="0"/>
                    <a:pt x="53" y="0"/>
                  </a:cubicBezTo>
                  <a:cubicBezTo>
                    <a:pt x="30" y="0"/>
                    <a:pt x="20" y="19"/>
                    <a:pt x="16" y="28"/>
                  </a:cubicBezTo>
                  <a:cubicBezTo>
                    <a:pt x="7" y="45"/>
                    <a:pt x="0" y="75"/>
                    <a:pt x="0" y="76"/>
                  </a:cubicBezTo>
                  <a:cubicBezTo>
                    <a:pt x="0" y="81"/>
                    <a:pt x="5" y="81"/>
                    <a:pt x="6" y="81"/>
                  </a:cubicBezTo>
                  <a:cubicBezTo>
                    <a:pt x="11" y="81"/>
                    <a:pt x="12" y="81"/>
                    <a:pt x="15" y="70"/>
                  </a:cubicBezTo>
                  <a:cubicBezTo>
                    <a:pt x="23" y="35"/>
                    <a:pt x="33" y="11"/>
                    <a:pt x="51" y="11"/>
                  </a:cubicBezTo>
                  <a:cubicBezTo>
                    <a:pt x="60" y="11"/>
                    <a:pt x="67" y="15"/>
                    <a:pt x="67" y="34"/>
                  </a:cubicBezTo>
                  <a:cubicBezTo>
                    <a:pt x="67" y="44"/>
                    <a:pt x="65" y="50"/>
                    <a:pt x="59" y="75"/>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5" name="Freeform 293"/>
            <p:cNvSpPr>
              <a:spLocks noEditPoints="1"/>
            </p:cNvSpPr>
            <p:nvPr>
              <p:custDataLst>
                <p:tags r:id="rId108"/>
              </p:custDataLst>
            </p:nvPr>
          </p:nvSpPr>
          <p:spPr bwMode="auto">
            <a:xfrm>
              <a:off x="2165350" y="3332163"/>
              <a:ext cx="73025" cy="100013"/>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79 h 226"/>
                <a:gd name="T40" fmla="*/ 67 w 228"/>
                <a:gd name="T41" fmla="*/ 215 h 226"/>
                <a:gd name="T42" fmla="*/ 35 w 228"/>
                <a:gd name="T43" fmla="*/ 168 h 226"/>
                <a:gd name="T44" fmla="*/ 62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1"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79"/>
                  </a:cubicBezTo>
                  <a:cubicBezTo>
                    <a:pt x="101" y="207"/>
                    <a:pt x="81" y="215"/>
                    <a:pt x="67" y="215"/>
                  </a:cubicBezTo>
                  <a:cubicBezTo>
                    <a:pt x="42" y="215"/>
                    <a:pt x="35" y="187"/>
                    <a:pt x="35" y="168"/>
                  </a:cubicBezTo>
                  <a:cubicBezTo>
                    <a:pt x="35" y="143"/>
                    <a:pt x="51" y="81"/>
                    <a:pt x="62"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6" name="Freeform 294"/>
            <p:cNvSpPr>
              <a:spLocks/>
            </p:cNvSpPr>
            <p:nvPr>
              <p:custDataLst>
                <p:tags r:id="rId109"/>
              </p:custDataLst>
            </p:nvPr>
          </p:nvSpPr>
          <p:spPr bwMode="auto">
            <a:xfrm>
              <a:off x="2249488" y="3276600"/>
              <a:ext cx="34925" cy="155575"/>
            </a:xfrm>
            <a:custGeom>
              <a:avLst/>
              <a:gdLst>
                <a:gd name="T0" fmla="*/ 107 w 107"/>
                <a:gd name="T1" fmla="*/ 5 h 352"/>
                <a:gd name="T2" fmla="*/ 100 w 107"/>
                <a:gd name="T3" fmla="*/ 0 h 352"/>
                <a:gd name="T4" fmla="*/ 39 w 107"/>
                <a:gd name="T5" fmla="*/ 5 h 352"/>
                <a:gd name="T6" fmla="*/ 30 w 107"/>
                <a:gd name="T7" fmla="*/ 15 h 352"/>
                <a:gd name="T8" fmla="*/ 42 w 107"/>
                <a:gd name="T9" fmla="*/ 21 h 352"/>
                <a:gd name="T10" fmla="*/ 67 w 107"/>
                <a:gd name="T11" fmla="*/ 29 h 352"/>
                <a:gd name="T12" fmla="*/ 65 w 107"/>
                <a:gd name="T13" fmla="*/ 39 h 352"/>
                <a:gd name="T14" fmla="*/ 2 w 107"/>
                <a:gd name="T15" fmla="*/ 289 h 352"/>
                <a:gd name="T16" fmla="*/ 0 w 107"/>
                <a:gd name="T17" fmla="*/ 306 h 352"/>
                <a:gd name="T18" fmla="*/ 45 w 107"/>
                <a:gd name="T19" fmla="*/ 352 h 352"/>
                <a:gd name="T20" fmla="*/ 83 w 107"/>
                <a:gd name="T21" fmla="*/ 324 h 352"/>
                <a:gd name="T22" fmla="*/ 98 w 107"/>
                <a:gd name="T23" fmla="*/ 275 h 352"/>
                <a:gd name="T24" fmla="*/ 92 w 107"/>
                <a:gd name="T25" fmla="*/ 270 h 352"/>
                <a:gd name="T26" fmla="*/ 85 w 107"/>
                <a:gd name="T27" fmla="*/ 279 h 352"/>
                <a:gd name="T28" fmla="*/ 47 w 107"/>
                <a:gd name="T29" fmla="*/ 341 h 352"/>
                <a:gd name="T30" fmla="*/ 32 w 107"/>
                <a:gd name="T31" fmla="*/ 318 h 352"/>
                <a:gd name="T32" fmla="*/ 35 w 107"/>
                <a:gd name="T33" fmla="*/ 294 h 352"/>
                <a:gd name="T34" fmla="*/ 107 w 107"/>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352">
                  <a:moveTo>
                    <a:pt x="107" y="5"/>
                  </a:moveTo>
                  <a:cubicBezTo>
                    <a:pt x="107" y="5"/>
                    <a:pt x="107" y="0"/>
                    <a:pt x="100" y="0"/>
                  </a:cubicBezTo>
                  <a:cubicBezTo>
                    <a:pt x="89" y="0"/>
                    <a:pt x="52" y="4"/>
                    <a:pt x="39" y="5"/>
                  </a:cubicBezTo>
                  <a:cubicBezTo>
                    <a:pt x="35" y="5"/>
                    <a:pt x="30" y="6"/>
                    <a:pt x="30" y="15"/>
                  </a:cubicBezTo>
                  <a:cubicBezTo>
                    <a:pt x="30" y="21"/>
                    <a:pt x="35" y="21"/>
                    <a:pt x="42" y="21"/>
                  </a:cubicBezTo>
                  <a:cubicBezTo>
                    <a:pt x="66" y="21"/>
                    <a:pt x="67" y="25"/>
                    <a:pt x="67" y="29"/>
                  </a:cubicBezTo>
                  <a:lnTo>
                    <a:pt x="65" y="39"/>
                  </a:lnTo>
                  <a:lnTo>
                    <a:pt x="2" y="289"/>
                  </a:lnTo>
                  <a:cubicBezTo>
                    <a:pt x="1" y="294"/>
                    <a:pt x="0" y="298"/>
                    <a:pt x="0" y="306"/>
                  </a:cubicBezTo>
                  <a:cubicBezTo>
                    <a:pt x="0" y="334"/>
                    <a:pt x="22" y="352"/>
                    <a:pt x="45" y="352"/>
                  </a:cubicBezTo>
                  <a:cubicBezTo>
                    <a:pt x="62" y="352"/>
                    <a:pt x="74" y="342"/>
                    <a:pt x="83" y="324"/>
                  </a:cubicBezTo>
                  <a:cubicBezTo>
                    <a:pt x="92" y="305"/>
                    <a:pt x="98" y="276"/>
                    <a:pt x="98" y="275"/>
                  </a:cubicBezTo>
                  <a:cubicBezTo>
                    <a:pt x="98" y="270"/>
                    <a:pt x="93" y="270"/>
                    <a:pt x="92" y="270"/>
                  </a:cubicBezTo>
                  <a:cubicBezTo>
                    <a:pt x="87" y="270"/>
                    <a:pt x="86" y="272"/>
                    <a:pt x="85" y="279"/>
                  </a:cubicBezTo>
                  <a:cubicBezTo>
                    <a:pt x="76" y="311"/>
                    <a:pt x="67" y="341"/>
                    <a:pt x="47" y="341"/>
                  </a:cubicBezTo>
                  <a:cubicBezTo>
                    <a:pt x="32" y="341"/>
                    <a:pt x="32" y="325"/>
                    <a:pt x="32" y="318"/>
                  </a:cubicBezTo>
                  <a:cubicBezTo>
                    <a:pt x="32" y="306"/>
                    <a:pt x="32" y="303"/>
                    <a:pt x="35" y="294"/>
                  </a:cubicBezTo>
                  <a:lnTo>
                    <a:pt x="107"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7" name="Freeform 295"/>
            <p:cNvSpPr>
              <a:spLocks noEditPoints="1"/>
            </p:cNvSpPr>
            <p:nvPr>
              <p:custDataLst>
                <p:tags r:id="rId110"/>
              </p:custDataLst>
            </p:nvPr>
          </p:nvSpPr>
          <p:spPr bwMode="auto">
            <a:xfrm>
              <a:off x="2300288" y="3332163"/>
              <a:ext cx="60325" cy="100013"/>
            </a:xfrm>
            <a:custGeom>
              <a:avLst/>
              <a:gdLst>
                <a:gd name="T0" fmla="*/ 70 w 191"/>
                <a:gd name="T1" fmla="*/ 105 h 226"/>
                <a:gd name="T2" fmla="*/ 146 w 191"/>
                <a:gd name="T3" fmla="*/ 93 h 226"/>
                <a:gd name="T4" fmla="*/ 184 w 191"/>
                <a:gd name="T5" fmla="*/ 42 h 226"/>
                <a:gd name="T6" fmla="*/ 130 w 191"/>
                <a:gd name="T7" fmla="*/ 0 h 226"/>
                <a:gd name="T8" fmla="*/ 0 w 191"/>
                <a:gd name="T9" fmla="*/ 135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5 w 191"/>
                <a:gd name="T21" fmla="*/ 157 h 226"/>
                <a:gd name="T22" fmla="*/ 43 w 191"/>
                <a:gd name="T23" fmla="*/ 105 h 226"/>
                <a:gd name="T24" fmla="*/ 70 w 191"/>
                <a:gd name="T25" fmla="*/ 105 h 226"/>
                <a:gd name="T26" fmla="*/ 46 w 191"/>
                <a:gd name="T27" fmla="*/ 94 h 226"/>
                <a:gd name="T28" fmla="*/ 130 w 191"/>
                <a:gd name="T29" fmla="*/ 11 h 226"/>
                <a:gd name="T30" fmla="*/ 167 w 191"/>
                <a:gd name="T31" fmla="*/ 42 h 226"/>
                <a:gd name="T32" fmla="*/ 67 w 191"/>
                <a:gd name="T33" fmla="*/ 94 h 226"/>
                <a:gd name="T34" fmla="*/ 46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4" y="105"/>
                    <a:pt x="121" y="104"/>
                    <a:pt x="146" y="93"/>
                  </a:cubicBezTo>
                  <a:cubicBezTo>
                    <a:pt x="181" y="78"/>
                    <a:pt x="184" y="49"/>
                    <a:pt x="184" y="42"/>
                  </a:cubicBezTo>
                  <a:cubicBezTo>
                    <a:pt x="184" y="20"/>
                    <a:pt x="165" y="0"/>
                    <a:pt x="130" y="0"/>
                  </a:cubicBezTo>
                  <a:cubicBezTo>
                    <a:pt x="75" y="0"/>
                    <a:pt x="0" y="48"/>
                    <a:pt x="0" y="135"/>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39" y="215"/>
                    <a:pt x="85" y="215"/>
                    <a:pt x="79" y="215"/>
                  </a:cubicBezTo>
                  <a:cubicBezTo>
                    <a:pt x="40" y="215"/>
                    <a:pt x="35" y="173"/>
                    <a:pt x="35" y="157"/>
                  </a:cubicBezTo>
                  <a:cubicBezTo>
                    <a:pt x="35" y="151"/>
                    <a:pt x="36" y="135"/>
                    <a:pt x="43" y="105"/>
                  </a:cubicBezTo>
                  <a:lnTo>
                    <a:pt x="70" y="105"/>
                  </a:lnTo>
                  <a:close/>
                  <a:moveTo>
                    <a:pt x="46" y="94"/>
                  </a:moveTo>
                  <a:cubicBezTo>
                    <a:pt x="66" y="18"/>
                    <a:pt x="117" y="11"/>
                    <a:pt x="130" y="11"/>
                  </a:cubicBezTo>
                  <a:cubicBezTo>
                    <a:pt x="154" y="11"/>
                    <a:pt x="167" y="25"/>
                    <a:pt x="167" y="42"/>
                  </a:cubicBezTo>
                  <a:cubicBezTo>
                    <a:pt x="167" y="94"/>
                    <a:pt x="87" y="94"/>
                    <a:pt x="67" y="94"/>
                  </a:cubicBezTo>
                  <a:lnTo>
                    <a:pt x="46"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8" name="Freeform 296"/>
            <p:cNvSpPr>
              <a:spLocks/>
            </p:cNvSpPr>
            <p:nvPr>
              <p:custDataLst>
                <p:tags r:id="rId111"/>
              </p:custDataLst>
            </p:nvPr>
          </p:nvSpPr>
          <p:spPr bwMode="auto">
            <a:xfrm>
              <a:off x="2373313" y="3332163"/>
              <a:ext cx="61913" cy="100013"/>
            </a:xfrm>
            <a:custGeom>
              <a:avLst/>
              <a:gdLst>
                <a:gd name="T0" fmla="*/ 177 w 194"/>
                <a:gd name="T1" fmla="*/ 31 h 226"/>
                <a:gd name="T2" fmla="*/ 155 w 194"/>
                <a:gd name="T3" fmla="*/ 38 h 226"/>
                <a:gd name="T4" fmla="*/ 146 w 194"/>
                <a:gd name="T5" fmla="*/ 57 h 226"/>
                <a:gd name="T6" fmla="*/ 165 w 194"/>
                <a:gd name="T7" fmla="*/ 74 h 226"/>
                <a:gd name="T8" fmla="*/ 192 w 194"/>
                <a:gd name="T9" fmla="*/ 43 h 226"/>
                <a:gd name="T10" fmla="*/ 134 w 194"/>
                <a:gd name="T11" fmla="*/ 0 h 226"/>
                <a:gd name="T12" fmla="*/ 0 w 194"/>
                <a:gd name="T13" fmla="*/ 141 h 226"/>
                <a:gd name="T14" fmla="*/ 81 w 194"/>
                <a:gd name="T15" fmla="*/ 226 h 226"/>
                <a:gd name="T16" fmla="*/ 194 w 194"/>
                <a:gd name="T17" fmla="*/ 167 h 226"/>
                <a:gd name="T18" fmla="*/ 188 w 194"/>
                <a:gd name="T19" fmla="*/ 160 h 226"/>
                <a:gd name="T20" fmla="*/ 181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4"/>
                    <a:pt x="165" y="74"/>
                  </a:cubicBezTo>
                  <a:cubicBezTo>
                    <a:pt x="179" y="74"/>
                    <a:pt x="192" y="62"/>
                    <a:pt x="192" y="43"/>
                  </a:cubicBezTo>
                  <a:cubicBezTo>
                    <a:pt x="192" y="18"/>
                    <a:pt x="169" y="0"/>
                    <a:pt x="134" y="0"/>
                  </a:cubicBezTo>
                  <a:cubicBezTo>
                    <a:pt x="66" y="0"/>
                    <a:pt x="0" y="71"/>
                    <a:pt x="0" y="141"/>
                  </a:cubicBezTo>
                  <a:cubicBezTo>
                    <a:pt x="0" y="186"/>
                    <a:pt x="29" y="226"/>
                    <a:pt x="81" y="226"/>
                  </a:cubicBezTo>
                  <a:cubicBezTo>
                    <a:pt x="152" y="226"/>
                    <a:pt x="194" y="173"/>
                    <a:pt x="194" y="167"/>
                  </a:cubicBezTo>
                  <a:cubicBezTo>
                    <a:pt x="194" y="164"/>
                    <a:pt x="191" y="160"/>
                    <a:pt x="188" y="160"/>
                  </a:cubicBezTo>
                  <a:cubicBezTo>
                    <a:pt x="185" y="160"/>
                    <a:pt x="184" y="161"/>
                    <a:pt x="181" y="165"/>
                  </a:cubicBezTo>
                  <a:cubicBezTo>
                    <a:pt x="142" y="215"/>
                    <a:pt x="88" y="215"/>
                    <a:pt x="82" y="215"/>
                  </a:cubicBezTo>
                  <a:cubicBezTo>
                    <a:pt x="50" y="215"/>
                    <a:pt x="37" y="190"/>
                    <a:pt x="37" y="160"/>
                  </a:cubicBezTo>
                  <a:cubicBezTo>
                    <a:pt x="37" y="140"/>
                    <a:pt x="47" y="91"/>
                    <a:pt x="64" y="61"/>
                  </a:cubicBezTo>
                  <a:cubicBezTo>
                    <a:pt x="79" y="32"/>
                    <a:pt x="107"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9" name="Freeform 297"/>
            <p:cNvSpPr>
              <a:spLocks noEditPoints="1"/>
            </p:cNvSpPr>
            <p:nvPr>
              <p:custDataLst>
                <p:tags r:id="rId112"/>
              </p:custDataLst>
            </p:nvPr>
          </p:nvSpPr>
          <p:spPr bwMode="auto">
            <a:xfrm>
              <a:off x="2501900" y="3317875"/>
              <a:ext cx="71438" cy="112713"/>
            </a:xfrm>
            <a:custGeom>
              <a:avLst/>
              <a:gdLst>
                <a:gd name="T0" fmla="*/ 215 w 223"/>
                <a:gd name="T1" fmla="*/ 138 h 255"/>
                <a:gd name="T2" fmla="*/ 223 w 223"/>
                <a:gd name="T3" fmla="*/ 127 h 255"/>
                <a:gd name="T4" fmla="*/ 215 w 223"/>
                <a:gd name="T5" fmla="*/ 116 h 255"/>
                <a:gd name="T6" fmla="*/ 20 w 223"/>
                <a:gd name="T7" fmla="*/ 4 h 255"/>
                <a:gd name="T8" fmla="*/ 10 w 223"/>
                <a:gd name="T9" fmla="*/ 0 h 255"/>
                <a:gd name="T10" fmla="*/ 0 w 223"/>
                <a:gd name="T11" fmla="*/ 18 h 255"/>
                <a:gd name="T12" fmla="*/ 0 w 223"/>
                <a:gd name="T13" fmla="*/ 237 h 255"/>
                <a:gd name="T14" fmla="*/ 10 w 223"/>
                <a:gd name="T15" fmla="*/ 255 h 255"/>
                <a:gd name="T16" fmla="*/ 19 w 223"/>
                <a:gd name="T17" fmla="*/ 251 h 255"/>
                <a:gd name="T18" fmla="*/ 215 w 223"/>
                <a:gd name="T19" fmla="*/ 138 h 255"/>
                <a:gd name="T20" fmla="*/ 193 w 223"/>
                <a:gd name="T21" fmla="*/ 127 h 255"/>
                <a:gd name="T22" fmla="*/ 20 w 223"/>
                <a:gd name="T23" fmla="*/ 227 h 255"/>
                <a:gd name="T24" fmla="*/ 20 w 223"/>
                <a:gd name="T25" fmla="*/ 28 h 255"/>
                <a:gd name="T26" fmla="*/ 193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215" y="138"/>
                  </a:moveTo>
                  <a:cubicBezTo>
                    <a:pt x="223" y="134"/>
                    <a:pt x="223" y="130"/>
                    <a:pt x="223" y="127"/>
                  </a:cubicBezTo>
                  <a:cubicBezTo>
                    <a:pt x="223" y="124"/>
                    <a:pt x="223" y="121"/>
                    <a:pt x="215" y="116"/>
                  </a:cubicBezTo>
                  <a:lnTo>
                    <a:pt x="20" y="4"/>
                  </a:lnTo>
                  <a:cubicBezTo>
                    <a:pt x="14" y="0"/>
                    <a:pt x="12" y="0"/>
                    <a:pt x="10" y="0"/>
                  </a:cubicBezTo>
                  <a:cubicBezTo>
                    <a:pt x="0" y="0"/>
                    <a:pt x="0" y="11"/>
                    <a:pt x="0" y="18"/>
                  </a:cubicBezTo>
                  <a:lnTo>
                    <a:pt x="0" y="237"/>
                  </a:lnTo>
                  <a:cubicBezTo>
                    <a:pt x="0" y="244"/>
                    <a:pt x="0" y="255"/>
                    <a:pt x="10" y="255"/>
                  </a:cubicBezTo>
                  <a:cubicBezTo>
                    <a:pt x="12" y="255"/>
                    <a:pt x="13" y="255"/>
                    <a:pt x="19" y="251"/>
                  </a:cubicBezTo>
                  <a:lnTo>
                    <a:pt x="215" y="138"/>
                  </a:lnTo>
                  <a:close/>
                  <a:moveTo>
                    <a:pt x="193" y="127"/>
                  </a:moveTo>
                  <a:lnTo>
                    <a:pt x="20" y="227"/>
                  </a:lnTo>
                  <a:lnTo>
                    <a:pt x="20" y="28"/>
                  </a:lnTo>
                  <a:lnTo>
                    <a:pt x="193"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0" name="Freeform 298"/>
            <p:cNvSpPr>
              <a:spLocks noEditPoints="1"/>
            </p:cNvSpPr>
            <p:nvPr>
              <p:custDataLst>
                <p:tags r:id="rId113"/>
              </p:custDataLst>
            </p:nvPr>
          </p:nvSpPr>
          <p:spPr bwMode="auto">
            <a:xfrm>
              <a:off x="2555875" y="3317875"/>
              <a:ext cx="69850" cy="112713"/>
            </a:xfrm>
            <a:custGeom>
              <a:avLst/>
              <a:gdLst>
                <a:gd name="T0" fmla="*/ 11 w 223"/>
                <a:gd name="T1" fmla="*/ 116 h 255"/>
                <a:gd name="T2" fmla="*/ 0 w 223"/>
                <a:gd name="T3" fmla="*/ 127 h 255"/>
                <a:gd name="T4" fmla="*/ 10 w 223"/>
                <a:gd name="T5" fmla="*/ 139 h 255"/>
                <a:gd name="T6" fmla="*/ 204 w 223"/>
                <a:gd name="T7" fmla="*/ 251 h 255"/>
                <a:gd name="T8" fmla="*/ 213 w 223"/>
                <a:gd name="T9" fmla="*/ 255 h 255"/>
                <a:gd name="T10" fmla="*/ 223 w 223"/>
                <a:gd name="T11" fmla="*/ 237 h 255"/>
                <a:gd name="T12" fmla="*/ 223 w 223"/>
                <a:gd name="T13" fmla="*/ 18 h 255"/>
                <a:gd name="T14" fmla="*/ 213 w 223"/>
                <a:gd name="T15" fmla="*/ 0 h 255"/>
                <a:gd name="T16" fmla="*/ 205 w 223"/>
                <a:gd name="T17" fmla="*/ 4 h 255"/>
                <a:gd name="T18" fmla="*/ 11 w 223"/>
                <a:gd name="T19" fmla="*/ 116 h 255"/>
                <a:gd name="T20" fmla="*/ 30 w 223"/>
                <a:gd name="T21" fmla="*/ 127 h 255"/>
                <a:gd name="T22" fmla="*/ 203 w 223"/>
                <a:gd name="T23" fmla="*/ 28 h 255"/>
                <a:gd name="T24" fmla="*/ 203 w 223"/>
                <a:gd name="T25" fmla="*/ 227 h 255"/>
                <a:gd name="T26" fmla="*/ 30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11" y="116"/>
                  </a:moveTo>
                  <a:cubicBezTo>
                    <a:pt x="4" y="120"/>
                    <a:pt x="0" y="122"/>
                    <a:pt x="0" y="127"/>
                  </a:cubicBezTo>
                  <a:cubicBezTo>
                    <a:pt x="0" y="131"/>
                    <a:pt x="2" y="135"/>
                    <a:pt x="10" y="139"/>
                  </a:cubicBezTo>
                  <a:lnTo>
                    <a:pt x="204" y="251"/>
                  </a:lnTo>
                  <a:cubicBezTo>
                    <a:pt x="208" y="253"/>
                    <a:pt x="211" y="255"/>
                    <a:pt x="213" y="255"/>
                  </a:cubicBezTo>
                  <a:cubicBezTo>
                    <a:pt x="223" y="255"/>
                    <a:pt x="223" y="246"/>
                    <a:pt x="223" y="237"/>
                  </a:cubicBezTo>
                  <a:lnTo>
                    <a:pt x="223" y="18"/>
                  </a:lnTo>
                  <a:cubicBezTo>
                    <a:pt x="223" y="9"/>
                    <a:pt x="223" y="0"/>
                    <a:pt x="213" y="0"/>
                  </a:cubicBezTo>
                  <a:cubicBezTo>
                    <a:pt x="211" y="0"/>
                    <a:pt x="208" y="2"/>
                    <a:pt x="205" y="4"/>
                  </a:cubicBezTo>
                  <a:lnTo>
                    <a:pt x="11" y="116"/>
                  </a:lnTo>
                  <a:close/>
                  <a:moveTo>
                    <a:pt x="30" y="127"/>
                  </a:moveTo>
                  <a:lnTo>
                    <a:pt x="203" y="28"/>
                  </a:lnTo>
                  <a:lnTo>
                    <a:pt x="203" y="227"/>
                  </a:lnTo>
                  <a:lnTo>
                    <a:pt x="30"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1" name="Freeform 299"/>
            <p:cNvSpPr>
              <a:spLocks noEditPoints="1"/>
            </p:cNvSpPr>
            <p:nvPr>
              <p:custDataLst>
                <p:tags r:id="rId114"/>
              </p:custDataLst>
            </p:nvPr>
          </p:nvSpPr>
          <p:spPr bwMode="auto">
            <a:xfrm>
              <a:off x="2479675" y="3471863"/>
              <a:ext cx="47625" cy="133350"/>
            </a:xfrm>
            <a:custGeom>
              <a:avLst/>
              <a:gdLst>
                <a:gd name="T0" fmla="*/ 153 w 153"/>
                <a:gd name="T1" fmla="*/ 13 h 303"/>
                <a:gd name="T2" fmla="*/ 139 w 153"/>
                <a:gd name="T3" fmla="*/ 0 h 303"/>
                <a:gd name="T4" fmla="*/ 120 w 153"/>
                <a:gd name="T5" fmla="*/ 19 h 303"/>
                <a:gd name="T6" fmla="*/ 134 w 153"/>
                <a:gd name="T7" fmla="*/ 33 h 303"/>
                <a:gd name="T8" fmla="*/ 153 w 153"/>
                <a:gd name="T9" fmla="*/ 13 h 303"/>
                <a:gd name="T10" fmla="*/ 79 w 153"/>
                <a:gd name="T11" fmla="*/ 248 h 303"/>
                <a:gd name="T12" fmla="*/ 35 w 153"/>
                <a:gd name="T13" fmla="*/ 293 h 303"/>
                <a:gd name="T14" fmla="*/ 22 w 153"/>
                <a:gd name="T15" fmla="*/ 291 h 303"/>
                <a:gd name="T16" fmla="*/ 34 w 153"/>
                <a:gd name="T17" fmla="*/ 273 h 303"/>
                <a:gd name="T18" fmla="*/ 20 w 153"/>
                <a:gd name="T19" fmla="*/ 260 h 303"/>
                <a:gd name="T20" fmla="*/ 0 w 153"/>
                <a:gd name="T21" fmla="*/ 281 h 303"/>
                <a:gd name="T22" fmla="*/ 35 w 153"/>
                <a:gd name="T23" fmla="*/ 303 h 303"/>
                <a:gd name="T24" fmla="*/ 107 w 153"/>
                <a:gd name="T25" fmla="*/ 247 h 303"/>
                <a:gd name="T26" fmla="*/ 139 w 153"/>
                <a:gd name="T27" fmla="*/ 123 h 303"/>
                <a:gd name="T28" fmla="*/ 140 w 153"/>
                <a:gd name="T29" fmla="*/ 110 h 303"/>
                <a:gd name="T30" fmla="*/ 103 w 153"/>
                <a:gd name="T31" fmla="*/ 78 h 303"/>
                <a:gd name="T32" fmla="*/ 42 w 153"/>
                <a:gd name="T33" fmla="*/ 131 h 303"/>
                <a:gd name="T34" fmla="*/ 48 w 153"/>
                <a:gd name="T35" fmla="*/ 135 h 303"/>
                <a:gd name="T36" fmla="*/ 55 w 153"/>
                <a:gd name="T37" fmla="*/ 129 h 303"/>
                <a:gd name="T38" fmla="*/ 102 w 153"/>
                <a:gd name="T39" fmla="*/ 87 h 303"/>
                <a:gd name="T40" fmla="*/ 114 w 153"/>
                <a:gd name="T41" fmla="*/ 104 h 303"/>
                <a:gd name="T42" fmla="*/ 113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9" y="0"/>
                    <a:pt x="139" y="0"/>
                  </a:cubicBezTo>
                  <a:cubicBezTo>
                    <a:pt x="129" y="0"/>
                    <a:pt x="120" y="10"/>
                    <a:pt x="120" y="19"/>
                  </a:cubicBezTo>
                  <a:cubicBezTo>
                    <a:pt x="120" y="25"/>
                    <a:pt x="124" y="33"/>
                    <a:pt x="134" y="33"/>
                  </a:cubicBezTo>
                  <a:cubicBezTo>
                    <a:pt x="143" y="33"/>
                    <a:pt x="153" y="23"/>
                    <a:pt x="153" y="13"/>
                  </a:cubicBezTo>
                  <a:close/>
                  <a:moveTo>
                    <a:pt x="79" y="248"/>
                  </a:moveTo>
                  <a:cubicBezTo>
                    <a:pt x="74" y="273"/>
                    <a:pt x="55" y="293"/>
                    <a:pt x="35" y="293"/>
                  </a:cubicBezTo>
                  <a:cubicBezTo>
                    <a:pt x="30" y="293"/>
                    <a:pt x="26" y="292"/>
                    <a:pt x="22" y="291"/>
                  </a:cubicBezTo>
                  <a:cubicBezTo>
                    <a:pt x="31" y="286"/>
                    <a:pt x="34" y="278"/>
                    <a:pt x="34" y="273"/>
                  </a:cubicBezTo>
                  <a:cubicBezTo>
                    <a:pt x="34" y="265"/>
                    <a:pt x="27" y="260"/>
                    <a:pt x="20" y="260"/>
                  </a:cubicBezTo>
                  <a:cubicBezTo>
                    <a:pt x="9" y="260"/>
                    <a:pt x="0" y="269"/>
                    <a:pt x="0" y="281"/>
                  </a:cubicBezTo>
                  <a:cubicBezTo>
                    <a:pt x="0" y="294"/>
                    <a:pt x="14" y="303"/>
                    <a:pt x="35" y="303"/>
                  </a:cubicBezTo>
                  <a:cubicBezTo>
                    <a:pt x="56" y="303"/>
                    <a:pt x="97" y="290"/>
                    <a:pt x="107" y="247"/>
                  </a:cubicBezTo>
                  <a:lnTo>
                    <a:pt x="139" y="123"/>
                  </a:lnTo>
                  <a:cubicBezTo>
                    <a:pt x="140" y="119"/>
                    <a:pt x="140" y="116"/>
                    <a:pt x="140" y="110"/>
                  </a:cubicBezTo>
                  <a:cubicBezTo>
                    <a:pt x="140" y="91"/>
                    <a:pt x="124" y="78"/>
                    <a:pt x="103" y="78"/>
                  </a:cubicBezTo>
                  <a:cubicBezTo>
                    <a:pt x="64" y="78"/>
                    <a:pt x="42" y="126"/>
                    <a:pt x="42" y="131"/>
                  </a:cubicBezTo>
                  <a:cubicBezTo>
                    <a:pt x="42" y="135"/>
                    <a:pt x="47" y="135"/>
                    <a:pt x="48" y="135"/>
                  </a:cubicBezTo>
                  <a:cubicBezTo>
                    <a:pt x="52" y="135"/>
                    <a:pt x="53" y="134"/>
                    <a:pt x="55" y="129"/>
                  </a:cubicBezTo>
                  <a:cubicBezTo>
                    <a:pt x="64" y="109"/>
                    <a:pt x="82" y="87"/>
                    <a:pt x="102" y="87"/>
                  </a:cubicBezTo>
                  <a:cubicBezTo>
                    <a:pt x="111" y="87"/>
                    <a:pt x="114" y="93"/>
                    <a:pt x="114" y="104"/>
                  </a:cubicBezTo>
                  <a:cubicBezTo>
                    <a:pt x="114" y="108"/>
                    <a:pt x="113" y="113"/>
                    <a:pt x="113"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2" name="Freeform 300"/>
            <p:cNvSpPr>
              <a:spLocks noEditPoints="1"/>
            </p:cNvSpPr>
            <p:nvPr>
              <p:custDataLst>
                <p:tags r:id="rId115"/>
              </p:custDataLst>
            </p:nvPr>
          </p:nvSpPr>
          <p:spPr bwMode="auto">
            <a:xfrm>
              <a:off x="2543175" y="3471863"/>
              <a:ext cx="33338" cy="103188"/>
            </a:xfrm>
            <a:custGeom>
              <a:avLst/>
              <a:gdLst>
                <a:gd name="T0" fmla="*/ 96 w 105"/>
                <a:gd name="T1" fmla="*/ 13 h 235"/>
                <a:gd name="T2" fmla="*/ 82 w 105"/>
                <a:gd name="T3" fmla="*/ 0 h 235"/>
                <a:gd name="T4" fmla="*/ 63 w 105"/>
                <a:gd name="T5" fmla="*/ 19 h 235"/>
                <a:gd name="T6" fmla="*/ 77 w 105"/>
                <a:gd name="T7" fmla="*/ 33 h 235"/>
                <a:gd name="T8" fmla="*/ 96 w 105"/>
                <a:gd name="T9" fmla="*/ 13 h 235"/>
                <a:gd name="T10" fmla="*/ 25 w 105"/>
                <a:gd name="T11" fmla="*/ 191 h 235"/>
                <a:gd name="T12" fmla="*/ 22 w 105"/>
                <a:gd name="T13" fmla="*/ 205 h 235"/>
                <a:gd name="T14" fmla="*/ 55 w 105"/>
                <a:gd name="T15" fmla="*/ 235 h 235"/>
                <a:gd name="T16" fmla="*/ 105 w 105"/>
                <a:gd name="T17" fmla="*/ 181 h 235"/>
                <a:gd name="T18" fmla="*/ 100 w 105"/>
                <a:gd name="T19" fmla="*/ 177 h 235"/>
                <a:gd name="T20" fmla="*/ 93 w 105"/>
                <a:gd name="T21" fmla="*/ 183 h 235"/>
                <a:gd name="T22" fmla="*/ 56 w 105"/>
                <a:gd name="T23" fmla="*/ 225 h 235"/>
                <a:gd name="T24" fmla="*/ 48 w 105"/>
                <a:gd name="T25" fmla="*/ 213 h 235"/>
                <a:gd name="T26" fmla="*/ 53 w 105"/>
                <a:gd name="T27" fmla="*/ 191 h 235"/>
                <a:gd name="T28" fmla="*/ 64 w 105"/>
                <a:gd name="T29" fmla="*/ 163 h 235"/>
                <a:gd name="T30" fmla="*/ 81 w 105"/>
                <a:gd name="T31" fmla="*/ 118 h 235"/>
                <a:gd name="T32" fmla="*/ 83 w 105"/>
                <a:gd name="T33" fmla="*/ 107 h 235"/>
                <a:gd name="T34" fmla="*/ 50 w 105"/>
                <a:gd name="T35" fmla="*/ 78 h 235"/>
                <a:gd name="T36" fmla="*/ 0 w 105"/>
                <a:gd name="T37" fmla="*/ 131 h 235"/>
                <a:gd name="T38" fmla="*/ 6 w 105"/>
                <a:gd name="T39" fmla="*/ 135 h 235"/>
                <a:gd name="T40" fmla="*/ 12 w 105"/>
                <a:gd name="T41" fmla="*/ 130 h 235"/>
                <a:gd name="T42" fmla="*/ 49 w 105"/>
                <a:gd name="T43" fmla="*/ 87 h 235"/>
                <a:gd name="T44" fmla="*/ 58 w 105"/>
                <a:gd name="T45" fmla="*/ 100 h 235"/>
                <a:gd name="T46" fmla="*/ 47 w 105"/>
                <a:gd name="T47" fmla="*/ 134 h 235"/>
                <a:gd name="T48" fmla="*/ 25 w 105"/>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3"/>
                  </a:moveTo>
                  <a:cubicBezTo>
                    <a:pt x="96" y="8"/>
                    <a:pt x="92" y="0"/>
                    <a:pt x="82" y="0"/>
                  </a:cubicBezTo>
                  <a:cubicBezTo>
                    <a:pt x="73" y="0"/>
                    <a:pt x="63" y="9"/>
                    <a:pt x="63" y="19"/>
                  </a:cubicBezTo>
                  <a:cubicBezTo>
                    <a:pt x="63" y="25"/>
                    <a:pt x="67" y="33"/>
                    <a:pt x="77" y="33"/>
                  </a:cubicBezTo>
                  <a:cubicBezTo>
                    <a:pt x="87" y="33"/>
                    <a:pt x="96" y="23"/>
                    <a:pt x="96" y="13"/>
                  </a:cubicBezTo>
                  <a:close/>
                  <a:moveTo>
                    <a:pt x="25" y="191"/>
                  </a:moveTo>
                  <a:cubicBezTo>
                    <a:pt x="24" y="195"/>
                    <a:pt x="22" y="199"/>
                    <a:pt x="22" y="205"/>
                  </a:cubicBezTo>
                  <a:cubicBezTo>
                    <a:pt x="22" y="222"/>
                    <a:pt x="36" y="235"/>
                    <a:pt x="55" y="235"/>
                  </a:cubicBezTo>
                  <a:cubicBezTo>
                    <a:pt x="90" y="235"/>
                    <a:pt x="105" y="187"/>
                    <a:pt x="105" y="181"/>
                  </a:cubicBezTo>
                  <a:cubicBezTo>
                    <a:pt x="105" y="177"/>
                    <a:pt x="101" y="177"/>
                    <a:pt x="100" y="177"/>
                  </a:cubicBezTo>
                  <a:cubicBezTo>
                    <a:pt x="95" y="177"/>
                    <a:pt x="95" y="179"/>
                    <a:pt x="93" y="183"/>
                  </a:cubicBezTo>
                  <a:cubicBezTo>
                    <a:pt x="85" y="211"/>
                    <a:pt x="70" y="225"/>
                    <a:pt x="56" y="225"/>
                  </a:cubicBezTo>
                  <a:cubicBezTo>
                    <a:pt x="49" y="225"/>
                    <a:pt x="48" y="221"/>
                    <a:pt x="48" y="213"/>
                  </a:cubicBezTo>
                  <a:cubicBezTo>
                    <a:pt x="48" y="205"/>
                    <a:pt x="50" y="198"/>
                    <a:pt x="53" y="191"/>
                  </a:cubicBezTo>
                  <a:cubicBezTo>
                    <a:pt x="57" y="181"/>
                    <a:pt x="60" y="172"/>
                    <a:pt x="64" y="163"/>
                  </a:cubicBezTo>
                  <a:cubicBezTo>
                    <a:pt x="67" y="154"/>
                    <a:pt x="80" y="123"/>
                    <a:pt x="81" y="118"/>
                  </a:cubicBezTo>
                  <a:cubicBezTo>
                    <a:pt x="82" y="115"/>
                    <a:pt x="83" y="111"/>
                    <a:pt x="83" y="107"/>
                  </a:cubicBezTo>
                  <a:cubicBezTo>
                    <a:pt x="83" y="91"/>
                    <a:pt x="70" y="78"/>
                    <a:pt x="50" y="78"/>
                  </a:cubicBezTo>
                  <a:cubicBezTo>
                    <a:pt x="16" y="78"/>
                    <a:pt x="0" y="125"/>
                    <a:pt x="0" y="131"/>
                  </a:cubicBezTo>
                  <a:cubicBezTo>
                    <a:pt x="0" y="135"/>
                    <a:pt x="5" y="135"/>
                    <a:pt x="6" y="135"/>
                  </a:cubicBezTo>
                  <a:cubicBezTo>
                    <a:pt x="11" y="135"/>
                    <a:pt x="11" y="134"/>
                    <a:pt x="12" y="130"/>
                  </a:cubicBezTo>
                  <a:cubicBezTo>
                    <a:pt x="21" y="100"/>
                    <a:pt x="36" y="87"/>
                    <a:pt x="49" y="87"/>
                  </a:cubicBezTo>
                  <a:cubicBezTo>
                    <a:pt x="55" y="87"/>
                    <a:pt x="58" y="90"/>
                    <a:pt x="58" y="100"/>
                  </a:cubicBezTo>
                  <a:cubicBezTo>
                    <a:pt x="58" y="108"/>
                    <a:pt x="56" y="113"/>
                    <a:pt x="47" y="134"/>
                  </a:cubicBezTo>
                  <a:lnTo>
                    <a:pt x="25"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3" name="Freeform 301"/>
            <p:cNvSpPr>
              <a:spLocks noEditPoints="1"/>
            </p:cNvSpPr>
            <p:nvPr>
              <p:custDataLst>
                <p:tags r:id="rId116"/>
              </p:custDataLst>
            </p:nvPr>
          </p:nvSpPr>
          <p:spPr bwMode="auto">
            <a:xfrm>
              <a:off x="2590800" y="3467100"/>
              <a:ext cx="55563" cy="107950"/>
            </a:xfrm>
            <a:custGeom>
              <a:avLst/>
              <a:gdLst>
                <a:gd name="T0" fmla="*/ 178 w 179"/>
                <a:gd name="T1" fmla="*/ 11 h 246"/>
                <a:gd name="T2" fmla="*/ 179 w 179"/>
                <a:gd name="T3" fmla="*/ 5 h 246"/>
                <a:gd name="T4" fmla="*/ 173 w 179"/>
                <a:gd name="T5" fmla="*/ 0 h 246"/>
                <a:gd name="T6" fmla="*/ 129 w 179"/>
                <a:gd name="T7" fmla="*/ 4 h 246"/>
                <a:gd name="T8" fmla="*/ 121 w 179"/>
                <a:gd name="T9" fmla="*/ 12 h 246"/>
                <a:gd name="T10" fmla="*/ 130 w 179"/>
                <a:gd name="T11" fmla="*/ 17 h 246"/>
                <a:gd name="T12" fmla="*/ 147 w 179"/>
                <a:gd name="T13" fmla="*/ 22 h 246"/>
                <a:gd name="T14" fmla="*/ 145 w 179"/>
                <a:gd name="T15" fmla="*/ 30 h 246"/>
                <a:gd name="T16" fmla="*/ 126 w 179"/>
                <a:gd name="T17" fmla="*/ 109 h 246"/>
                <a:gd name="T18" fmla="*/ 90 w 179"/>
                <a:gd name="T19" fmla="*/ 89 h 246"/>
                <a:gd name="T20" fmla="*/ 0 w 179"/>
                <a:gd name="T21" fmla="*/ 188 h 246"/>
                <a:gd name="T22" fmla="*/ 52 w 179"/>
                <a:gd name="T23" fmla="*/ 246 h 246"/>
                <a:gd name="T24" fmla="*/ 102 w 179"/>
                <a:gd name="T25" fmla="*/ 221 h 246"/>
                <a:gd name="T26" fmla="*/ 138 w 179"/>
                <a:gd name="T27" fmla="*/ 246 h 246"/>
                <a:gd name="T28" fmla="*/ 165 w 179"/>
                <a:gd name="T29" fmla="*/ 227 h 246"/>
                <a:gd name="T30" fmla="*/ 178 w 179"/>
                <a:gd name="T31" fmla="*/ 192 h 246"/>
                <a:gd name="T32" fmla="*/ 172 w 179"/>
                <a:gd name="T33" fmla="*/ 188 h 246"/>
                <a:gd name="T34" fmla="*/ 164 w 179"/>
                <a:gd name="T35" fmla="*/ 199 h 246"/>
                <a:gd name="T36" fmla="*/ 139 w 179"/>
                <a:gd name="T37" fmla="*/ 236 h 246"/>
                <a:gd name="T38" fmla="*/ 127 w 179"/>
                <a:gd name="T39" fmla="*/ 219 h 246"/>
                <a:gd name="T40" fmla="*/ 129 w 179"/>
                <a:gd name="T41" fmla="*/ 205 h 246"/>
                <a:gd name="T42" fmla="*/ 178 w 179"/>
                <a:gd name="T43" fmla="*/ 11 h 246"/>
                <a:gd name="T44" fmla="*/ 103 w 179"/>
                <a:gd name="T45" fmla="*/ 199 h 246"/>
                <a:gd name="T46" fmla="*/ 85 w 179"/>
                <a:gd name="T47" fmla="*/ 222 h 246"/>
                <a:gd name="T48" fmla="*/ 53 w 179"/>
                <a:gd name="T49" fmla="*/ 236 h 246"/>
                <a:gd name="T50" fmla="*/ 28 w 179"/>
                <a:gd name="T51" fmla="*/ 202 h 246"/>
                <a:gd name="T52" fmla="*/ 46 w 179"/>
                <a:gd name="T53" fmla="*/ 131 h 246"/>
                <a:gd name="T54" fmla="*/ 90 w 179"/>
                <a:gd name="T55" fmla="*/ 98 h 246"/>
                <a:gd name="T56" fmla="*/ 121 w 179"/>
                <a:gd name="T57" fmla="*/ 129 h 246"/>
                <a:gd name="T58" fmla="*/ 120 w 179"/>
                <a:gd name="T59" fmla="*/ 134 h 246"/>
                <a:gd name="T60" fmla="*/ 103 w 179"/>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1"/>
                  </a:moveTo>
                  <a:cubicBezTo>
                    <a:pt x="178" y="10"/>
                    <a:pt x="179" y="5"/>
                    <a:pt x="179" y="5"/>
                  </a:cubicBezTo>
                  <a:cubicBezTo>
                    <a:pt x="179" y="3"/>
                    <a:pt x="178" y="0"/>
                    <a:pt x="173" y="0"/>
                  </a:cubicBezTo>
                  <a:cubicBezTo>
                    <a:pt x="166" y="0"/>
                    <a:pt x="137" y="3"/>
                    <a:pt x="129" y="4"/>
                  </a:cubicBezTo>
                  <a:cubicBezTo>
                    <a:pt x="126" y="4"/>
                    <a:pt x="121" y="4"/>
                    <a:pt x="121" y="12"/>
                  </a:cubicBezTo>
                  <a:cubicBezTo>
                    <a:pt x="121" y="17"/>
                    <a:pt x="126" y="17"/>
                    <a:pt x="130" y="17"/>
                  </a:cubicBezTo>
                  <a:cubicBezTo>
                    <a:pt x="147" y="17"/>
                    <a:pt x="147" y="19"/>
                    <a:pt x="147" y="22"/>
                  </a:cubicBezTo>
                  <a:cubicBezTo>
                    <a:pt x="147" y="24"/>
                    <a:pt x="146" y="26"/>
                    <a:pt x="145" y="30"/>
                  </a:cubicBezTo>
                  <a:lnTo>
                    <a:pt x="126" y="109"/>
                  </a:lnTo>
                  <a:cubicBezTo>
                    <a:pt x="118" y="98"/>
                    <a:pt x="106" y="89"/>
                    <a:pt x="90" y="89"/>
                  </a:cubicBezTo>
                  <a:cubicBezTo>
                    <a:pt x="45" y="89"/>
                    <a:pt x="0" y="138"/>
                    <a:pt x="0" y="188"/>
                  </a:cubicBezTo>
                  <a:cubicBezTo>
                    <a:pt x="0" y="222"/>
                    <a:pt x="22" y="246"/>
                    <a:pt x="52" y="246"/>
                  </a:cubicBezTo>
                  <a:cubicBezTo>
                    <a:pt x="71" y="246"/>
                    <a:pt x="88" y="235"/>
                    <a:pt x="102" y="221"/>
                  </a:cubicBezTo>
                  <a:cubicBezTo>
                    <a:pt x="108" y="242"/>
                    <a:pt x="129" y="246"/>
                    <a:pt x="138" y="246"/>
                  </a:cubicBezTo>
                  <a:cubicBezTo>
                    <a:pt x="150" y="246"/>
                    <a:pt x="159" y="238"/>
                    <a:pt x="165" y="227"/>
                  </a:cubicBezTo>
                  <a:cubicBezTo>
                    <a:pt x="173" y="214"/>
                    <a:pt x="178" y="194"/>
                    <a:pt x="178" y="192"/>
                  </a:cubicBezTo>
                  <a:cubicBezTo>
                    <a:pt x="178" y="188"/>
                    <a:pt x="173" y="188"/>
                    <a:pt x="172" y="188"/>
                  </a:cubicBezTo>
                  <a:cubicBezTo>
                    <a:pt x="167" y="188"/>
                    <a:pt x="167" y="189"/>
                    <a:pt x="164" y="199"/>
                  </a:cubicBezTo>
                  <a:cubicBezTo>
                    <a:pt x="160" y="215"/>
                    <a:pt x="153" y="236"/>
                    <a:pt x="139" y="236"/>
                  </a:cubicBezTo>
                  <a:cubicBezTo>
                    <a:pt x="130" y="236"/>
                    <a:pt x="127" y="228"/>
                    <a:pt x="127" y="219"/>
                  </a:cubicBezTo>
                  <a:cubicBezTo>
                    <a:pt x="127" y="212"/>
                    <a:pt x="128" y="209"/>
                    <a:pt x="129" y="205"/>
                  </a:cubicBezTo>
                  <a:lnTo>
                    <a:pt x="178" y="11"/>
                  </a:lnTo>
                  <a:close/>
                  <a:moveTo>
                    <a:pt x="103" y="199"/>
                  </a:moveTo>
                  <a:cubicBezTo>
                    <a:pt x="101" y="209"/>
                    <a:pt x="93" y="215"/>
                    <a:pt x="85" y="222"/>
                  </a:cubicBezTo>
                  <a:cubicBezTo>
                    <a:pt x="82" y="225"/>
                    <a:pt x="68" y="236"/>
                    <a:pt x="53" y="236"/>
                  </a:cubicBezTo>
                  <a:cubicBezTo>
                    <a:pt x="41" y="236"/>
                    <a:pt x="28" y="227"/>
                    <a:pt x="28" y="202"/>
                  </a:cubicBezTo>
                  <a:cubicBezTo>
                    <a:pt x="28" y="184"/>
                    <a:pt x="38" y="145"/>
                    <a:pt x="46" y="131"/>
                  </a:cubicBezTo>
                  <a:cubicBezTo>
                    <a:pt x="62" y="104"/>
                    <a:pt x="80" y="98"/>
                    <a:pt x="90" y="98"/>
                  </a:cubicBezTo>
                  <a:cubicBezTo>
                    <a:pt x="114" y="98"/>
                    <a:pt x="121" y="125"/>
                    <a:pt x="121" y="129"/>
                  </a:cubicBezTo>
                  <a:cubicBezTo>
                    <a:pt x="121" y="130"/>
                    <a:pt x="120" y="132"/>
                    <a:pt x="120" y="134"/>
                  </a:cubicBezTo>
                  <a:lnTo>
                    <a:pt x="103"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4" name="Freeform 302"/>
            <p:cNvSpPr>
              <a:spLocks noEditPoints="1"/>
            </p:cNvSpPr>
            <p:nvPr>
              <p:custDataLst>
                <p:tags r:id="rId117"/>
              </p:custDataLst>
            </p:nvPr>
          </p:nvSpPr>
          <p:spPr bwMode="auto">
            <a:xfrm>
              <a:off x="2698750" y="3333750"/>
              <a:ext cx="84138" cy="98425"/>
            </a:xfrm>
            <a:custGeom>
              <a:avLst/>
              <a:gdLst>
                <a:gd name="T0" fmla="*/ 239 w 264"/>
                <a:gd name="T1" fmla="*/ 29 h 221"/>
                <a:gd name="T2" fmla="*/ 264 w 264"/>
                <a:gd name="T3" fmla="*/ 12 h 221"/>
                <a:gd name="T4" fmla="*/ 244 w 264"/>
                <a:gd name="T5" fmla="*/ 0 h 221"/>
                <a:gd name="T6" fmla="*/ 131 w 264"/>
                <a:gd name="T7" fmla="*/ 0 h 221"/>
                <a:gd name="T8" fmla="*/ 0 w 264"/>
                <a:gd name="T9" fmla="*/ 142 h 221"/>
                <a:gd name="T10" fmla="*/ 75 w 264"/>
                <a:gd name="T11" fmla="*/ 221 h 221"/>
                <a:gd name="T12" fmla="*/ 200 w 264"/>
                <a:gd name="T13" fmla="*/ 83 h 221"/>
                <a:gd name="T14" fmla="*/ 184 w 264"/>
                <a:gd name="T15" fmla="*/ 29 h 221"/>
                <a:gd name="T16" fmla="*/ 239 w 264"/>
                <a:gd name="T17" fmla="*/ 29 h 221"/>
                <a:gd name="T18" fmla="*/ 75 w 264"/>
                <a:gd name="T19" fmla="*/ 210 h 221"/>
                <a:gd name="T20" fmla="*/ 31 w 264"/>
                <a:gd name="T21" fmla="*/ 156 h 221"/>
                <a:gd name="T22" fmla="*/ 54 w 264"/>
                <a:gd name="T23" fmla="*/ 70 h 221"/>
                <a:gd name="T24" fmla="*/ 122 w 264"/>
                <a:gd name="T25" fmla="*/ 29 h 221"/>
                <a:gd name="T26" fmla="*/ 168 w 264"/>
                <a:gd name="T27" fmla="*/ 77 h 221"/>
                <a:gd name="T28" fmla="*/ 141 w 264"/>
                <a:gd name="T29" fmla="*/ 167 h 221"/>
                <a:gd name="T30" fmla="*/ 75 w 264"/>
                <a:gd name="T31" fmla="*/ 21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4" h="221">
                  <a:moveTo>
                    <a:pt x="239" y="29"/>
                  </a:moveTo>
                  <a:cubicBezTo>
                    <a:pt x="246" y="29"/>
                    <a:pt x="264" y="29"/>
                    <a:pt x="264" y="12"/>
                  </a:cubicBezTo>
                  <a:cubicBezTo>
                    <a:pt x="264" y="0"/>
                    <a:pt x="253" y="0"/>
                    <a:pt x="244" y="0"/>
                  </a:cubicBezTo>
                  <a:lnTo>
                    <a:pt x="131" y="0"/>
                  </a:lnTo>
                  <a:cubicBezTo>
                    <a:pt x="55" y="0"/>
                    <a:pt x="0" y="82"/>
                    <a:pt x="0" y="142"/>
                  </a:cubicBezTo>
                  <a:cubicBezTo>
                    <a:pt x="0" y="186"/>
                    <a:pt x="29" y="221"/>
                    <a:pt x="75" y="221"/>
                  </a:cubicBezTo>
                  <a:cubicBezTo>
                    <a:pt x="134" y="221"/>
                    <a:pt x="200" y="160"/>
                    <a:pt x="200" y="83"/>
                  </a:cubicBezTo>
                  <a:cubicBezTo>
                    <a:pt x="200" y="75"/>
                    <a:pt x="200" y="51"/>
                    <a:pt x="184" y="29"/>
                  </a:cubicBezTo>
                  <a:lnTo>
                    <a:pt x="239" y="29"/>
                  </a:lnTo>
                  <a:close/>
                  <a:moveTo>
                    <a:pt x="75" y="210"/>
                  </a:moveTo>
                  <a:cubicBezTo>
                    <a:pt x="51" y="210"/>
                    <a:pt x="31" y="192"/>
                    <a:pt x="31" y="156"/>
                  </a:cubicBezTo>
                  <a:cubicBezTo>
                    <a:pt x="31" y="141"/>
                    <a:pt x="37" y="100"/>
                    <a:pt x="54" y="70"/>
                  </a:cubicBezTo>
                  <a:cubicBezTo>
                    <a:pt x="75" y="36"/>
                    <a:pt x="105" y="29"/>
                    <a:pt x="122" y="29"/>
                  </a:cubicBezTo>
                  <a:cubicBezTo>
                    <a:pt x="164" y="29"/>
                    <a:pt x="168" y="62"/>
                    <a:pt x="168" y="77"/>
                  </a:cubicBezTo>
                  <a:cubicBezTo>
                    <a:pt x="168" y="101"/>
                    <a:pt x="158" y="142"/>
                    <a:pt x="141" y="167"/>
                  </a:cubicBezTo>
                  <a:cubicBezTo>
                    <a:pt x="122" y="197"/>
                    <a:pt x="95" y="210"/>
                    <a:pt x="75" y="21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5" name="Freeform 303"/>
            <p:cNvSpPr>
              <a:spLocks/>
            </p:cNvSpPr>
            <p:nvPr>
              <p:custDataLst>
                <p:tags r:id="rId118"/>
              </p:custDataLst>
            </p:nvPr>
          </p:nvSpPr>
          <p:spPr bwMode="auto">
            <a:xfrm>
              <a:off x="2789238" y="3394075"/>
              <a:ext cx="50800" cy="69850"/>
            </a:xfrm>
            <a:custGeom>
              <a:avLst/>
              <a:gdLst>
                <a:gd name="T0" fmla="*/ 66 w 162"/>
                <a:gd name="T1" fmla="*/ 83 h 157"/>
                <a:gd name="T2" fmla="*/ 75 w 162"/>
                <a:gd name="T3" fmla="*/ 48 h 157"/>
                <a:gd name="T4" fmla="*/ 97 w 162"/>
                <a:gd name="T5" fmla="*/ 20 h 157"/>
                <a:gd name="T6" fmla="*/ 125 w 162"/>
                <a:gd name="T7" fmla="*/ 10 h 157"/>
                <a:gd name="T8" fmla="*/ 144 w 162"/>
                <a:gd name="T9" fmla="*/ 15 h 157"/>
                <a:gd name="T10" fmla="*/ 129 w 162"/>
                <a:gd name="T11" fmla="*/ 34 h 157"/>
                <a:gd name="T12" fmla="*/ 143 w 162"/>
                <a:gd name="T13" fmla="*/ 47 h 157"/>
                <a:gd name="T14" fmla="*/ 162 w 162"/>
                <a:gd name="T15" fmla="*/ 25 h 157"/>
                <a:gd name="T16" fmla="*/ 125 w 162"/>
                <a:gd name="T17" fmla="*/ 0 h 157"/>
                <a:gd name="T18" fmla="*/ 76 w 162"/>
                <a:gd name="T19" fmla="*/ 25 h 157"/>
                <a:gd name="T20" fmla="*/ 40 w 162"/>
                <a:gd name="T21" fmla="*/ 0 h 157"/>
                <a:gd name="T22" fmla="*/ 13 w 162"/>
                <a:gd name="T23" fmla="*/ 18 h 157"/>
                <a:gd name="T24" fmla="*/ 0 w 162"/>
                <a:gd name="T25" fmla="*/ 53 h 157"/>
                <a:gd name="T26" fmla="*/ 6 w 162"/>
                <a:gd name="T27" fmla="*/ 58 h 157"/>
                <a:gd name="T28" fmla="*/ 14 w 162"/>
                <a:gd name="T29" fmla="*/ 47 h 157"/>
                <a:gd name="T30" fmla="*/ 39 w 162"/>
                <a:gd name="T31" fmla="*/ 10 h 157"/>
                <a:gd name="T32" fmla="*/ 51 w 162"/>
                <a:gd name="T33" fmla="*/ 27 h 157"/>
                <a:gd name="T34" fmla="*/ 45 w 162"/>
                <a:gd name="T35" fmla="*/ 56 h 157"/>
                <a:gd name="T36" fmla="*/ 37 w 162"/>
                <a:gd name="T37" fmla="*/ 87 h 157"/>
                <a:gd name="T38" fmla="*/ 26 w 162"/>
                <a:gd name="T39" fmla="*/ 132 h 157"/>
                <a:gd name="T40" fmla="*/ 23 w 162"/>
                <a:gd name="T41" fmla="*/ 146 h 157"/>
                <a:gd name="T42" fmla="*/ 35 w 162"/>
                <a:gd name="T43" fmla="*/ 157 h 157"/>
                <a:gd name="T44" fmla="*/ 50 w 162"/>
                <a:gd name="T45" fmla="*/ 147 h 157"/>
                <a:gd name="T46" fmla="*/ 56 w 162"/>
                <a:gd name="T47" fmla="*/ 121 h 157"/>
                <a:gd name="T48" fmla="*/ 66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6" y="83"/>
                  </a:moveTo>
                  <a:cubicBezTo>
                    <a:pt x="66" y="81"/>
                    <a:pt x="74" y="50"/>
                    <a:pt x="75" y="48"/>
                  </a:cubicBezTo>
                  <a:cubicBezTo>
                    <a:pt x="75" y="45"/>
                    <a:pt x="86" y="28"/>
                    <a:pt x="97" y="20"/>
                  </a:cubicBezTo>
                  <a:cubicBezTo>
                    <a:pt x="101" y="17"/>
                    <a:pt x="110" y="10"/>
                    <a:pt x="125" y="10"/>
                  </a:cubicBezTo>
                  <a:cubicBezTo>
                    <a:pt x="128" y="10"/>
                    <a:pt x="137" y="10"/>
                    <a:pt x="144" y="15"/>
                  </a:cubicBezTo>
                  <a:cubicBezTo>
                    <a:pt x="133" y="18"/>
                    <a:pt x="129" y="28"/>
                    <a:pt x="129" y="34"/>
                  </a:cubicBezTo>
                  <a:cubicBezTo>
                    <a:pt x="129" y="42"/>
                    <a:pt x="135" y="47"/>
                    <a:pt x="143" y="47"/>
                  </a:cubicBezTo>
                  <a:cubicBezTo>
                    <a:pt x="151" y="47"/>
                    <a:pt x="162" y="40"/>
                    <a:pt x="162" y="25"/>
                  </a:cubicBezTo>
                  <a:cubicBezTo>
                    <a:pt x="162" y="7"/>
                    <a:pt x="143" y="0"/>
                    <a:pt x="125" y="0"/>
                  </a:cubicBezTo>
                  <a:cubicBezTo>
                    <a:pt x="107" y="0"/>
                    <a:pt x="91" y="7"/>
                    <a:pt x="76" y="25"/>
                  </a:cubicBezTo>
                  <a:cubicBezTo>
                    <a:pt x="70" y="3"/>
                    <a:pt x="49" y="0"/>
                    <a:pt x="40" y="0"/>
                  </a:cubicBezTo>
                  <a:cubicBezTo>
                    <a:pt x="27" y="0"/>
                    <a:pt x="19" y="8"/>
                    <a:pt x="13" y="18"/>
                  </a:cubicBezTo>
                  <a:cubicBezTo>
                    <a:pt x="5" y="31"/>
                    <a:pt x="0" y="52"/>
                    <a:pt x="0" y="53"/>
                  </a:cubicBezTo>
                  <a:cubicBezTo>
                    <a:pt x="0" y="58"/>
                    <a:pt x="5" y="58"/>
                    <a:pt x="6" y="58"/>
                  </a:cubicBezTo>
                  <a:cubicBezTo>
                    <a:pt x="11" y="58"/>
                    <a:pt x="11" y="57"/>
                    <a:pt x="14" y="47"/>
                  </a:cubicBezTo>
                  <a:cubicBezTo>
                    <a:pt x="19" y="26"/>
                    <a:pt x="26" y="10"/>
                    <a:pt x="39" y="10"/>
                  </a:cubicBezTo>
                  <a:cubicBezTo>
                    <a:pt x="48" y="10"/>
                    <a:pt x="51" y="17"/>
                    <a:pt x="51" y="27"/>
                  </a:cubicBezTo>
                  <a:cubicBezTo>
                    <a:pt x="51" y="33"/>
                    <a:pt x="48" y="46"/>
                    <a:pt x="45" y="56"/>
                  </a:cubicBezTo>
                  <a:cubicBezTo>
                    <a:pt x="43" y="65"/>
                    <a:pt x="39" y="80"/>
                    <a:pt x="37" y="87"/>
                  </a:cubicBezTo>
                  <a:lnTo>
                    <a:pt x="26" y="132"/>
                  </a:lnTo>
                  <a:cubicBezTo>
                    <a:pt x="25" y="136"/>
                    <a:pt x="23" y="145"/>
                    <a:pt x="23" y="146"/>
                  </a:cubicBezTo>
                  <a:cubicBezTo>
                    <a:pt x="23" y="154"/>
                    <a:pt x="29" y="157"/>
                    <a:pt x="35" y="157"/>
                  </a:cubicBezTo>
                  <a:cubicBezTo>
                    <a:pt x="40" y="157"/>
                    <a:pt x="47" y="154"/>
                    <a:pt x="50" y="147"/>
                  </a:cubicBezTo>
                  <a:cubicBezTo>
                    <a:pt x="50" y="145"/>
                    <a:pt x="54" y="130"/>
                    <a:pt x="56" y="121"/>
                  </a:cubicBezTo>
                  <a:lnTo>
                    <a:pt x="66"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6" name="Freeform 304"/>
            <p:cNvSpPr>
              <a:spLocks noEditPoints="1"/>
            </p:cNvSpPr>
            <p:nvPr>
              <p:custDataLst>
                <p:tags r:id="rId119"/>
              </p:custDataLst>
            </p:nvPr>
          </p:nvSpPr>
          <p:spPr bwMode="auto">
            <a:xfrm>
              <a:off x="2854325" y="3394075"/>
              <a:ext cx="46038" cy="69850"/>
            </a:xfrm>
            <a:custGeom>
              <a:avLst/>
              <a:gdLst>
                <a:gd name="T0" fmla="*/ 54 w 149"/>
                <a:gd name="T1" fmla="*/ 74 h 157"/>
                <a:gd name="T2" fmla="*/ 111 w 149"/>
                <a:gd name="T3" fmla="*/ 67 h 157"/>
                <a:gd name="T4" fmla="*/ 141 w 149"/>
                <a:gd name="T5" fmla="*/ 31 h 157"/>
                <a:gd name="T6" fmla="*/ 98 w 149"/>
                <a:gd name="T7" fmla="*/ 0 h 157"/>
                <a:gd name="T8" fmla="*/ 0 w 149"/>
                <a:gd name="T9" fmla="*/ 92 h 157"/>
                <a:gd name="T10" fmla="*/ 63 w 149"/>
                <a:gd name="T11" fmla="*/ 157 h 157"/>
                <a:gd name="T12" fmla="*/ 149 w 149"/>
                <a:gd name="T13" fmla="*/ 118 h 157"/>
                <a:gd name="T14" fmla="*/ 143 w 149"/>
                <a:gd name="T15" fmla="*/ 112 h 157"/>
                <a:gd name="T16" fmla="*/ 137 w 149"/>
                <a:gd name="T17" fmla="*/ 115 h 157"/>
                <a:gd name="T18" fmla="*/ 63 w 149"/>
                <a:gd name="T19" fmla="*/ 148 h 157"/>
                <a:gd name="T20" fmla="*/ 28 w 149"/>
                <a:gd name="T21" fmla="*/ 105 h 157"/>
                <a:gd name="T22" fmla="*/ 33 w 149"/>
                <a:gd name="T23" fmla="*/ 74 h 157"/>
                <a:gd name="T24" fmla="*/ 54 w 149"/>
                <a:gd name="T25" fmla="*/ 74 h 157"/>
                <a:gd name="T26" fmla="*/ 35 w 149"/>
                <a:gd name="T27" fmla="*/ 65 h 157"/>
                <a:gd name="T28" fmla="*/ 98 w 149"/>
                <a:gd name="T29" fmla="*/ 10 h 157"/>
                <a:gd name="T30" fmla="*/ 126 w 149"/>
                <a:gd name="T31" fmla="*/ 31 h 157"/>
                <a:gd name="T32" fmla="*/ 52 w 149"/>
                <a:gd name="T33" fmla="*/ 65 h 157"/>
                <a:gd name="T34" fmla="*/ 35 w 149"/>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4" y="74"/>
                  </a:moveTo>
                  <a:cubicBezTo>
                    <a:pt x="64" y="74"/>
                    <a:pt x="92" y="74"/>
                    <a:pt x="111" y="67"/>
                  </a:cubicBezTo>
                  <a:cubicBezTo>
                    <a:pt x="136" y="58"/>
                    <a:pt x="141" y="41"/>
                    <a:pt x="141" y="31"/>
                  </a:cubicBezTo>
                  <a:cubicBezTo>
                    <a:pt x="141" y="12"/>
                    <a:pt x="122" y="0"/>
                    <a:pt x="98" y="0"/>
                  </a:cubicBezTo>
                  <a:cubicBezTo>
                    <a:pt x="56" y="0"/>
                    <a:pt x="0" y="32"/>
                    <a:pt x="0" y="92"/>
                  </a:cubicBezTo>
                  <a:cubicBezTo>
                    <a:pt x="0" y="127"/>
                    <a:pt x="22" y="157"/>
                    <a:pt x="63" y="157"/>
                  </a:cubicBezTo>
                  <a:cubicBezTo>
                    <a:pt x="121" y="157"/>
                    <a:pt x="149" y="123"/>
                    <a:pt x="149" y="118"/>
                  </a:cubicBezTo>
                  <a:cubicBezTo>
                    <a:pt x="149" y="116"/>
                    <a:pt x="146" y="112"/>
                    <a:pt x="143" y="112"/>
                  </a:cubicBezTo>
                  <a:cubicBezTo>
                    <a:pt x="141" y="112"/>
                    <a:pt x="140" y="113"/>
                    <a:pt x="137" y="115"/>
                  </a:cubicBezTo>
                  <a:cubicBezTo>
                    <a:pt x="110" y="148"/>
                    <a:pt x="69" y="148"/>
                    <a:pt x="63" y="148"/>
                  </a:cubicBezTo>
                  <a:cubicBezTo>
                    <a:pt x="42" y="148"/>
                    <a:pt x="28" y="134"/>
                    <a:pt x="28" y="105"/>
                  </a:cubicBezTo>
                  <a:cubicBezTo>
                    <a:pt x="28" y="100"/>
                    <a:pt x="28" y="94"/>
                    <a:pt x="33" y="74"/>
                  </a:cubicBezTo>
                  <a:lnTo>
                    <a:pt x="54" y="74"/>
                  </a:lnTo>
                  <a:close/>
                  <a:moveTo>
                    <a:pt x="35" y="65"/>
                  </a:moveTo>
                  <a:cubicBezTo>
                    <a:pt x="50" y="14"/>
                    <a:pt x="88" y="10"/>
                    <a:pt x="98" y="10"/>
                  </a:cubicBezTo>
                  <a:cubicBezTo>
                    <a:pt x="113" y="10"/>
                    <a:pt x="126" y="17"/>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7" name="Freeform 305"/>
            <p:cNvSpPr>
              <a:spLocks/>
            </p:cNvSpPr>
            <p:nvPr>
              <p:custDataLst>
                <p:tags r:id="rId120"/>
              </p:custDataLst>
            </p:nvPr>
          </p:nvSpPr>
          <p:spPr bwMode="auto">
            <a:xfrm>
              <a:off x="2913063" y="3394075"/>
              <a:ext cx="50800" cy="69850"/>
            </a:xfrm>
            <a:custGeom>
              <a:avLst/>
              <a:gdLst>
                <a:gd name="T0" fmla="*/ 37 w 160"/>
                <a:gd name="T1" fmla="*/ 123 h 157"/>
                <a:gd name="T2" fmla="*/ 82 w 160"/>
                <a:gd name="T3" fmla="*/ 84 h 157"/>
                <a:gd name="T4" fmla="*/ 126 w 160"/>
                <a:gd name="T5" fmla="*/ 47 h 157"/>
                <a:gd name="T6" fmla="*/ 160 w 160"/>
                <a:gd name="T7" fmla="*/ 4 h 157"/>
                <a:gd name="T8" fmla="*/ 154 w 160"/>
                <a:gd name="T9" fmla="*/ 0 h 157"/>
                <a:gd name="T10" fmla="*/ 148 w 160"/>
                <a:gd name="T11" fmla="*/ 3 h 157"/>
                <a:gd name="T12" fmla="*/ 122 w 160"/>
                <a:gd name="T13" fmla="*/ 25 h 157"/>
                <a:gd name="T14" fmla="*/ 102 w 160"/>
                <a:gd name="T15" fmla="*/ 14 h 157"/>
                <a:gd name="T16" fmla="*/ 74 w 160"/>
                <a:gd name="T17" fmla="*/ 0 h 157"/>
                <a:gd name="T18" fmla="*/ 28 w 160"/>
                <a:gd name="T19" fmla="*/ 41 h 157"/>
                <a:gd name="T20" fmla="*/ 34 w 160"/>
                <a:gd name="T21" fmla="*/ 45 h 157"/>
                <a:gd name="T22" fmla="*/ 40 w 160"/>
                <a:gd name="T23" fmla="*/ 40 h 157"/>
                <a:gd name="T24" fmla="*/ 70 w 160"/>
                <a:gd name="T25" fmla="*/ 27 h 157"/>
                <a:gd name="T26" fmla="*/ 92 w 160"/>
                <a:gd name="T27" fmla="*/ 30 h 157"/>
                <a:gd name="T28" fmla="*/ 122 w 160"/>
                <a:gd name="T29" fmla="*/ 35 h 157"/>
                <a:gd name="T30" fmla="*/ 74 w 160"/>
                <a:gd name="T31" fmla="*/ 77 h 157"/>
                <a:gd name="T32" fmla="*/ 31 w 160"/>
                <a:gd name="T33" fmla="*/ 114 h 157"/>
                <a:gd name="T34" fmla="*/ 0 w 160"/>
                <a:gd name="T35" fmla="*/ 153 h 157"/>
                <a:gd name="T36" fmla="*/ 6 w 160"/>
                <a:gd name="T37" fmla="*/ 157 h 157"/>
                <a:gd name="T38" fmla="*/ 12 w 160"/>
                <a:gd name="T39" fmla="*/ 154 h 157"/>
                <a:gd name="T40" fmla="*/ 44 w 160"/>
                <a:gd name="T41" fmla="*/ 133 h 157"/>
                <a:gd name="T42" fmla="*/ 62 w 160"/>
                <a:gd name="T43" fmla="*/ 142 h 157"/>
                <a:gd name="T44" fmla="*/ 91 w 160"/>
                <a:gd name="T45" fmla="*/ 157 h 157"/>
                <a:gd name="T46" fmla="*/ 152 w 160"/>
                <a:gd name="T47" fmla="*/ 103 h 157"/>
                <a:gd name="T48" fmla="*/ 146 w 160"/>
                <a:gd name="T49" fmla="*/ 99 h 157"/>
                <a:gd name="T50" fmla="*/ 140 w 160"/>
                <a:gd name="T51" fmla="*/ 104 h 157"/>
                <a:gd name="T52" fmla="*/ 96 w 160"/>
                <a:gd name="T53" fmla="*/ 130 h 157"/>
                <a:gd name="T54" fmla="*/ 70 w 160"/>
                <a:gd name="T55" fmla="*/ 126 h 157"/>
                <a:gd name="T56" fmla="*/ 45 w 160"/>
                <a:gd name="T57" fmla="*/ 123 h 157"/>
                <a:gd name="T58" fmla="*/ 37 w 160"/>
                <a:gd name="T59" fmla="*/ 12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57">
                  <a:moveTo>
                    <a:pt x="37" y="123"/>
                  </a:moveTo>
                  <a:cubicBezTo>
                    <a:pt x="46" y="114"/>
                    <a:pt x="52" y="107"/>
                    <a:pt x="82" y="84"/>
                  </a:cubicBezTo>
                  <a:cubicBezTo>
                    <a:pt x="89" y="78"/>
                    <a:pt x="115" y="57"/>
                    <a:pt x="126" y="47"/>
                  </a:cubicBezTo>
                  <a:cubicBezTo>
                    <a:pt x="147" y="26"/>
                    <a:pt x="160" y="8"/>
                    <a:pt x="160" y="4"/>
                  </a:cubicBezTo>
                  <a:cubicBezTo>
                    <a:pt x="160" y="0"/>
                    <a:pt x="156" y="0"/>
                    <a:pt x="154" y="0"/>
                  </a:cubicBezTo>
                  <a:cubicBezTo>
                    <a:pt x="151" y="0"/>
                    <a:pt x="150" y="1"/>
                    <a:pt x="148" y="3"/>
                  </a:cubicBezTo>
                  <a:cubicBezTo>
                    <a:pt x="137" y="20"/>
                    <a:pt x="130" y="25"/>
                    <a:pt x="122" y="25"/>
                  </a:cubicBezTo>
                  <a:cubicBezTo>
                    <a:pt x="118" y="25"/>
                    <a:pt x="112" y="24"/>
                    <a:pt x="102" y="14"/>
                  </a:cubicBezTo>
                  <a:cubicBezTo>
                    <a:pt x="90" y="2"/>
                    <a:pt x="82" y="0"/>
                    <a:pt x="74" y="0"/>
                  </a:cubicBezTo>
                  <a:cubicBezTo>
                    <a:pt x="46" y="0"/>
                    <a:pt x="28" y="30"/>
                    <a:pt x="28" y="41"/>
                  </a:cubicBezTo>
                  <a:cubicBezTo>
                    <a:pt x="28" y="44"/>
                    <a:pt x="31" y="45"/>
                    <a:pt x="34" y="45"/>
                  </a:cubicBezTo>
                  <a:cubicBezTo>
                    <a:pt x="38" y="45"/>
                    <a:pt x="38" y="44"/>
                    <a:pt x="40" y="40"/>
                  </a:cubicBezTo>
                  <a:cubicBezTo>
                    <a:pt x="45" y="28"/>
                    <a:pt x="65" y="27"/>
                    <a:pt x="70" y="27"/>
                  </a:cubicBezTo>
                  <a:cubicBezTo>
                    <a:pt x="78" y="27"/>
                    <a:pt x="87" y="29"/>
                    <a:pt x="92" y="30"/>
                  </a:cubicBezTo>
                  <a:cubicBezTo>
                    <a:pt x="111" y="35"/>
                    <a:pt x="114" y="35"/>
                    <a:pt x="122" y="35"/>
                  </a:cubicBezTo>
                  <a:cubicBezTo>
                    <a:pt x="113" y="44"/>
                    <a:pt x="107" y="50"/>
                    <a:pt x="74" y="77"/>
                  </a:cubicBezTo>
                  <a:cubicBezTo>
                    <a:pt x="47" y="98"/>
                    <a:pt x="37" y="107"/>
                    <a:pt x="31" y="114"/>
                  </a:cubicBezTo>
                  <a:cubicBezTo>
                    <a:pt x="10" y="135"/>
                    <a:pt x="0" y="150"/>
                    <a:pt x="0" y="153"/>
                  </a:cubicBezTo>
                  <a:cubicBezTo>
                    <a:pt x="0" y="157"/>
                    <a:pt x="4" y="157"/>
                    <a:pt x="6" y="157"/>
                  </a:cubicBezTo>
                  <a:cubicBezTo>
                    <a:pt x="9" y="157"/>
                    <a:pt x="10" y="157"/>
                    <a:pt x="12" y="154"/>
                  </a:cubicBezTo>
                  <a:cubicBezTo>
                    <a:pt x="21" y="141"/>
                    <a:pt x="32" y="133"/>
                    <a:pt x="44" y="133"/>
                  </a:cubicBezTo>
                  <a:cubicBezTo>
                    <a:pt x="48" y="133"/>
                    <a:pt x="53" y="133"/>
                    <a:pt x="62" y="142"/>
                  </a:cubicBezTo>
                  <a:cubicBezTo>
                    <a:pt x="73" y="152"/>
                    <a:pt x="80" y="157"/>
                    <a:pt x="91" y="157"/>
                  </a:cubicBezTo>
                  <a:cubicBezTo>
                    <a:pt x="129" y="157"/>
                    <a:pt x="152" y="115"/>
                    <a:pt x="152" y="103"/>
                  </a:cubicBezTo>
                  <a:cubicBezTo>
                    <a:pt x="152" y="99"/>
                    <a:pt x="148" y="99"/>
                    <a:pt x="146" y="99"/>
                  </a:cubicBezTo>
                  <a:cubicBezTo>
                    <a:pt x="142" y="99"/>
                    <a:pt x="141" y="100"/>
                    <a:pt x="140" y="104"/>
                  </a:cubicBezTo>
                  <a:cubicBezTo>
                    <a:pt x="133" y="122"/>
                    <a:pt x="113" y="130"/>
                    <a:pt x="96" y="130"/>
                  </a:cubicBezTo>
                  <a:cubicBezTo>
                    <a:pt x="88" y="130"/>
                    <a:pt x="79" y="128"/>
                    <a:pt x="70" y="126"/>
                  </a:cubicBezTo>
                  <a:cubicBezTo>
                    <a:pt x="54" y="123"/>
                    <a:pt x="51" y="123"/>
                    <a:pt x="45" y="123"/>
                  </a:cubicBezTo>
                  <a:cubicBezTo>
                    <a:pt x="44" y="123"/>
                    <a:pt x="39" y="123"/>
                    <a:pt x="37"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8" name="Freeform 306"/>
            <p:cNvSpPr>
              <a:spLocks noEditPoints="1"/>
            </p:cNvSpPr>
            <p:nvPr>
              <p:custDataLst>
                <p:tags r:id="rId121"/>
              </p:custDataLst>
            </p:nvPr>
          </p:nvSpPr>
          <p:spPr bwMode="auto">
            <a:xfrm>
              <a:off x="2979738" y="3394075"/>
              <a:ext cx="46038" cy="69850"/>
            </a:xfrm>
            <a:custGeom>
              <a:avLst/>
              <a:gdLst>
                <a:gd name="T0" fmla="*/ 54 w 149"/>
                <a:gd name="T1" fmla="*/ 74 h 157"/>
                <a:gd name="T2" fmla="*/ 110 w 149"/>
                <a:gd name="T3" fmla="*/ 67 h 157"/>
                <a:gd name="T4" fmla="*/ 141 w 149"/>
                <a:gd name="T5" fmla="*/ 31 h 157"/>
                <a:gd name="T6" fmla="*/ 98 w 149"/>
                <a:gd name="T7" fmla="*/ 0 h 157"/>
                <a:gd name="T8" fmla="*/ 0 w 149"/>
                <a:gd name="T9" fmla="*/ 92 h 157"/>
                <a:gd name="T10" fmla="*/ 62 w 149"/>
                <a:gd name="T11" fmla="*/ 157 h 157"/>
                <a:gd name="T12" fmla="*/ 149 w 149"/>
                <a:gd name="T13" fmla="*/ 118 h 157"/>
                <a:gd name="T14" fmla="*/ 143 w 149"/>
                <a:gd name="T15" fmla="*/ 112 h 157"/>
                <a:gd name="T16" fmla="*/ 137 w 149"/>
                <a:gd name="T17" fmla="*/ 115 h 157"/>
                <a:gd name="T18" fmla="*/ 63 w 149"/>
                <a:gd name="T19" fmla="*/ 148 h 157"/>
                <a:gd name="T20" fmla="*/ 28 w 149"/>
                <a:gd name="T21" fmla="*/ 105 h 157"/>
                <a:gd name="T22" fmla="*/ 32 w 149"/>
                <a:gd name="T23" fmla="*/ 74 h 157"/>
                <a:gd name="T24" fmla="*/ 54 w 149"/>
                <a:gd name="T25" fmla="*/ 74 h 157"/>
                <a:gd name="T26" fmla="*/ 35 w 149"/>
                <a:gd name="T27" fmla="*/ 65 h 157"/>
                <a:gd name="T28" fmla="*/ 98 w 149"/>
                <a:gd name="T29" fmla="*/ 10 h 157"/>
                <a:gd name="T30" fmla="*/ 126 w 149"/>
                <a:gd name="T31" fmla="*/ 31 h 157"/>
                <a:gd name="T32" fmla="*/ 52 w 149"/>
                <a:gd name="T33" fmla="*/ 65 h 157"/>
                <a:gd name="T34" fmla="*/ 35 w 149"/>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4" y="74"/>
                  </a:moveTo>
                  <a:cubicBezTo>
                    <a:pt x="64" y="74"/>
                    <a:pt x="92" y="74"/>
                    <a:pt x="110" y="67"/>
                  </a:cubicBezTo>
                  <a:cubicBezTo>
                    <a:pt x="136" y="58"/>
                    <a:pt x="141" y="41"/>
                    <a:pt x="141" y="31"/>
                  </a:cubicBezTo>
                  <a:cubicBezTo>
                    <a:pt x="141" y="12"/>
                    <a:pt x="122" y="0"/>
                    <a:pt x="98" y="0"/>
                  </a:cubicBezTo>
                  <a:cubicBezTo>
                    <a:pt x="56" y="0"/>
                    <a:pt x="0" y="32"/>
                    <a:pt x="0" y="92"/>
                  </a:cubicBezTo>
                  <a:cubicBezTo>
                    <a:pt x="0" y="127"/>
                    <a:pt x="21" y="157"/>
                    <a:pt x="62" y="157"/>
                  </a:cubicBezTo>
                  <a:cubicBezTo>
                    <a:pt x="121" y="157"/>
                    <a:pt x="149" y="123"/>
                    <a:pt x="149" y="118"/>
                  </a:cubicBezTo>
                  <a:cubicBezTo>
                    <a:pt x="149" y="116"/>
                    <a:pt x="146" y="112"/>
                    <a:pt x="143" y="112"/>
                  </a:cubicBezTo>
                  <a:cubicBezTo>
                    <a:pt x="141" y="112"/>
                    <a:pt x="140" y="113"/>
                    <a:pt x="137" y="115"/>
                  </a:cubicBezTo>
                  <a:cubicBezTo>
                    <a:pt x="110" y="148"/>
                    <a:pt x="69" y="148"/>
                    <a:pt x="63" y="148"/>
                  </a:cubicBezTo>
                  <a:cubicBezTo>
                    <a:pt x="42" y="148"/>
                    <a:pt x="28" y="134"/>
                    <a:pt x="28" y="105"/>
                  </a:cubicBezTo>
                  <a:cubicBezTo>
                    <a:pt x="28" y="100"/>
                    <a:pt x="28" y="94"/>
                    <a:pt x="32" y="74"/>
                  </a:cubicBezTo>
                  <a:lnTo>
                    <a:pt x="54" y="74"/>
                  </a:lnTo>
                  <a:close/>
                  <a:moveTo>
                    <a:pt x="35" y="65"/>
                  </a:moveTo>
                  <a:cubicBezTo>
                    <a:pt x="49" y="14"/>
                    <a:pt x="88" y="10"/>
                    <a:pt x="98" y="10"/>
                  </a:cubicBezTo>
                  <a:cubicBezTo>
                    <a:pt x="113" y="10"/>
                    <a:pt x="126" y="17"/>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9" name="Freeform 307"/>
            <p:cNvSpPr>
              <a:spLocks/>
            </p:cNvSpPr>
            <p:nvPr>
              <p:custDataLst>
                <p:tags r:id="rId122"/>
              </p:custDataLst>
            </p:nvPr>
          </p:nvSpPr>
          <p:spPr bwMode="auto">
            <a:xfrm>
              <a:off x="3036888" y="3394075"/>
              <a:ext cx="52388" cy="69850"/>
            </a:xfrm>
            <a:custGeom>
              <a:avLst/>
              <a:gdLst>
                <a:gd name="T0" fmla="*/ 65 w 162"/>
                <a:gd name="T1" fmla="*/ 83 h 157"/>
                <a:gd name="T2" fmla="*/ 74 w 162"/>
                <a:gd name="T3" fmla="*/ 48 h 157"/>
                <a:gd name="T4" fmla="*/ 96 w 162"/>
                <a:gd name="T5" fmla="*/ 20 h 157"/>
                <a:gd name="T6" fmla="*/ 124 w 162"/>
                <a:gd name="T7" fmla="*/ 10 h 157"/>
                <a:gd name="T8" fmla="*/ 144 w 162"/>
                <a:gd name="T9" fmla="*/ 15 h 157"/>
                <a:gd name="T10" fmla="*/ 128 w 162"/>
                <a:gd name="T11" fmla="*/ 34 h 157"/>
                <a:gd name="T12" fmla="*/ 142 w 162"/>
                <a:gd name="T13" fmla="*/ 47 h 157"/>
                <a:gd name="T14" fmla="*/ 162 w 162"/>
                <a:gd name="T15" fmla="*/ 25 h 157"/>
                <a:gd name="T16" fmla="*/ 125 w 162"/>
                <a:gd name="T17" fmla="*/ 0 h 157"/>
                <a:gd name="T18" fmla="*/ 76 w 162"/>
                <a:gd name="T19" fmla="*/ 25 h 157"/>
                <a:gd name="T20" fmla="*/ 40 w 162"/>
                <a:gd name="T21" fmla="*/ 0 h 157"/>
                <a:gd name="T22" fmla="*/ 12 w 162"/>
                <a:gd name="T23" fmla="*/ 18 h 157"/>
                <a:gd name="T24" fmla="*/ 0 w 162"/>
                <a:gd name="T25" fmla="*/ 53 h 157"/>
                <a:gd name="T26" fmla="*/ 5 w 162"/>
                <a:gd name="T27" fmla="*/ 58 h 157"/>
                <a:gd name="T28" fmla="*/ 13 w 162"/>
                <a:gd name="T29" fmla="*/ 47 h 157"/>
                <a:gd name="T30" fmla="*/ 39 w 162"/>
                <a:gd name="T31" fmla="*/ 10 h 157"/>
                <a:gd name="T32" fmla="*/ 50 w 162"/>
                <a:gd name="T33" fmla="*/ 27 h 157"/>
                <a:gd name="T34" fmla="*/ 45 w 162"/>
                <a:gd name="T35" fmla="*/ 56 h 157"/>
                <a:gd name="T36" fmla="*/ 37 w 162"/>
                <a:gd name="T37" fmla="*/ 87 h 157"/>
                <a:gd name="T38" fmla="*/ 26 w 162"/>
                <a:gd name="T39" fmla="*/ 132 h 157"/>
                <a:gd name="T40" fmla="*/ 22 w 162"/>
                <a:gd name="T41" fmla="*/ 146 h 157"/>
                <a:gd name="T42" fmla="*/ 34 w 162"/>
                <a:gd name="T43" fmla="*/ 157 h 157"/>
                <a:gd name="T44" fmla="*/ 49 w 162"/>
                <a:gd name="T45" fmla="*/ 147 h 157"/>
                <a:gd name="T46" fmla="*/ 56 w 162"/>
                <a:gd name="T47" fmla="*/ 121 h 157"/>
                <a:gd name="T48" fmla="*/ 65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5" y="83"/>
                  </a:moveTo>
                  <a:cubicBezTo>
                    <a:pt x="65" y="81"/>
                    <a:pt x="73" y="50"/>
                    <a:pt x="74" y="48"/>
                  </a:cubicBezTo>
                  <a:cubicBezTo>
                    <a:pt x="75" y="45"/>
                    <a:pt x="85" y="28"/>
                    <a:pt x="96" y="20"/>
                  </a:cubicBezTo>
                  <a:cubicBezTo>
                    <a:pt x="100" y="17"/>
                    <a:pt x="109" y="10"/>
                    <a:pt x="124" y="10"/>
                  </a:cubicBezTo>
                  <a:cubicBezTo>
                    <a:pt x="128" y="10"/>
                    <a:pt x="137" y="10"/>
                    <a:pt x="144" y="15"/>
                  </a:cubicBezTo>
                  <a:cubicBezTo>
                    <a:pt x="132" y="18"/>
                    <a:pt x="128" y="28"/>
                    <a:pt x="128" y="34"/>
                  </a:cubicBezTo>
                  <a:cubicBezTo>
                    <a:pt x="128" y="42"/>
                    <a:pt x="134" y="47"/>
                    <a:pt x="142" y="47"/>
                  </a:cubicBezTo>
                  <a:cubicBezTo>
                    <a:pt x="150" y="47"/>
                    <a:pt x="162" y="40"/>
                    <a:pt x="162" y="25"/>
                  </a:cubicBezTo>
                  <a:cubicBezTo>
                    <a:pt x="162" y="7"/>
                    <a:pt x="143" y="0"/>
                    <a:pt x="125" y="0"/>
                  </a:cubicBezTo>
                  <a:cubicBezTo>
                    <a:pt x="107" y="0"/>
                    <a:pt x="91" y="7"/>
                    <a:pt x="76" y="25"/>
                  </a:cubicBezTo>
                  <a:cubicBezTo>
                    <a:pt x="69" y="3"/>
                    <a:pt x="48" y="0"/>
                    <a:pt x="40" y="0"/>
                  </a:cubicBezTo>
                  <a:cubicBezTo>
                    <a:pt x="27" y="0"/>
                    <a:pt x="18" y="8"/>
                    <a:pt x="12" y="18"/>
                  </a:cubicBezTo>
                  <a:cubicBezTo>
                    <a:pt x="4" y="31"/>
                    <a:pt x="0" y="52"/>
                    <a:pt x="0" y="53"/>
                  </a:cubicBezTo>
                  <a:cubicBezTo>
                    <a:pt x="0" y="58"/>
                    <a:pt x="4" y="58"/>
                    <a:pt x="5" y="58"/>
                  </a:cubicBezTo>
                  <a:cubicBezTo>
                    <a:pt x="10" y="58"/>
                    <a:pt x="11" y="57"/>
                    <a:pt x="13" y="47"/>
                  </a:cubicBezTo>
                  <a:cubicBezTo>
                    <a:pt x="18" y="26"/>
                    <a:pt x="25" y="10"/>
                    <a:pt x="39" y="10"/>
                  </a:cubicBezTo>
                  <a:cubicBezTo>
                    <a:pt x="48" y="10"/>
                    <a:pt x="50" y="17"/>
                    <a:pt x="50" y="27"/>
                  </a:cubicBezTo>
                  <a:cubicBezTo>
                    <a:pt x="50" y="33"/>
                    <a:pt x="47" y="46"/>
                    <a:pt x="45" y="56"/>
                  </a:cubicBezTo>
                  <a:cubicBezTo>
                    <a:pt x="42" y="65"/>
                    <a:pt x="39" y="80"/>
                    <a:pt x="37" y="87"/>
                  </a:cubicBezTo>
                  <a:lnTo>
                    <a:pt x="26" y="132"/>
                  </a:lnTo>
                  <a:cubicBezTo>
                    <a:pt x="24" y="136"/>
                    <a:pt x="22" y="145"/>
                    <a:pt x="22" y="146"/>
                  </a:cubicBezTo>
                  <a:cubicBezTo>
                    <a:pt x="22" y="154"/>
                    <a:pt x="28" y="157"/>
                    <a:pt x="34" y="157"/>
                  </a:cubicBezTo>
                  <a:cubicBezTo>
                    <a:pt x="39" y="157"/>
                    <a:pt x="46" y="154"/>
                    <a:pt x="49" y="147"/>
                  </a:cubicBezTo>
                  <a:cubicBezTo>
                    <a:pt x="50" y="145"/>
                    <a:pt x="54" y="130"/>
                    <a:pt x="56" y="121"/>
                  </a:cubicBezTo>
                  <a:lnTo>
                    <a:pt x="65"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0" name="Freeform 308"/>
            <p:cNvSpPr>
              <a:spLocks/>
            </p:cNvSpPr>
            <p:nvPr>
              <p:custDataLst>
                <p:tags r:id="rId123"/>
              </p:custDataLst>
            </p:nvPr>
          </p:nvSpPr>
          <p:spPr bwMode="auto">
            <a:xfrm>
              <a:off x="3098800" y="3394075"/>
              <a:ext cx="53975" cy="69850"/>
            </a:xfrm>
            <a:custGeom>
              <a:avLst/>
              <a:gdLst>
                <a:gd name="T0" fmla="*/ 170 w 170"/>
                <a:gd name="T1" fmla="*/ 27 h 157"/>
                <a:gd name="T2" fmla="*/ 153 w 170"/>
                <a:gd name="T3" fmla="*/ 0 h 157"/>
                <a:gd name="T4" fmla="*/ 134 w 170"/>
                <a:gd name="T5" fmla="*/ 18 h 157"/>
                <a:gd name="T6" fmla="*/ 140 w 170"/>
                <a:gd name="T7" fmla="*/ 29 h 157"/>
                <a:gd name="T8" fmla="*/ 153 w 170"/>
                <a:gd name="T9" fmla="*/ 57 h 157"/>
                <a:gd name="T10" fmla="*/ 88 w 170"/>
                <a:gd name="T11" fmla="*/ 148 h 157"/>
                <a:gd name="T12" fmla="*/ 60 w 170"/>
                <a:gd name="T13" fmla="*/ 117 h 157"/>
                <a:gd name="T14" fmla="*/ 79 w 170"/>
                <a:gd name="T15" fmla="*/ 48 h 157"/>
                <a:gd name="T16" fmla="*/ 84 w 170"/>
                <a:gd name="T17" fmla="*/ 30 h 157"/>
                <a:gd name="T18" fmla="*/ 51 w 170"/>
                <a:gd name="T19" fmla="*/ 0 h 157"/>
                <a:gd name="T20" fmla="*/ 0 w 170"/>
                <a:gd name="T21" fmla="*/ 53 h 157"/>
                <a:gd name="T22" fmla="*/ 6 w 170"/>
                <a:gd name="T23" fmla="*/ 58 h 157"/>
                <a:gd name="T24" fmla="*/ 12 w 170"/>
                <a:gd name="T25" fmla="*/ 52 h 157"/>
                <a:gd name="T26" fmla="*/ 50 w 170"/>
                <a:gd name="T27" fmla="*/ 10 h 157"/>
                <a:gd name="T28" fmla="*/ 58 w 170"/>
                <a:gd name="T29" fmla="*/ 22 h 157"/>
                <a:gd name="T30" fmla="*/ 52 w 170"/>
                <a:gd name="T31" fmla="*/ 45 h 157"/>
                <a:gd name="T32" fmla="*/ 33 w 170"/>
                <a:gd name="T33" fmla="*/ 112 h 157"/>
                <a:gd name="T34" fmla="*/ 87 w 170"/>
                <a:gd name="T35" fmla="*/ 157 h 157"/>
                <a:gd name="T36" fmla="*/ 170 w 170"/>
                <a:gd name="T37" fmla="*/ 2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7">
                  <a:moveTo>
                    <a:pt x="170" y="27"/>
                  </a:moveTo>
                  <a:cubicBezTo>
                    <a:pt x="170" y="0"/>
                    <a:pt x="154" y="0"/>
                    <a:pt x="153" y="0"/>
                  </a:cubicBezTo>
                  <a:cubicBezTo>
                    <a:pt x="144" y="0"/>
                    <a:pt x="134" y="9"/>
                    <a:pt x="134" y="18"/>
                  </a:cubicBezTo>
                  <a:cubicBezTo>
                    <a:pt x="134" y="24"/>
                    <a:pt x="137" y="27"/>
                    <a:pt x="140" y="29"/>
                  </a:cubicBezTo>
                  <a:cubicBezTo>
                    <a:pt x="146" y="34"/>
                    <a:pt x="153" y="43"/>
                    <a:pt x="153" y="57"/>
                  </a:cubicBezTo>
                  <a:cubicBezTo>
                    <a:pt x="153" y="73"/>
                    <a:pt x="130" y="148"/>
                    <a:pt x="88" y="148"/>
                  </a:cubicBezTo>
                  <a:cubicBezTo>
                    <a:pt x="60" y="148"/>
                    <a:pt x="60" y="122"/>
                    <a:pt x="60" y="117"/>
                  </a:cubicBezTo>
                  <a:cubicBezTo>
                    <a:pt x="60" y="100"/>
                    <a:pt x="66" y="81"/>
                    <a:pt x="79" y="48"/>
                  </a:cubicBezTo>
                  <a:cubicBezTo>
                    <a:pt x="82" y="41"/>
                    <a:pt x="84" y="36"/>
                    <a:pt x="84" y="30"/>
                  </a:cubicBezTo>
                  <a:cubicBezTo>
                    <a:pt x="84" y="12"/>
                    <a:pt x="69" y="0"/>
                    <a:pt x="51" y="0"/>
                  </a:cubicBezTo>
                  <a:cubicBezTo>
                    <a:pt x="16" y="0"/>
                    <a:pt x="0" y="48"/>
                    <a:pt x="0" y="53"/>
                  </a:cubicBezTo>
                  <a:cubicBezTo>
                    <a:pt x="0" y="58"/>
                    <a:pt x="5" y="58"/>
                    <a:pt x="6" y="58"/>
                  </a:cubicBezTo>
                  <a:cubicBezTo>
                    <a:pt x="11" y="58"/>
                    <a:pt x="11" y="56"/>
                    <a:pt x="12" y="52"/>
                  </a:cubicBezTo>
                  <a:cubicBezTo>
                    <a:pt x="21" y="24"/>
                    <a:pt x="36" y="10"/>
                    <a:pt x="50" y="10"/>
                  </a:cubicBezTo>
                  <a:cubicBezTo>
                    <a:pt x="56" y="10"/>
                    <a:pt x="58" y="14"/>
                    <a:pt x="58" y="22"/>
                  </a:cubicBezTo>
                  <a:cubicBezTo>
                    <a:pt x="58" y="30"/>
                    <a:pt x="56" y="37"/>
                    <a:pt x="52" y="45"/>
                  </a:cubicBezTo>
                  <a:cubicBezTo>
                    <a:pt x="37" y="84"/>
                    <a:pt x="33" y="99"/>
                    <a:pt x="33" y="112"/>
                  </a:cubicBezTo>
                  <a:cubicBezTo>
                    <a:pt x="33" y="146"/>
                    <a:pt x="61" y="157"/>
                    <a:pt x="87" y="157"/>
                  </a:cubicBezTo>
                  <a:cubicBezTo>
                    <a:pt x="146" y="157"/>
                    <a:pt x="170" y="56"/>
                    <a:pt x="170" y="27"/>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1" name="Freeform 309"/>
            <p:cNvSpPr>
              <a:spLocks noEditPoints="1"/>
            </p:cNvSpPr>
            <p:nvPr>
              <p:custDataLst>
                <p:tags r:id="rId124"/>
              </p:custDataLst>
            </p:nvPr>
          </p:nvSpPr>
          <p:spPr bwMode="auto">
            <a:xfrm>
              <a:off x="3168650" y="3394075"/>
              <a:ext cx="55563" cy="69850"/>
            </a:xfrm>
            <a:custGeom>
              <a:avLst/>
              <a:gdLst>
                <a:gd name="T0" fmla="*/ 126 w 178"/>
                <a:gd name="T1" fmla="*/ 21 h 157"/>
                <a:gd name="T2" fmla="*/ 90 w 178"/>
                <a:gd name="T3" fmla="*/ 0 h 157"/>
                <a:gd name="T4" fmla="*/ 0 w 178"/>
                <a:gd name="T5" fmla="*/ 99 h 157"/>
                <a:gd name="T6" fmla="*/ 53 w 178"/>
                <a:gd name="T7" fmla="*/ 157 h 157"/>
                <a:gd name="T8" fmla="*/ 102 w 178"/>
                <a:gd name="T9" fmla="*/ 133 h 157"/>
                <a:gd name="T10" fmla="*/ 138 w 178"/>
                <a:gd name="T11" fmla="*/ 157 h 157"/>
                <a:gd name="T12" fmla="*/ 166 w 178"/>
                <a:gd name="T13" fmla="*/ 139 h 157"/>
                <a:gd name="T14" fmla="*/ 178 w 178"/>
                <a:gd name="T15" fmla="*/ 104 h 157"/>
                <a:gd name="T16" fmla="*/ 172 w 178"/>
                <a:gd name="T17" fmla="*/ 99 h 157"/>
                <a:gd name="T18" fmla="*/ 165 w 178"/>
                <a:gd name="T19" fmla="*/ 110 h 157"/>
                <a:gd name="T20" fmla="*/ 139 w 178"/>
                <a:gd name="T21" fmla="*/ 148 h 157"/>
                <a:gd name="T22" fmla="*/ 128 w 178"/>
                <a:gd name="T23" fmla="*/ 130 h 157"/>
                <a:gd name="T24" fmla="*/ 133 w 178"/>
                <a:gd name="T25" fmla="*/ 103 h 157"/>
                <a:gd name="T26" fmla="*/ 141 w 178"/>
                <a:gd name="T27" fmla="*/ 72 h 157"/>
                <a:gd name="T28" fmla="*/ 148 w 178"/>
                <a:gd name="T29" fmla="*/ 45 h 157"/>
                <a:gd name="T30" fmla="*/ 154 w 178"/>
                <a:gd name="T31" fmla="*/ 18 h 157"/>
                <a:gd name="T32" fmla="*/ 142 w 178"/>
                <a:gd name="T33" fmla="*/ 7 h 157"/>
                <a:gd name="T34" fmla="*/ 126 w 178"/>
                <a:gd name="T35" fmla="*/ 21 h 157"/>
                <a:gd name="T36" fmla="*/ 104 w 178"/>
                <a:gd name="T37" fmla="*/ 110 h 157"/>
                <a:gd name="T38" fmla="*/ 86 w 178"/>
                <a:gd name="T39" fmla="*/ 134 h 157"/>
                <a:gd name="T40" fmla="*/ 54 w 178"/>
                <a:gd name="T41" fmla="*/ 148 h 157"/>
                <a:gd name="T42" fmla="*/ 28 w 178"/>
                <a:gd name="T43" fmla="*/ 114 h 157"/>
                <a:gd name="T44" fmla="*/ 46 w 178"/>
                <a:gd name="T45" fmla="*/ 43 h 157"/>
                <a:gd name="T46" fmla="*/ 90 w 178"/>
                <a:gd name="T47" fmla="*/ 10 h 157"/>
                <a:gd name="T48" fmla="*/ 121 w 178"/>
                <a:gd name="T49" fmla="*/ 40 h 157"/>
                <a:gd name="T50" fmla="*/ 120 w 178"/>
                <a:gd name="T51" fmla="*/ 45 h 157"/>
                <a:gd name="T52" fmla="*/ 104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1"/>
                  </a:moveTo>
                  <a:cubicBezTo>
                    <a:pt x="119" y="9"/>
                    <a:pt x="107" y="0"/>
                    <a:pt x="90" y="0"/>
                  </a:cubicBezTo>
                  <a:cubicBezTo>
                    <a:pt x="45" y="0"/>
                    <a:pt x="0" y="49"/>
                    <a:pt x="0" y="99"/>
                  </a:cubicBezTo>
                  <a:cubicBezTo>
                    <a:pt x="0" y="133"/>
                    <a:pt x="23" y="157"/>
                    <a:pt x="53" y="157"/>
                  </a:cubicBezTo>
                  <a:cubicBezTo>
                    <a:pt x="72" y="157"/>
                    <a:pt x="88" y="147"/>
                    <a:pt x="102" y="133"/>
                  </a:cubicBezTo>
                  <a:cubicBezTo>
                    <a:pt x="109" y="154"/>
                    <a:pt x="129" y="157"/>
                    <a:pt x="138" y="157"/>
                  </a:cubicBezTo>
                  <a:cubicBezTo>
                    <a:pt x="151" y="157"/>
                    <a:pt x="159" y="150"/>
                    <a:pt x="166" y="139"/>
                  </a:cubicBezTo>
                  <a:cubicBezTo>
                    <a:pt x="173" y="125"/>
                    <a:pt x="178" y="105"/>
                    <a:pt x="178" y="104"/>
                  </a:cubicBezTo>
                  <a:cubicBezTo>
                    <a:pt x="178" y="99"/>
                    <a:pt x="173" y="99"/>
                    <a:pt x="172" y="99"/>
                  </a:cubicBezTo>
                  <a:cubicBezTo>
                    <a:pt x="167" y="99"/>
                    <a:pt x="167" y="101"/>
                    <a:pt x="165" y="110"/>
                  </a:cubicBezTo>
                  <a:cubicBezTo>
                    <a:pt x="160" y="127"/>
                    <a:pt x="154" y="148"/>
                    <a:pt x="139" y="148"/>
                  </a:cubicBezTo>
                  <a:cubicBezTo>
                    <a:pt x="130" y="148"/>
                    <a:pt x="128" y="140"/>
                    <a:pt x="128" y="130"/>
                  </a:cubicBezTo>
                  <a:cubicBezTo>
                    <a:pt x="128" y="125"/>
                    <a:pt x="130" y="112"/>
                    <a:pt x="133" y="103"/>
                  </a:cubicBezTo>
                  <a:cubicBezTo>
                    <a:pt x="135"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6"/>
                    <a:pt x="69" y="148"/>
                    <a:pt x="54" y="148"/>
                  </a:cubicBezTo>
                  <a:cubicBezTo>
                    <a:pt x="41" y="148"/>
                    <a:pt x="28" y="138"/>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2" name="Freeform 310"/>
            <p:cNvSpPr>
              <a:spLocks/>
            </p:cNvSpPr>
            <p:nvPr>
              <p:custDataLst>
                <p:tags r:id="rId125"/>
              </p:custDataLst>
            </p:nvPr>
          </p:nvSpPr>
          <p:spPr bwMode="auto">
            <a:xfrm>
              <a:off x="3236913" y="3394075"/>
              <a:ext cx="47625" cy="69850"/>
            </a:xfrm>
            <a:custGeom>
              <a:avLst/>
              <a:gdLst>
                <a:gd name="T0" fmla="*/ 131 w 151"/>
                <a:gd name="T1" fmla="*/ 20 h 157"/>
                <a:gd name="T2" fmla="*/ 114 w 151"/>
                <a:gd name="T3" fmla="*/ 40 h 157"/>
                <a:gd name="T4" fmla="*/ 127 w 151"/>
                <a:gd name="T5" fmla="*/ 53 h 157"/>
                <a:gd name="T6" fmla="*/ 147 w 151"/>
                <a:gd name="T7" fmla="*/ 30 h 157"/>
                <a:gd name="T8" fmla="*/ 101 w 151"/>
                <a:gd name="T9" fmla="*/ 0 h 157"/>
                <a:gd name="T10" fmla="*/ 0 w 151"/>
                <a:gd name="T11" fmla="*/ 97 h 157"/>
                <a:gd name="T12" fmla="*/ 65 w 151"/>
                <a:gd name="T13" fmla="*/ 157 h 157"/>
                <a:gd name="T14" fmla="*/ 151 w 151"/>
                <a:gd name="T15" fmla="*/ 118 h 157"/>
                <a:gd name="T16" fmla="*/ 145 w 151"/>
                <a:gd name="T17" fmla="*/ 112 h 157"/>
                <a:gd name="T18" fmla="*/ 140 w 151"/>
                <a:gd name="T19" fmla="*/ 115 h 157"/>
                <a:gd name="T20" fmla="*/ 66 w 151"/>
                <a:gd name="T21" fmla="*/ 148 h 157"/>
                <a:gd name="T22" fmla="*/ 29 w 151"/>
                <a:gd name="T23" fmla="*/ 109 h 157"/>
                <a:gd name="T24" fmla="*/ 52 w 151"/>
                <a:gd name="T25" fmla="*/ 37 h 157"/>
                <a:gd name="T26" fmla="*/ 101 w 151"/>
                <a:gd name="T27" fmla="*/ 10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9" y="22"/>
                    <a:pt x="114" y="32"/>
                    <a:pt x="114" y="40"/>
                  </a:cubicBezTo>
                  <a:cubicBezTo>
                    <a:pt x="114" y="49"/>
                    <a:pt x="121" y="53"/>
                    <a:pt x="127" y="53"/>
                  </a:cubicBezTo>
                  <a:cubicBezTo>
                    <a:pt x="135" y="53"/>
                    <a:pt x="147" y="47"/>
                    <a:pt x="147" y="30"/>
                  </a:cubicBezTo>
                  <a:cubicBezTo>
                    <a:pt x="147" y="7"/>
                    <a:pt x="120" y="0"/>
                    <a:pt x="101" y="0"/>
                  </a:cubicBezTo>
                  <a:cubicBezTo>
                    <a:pt x="49" y="0"/>
                    <a:pt x="0" y="48"/>
                    <a:pt x="0" y="97"/>
                  </a:cubicBezTo>
                  <a:cubicBezTo>
                    <a:pt x="0" y="127"/>
                    <a:pt x="21" y="157"/>
                    <a:pt x="65" y="157"/>
                  </a:cubicBezTo>
                  <a:cubicBezTo>
                    <a:pt x="124" y="157"/>
                    <a:pt x="151" y="123"/>
                    <a:pt x="151" y="118"/>
                  </a:cubicBezTo>
                  <a:cubicBezTo>
                    <a:pt x="151" y="116"/>
                    <a:pt x="148" y="112"/>
                    <a:pt x="145" y="112"/>
                  </a:cubicBezTo>
                  <a:cubicBezTo>
                    <a:pt x="143" y="112"/>
                    <a:pt x="143" y="113"/>
                    <a:pt x="140" y="115"/>
                  </a:cubicBezTo>
                  <a:cubicBezTo>
                    <a:pt x="113" y="148"/>
                    <a:pt x="72" y="148"/>
                    <a:pt x="66" y="148"/>
                  </a:cubicBezTo>
                  <a:cubicBezTo>
                    <a:pt x="40" y="148"/>
                    <a:pt x="29" y="130"/>
                    <a:pt x="29" y="109"/>
                  </a:cubicBezTo>
                  <a:cubicBezTo>
                    <a:pt x="29" y="99"/>
                    <a:pt x="34" y="61"/>
                    <a:pt x="52" y="37"/>
                  </a:cubicBezTo>
                  <a:cubicBezTo>
                    <a:pt x="66" y="20"/>
                    <a:pt x="84" y="10"/>
                    <a:pt x="101" y="10"/>
                  </a:cubicBezTo>
                  <a:cubicBezTo>
                    <a:pt x="106" y="10"/>
                    <a:pt x="123"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3" name="Freeform 311"/>
            <p:cNvSpPr>
              <a:spLocks noEditPoints="1"/>
            </p:cNvSpPr>
            <p:nvPr>
              <p:custDataLst>
                <p:tags r:id="rId126"/>
              </p:custDataLst>
            </p:nvPr>
          </p:nvSpPr>
          <p:spPr bwMode="auto">
            <a:xfrm>
              <a:off x="3292475" y="3360738"/>
              <a:ext cx="33338" cy="103188"/>
            </a:xfrm>
            <a:custGeom>
              <a:avLst/>
              <a:gdLst>
                <a:gd name="T0" fmla="*/ 97 w 106"/>
                <a:gd name="T1" fmla="*/ 13 h 234"/>
                <a:gd name="T2" fmla="*/ 83 w 106"/>
                <a:gd name="T3" fmla="*/ 0 h 234"/>
                <a:gd name="T4" fmla="*/ 63 w 106"/>
                <a:gd name="T5" fmla="*/ 19 h 234"/>
                <a:gd name="T6" fmla="*/ 77 w 106"/>
                <a:gd name="T7" fmla="*/ 32 h 234"/>
                <a:gd name="T8" fmla="*/ 97 w 106"/>
                <a:gd name="T9" fmla="*/ 13 h 234"/>
                <a:gd name="T10" fmla="*/ 26 w 106"/>
                <a:gd name="T11" fmla="*/ 190 h 234"/>
                <a:gd name="T12" fmla="*/ 23 w 106"/>
                <a:gd name="T13" fmla="*/ 205 h 234"/>
                <a:gd name="T14" fmla="*/ 56 w 106"/>
                <a:gd name="T15" fmla="*/ 234 h 234"/>
                <a:gd name="T16" fmla="*/ 106 w 106"/>
                <a:gd name="T17" fmla="*/ 181 h 234"/>
                <a:gd name="T18" fmla="*/ 100 w 106"/>
                <a:gd name="T19" fmla="*/ 176 h 234"/>
                <a:gd name="T20" fmla="*/ 94 w 106"/>
                <a:gd name="T21" fmla="*/ 182 h 234"/>
                <a:gd name="T22" fmla="*/ 57 w 106"/>
                <a:gd name="T23" fmla="*/ 225 h 234"/>
                <a:gd name="T24" fmla="*/ 48 w 106"/>
                <a:gd name="T25" fmla="*/ 212 h 234"/>
                <a:gd name="T26" fmla="*/ 54 w 106"/>
                <a:gd name="T27" fmla="*/ 190 h 234"/>
                <a:gd name="T28" fmla="*/ 65 w 106"/>
                <a:gd name="T29" fmla="*/ 162 h 234"/>
                <a:gd name="T30" fmla="*/ 82 w 106"/>
                <a:gd name="T31" fmla="*/ 118 h 234"/>
                <a:gd name="T32" fmla="*/ 84 w 106"/>
                <a:gd name="T33" fmla="*/ 107 h 234"/>
                <a:gd name="T34" fmla="*/ 51 w 106"/>
                <a:gd name="T35" fmla="*/ 77 h 234"/>
                <a:gd name="T36" fmla="*/ 0 w 106"/>
                <a:gd name="T37" fmla="*/ 130 h 234"/>
                <a:gd name="T38" fmla="*/ 6 w 106"/>
                <a:gd name="T39" fmla="*/ 135 h 234"/>
                <a:gd name="T40" fmla="*/ 12 w 106"/>
                <a:gd name="T41" fmla="*/ 129 h 234"/>
                <a:gd name="T42" fmla="*/ 50 w 106"/>
                <a:gd name="T43" fmla="*/ 87 h 234"/>
                <a:gd name="T44" fmla="*/ 58 w 106"/>
                <a:gd name="T45" fmla="*/ 99 h 234"/>
                <a:gd name="T46" fmla="*/ 48 w 106"/>
                <a:gd name="T47" fmla="*/ 134 h 234"/>
                <a:gd name="T48" fmla="*/ 26 w 106"/>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4">
                  <a:moveTo>
                    <a:pt x="97" y="13"/>
                  </a:moveTo>
                  <a:cubicBezTo>
                    <a:pt x="97" y="7"/>
                    <a:pt x="93" y="0"/>
                    <a:pt x="83" y="0"/>
                  </a:cubicBezTo>
                  <a:cubicBezTo>
                    <a:pt x="73" y="0"/>
                    <a:pt x="63" y="9"/>
                    <a:pt x="63" y="19"/>
                  </a:cubicBezTo>
                  <a:cubicBezTo>
                    <a:pt x="63" y="25"/>
                    <a:pt x="68" y="32"/>
                    <a:pt x="77" y="32"/>
                  </a:cubicBezTo>
                  <a:cubicBezTo>
                    <a:pt x="87" y="32"/>
                    <a:pt x="97" y="22"/>
                    <a:pt x="97" y="13"/>
                  </a:cubicBezTo>
                  <a:close/>
                  <a:moveTo>
                    <a:pt x="26" y="190"/>
                  </a:moveTo>
                  <a:cubicBezTo>
                    <a:pt x="24" y="195"/>
                    <a:pt x="23" y="199"/>
                    <a:pt x="23" y="205"/>
                  </a:cubicBezTo>
                  <a:cubicBezTo>
                    <a:pt x="23" y="221"/>
                    <a:pt x="36" y="234"/>
                    <a:pt x="56" y="234"/>
                  </a:cubicBezTo>
                  <a:cubicBezTo>
                    <a:pt x="91" y="234"/>
                    <a:pt x="106" y="186"/>
                    <a:pt x="106" y="181"/>
                  </a:cubicBezTo>
                  <a:cubicBezTo>
                    <a:pt x="106" y="176"/>
                    <a:pt x="101" y="176"/>
                    <a:pt x="100" y="176"/>
                  </a:cubicBezTo>
                  <a:cubicBezTo>
                    <a:pt x="95" y="176"/>
                    <a:pt x="95" y="179"/>
                    <a:pt x="94" y="182"/>
                  </a:cubicBezTo>
                  <a:cubicBezTo>
                    <a:pt x="86" y="210"/>
                    <a:pt x="70" y="225"/>
                    <a:pt x="57" y="225"/>
                  </a:cubicBezTo>
                  <a:cubicBezTo>
                    <a:pt x="50" y="225"/>
                    <a:pt x="48" y="220"/>
                    <a:pt x="48" y="212"/>
                  </a:cubicBezTo>
                  <a:cubicBezTo>
                    <a:pt x="48" y="204"/>
                    <a:pt x="50" y="198"/>
                    <a:pt x="54" y="190"/>
                  </a:cubicBezTo>
                  <a:cubicBezTo>
                    <a:pt x="57" y="181"/>
                    <a:pt x="61" y="171"/>
                    <a:pt x="65" y="162"/>
                  </a:cubicBezTo>
                  <a:cubicBezTo>
                    <a:pt x="68" y="154"/>
                    <a:pt x="80" y="122"/>
                    <a:pt x="82" y="118"/>
                  </a:cubicBezTo>
                  <a:cubicBezTo>
                    <a:pt x="83" y="114"/>
                    <a:pt x="84" y="110"/>
                    <a:pt x="84" y="107"/>
                  </a:cubicBezTo>
                  <a:cubicBezTo>
                    <a:pt x="84" y="90"/>
                    <a:pt x="70" y="77"/>
                    <a:pt x="51" y="77"/>
                  </a:cubicBezTo>
                  <a:cubicBezTo>
                    <a:pt x="16" y="77"/>
                    <a:pt x="0" y="124"/>
                    <a:pt x="0" y="130"/>
                  </a:cubicBezTo>
                  <a:cubicBezTo>
                    <a:pt x="0" y="135"/>
                    <a:pt x="5" y="135"/>
                    <a:pt x="6" y="135"/>
                  </a:cubicBezTo>
                  <a:cubicBezTo>
                    <a:pt x="11" y="135"/>
                    <a:pt x="11" y="133"/>
                    <a:pt x="12" y="129"/>
                  </a:cubicBezTo>
                  <a:cubicBezTo>
                    <a:pt x="21" y="99"/>
                    <a:pt x="37" y="87"/>
                    <a:pt x="50" y="87"/>
                  </a:cubicBezTo>
                  <a:cubicBezTo>
                    <a:pt x="55" y="87"/>
                    <a:pt x="58" y="90"/>
                    <a:pt x="58" y="99"/>
                  </a:cubicBezTo>
                  <a:cubicBezTo>
                    <a:pt x="58" y="107"/>
                    <a:pt x="56"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4" name="Freeform 312"/>
            <p:cNvSpPr>
              <a:spLocks noEditPoints="1"/>
            </p:cNvSpPr>
            <p:nvPr>
              <p:custDataLst>
                <p:tags r:id="rId127"/>
              </p:custDataLst>
            </p:nvPr>
          </p:nvSpPr>
          <p:spPr bwMode="auto">
            <a:xfrm>
              <a:off x="3332163" y="3360738"/>
              <a:ext cx="47625" cy="133350"/>
            </a:xfrm>
            <a:custGeom>
              <a:avLst/>
              <a:gdLst>
                <a:gd name="T0" fmla="*/ 153 w 153"/>
                <a:gd name="T1" fmla="*/ 13 h 302"/>
                <a:gd name="T2" fmla="*/ 139 w 153"/>
                <a:gd name="T3" fmla="*/ 0 h 302"/>
                <a:gd name="T4" fmla="*/ 119 w 153"/>
                <a:gd name="T5" fmla="*/ 19 h 302"/>
                <a:gd name="T6" fmla="*/ 133 w 153"/>
                <a:gd name="T7" fmla="*/ 32 h 302"/>
                <a:gd name="T8" fmla="*/ 153 w 153"/>
                <a:gd name="T9" fmla="*/ 13 h 302"/>
                <a:gd name="T10" fmla="*/ 79 w 153"/>
                <a:gd name="T11" fmla="*/ 248 h 302"/>
                <a:gd name="T12" fmla="*/ 34 w 153"/>
                <a:gd name="T13" fmla="*/ 292 h 302"/>
                <a:gd name="T14" fmla="*/ 21 w 153"/>
                <a:gd name="T15" fmla="*/ 290 h 302"/>
                <a:gd name="T16" fmla="*/ 33 w 153"/>
                <a:gd name="T17" fmla="*/ 272 h 302"/>
                <a:gd name="T18" fmla="*/ 20 w 153"/>
                <a:gd name="T19" fmla="*/ 259 h 302"/>
                <a:gd name="T20" fmla="*/ 0 w 153"/>
                <a:gd name="T21" fmla="*/ 280 h 302"/>
                <a:gd name="T22" fmla="*/ 34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0 h 302"/>
                <a:gd name="T34" fmla="*/ 48 w 153"/>
                <a:gd name="T35" fmla="*/ 135 h 302"/>
                <a:gd name="T36" fmla="*/ 54 w 153"/>
                <a:gd name="T37" fmla="*/ 129 h 302"/>
                <a:gd name="T38" fmla="*/ 102 w 153"/>
                <a:gd name="T39" fmla="*/ 87 h 302"/>
                <a:gd name="T40" fmla="*/ 113 w 153"/>
                <a:gd name="T41" fmla="*/ 104 h 302"/>
                <a:gd name="T42" fmla="*/ 112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8" y="0"/>
                    <a:pt x="139" y="0"/>
                  </a:cubicBezTo>
                  <a:cubicBezTo>
                    <a:pt x="129" y="0"/>
                    <a:pt x="119" y="9"/>
                    <a:pt x="119" y="19"/>
                  </a:cubicBezTo>
                  <a:cubicBezTo>
                    <a:pt x="119" y="24"/>
                    <a:pt x="123" y="32"/>
                    <a:pt x="133" y="32"/>
                  </a:cubicBezTo>
                  <a:cubicBezTo>
                    <a:pt x="143" y="32"/>
                    <a:pt x="153" y="23"/>
                    <a:pt x="153" y="13"/>
                  </a:cubicBezTo>
                  <a:close/>
                  <a:moveTo>
                    <a:pt x="79" y="248"/>
                  </a:moveTo>
                  <a:cubicBezTo>
                    <a:pt x="73" y="272"/>
                    <a:pt x="54" y="292"/>
                    <a:pt x="34" y="292"/>
                  </a:cubicBezTo>
                  <a:cubicBezTo>
                    <a:pt x="29" y="292"/>
                    <a:pt x="25" y="292"/>
                    <a:pt x="21" y="290"/>
                  </a:cubicBezTo>
                  <a:cubicBezTo>
                    <a:pt x="30" y="286"/>
                    <a:pt x="33" y="278"/>
                    <a:pt x="33" y="272"/>
                  </a:cubicBezTo>
                  <a:cubicBezTo>
                    <a:pt x="33" y="264"/>
                    <a:pt x="27" y="259"/>
                    <a:pt x="20" y="259"/>
                  </a:cubicBezTo>
                  <a:cubicBezTo>
                    <a:pt x="9" y="259"/>
                    <a:pt x="0" y="269"/>
                    <a:pt x="0" y="280"/>
                  </a:cubicBezTo>
                  <a:cubicBezTo>
                    <a:pt x="0" y="293"/>
                    <a:pt x="13" y="302"/>
                    <a:pt x="34" y="302"/>
                  </a:cubicBezTo>
                  <a:cubicBezTo>
                    <a:pt x="55" y="302"/>
                    <a:pt x="96" y="289"/>
                    <a:pt x="107" y="247"/>
                  </a:cubicBezTo>
                  <a:lnTo>
                    <a:pt x="138" y="122"/>
                  </a:lnTo>
                  <a:cubicBezTo>
                    <a:pt x="139" y="118"/>
                    <a:pt x="140" y="115"/>
                    <a:pt x="140" y="110"/>
                  </a:cubicBezTo>
                  <a:cubicBezTo>
                    <a:pt x="140" y="91"/>
                    <a:pt x="123" y="77"/>
                    <a:pt x="103" y="77"/>
                  </a:cubicBezTo>
                  <a:cubicBezTo>
                    <a:pt x="64" y="77"/>
                    <a:pt x="42" y="125"/>
                    <a:pt x="42" y="130"/>
                  </a:cubicBezTo>
                  <a:cubicBezTo>
                    <a:pt x="42" y="135"/>
                    <a:pt x="46" y="135"/>
                    <a:pt x="48" y="135"/>
                  </a:cubicBezTo>
                  <a:cubicBezTo>
                    <a:pt x="52" y="135"/>
                    <a:pt x="52" y="134"/>
                    <a:pt x="54" y="129"/>
                  </a:cubicBezTo>
                  <a:cubicBezTo>
                    <a:pt x="63" y="108"/>
                    <a:pt x="81" y="87"/>
                    <a:pt x="102" y="87"/>
                  </a:cubicBezTo>
                  <a:cubicBezTo>
                    <a:pt x="110" y="87"/>
                    <a:pt x="113" y="93"/>
                    <a:pt x="113" y="104"/>
                  </a:cubicBezTo>
                  <a:cubicBezTo>
                    <a:pt x="113" y="108"/>
                    <a:pt x="113" y="113"/>
                    <a:pt x="112"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5" name="Freeform 313"/>
            <p:cNvSpPr>
              <a:spLocks noEditPoints="1"/>
            </p:cNvSpPr>
            <p:nvPr>
              <p:custDataLst>
                <p:tags r:id="rId128"/>
              </p:custDataLst>
            </p:nvPr>
          </p:nvSpPr>
          <p:spPr bwMode="auto">
            <a:xfrm>
              <a:off x="3397250" y="3394075"/>
              <a:ext cx="55563" cy="69850"/>
            </a:xfrm>
            <a:custGeom>
              <a:avLst/>
              <a:gdLst>
                <a:gd name="T0" fmla="*/ 126 w 177"/>
                <a:gd name="T1" fmla="*/ 21 h 157"/>
                <a:gd name="T2" fmla="*/ 90 w 177"/>
                <a:gd name="T3" fmla="*/ 0 h 157"/>
                <a:gd name="T4" fmla="*/ 0 w 177"/>
                <a:gd name="T5" fmla="*/ 99 h 157"/>
                <a:gd name="T6" fmla="*/ 52 w 177"/>
                <a:gd name="T7" fmla="*/ 157 h 157"/>
                <a:gd name="T8" fmla="*/ 102 w 177"/>
                <a:gd name="T9" fmla="*/ 133 h 157"/>
                <a:gd name="T10" fmla="*/ 138 w 177"/>
                <a:gd name="T11" fmla="*/ 157 h 157"/>
                <a:gd name="T12" fmla="*/ 165 w 177"/>
                <a:gd name="T13" fmla="*/ 139 h 157"/>
                <a:gd name="T14" fmla="*/ 177 w 177"/>
                <a:gd name="T15" fmla="*/ 104 h 157"/>
                <a:gd name="T16" fmla="*/ 172 w 177"/>
                <a:gd name="T17" fmla="*/ 99 h 157"/>
                <a:gd name="T18" fmla="*/ 164 w 177"/>
                <a:gd name="T19" fmla="*/ 110 h 157"/>
                <a:gd name="T20" fmla="*/ 139 w 177"/>
                <a:gd name="T21" fmla="*/ 148 h 157"/>
                <a:gd name="T22" fmla="*/ 127 w 177"/>
                <a:gd name="T23" fmla="*/ 130 h 157"/>
                <a:gd name="T24" fmla="*/ 133 w 177"/>
                <a:gd name="T25" fmla="*/ 103 h 157"/>
                <a:gd name="T26" fmla="*/ 140 w 177"/>
                <a:gd name="T27" fmla="*/ 72 h 157"/>
                <a:gd name="T28" fmla="*/ 147 w 177"/>
                <a:gd name="T29" fmla="*/ 45 h 157"/>
                <a:gd name="T30" fmla="*/ 153 w 177"/>
                <a:gd name="T31" fmla="*/ 18 h 157"/>
                <a:gd name="T32" fmla="*/ 142 w 177"/>
                <a:gd name="T33" fmla="*/ 7 h 157"/>
                <a:gd name="T34" fmla="*/ 126 w 177"/>
                <a:gd name="T35" fmla="*/ 21 h 157"/>
                <a:gd name="T36" fmla="*/ 103 w 177"/>
                <a:gd name="T37" fmla="*/ 110 h 157"/>
                <a:gd name="T38" fmla="*/ 85 w 177"/>
                <a:gd name="T39" fmla="*/ 134 h 157"/>
                <a:gd name="T40" fmla="*/ 53 w 177"/>
                <a:gd name="T41" fmla="*/ 148 h 157"/>
                <a:gd name="T42" fmla="*/ 28 w 177"/>
                <a:gd name="T43" fmla="*/ 114 h 157"/>
                <a:gd name="T44" fmla="*/ 46 w 177"/>
                <a:gd name="T45" fmla="*/ 43 h 157"/>
                <a:gd name="T46" fmla="*/ 90 w 177"/>
                <a:gd name="T47" fmla="*/ 10 h 157"/>
                <a:gd name="T48" fmla="*/ 121 w 177"/>
                <a:gd name="T49" fmla="*/ 40 h 157"/>
                <a:gd name="T50" fmla="*/ 120 w 177"/>
                <a:gd name="T51" fmla="*/ 45 h 157"/>
                <a:gd name="T52" fmla="*/ 103 w 177"/>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7">
                  <a:moveTo>
                    <a:pt x="126" y="21"/>
                  </a:moveTo>
                  <a:cubicBezTo>
                    <a:pt x="118" y="9"/>
                    <a:pt x="106" y="0"/>
                    <a:pt x="90" y="0"/>
                  </a:cubicBezTo>
                  <a:cubicBezTo>
                    <a:pt x="45" y="0"/>
                    <a:pt x="0" y="49"/>
                    <a:pt x="0" y="99"/>
                  </a:cubicBezTo>
                  <a:cubicBezTo>
                    <a:pt x="0" y="133"/>
                    <a:pt x="22" y="157"/>
                    <a:pt x="52" y="157"/>
                  </a:cubicBezTo>
                  <a:cubicBezTo>
                    <a:pt x="71" y="157"/>
                    <a:pt x="88" y="147"/>
                    <a:pt x="102" y="133"/>
                  </a:cubicBezTo>
                  <a:cubicBezTo>
                    <a:pt x="108" y="154"/>
                    <a:pt x="129" y="157"/>
                    <a:pt x="138" y="157"/>
                  </a:cubicBezTo>
                  <a:cubicBezTo>
                    <a:pt x="150" y="157"/>
                    <a:pt x="159" y="150"/>
                    <a:pt x="165" y="139"/>
                  </a:cubicBezTo>
                  <a:cubicBezTo>
                    <a:pt x="173" y="125"/>
                    <a:pt x="177" y="105"/>
                    <a:pt x="177" y="104"/>
                  </a:cubicBezTo>
                  <a:cubicBezTo>
                    <a:pt x="177" y="99"/>
                    <a:pt x="173" y="99"/>
                    <a:pt x="172" y="99"/>
                  </a:cubicBezTo>
                  <a:cubicBezTo>
                    <a:pt x="167" y="99"/>
                    <a:pt x="167" y="101"/>
                    <a:pt x="164" y="110"/>
                  </a:cubicBezTo>
                  <a:cubicBezTo>
                    <a:pt x="160" y="127"/>
                    <a:pt x="153" y="148"/>
                    <a:pt x="139" y="148"/>
                  </a:cubicBezTo>
                  <a:cubicBezTo>
                    <a:pt x="130" y="148"/>
                    <a:pt x="127" y="140"/>
                    <a:pt x="127" y="130"/>
                  </a:cubicBezTo>
                  <a:cubicBezTo>
                    <a:pt x="127" y="125"/>
                    <a:pt x="130" y="112"/>
                    <a:pt x="133" y="103"/>
                  </a:cubicBezTo>
                  <a:cubicBezTo>
                    <a:pt x="135" y="94"/>
                    <a:pt x="138" y="79"/>
                    <a:pt x="140" y="72"/>
                  </a:cubicBezTo>
                  <a:lnTo>
                    <a:pt x="147" y="45"/>
                  </a:lnTo>
                  <a:cubicBezTo>
                    <a:pt x="149" y="36"/>
                    <a:pt x="153" y="20"/>
                    <a:pt x="153" y="18"/>
                  </a:cubicBezTo>
                  <a:cubicBezTo>
                    <a:pt x="153" y="10"/>
                    <a:pt x="147" y="7"/>
                    <a:pt x="142" y="7"/>
                  </a:cubicBezTo>
                  <a:cubicBezTo>
                    <a:pt x="136" y="7"/>
                    <a:pt x="128" y="11"/>
                    <a:pt x="126" y="21"/>
                  </a:cubicBezTo>
                  <a:close/>
                  <a:moveTo>
                    <a:pt x="103" y="110"/>
                  </a:moveTo>
                  <a:cubicBezTo>
                    <a:pt x="101" y="120"/>
                    <a:pt x="93" y="127"/>
                    <a:pt x="85" y="134"/>
                  </a:cubicBezTo>
                  <a:cubicBezTo>
                    <a:pt x="82" y="136"/>
                    <a:pt x="68" y="148"/>
                    <a:pt x="53" y="148"/>
                  </a:cubicBezTo>
                  <a:cubicBezTo>
                    <a:pt x="40" y="148"/>
                    <a:pt x="28" y="138"/>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6" name="Freeform 314"/>
            <p:cNvSpPr>
              <a:spLocks/>
            </p:cNvSpPr>
            <p:nvPr>
              <p:custDataLst>
                <p:tags r:id="rId129"/>
              </p:custDataLst>
            </p:nvPr>
          </p:nvSpPr>
          <p:spPr bwMode="auto">
            <a:xfrm>
              <a:off x="3471863" y="3444875"/>
              <a:ext cx="12700" cy="17463"/>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7"/>
                    <a:pt x="29" y="0"/>
                    <a:pt x="20" y="0"/>
                  </a:cubicBezTo>
                  <a:cubicBezTo>
                    <a:pt x="8" y="0"/>
                    <a:pt x="0" y="9"/>
                    <a:pt x="0" y="20"/>
                  </a:cubicBezTo>
                  <a:cubicBezTo>
                    <a:pt x="0" y="32"/>
                    <a:pt x="10" y="40"/>
                    <a:pt x="20" y="40"/>
                  </a:cubicBezTo>
                  <a:cubicBezTo>
                    <a:pt x="31" y="40"/>
                    <a:pt x="40" y="30"/>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7" name="Freeform 315"/>
            <p:cNvSpPr>
              <a:spLocks/>
            </p:cNvSpPr>
            <p:nvPr>
              <p:custDataLst>
                <p:tags r:id="rId130"/>
              </p:custDataLst>
            </p:nvPr>
          </p:nvSpPr>
          <p:spPr bwMode="auto">
            <a:xfrm>
              <a:off x="3503613" y="3394075"/>
              <a:ext cx="47625" cy="69850"/>
            </a:xfrm>
            <a:custGeom>
              <a:avLst/>
              <a:gdLst>
                <a:gd name="T0" fmla="*/ 131 w 151"/>
                <a:gd name="T1" fmla="*/ 20 h 157"/>
                <a:gd name="T2" fmla="*/ 113 w 151"/>
                <a:gd name="T3" fmla="*/ 40 h 157"/>
                <a:gd name="T4" fmla="*/ 127 w 151"/>
                <a:gd name="T5" fmla="*/ 53 h 157"/>
                <a:gd name="T6" fmla="*/ 146 w 151"/>
                <a:gd name="T7" fmla="*/ 30 h 157"/>
                <a:gd name="T8" fmla="*/ 100 w 151"/>
                <a:gd name="T9" fmla="*/ 0 h 157"/>
                <a:gd name="T10" fmla="*/ 0 w 151"/>
                <a:gd name="T11" fmla="*/ 97 h 157"/>
                <a:gd name="T12" fmla="*/ 64 w 151"/>
                <a:gd name="T13" fmla="*/ 157 h 157"/>
                <a:gd name="T14" fmla="*/ 151 w 151"/>
                <a:gd name="T15" fmla="*/ 118 h 157"/>
                <a:gd name="T16" fmla="*/ 145 w 151"/>
                <a:gd name="T17" fmla="*/ 112 h 157"/>
                <a:gd name="T18" fmla="*/ 139 w 151"/>
                <a:gd name="T19" fmla="*/ 115 h 157"/>
                <a:gd name="T20" fmla="*/ 65 w 151"/>
                <a:gd name="T21" fmla="*/ 148 h 157"/>
                <a:gd name="T22" fmla="*/ 29 w 151"/>
                <a:gd name="T23" fmla="*/ 109 h 157"/>
                <a:gd name="T24" fmla="*/ 52 w 151"/>
                <a:gd name="T25" fmla="*/ 37 h 157"/>
                <a:gd name="T26" fmla="*/ 100 w 151"/>
                <a:gd name="T27" fmla="*/ 10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8" y="22"/>
                    <a:pt x="113" y="32"/>
                    <a:pt x="113" y="40"/>
                  </a:cubicBezTo>
                  <a:cubicBezTo>
                    <a:pt x="113" y="49"/>
                    <a:pt x="120" y="53"/>
                    <a:pt x="127" y="53"/>
                  </a:cubicBezTo>
                  <a:cubicBezTo>
                    <a:pt x="134" y="53"/>
                    <a:pt x="146" y="47"/>
                    <a:pt x="146" y="30"/>
                  </a:cubicBezTo>
                  <a:cubicBezTo>
                    <a:pt x="146" y="7"/>
                    <a:pt x="119" y="0"/>
                    <a:pt x="100" y="0"/>
                  </a:cubicBezTo>
                  <a:cubicBezTo>
                    <a:pt x="48" y="0"/>
                    <a:pt x="0" y="48"/>
                    <a:pt x="0" y="97"/>
                  </a:cubicBezTo>
                  <a:cubicBezTo>
                    <a:pt x="0" y="127"/>
                    <a:pt x="21" y="157"/>
                    <a:pt x="64" y="157"/>
                  </a:cubicBezTo>
                  <a:cubicBezTo>
                    <a:pt x="123" y="157"/>
                    <a:pt x="151" y="123"/>
                    <a:pt x="151" y="118"/>
                  </a:cubicBezTo>
                  <a:cubicBezTo>
                    <a:pt x="151" y="116"/>
                    <a:pt x="147" y="112"/>
                    <a:pt x="145" y="112"/>
                  </a:cubicBezTo>
                  <a:cubicBezTo>
                    <a:pt x="143" y="112"/>
                    <a:pt x="142" y="113"/>
                    <a:pt x="139" y="115"/>
                  </a:cubicBezTo>
                  <a:cubicBezTo>
                    <a:pt x="112" y="148"/>
                    <a:pt x="71" y="148"/>
                    <a:pt x="65" y="148"/>
                  </a:cubicBezTo>
                  <a:cubicBezTo>
                    <a:pt x="40" y="148"/>
                    <a:pt x="29" y="130"/>
                    <a:pt x="29" y="109"/>
                  </a:cubicBezTo>
                  <a:cubicBezTo>
                    <a:pt x="29" y="99"/>
                    <a:pt x="33" y="61"/>
                    <a:pt x="52" y="37"/>
                  </a:cubicBezTo>
                  <a:cubicBezTo>
                    <a:pt x="65" y="20"/>
                    <a:pt x="83" y="10"/>
                    <a:pt x="100" y="10"/>
                  </a:cubicBezTo>
                  <a:cubicBezTo>
                    <a:pt x="105" y="10"/>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8" name="Freeform 316"/>
            <p:cNvSpPr>
              <a:spLocks noEditPoints="1"/>
            </p:cNvSpPr>
            <p:nvPr>
              <p:custDataLst>
                <p:tags r:id="rId131"/>
              </p:custDataLst>
            </p:nvPr>
          </p:nvSpPr>
          <p:spPr bwMode="auto">
            <a:xfrm>
              <a:off x="3559175" y="3360738"/>
              <a:ext cx="33338" cy="103188"/>
            </a:xfrm>
            <a:custGeom>
              <a:avLst/>
              <a:gdLst>
                <a:gd name="T0" fmla="*/ 97 w 106"/>
                <a:gd name="T1" fmla="*/ 13 h 234"/>
                <a:gd name="T2" fmla="*/ 83 w 106"/>
                <a:gd name="T3" fmla="*/ 0 h 234"/>
                <a:gd name="T4" fmla="*/ 63 w 106"/>
                <a:gd name="T5" fmla="*/ 19 h 234"/>
                <a:gd name="T6" fmla="*/ 77 w 106"/>
                <a:gd name="T7" fmla="*/ 32 h 234"/>
                <a:gd name="T8" fmla="*/ 97 w 106"/>
                <a:gd name="T9" fmla="*/ 13 h 234"/>
                <a:gd name="T10" fmla="*/ 26 w 106"/>
                <a:gd name="T11" fmla="*/ 190 h 234"/>
                <a:gd name="T12" fmla="*/ 23 w 106"/>
                <a:gd name="T13" fmla="*/ 205 h 234"/>
                <a:gd name="T14" fmla="*/ 56 w 106"/>
                <a:gd name="T15" fmla="*/ 234 h 234"/>
                <a:gd name="T16" fmla="*/ 106 w 106"/>
                <a:gd name="T17" fmla="*/ 181 h 234"/>
                <a:gd name="T18" fmla="*/ 100 w 106"/>
                <a:gd name="T19" fmla="*/ 176 h 234"/>
                <a:gd name="T20" fmla="*/ 94 w 106"/>
                <a:gd name="T21" fmla="*/ 182 h 234"/>
                <a:gd name="T22" fmla="*/ 57 w 106"/>
                <a:gd name="T23" fmla="*/ 225 h 234"/>
                <a:gd name="T24" fmla="*/ 48 w 106"/>
                <a:gd name="T25" fmla="*/ 212 h 234"/>
                <a:gd name="T26" fmla="*/ 54 w 106"/>
                <a:gd name="T27" fmla="*/ 190 h 234"/>
                <a:gd name="T28" fmla="*/ 65 w 106"/>
                <a:gd name="T29" fmla="*/ 162 h 234"/>
                <a:gd name="T30" fmla="*/ 82 w 106"/>
                <a:gd name="T31" fmla="*/ 118 h 234"/>
                <a:gd name="T32" fmla="*/ 84 w 106"/>
                <a:gd name="T33" fmla="*/ 107 h 234"/>
                <a:gd name="T34" fmla="*/ 51 w 106"/>
                <a:gd name="T35" fmla="*/ 77 h 234"/>
                <a:gd name="T36" fmla="*/ 0 w 106"/>
                <a:gd name="T37" fmla="*/ 130 h 234"/>
                <a:gd name="T38" fmla="*/ 6 w 106"/>
                <a:gd name="T39" fmla="*/ 135 h 234"/>
                <a:gd name="T40" fmla="*/ 12 w 106"/>
                <a:gd name="T41" fmla="*/ 129 h 234"/>
                <a:gd name="T42" fmla="*/ 50 w 106"/>
                <a:gd name="T43" fmla="*/ 87 h 234"/>
                <a:gd name="T44" fmla="*/ 58 w 106"/>
                <a:gd name="T45" fmla="*/ 99 h 234"/>
                <a:gd name="T46" fmla="*/ 48 w 106"/>
                <a:gd name="T47" fmla="*/ 134 h 234"/>
                <a:gd name="T48" fmla="*/ 26 w 106"/>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4">
                  <a:moveTo>
                    <a:pt x="97" y="13"/>
                  </a:moveTo>
                  <a:cubicBezTo>
                    <a:pt x="97" y="7"/>
                    <a:pt x="93" y="0"/>
                    <a:pt x="83" y="0"/>
                  </a:cubicBezTo>
                  <a:cubicBezTo>
                    <a:pt x="73" y="0"/>
                    <a:pt x="63" y="9"/>
                    <a:pt x="63" y="19"/>
                  </a:cubicBezTo>
                  <a:cubicBezTo>
                    <a:pt x="63" y="25"/>
                    <a:pt x="68" y="32"/>
                    <a:pt x="77" y="32"/>
                  </a:cubicBezTo>
                  <a:cubicBezTo>
                    <a:pt x="87" y="32"/>
                    <a:pt x="97" y="22"/>
                    <a:pt x="97" y="13"/>
                  </a:cubicBezTo>
                  <a:close/>
                  <a:moveTo>
                    <a:pt x="26" y="190"/>
                  </a:moveTo>
                  <a:cubicBezTo>
                    <a:pt x="24" y="195"/>
                    <a:pt x="23" y="199"/>
                    <a:pt x="23" y="205"/>
                  </a:cubicBezTo>
                  <a:cubicBezTo>
                    <a:pt x="23" y="221"/>
                    <a:pt x="37" y="234"/>
                    <a:pt x="56" y="234"/>
                  </a:cubicBezTo>
                  <a:cubicBezTo>
                    <a:pt x="91" y="234"/>
                    <a:pt x="106" y="186"/>
                    <a:pt x="106" y="181"/>
                  </a:cubicBezTo>
                  <a:cubicBezTo>
                    <a:pt x="106" y="176"/>
                    <a:pt x="101" y="176"/>
                    <a:pt x="100" y="176"/>
                  </a:cubicBezTo>
                  <a:cubicBezTo>
                    <a:pt x="95" y="176"/>
                    <a:pt x="95" y="179"/>
                    <a:pt x="94" y="182"/>
                  </a:cubicBezTo>
                  <a:cubicBezTo>
                    <a:pt x="86" y="210"/>
                    <a:pt x="70" y="225"/>
                    <a:pt x="57" y="225"/>
                  </a:cubicBezTo>
                  <a:cubicBezTo>
                    <a:pt x="50" y="225"/>
                    <a:pt x="48" y="220"/>
                    <a:pt x="48" y="212"/>
                  </a:cubicBezTo>
                  <a:cubicBezTo>
                    <a:pt x="48" y="204"/>
                    <a:pt x="50" y="198"/>
                    <a:pt x="54" y="190"/>
                  </a:cubicBezTo>
                  <a:cubicBezTo>
                    <a:pt x="57" y="181"/>
                    <a:pt x="61" y="171"/>
                    <a:pt x="65" y="162"/>
                  </a:cubicBezTo>
                  <a:cubicBezTo>
                    <a:pt x="68" y="154"/>
                    <a:pt x="80" y="122"/>
                    <a:pt x="82" y="118"/>
                  </a:cubicBezTo>
                  <a:cubicBezTo>
                    <a:pt x="83" y="114"/>
                    <a:pt x="84" y="110"/>
                    <a:pt x="84" y="107"/>
                  </a:cubicBezTo>
                  <a:cubicBezTo>
                    <a:pt x="84" y="90"/>
                    <a:pt x="70" y="77"/>
                    <a:pt x="51" y="77"/>
                  </a:cubicBezTo>
                  <a:cubicBezTo>
                    <a:pt x="16" y="77"/>
                    <a:pt x="0" y="124"/>
                    <a:pt x="0" y="130"/>
                  </a:cubicBezTo>
                  <a:cubicBezTo>
                    <a:pt x="0" y="135"/>
                    <a:pt x="5" y="135"/>
                    <a:pt x="6" y="135"/>
                  </a:cubicBezTo>
                  <a:cubicBezTo>
                    <a:pt x="11" y="135"/>
                    <a:pt x="11" y="133"/>
                    <a:pt x="12" y="129"/>
                  </a:cubicBezTo>
                  <a:cubicBezTo>
                    <a:pt x="22" y="99"/>
                    <a:pt x="37" y="87"/>
                    <a:pt x="50" y="87"/>
                  </a:cubicBezTo>
                  <a:cubicBezTo>
                    <a:pt x="55" y="87"/>
                    <a:pt x="58" y="90"/>
                    <a:pt x="58" y="99"/>
                  </a:cubicBezTo>
                  <a:cubicBezTo>
                    <a:pt x="58" y="107"/>
                    <a:pt x="56"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9" name="Freeform 317"/>
            <p:cNvSpPr>
              <a:spLocks noEditPoints="1"/>
            </p:cNvSpPr>
            <p:nvPr>
              <p:custDataLst>
                <p:tags r:id="rId132"/>
              </p:custDataLst>
            </p:nvPr>
          </p:nvSpPr>
          <p:spPr bwMode="auto">
            <a:xfrm>
              <a:off x="3605213" y="3355975"/>
              <a:ext cx="57150" cy="107950"/>
            </a:xfrm>
            <a:custGeom>
              <a:avLst/>
              <a:gdLst>
                <a:gd name="T0" fmla="*/ 178 w 179"/>
                <a:gd name="T1" fmla="*/ 10 h 245"/>
                <a:gd name="T2" fmla="*/ 179 w 179"/>
                <a:gd name="T3" fmla="*/ 5 h 245"/>
                <a:gd name="T4" fmla="*/ 174 w 179"/>
                <a:gd name="T5" fmla="*/ 0 h 245"/>
                <a:gd name="T6" fmla="*/ 129 w 179"/>
                <a:gd name="T7" fmla="*/ 3 h 245"/>
                <a:gd name="T8" fmla="*/ 121 w 179"/>
                <a:gd name="T9" fmla="*/ 11 h 245"/>
                <a:gd name="T10" fmla="*/ 131 w 179"/>
                <a:gd name="T11" fmla="*/ 16 h 245"/>
                <a:gd name="T12" fmla="*/ 147 w 179"/>
                <a:gd name="T13" fmla="*/ 21 h 245"/>
                <a:gd name="T14" fmla="*/ 146 w 179"/>
                <a:gd name="T15" fmla="*/ 29 h 245"/>
                <a:gd name="T16" fmla="*/ 126 w 179"/>
                <a:gd name="T17" fmla="*/ 109 h 245"/>
                <a:gd name="T18" fmla="*/ 90 w 179"/>
                <a:gd name="T19" fmla="*/ 88 h 245"/>
                <a:gd name="T20" fmla="*/ 0 w 179"/>
                <a:gd name="T21" fmla="*/ 187 h 245"/>
                <a:gd name="T22" fmla="*/ 53 w 179"/>
                <a:gd name="T23" fmla="*/ 245 h 245"/>
                <a:gd name="T24" fmla="*/ 102 w 179"/>
                <a:gd name="T25" fmla="*/ 221 h 245"/>
                <a:gd name="T26" fmla="*/ 138 w 179"/>
                <a:gd name="T27" fmla="*/ 245 h 245"/>
                <a:gd name="T28" fmla="*/ 166 w 179"/>
                <a:gd name="T29" fmla="*/ 227 h 245"/>
                <a:gd name="T30" fmla="*/ 178 w 179"/>
                <a:gd name="T31" fmla="*/ 192 h 245"/>
                <a:gd name="T32" fmla="*/ 172 w 179"/>
                <a:gd name="T33" fmla="*/ 187 h 245"/>
                <a:gd name="T34" fmla="*/ 165 w 179"/>
                <a:gd name="T35" fmla="*/ 198 h 245"/>
                <a:gd name="T36" fmla="*/ 139 w 179"/>
                <a:gd name="T37" fmla="*/ 236 h 245"/>
                <a:gd name="T38" fmla="*/ 128 w 179"/>
                <a:gd name="T39" fmla="*/ 218 h 245"/>
                <a:gd name="T40" fmla="*/ 130 w 179"/>
                <a:gd name="T41" fmla="*/ 204 h 245"/>
                <a:gd name="T42" fmla="*/ 178 w 179"/>
                <a:gd name="T43" fmla="*/ 10 h 245"/>
                <a:gd name="T44" fmla="*/ 104 w 179"/>
                <a:gd name="T45" fmla="*/ 198 h 245"/>
                <a:gd name="T46" fmla="*/ 86 w 179"/>
                <a:gd name="T47" fmla="*/ 222 h 245"/>
                <a:gd name="T48" fmla="*/ 54 w 179"/>
                <a:gd name="T49" fmla="*/ 236 h 245"/>
                <a:gd name="T50" fmla="*/ 28 w 179"/>
                <a:gd name="T51" fmla="*/ 202 h 245"/>
                <a:gd name="T52" fmla="*/ 47 w 179"/>
                <a:gd name="T53" fmla="*/ 131 h 245"/>
                <a:gd name="T54" fmla="*/ 90 w 179"/>
                <a:gd name="T55" fmla="*/ 98 h 245"/>
                <a:gd name="T56" fmla="*/ 121 w 179"/>
                <a:gd name="T57" fmla="*/ 128 h 245"/>
                <a:gd name="T58" fmla="*/ 120 w 179"/>
                <a:gd name="T59" fmla="*/ 133 h 245"/>
                <a:gd name="T60" fmla="*/ 104 w 179"/>
                <a:gd name="T61"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5">
                  <a:moveTo>
                    <a:pt x="178" y="10"/>
                  </a:moveTo>
                  <a:cubicBezTo>
                    <a:pt x="178" y="9"/>
                    <a:pt x="179" y="5"/>
                    <a:pt x="179" y="5"/>
                  </a:cubicBezTo>
                  <a:cubicBezTo>
                    <a:pt x="179" y="3"/>
                    <a:pt x="178" y="0"/>
                    <a:pt x="174" y="0"/>
                  </a:cubicBezTo>
                  <a:cubicBezTo>
                    <a:pt x="167" y="0"/>
                    <a:pt x="138" y="3"/>
                    <a:pt x="129" y="3"/>
                  </a:cubicBezTo>
                  <a:cubicBezTo>
                    <a:pt x="126" y="4"/>
                    <a:pt x="121" y="4"/>
                    <a:pt x="121" y="11"/>
                  </a:cubicBezTo>
                  <a:cubicBezTo>
                    <a:pt x="121" y="16"/>
                    <a:pt x="126" y="16"/>
                    <a:pt x="131" y="16"/>
                  </a:cubicBezTo>
                  <a:cubicBezTo>
                    <a:pt x="147" y="16"/>
                    <a:pt x="147" y="19"/>
                    <a:pt x="147" y="21"/>
                  </a:cubicBezTo>
                  <a:cubicBezTo>
                    <a:pt x="147" y="24"/>
                    <a:pt x="147" y="26"/>
                    <a:pt x="146" y="29"/>
                  </a:cubicBezTo>
                  <a:lnTo>
                    <a:pt x="126" y="109"/>
                  </a:lnTo>
                  <a:cubicBezTo>
                    <a:pt x="119" y="97"/>
                    <a:pt x="107" y="88"/>
                    <a:pt x="90" y="88"/>
                  </a:cubicBezTo>
                  <a:cubicBezTo>
                    <a:pt x="45" y="88"/>
                    <a:pt x="0" y="137"/>
                    <a:pt x="0" y="187"/>
                  </a:cubicBezTo>
                  <a:cubicBezTo>
                    <a:pt x="0" y="221"/>
                    <a:pt x="23" y="245"/>
                    <a:pt x="53" y="245"/>
                  </a:cubicBezTo>
                  <a:cubicBezTo>
                    <a:pt x="72" y="245"/>
                    <a:pt x="88" y="235"/>
                    <a:pt x="102" y="221"/>
                  </a:cubicBezTo>
                  <a:cubicBezTo>
                    <a:pt x="109" y="242"/>
                    <a:pt x="129" y="245"/>
                    <a:pt x="138" y="245"/>
                  </a:cubicBezTo>
                  <a:cubicBezTo>
                    <a:pt x="151" y="245"/>
                    <a:pt x="159" y="238"/>
                    <a:pt x="166" y="227"/>
                  </a:cubicBezTo>
                  <a:cubicBezTo>
                    <a:pt x="173" y="213"/>
                    <a:pt x="178" y="193"/>
                    <a:pt x="178" y="192"/>
                  </a:cubicBezTo>
                  <a:cubicBezTo>
                    <a:pt x="178" y="187"/>
                    <a:pt x="173" y="187"/>
                    <a:pt x="172" y="187"/>
                  </a:cubicBezTo>
                  <a:cubicBezTo>
                    <a:pt x="168" y="187"/>
                    <a:pt x="167" y="189"/>
                    <a:pt x="165" y="198"/>
                  </a:cubicBezTo>
                  <a:cubicBezTo>
                    <a:pt x="161" y="215"/>
                    <a:pt x="154" y="236"/>
                    <a:pt x="139" y="236"/>
                  </a:cubicBezTo>
                  <a:cubicBezTo>
                    <a:pt x="130" y="236"/>
                    <a:pt x="128" y="228"/>
                    <a:pt x="128" y="218"/>
                  </a:cubicBezTo>
                  <a:cubicBezTo>
                    <a:pt x="128" y="212"/>
                    <a:pt x="128" y="209"/>
                    <a:pt x="130" y="204"/>
                  </a:cubicBezTo>
                  <a:lnTo>
                    <a:pt x="178" y="10"/>
                  </a:lnTo>
                  <a:close/>
                  <a:moveTo>
                    <a:pt x="104" y="198"/>
                  </a:moveTo>
                  <a:cubicBezTo>
                    <a:pt x="101" y="208"/>
                    <a:pt x="94" y="215"/>
                    <a:pt x="86" y="222"/>
                  </a:cubicBezTo>
                  <a:cubicBezTo>
                    <a:pt x="83" y="224"/>
                    <a:pt x="69" y="236"/>
                    <a:pt x="54" y="236"/>
                  </a:cubicBezTo>
                  <a:cubicBezTo>
                    <a:pt x="41" y="236"/>
                    <a:pt x="28" y="226"/>
                    <a:pt x="28" y="202"/>
                  </a:cubicBezTo>
                  <a:cubicBezTo>
                    <a:pt x="28" y="183"/>
                    <a:pt x="39" y="145"/>
                    <a:pt x="47" y="131"/>
                  </a:cubicBezTo>
                  <a:cubicBezTo>
                    <a:pt x="63" y="103"/>
                    <a:pt x="80" y="98"/>
                    <a:pt x="90" y="98"/>
                  </a:cubicBezTo>
                  <a:cubicBezTo>
                    <a:pt x="115" y="98"/>
                    <a:pt x="121" y="124"/>
                    <a:pt x="121" y="128"/>
                  </a:cubicBezTo>
                  <a:cubicBezTo>
                    <a:pt x="121" y="130"/>
                    <a:pt x="120"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0" name="Freeform 318"/>
            <p:cNvSpPr>
              <a:spLocks noEditPoints="1"/>
            </p:cNvSpPr>
            <p:nvPr>
              <p:custDataLst>
                <p:tags r:id="rId133"/>
              </p:custDataLst>
            </p:nvPr>
          </p:nvSpPr>
          <p:spPr bwMode="auto">
            <a:xfrm>
              <a:off x="3671888" y="3403600"/>
              <a:ext cx="82550" cy="41275"/>
            </a:xfrm>
            <a:custGeom>
              <a:avLst/>
              <a:gdLst>
                <a:gd name="T0" fmla="*/ 243 w 257"/>
                <a:gd name="T1" fmla="*/ 17 h 93"/>
                <a:gd name="T2" fmla="*/ 257 w 257"/>
                <a:gd name="T3" fmla="*/ 8 h 93"/>
                <a:gd name="T4" fmla="*/ 244 w 257"/>
                <a:gd name="T5" fmla="*/ 0 h 93"/>
                <a:gd name="T6" fmla="*/ 13 w 257"/>
                <a:gd name="T7" fmla="*/ 0 h 93"/>
                <a:gd name="T8" fmla="*/ 0 w 257"/>
                <a:gd name="T9" fmla="*/ 8 h 93"/>
                <a:gd name="T10" fmla="*/ 13 w 257"/>
                <a:gd name="T11" fmla="*/ 17 h 93"/>
                <a:gd name="T12" fmla="*/ 243 w 257"/>
                <a:gd name="T13" fmla="*/ 17 h 93"/>
                <a:gd name="T14" fmla="*/ 244 w 257"/>
                <a:gd name="T15" fmla="*/ 93 h 93"/>
                <a:gd name="T16" fmla="*/ 257 w 257"/>
                <a:gd name="T17" fmla="*/ 85 h 93"/>
                <a:gd name="T18" fmla="*/ 243 w 257"/>
                <a:gd name="T19" fmla="*/ 76 h 93"/>
                <a:gd name="T20" fmla="*/ 13 w 257"/>
                <a:gd name="T21" fmla="*/ 76 h 93"/>
                <a:gd name="T22" fmla="*/ 0 w 257"/>
                <a:gd name="T23" fmla="*/ 85 h 93"/>
                <a:gd name="T24" fmla="*/ 13 w 257"/>
                <a:gd name="T25" fmla="*/ 93 h 93"/>
                <a:gd name="T26" fmla="*/ 244 w 257"/>
                <a:gd name="T27"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93">
                  <a:moveTo>
                    <a:pt x="243" y="17"/>
                  </a:moveTo>
                  <a:cubicBezTo>
                    <a:pt x="248" y="17"/>
                    <a:pt x="257" y="17"/>
                    <a:pt x="257" y="8"/>
                  </a:cubicBezTo>
                  <a:cubicBezTo>
                    <a:pt x="257" y="0"/>
                    <a:pt x="248" y="0"/>
                    <a:pt x="244" y="0"/>
                  </a:cubicBezTo>
                  <a:lnTo>
                    <a:pt x="13" y="0"/>
                  </a:lnTo>
                  <a:cubicBezTo>
                    <a:pt x="8" y="0"/>
                    <a:pt x="0" y="0"/>
                    <a:pt x="0" y="8"/>
                  </a:cubicBezTo>
                  <a:cubicBezTo>
                    <a:pt x="0" y="17"/>
                    <a:pt x="8" y="17"/>
                    <a:pt x="13" y="17"/>
                  </a:cubicBezTo>
                  <a:lnTo>
                    <a:pt x="243" y="17"/>
                  </a:lnTo>
                  <a:close/>
                  <a:moveTo>
                    <a:pt x="244" y="93"/>
                  </a:moveTo>
                  <a:cubicBezTo>
                    <a:pt x="248" y="93"/>
                    <a:pt x="257" y="93"/>
                    <a:pt x="257" y="85"/>
                  </a:cubicBezTo>
                  <a:cubicBezTo>
                    <a:pt x="257" y="76"/>
                    <a:pt x="248" y="76"/>
                    <a:pt x="243" y="76"/>
                  </a:cubicBezTo>
                  <a:lnTo>
                    <a:pt x="13" y="76"/>
                  </a:lnTo>
                  <a:cubicBezTo>
                    <a:pt x="8" y="76"/>
                    <a:pt x="0" y="76"/>
                    <a:pt x="0" y="85"/>
                  </a:cubicBezTo>
                  <a:cubicBezTo>
                    <a:pt x="0" y="93"/>
                    <a:pt x="8" y="93"/>
                    <a:pt x="13" y="93"/>
                  </a:cubicBezTo>
                  <a:lnTo>
                    <a:pt x="244" y="9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1" name="Freeform 319"/>
            <p:cNvSpPr>
              <a:spLocks/>
            </p:cNvSpPr>
            <p:nvPr>
              <p:custDataLst>
                <p:tags r:id="rId134"/>
              </p:custDataLst>
            </p:nvPr>
          </p:nvSpPr>
          <p:spPr bwMode="auto">
            <a:xfrm>
              <a:off x="3773488" y="3359150"/>
              <a:ext cx="41275" cy="103188"/>
            </a:xfrm>
            <a:custGeom>
              <a:avLst/>
              <a:gdLst>
                <a:gd name="T0" fmla="*/ 79 w 127"/>
                <a:gd name="T1" fmla="*/ 10 h 232"/>
                <a:gd name="T2" fmla="*/ 69 w 127"/>
                <a:gd name="T3" fmla="*/ 0 h 232"/>
                <a:gd name="T4" fmla="*/ 0 w 127"/>
                <a:gd name="T5" fmla="*/ 23 h 232"/>
                <a:gd name="T6" fmla="*/ 0 w 127"/>
                <a:gd name="T7" fmla="*/ 35 h 232"/>
                <a:gd name="T8" fmla="*/ 51 w 127"/>
                <a:gd name="T9" fmla="*/ 25 h 232"/>
                <a:gd name="T10" fmla="*/ 51 w 127"/>
                <a:gd name="T11" fmla="*/ 203 h 232"/>
                <a:gd name="T12" fmla="*/ 16 w 127"/>
                <a:gd name="T13" fmla="*/ 219 h 232"/>
                <a:gd name="T14" fmla="*/ 3 w 127"/>
                <a:gd name="T15" fmla="*/ 219 h 232"/>
                <a:gd name="T16" fmla="*/ 3 w 127"/>
                <a:gd name="T17" fmla="*/ 232 h 232"/>
                <a:gd name="T18" fmla="*/ 65 w 127"/>
                <a:gd name="T19" fmla="*/ 230 h 232"/>
                <a:gd name="T20" fmla="*/ 127 w 127"/>
                <a:gd name="T21" fmla="*/ 232 h 232"/>
                <a:gd name="T22" fmla="*/ 127 w 127"/>
                <a:gd name="T23" fmla="*/ 219 h 232"/>
                <a:gd name="T24" fmla="*/ 114 w 127"/>
                <a:gd name="T25" fmla="*/ 219 h 232"/>
                <a:gd name="T26" fmla="*/ 79 w 127"/>
                <a:gd name="T27" fmla="*/ 203 h 232"/>
                <a:gd name="T28" fmla="*/ 79 w 127"/>
                <a:gd name="T29" fmla="*/ 1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 h="232">
                  <a:moveTo>
                    <a:pt x="79" y="10"/>
                  </a:moveTo>
                  <a:cubicBezTo>
                    <a:pt x="79" y="1"/>
                    <a:pt x="78" y="0"/>
                    <a:pt x="69" y="0"/>
                  </a:cubicBezTo>
                  <a:cubicBezTo>
                    <a:pt x="46" y="22"/>
                    <a:pt x="15" y="23"/>
                    <a:pt x="0" y="23"/>
                  </a:cubicBezTo>
                  <a:lnTo>
                    <a:pt x="0" y="35"/>
                  </a:lnTo>
                  <a:cubicBezTo>
                    <a:pt x="9" y="35"/>
                    <a:pt x="32" y="35"/>
                    <a:pt x="51" y="25"/>
                  </a:cubicBezTo>
                  <a:lnTo>
                    <a:pt x="51" y="203"/>
                  </a:lnTo>
                  <a:cubicBezTo>
                    <a:pt x="51" y="215"/>
                    <a:pt x="51" y="219"/>
                    <a:pt x="16" y="219"/>
                  </a:cubicBezTo>
                  <a:lnTo>
                    <a:pt x="3" y="219"/>
                  </a:lnTo>
                  <a:lnTo>
                    <a:pt x="3" y="232"/>
                  </a:lnTo>
                  <a:cubicBezTo>
                    <a:pt x="9" y="232"/>
                    <a:pt x="52" y="230"/>
                    <a:pt x="65" y="230"/>
                  </a:cubicBezTo>
                  <a:cubicBezTo>
                    <a:pt x="76" y="230"/>
                    <a:pt x="119" y="232"/>
                    <a:pt x="127" y="232"/>
                  </a:cubicBezTo>
                  <a:lnTo>
                    <a:pt x="127" y="219"/>
                  </a:lnTo>
                  <a:lnTo>
                    <a:pt x="114" y="219"/>
                  </a:lnTo>
                  <a:cubicBezTo>
                    <a:pt x="79" y="219"/>
                    <a:pt x="79" y="215"/>
                    <a:pt x="79" y="203"/>
                  </a:cubicBezTo>
                  <a:lnTo>
                    <a:pt x="79"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2" name="Freeform 320"/>
            <p:cNvSpPr>
              <a:spLocks noEditPoints="1"/>
            </p:cNvSpPr>
            <p:nvPr>
              <p:custDataLst>
                <p:tags r:id="rId135"/>
              </p:custDataLst>
            </p:nvPr>
          </p:nvSpPr>
          <p:spPr bwMode="auto">
            <a:xfrm>
              <a:off x="3830638" y="3359150"/>
              <a:ext cx="52388" cy="106363"/>
            </a:xfrm>
            <a:custGeom>
              <a:avLst/>
              <a:gdLst>
                <a:gd name="T0" fmla="*/ 162 w 162"/>
                <a:gd name="T1" fmla="*/ 121 h 239"/>
                <a:gd name="T2" fmla="*/ 141 w 162"/>
                <a:gd name="T3" fmla="*/ 30 h 239"/>
                <a:gd name="T4" fmla="*/ 81 w 162"/>
                <a:gd name="T5" fmla="*/ 0 h 239"/>
                <a:gd name="T6" fmla="*/ 0 w 162"/>
                <a:gd name="T7" fmla="*/ 121 h 239"/>
                <a:gd name="T8" fmla="*/ 81 w 162"/>
                <a:gd name="T9" fmla="*/ 239 h 239"/>
                <a:gd name="T10" fmla="*/ 162 w 162"/>
                <a:gd name="T11" fmla="*/ 121 h 239"/>
                <a:gd name="T12" fmla="*/ 81 w 162"/>
                <a:gd name="T13" fmla="*/ 229 h 239"/>
                <a:gd name="T14" fmla="*/ 37 w 162"/>
                <a:gd name="T15" fmla="*/ 191 h 239"/>
                <a:gd name="T16" fmla="*/ 32 w 162"/>
                <a:gd name="T17" fmla="*/ 116 h 239"/>
                <a:gd name="T18" fmla="*/ 37 w 162"/>
                <a:gd name="T19" fmla="*/ 45 h 239"/>
                <a:gd name="T20" fmla="*/ 81 w 162"/>
                <a:gd name="T21" fmla="*/ 10 h 239"/>
                <a:gd name="T22" fmla="*/ 124 w 162"/>
                <a:gd name="T23" fmla="*/ 42 h 239"/>
                <a:gd name="T24" fmla="*/ 130 w 162"/>
                <a:gd name="T25" fmla="*/ 116 h 239"/>
                <a:gd name="T26" fmla="*/ 125 w 162"/>
                <a:gd name="T27" fmla="*/ 190 h 239"/>
                <a:gd name="T28" fmla="*/ 81 w 162"/>
                <a:gd name="T29" fmla="*/ 229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2" h="239">
                  <a:moveTo>
                    <a:pt x="162" y="121"/>
                  </a:moveTo>
                  <a:cubicBezTo>
                    <a:pt x="162" y="82"/>
                    <a:pt x="157" y="55"/>
                    <a:pt x="141" y="30"/>
                  </a:cubicBezTo>
                  <a:cubicBezTo>
                    <a:pt x="130" y="14"/>
                    <a:pt x="109" y="0"/>
                    <a:pt x="81" y="0"/>
                  </a:cubicBezTo>
                  <a:cubicBezTo>
                    <a:pt x="0" y="0"/>
                    <a:pt x="0" y="95"/>
                    <a:pt x="0" y="121"/>
                  </a:cubicBezTo>
                  <a:cubicBezTo>
                    <a:pt x="0" y="146"/>
                    <a:pt x="0" y="239"/>
                    <a:pt x="81" y="239"/>
                  </a:cubicBezTo>
                  <a:cubicBezTo>
                    <a:pt x="162" y="239"/>
                    <a:pt x="162" y="146"/>
                    <a:pt x="162" y="121"/>
                  </a:cubicBezTo>
                  <a:close/>
                  <a:moveTo>
                    <a:pt x="81" y="229"/>
                  </a:moveTo>
                  <a:cubicBezTo>
                    <a:pt x="65" y="229"/>
                    <a:pt x="44" y="220"/>
                    <a:pt x="37" y="191"/>
                  </a:cubicBezTo>
                  <a:cubicBezTo>
                    <a:pt x="32" y="170"/>
                    <a:pt x="32" y="142"/>
                    <a:pt x="32" y="116"/>
                  </a:cubicBezTo>
                  <a:cubicBezTo>
                    <a:pt x="32" y="91"/>
                    <a:pt x="32" y="64"/>
                    <a:pt x="37" y="45"/>
                  </a:cubicBezTo>
                  <a:cubicBezTo>
                    <a:pt x="44" y="17"/>
                    <a:pt x="67" y="10"/>
                    <a:pt x="81" y="10"/>
                  </a:cubicBezTo>
                  <a:cubicBezTo>
                    <a:pt x="100" y="10"/>
                    <a:pt x="118" y="21"/>
                    <a:pt x="124" y="42"/>
                  </a:cubicBezTo>
                  <a:cubicBezTo>
                    <a:pt x="130" y="61"/>
                    <a:pt x="130" y="86"/>
                    <a:pt x="130" y="116"/>
                  </a:cubicBezTo>
                  <a:cubicBezTo>
                    <a:pt x="130" y="142"/>
                    <a:pt x="130" y="168"/>
                    <a:pt x="125" y="190"/>
                  </a:cubicBezTo>
                  <a:cubicBezTo>
                    <a:pt x="118" y="221"/>
                    <a:pt x="95" y="229"/>
                    <a:pt x="81" y="22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3" name="Freeform 321"/>
            <p:cNvSpPr>
              <a:spLocks/>
            </p:cNvSpPr>
            <p:nvPr>
              <p:custDataLst>
                <p:tags r:id="rId136"/>
              </p:custDataLst>
            </p:nvPr>
          </p:nvSpPr>
          <p:spPr bwMode="auto">
            <a:xfrm>
              <a:off x="3894138" y="3359150"/>
              <a:ext cx="50800" cy="106363"/>
            </a:xfrm>
            <a:custGeom>
              <a:avLst/>
              <a:gdLst>
                <a:gd name="T0" fmla="*/ 77 w 161"/>
                <a:gd name="T1" fmla="*/ 115 h 239"/>
                <a:gd name="T2" fmla="*/ 123 w 161"/>
                <a:gd name="T3" fmla="*/ 172 h 239"/>
                <a:gd name="T4" fmla="*/ 78 w 161"/>
                <a:gd name="T5" fmla="*/ 228 h 239"/>
                <a:gd name="T6" fmla="*/ 19 w 161"/>
                <a:gd name="T7" fmla="*/ 203 h 239"/>
                <a:gd name="T8" fmla="*/ 39 w 161"/>
                <a:gd name="T9" fmla="*/ 184 h 239"/>
                <a:gd name="T10" fmla="*/ 20 w 161"/>
                <a:gd name="T11" fmla="*/ 165 h 239"/>
                <a:gd name="T12" fmla="*/ 0 w 161"/>
                <a:gd name="T13" fmla="*/ 185 h 239"/>
                <a:gd name="T14" fmla="*/ 79 w 161"/>
                <a:gd name="T15" fmla="*/ 239 h 239"/>
                <a:gd name="T16" fmla="*/ 161 w 161"/>
                <a:gd name="T17" fmla="*/ 172 h 239"/>
                <a:gd name="T18" fmla="*/ 100 w 161"/>
                <a:gd name="T19" fmla="*/ 109 h 239"/>
                <a:gd name="T20" fmla="*/ 150 w 161"/>
                <a:gd name="T21" fmla="*/ 48 h 239"/>
                <a:gd name="T22" fmla="*/ 79 w 161"/>
                <a:gd name="T23" fmla="*/ 0 h 239"/>
                <a:gd name="T24" fmla="*/ 11 w 161"/>
                <a:gd name="T25" fmla="*/ 47 h 239"/>
                <a:gd name="T26" fmla="*/ 29 w 161"/>
                <a:gd name="T27" fmla="*/ 65 h 239"/>
                <a:gd name="T28" fmla="*/ 47 w 161"/>
                <a:gd name="T29" fmla="*/ 48 h 239"/>
                <a:gd name="T30" fmla="*/ 29 w 161"/>
                <a:gd name="T31" fmla="*/ 29 h 239"/>
                <a:gd name="T32" fmla="*/ 78 w 161"/>
                <a:gd name="T33" fmla="*/ 10 h 239"/>
                <a:gd name="T34" fmla="*/ 116 w 161"/>
                <a:gd name="T35" fmla="*/ 48 h 239"/>
                <a:gd name="T36" fmla="*/ 102 w 161"/>
                <a:gd name="T37" fmla="*/ 90 h 239"/>
                <a:gd name="T38" fmla="*/ 63 w 161"/>
                <a:gd name="T39" fmla="*/ 105 h 239"/>
                <a:gd name="T40" fmla="*/ 52 w 161"/>
                <a:gd name="T41" fmla="*/ 106 h 239"/>
                <a:gd name="T42" fmla="*/ 49 w 161"/>
                <a:gd name="T43" fmla="*/ 110 h 239"/>
                <a:gd name="T44" fmla="*/ 58 w 161"/>
                <a:gd name="T45" fmla="*/ 115 h 239"/>
                <a:gd name="T46" fmla="*/ 77 w 161"/>
                <a:gd name="T47" fmla="*/ 11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1" h="239">
                  <a:moveTo>
                    <a:pt x="77" y="115"/>
                  </a:moveTo>
                  <a:cubicBezTo>
                    <a:pt x="104" y="115"/>
                    <a:pt x="123" y="134"/>
                    <a:pt x="123" y="172"/>
                  </a:cubicBezTo>
                  <a:cubicBezTo>
                    <a:pt x="123" y="215"/>
                    <a:pt x="98" y="228"/>
                    <a:pt x="78" y="228"/>
                  </a:cubicBezTo>
                  <a:cubicBezTo>
                    <a:pt x="64" y="228"/>
                    <a:pt x="33" y="224"/>
                    <a:pt x="19" y="203"/>
                  </a:cubicBezTo>
                  <a:cubicBezTo>
                    <a:pt x="35" y="203"/>
                    <a:pt x="39" y="191"/>
                    <a:pt x="39" y="184"/>
                  </a:cubicBezTo>
                  <a:cubicBezTo>
                    <a:pt x="39" y="173"/>
                    <a:pt x="31" y="165"/>
                    <a:pt x="20" y="165"/>
                  </a:cubicBezTo>
                  <a:cubicBezTo>
                    <a:pt x="10" y="165"/>
                    <a:pt x="0" y="170"/>
                    <a:pt x="0" y="185"/>
                  </a:cubicBezTo>
                  <a:cubicBezTo>
                    <a:pt x="0" y="218"/>
                    <a:pt x="36" y="239"/>
                    <a:pt x="79" y="239"/>
                  </a:cubicBezTo>
                  <a:cubicBezTo>
                    <a:pt x="127" y="239"/>
                    <a:pt x="161" y="206"/>
                    <a:pt x="161" y="172"/>
                  </a:cubicBezTo>
                  <a:cubicBezTo>
                    <a:pt x="161" y="144"/>
                    <a:pt x="138" y="117"/>
                    <a:pt x="100" y="109"/>
                  </a:cubicBezTo>
                  <a:cubicBezTo>
                    <a:pt x="137" y="96"/>
                    <a:pt x="150" y="70"/>
                    <a:pt x="150" y="48"/>
                  </a:cubicBezTo>
                  <a:cubicBezTo>
                    <a:pt x="150" y="21"/>
                    <a:pt x="118" y="0"/>
                    <a:pt x="79" y="0"/>
                  </a:cubicBezTo>
                  <a:cubicBezTo>
                    <a:pt x="41" y="0"/>
                    <a:pt x="11" y="19"/>
                    <a:pt x="11" y="47"/>
                  </a:cubicBezTo>
                  <a:cubicBezTo>
                    <a:pt x="11" y="59"/>
                    <a:pt x="19" y="65"/>
                    <a:pt x="29" y="65"/>
                  </a:cubicBezTo>
                  <a:cubicBezTo>
                    <a:pt x="40" y="65"/>
                    <a:pt x="47" y="57"/>
                    <a:pt x="47" y="48"/>
                  </a:cubicBezTo>
                  <a:cubicBezTo>
                    <a:pt x="47" y="38"/>
                    <a:pt x="40" y="30"/>
                    <a:pt x="29" y="29"/>
                  </a:cubicBezTo>
                  <a:cubicBezTo>
                    <a:pt x="41" y="14"/>
                    <a:pt x="65" y="10"/>
                    <a:pt x="78" y="10"/>
                  </a:cubicBezTo>
                  <a:cubicBezTo>
                    <a:pt x="94" y="10"/>
                    <a:pt x="116" y="18"/>
                    <a:pt x="116" y="48"/>
                  </a:cubicBezTo>
                  <a:cubicBezTo>
                    <a:pt x="116" y="63"/>
                    <a:pt x="111" y="79"/>
                    <a:pt x="102" y="90"/>
                  </a:cubicBezTo>
                  <a:cubicBezTo>
                    <a:pt x="91" y="103"/>
                    <a:pt x="81" y="104"/>
                    <a:pt x="63" y="105"/>
                  </a:cubicBezTo>
                  <a:cubicBezTo>
                    <a:pt x="55" y="106"/>
                    <a:pt x="54" y="106"/>
                    <a:pt x="52" y="106"/>
                  </a:cubicBezTo>
                  <a:cubicBezTo>
                    <a:pt x="51" y="106"/>
                    <a:pt x="49" y="107"/>
                    <a:pt x="49" y="110"/>
                  </a:cubicBezTo>
                  <a:cubicBezTo>
                    <a:pt x="49" y="115"/>
                    <a:pt x="52" y="115"/>
                    <a:pt x="58" y="115"/>
                  </a:cubicBezTo>
                  <a:lnTo>
                    <a:pt x="77" y="11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4" name="Freeform 322"/>
            <p:cNvSpPr>
              <a:spLocks/>
            </p:cNvSpPr>
            <p:nvPr>
              <p:custDataLst>
                <p:tags r:id="rId137"/>
              </p:custDataLst>
            </p:nvPr>
          </p:nvSpPr>
          <p:spPr bwMode="auto">
            <a:xfrm>
              <a:off x="3975100" y="3263900"/>
              <a:ext cx="36513" cy="220663"/>
            </a:xfrm>
            <a:custGeom>
              <a:avLst/>
              <a:gdLst>
                <a:gd name="T0" fmla="*/ 116 w 116"/>
                <a:gd name="T1" fmla="*/ 494 h 499"/>
                <a:gd name="T2" fmla="*/ 107 w 116"/>
                <a:gd name="T3" fmla="*/ 483 h 499"/>
                <a:gd name="T4" fmla="*/ 29 w 116"/>
                <a:gd name="T5" fmla="*/ 249 h 499"/>
                <a:gd name="T6" fmla="*/ 109 w 116"/>
                <a:gd name="T7" fmla="*/ 13 h 499"/>
                <a:gd name="T8" fmla="*/ 116 w 116"/>
                <a:gd name="T9" fmla="*/ 5 h 499"/>
                <a:gd name="T10" fmla="*/ 111 w 116"/>
                <a:gd name="T11" fmla="*/ 0 h 499"/>
                <a:gd name="T12" fmla="*/ 32 w 116"/>
                <a:gd name="T13" fmla="*/ 97 h 499"/>
                <a:gd name="T14" fmla="*/ 0 w 116"/>
                <a:gd name="T15" fmla="*/ 249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2"/>
                    <a:pt x="116" y="491"/>
                    <a:pt x="107" y="483"/>
                  </a:cubicBezTo>
                  <a:cubicBezTo>
                    <a:pt x="45" y="420"/>
                    <a:pt x="29" y="326"/>
                    <a:pt x="29" y="249"/>
                  </a:cubicBezTo>
                  <a:cubicBezTo>
                    <a:pt x="29" y="163"/>
                    <a:pt x="48" y="76"/>
                    <a:pt x="109" y="13"/>
                  </a:cubicBezTo>
                  <a:cubicBezTo>
                    <a:pt x="116" y="7"/>
                    <a:pt x="116" y="6"/>
                    <a:pt x="116" y="5"/>
                  </a:cubicBezTo>
                  <a:cubicBezTo>
                    <a:pt x="116" y="1"/>
                    <a:pt x="114" y="0"/>
                    <a:pt x="111" y="0"/>
                  </a:cubicBezTo>
                  <a:cubicBezTo>
                    <a:pt x="106" y="0"/>
                    <a:pt x="61" y="34"/>
                    <a:pt x="32" y="97"/>
                  </a:cubicBezTo>
                  <a:cubicBezTo>
                    <a:pt x="6" y="152"/>
                    <a:pt x="0" y="208"/>
                    <a:pt x="0" y="249"/>
                  </a:cubicBezTo>
                  <a:cubicBezTo>
                    <a:pt x="0" y="288"/>
                    <a:pt x="6" y="349"/>
                    <a:pt x="33" y="405"/>
                  </a:cubicBezTo>
                  <a:cubicBezTo>
                    <a:pt x="63" y="466"/>
                    <a:pt x="106" y="499"/>
                    <a:pt x="111" y="499"/>
                  </a:cubicBezTo>
                  <a:cubicBezTo>
                    <a:pt x="114" y="499"/>
                    <a:pt x="116" y="497"/>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5" name="Freeform 323"/>
            <p:cNvSpPr>
              <a:spLocks/>
            </p:cNvSpPr>
            <p:nvPr>
              <p:custDataLst>
                <p:tags r:id="rId138"/>
              </p:custDataLst>
            </p:nvPr>
          </p:nvSpPr>
          <p:spPr bwMode="auto">
            <a:xfrm>
              <a:off x="4025900" y="3332163"/>
              <a:ext cx="63500" cy="100013"/>
            </a:xfrm>
            <a:custGeom>
              <a:avLst/>
              <a:gdLst>
                <a:gd name="T0" fmla="*/ 29 w 203"/>
                <a:gd name="T1" fmla="*/ 191 h 226"/>
                <a:gd name="T2" fmla="*/ 25 w 203"/>
                <a:gd name="T3" fmla="*/ 212 h 226"/>
                <a:gd name="T4" fmla="*/ 39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2 w 203"/>
                <a:gd name="T17" fmla="*/ 17 h 226"/>
                <a:gd name="T18" fmla="*/ 157 w 203"/>
                <a:gd name="T19" fmla="*/ 44 h 226"/>
                <a:gd name="T20" fmla="*/ 175 w 203"/>
                <a:gd name="T21" fmla="*/ 62 h 226"/>
                <a:gd name="T22" fmla="*/ 203 w 203"/>
                <a:gd name="T23" fmla="*/ 32 h 226"/>
                <a:gd name="T24" fmla="*/ 162 w 203"/>
                <a:gd name="T25" fmla="*/ 0 h 226"/>
                <a:gd name="T26" fmla="*/ 98 w 203"/>
                <a:gd name="T27" fmla="*/ 38 h 226"/>
                <a:gd name="T28" fmla="*/ 52 w 203"/>
                <a:gd name="T29" fmla="*/ 0 h 226"/>
                <a:gd name="T30" fmla="*/ 15 w 203"/>
                <a:gd name="T31" fmla="*/ 28 h 226"/>
                <a:gd name="T32" fmla="*/ 0 w 203"/>
                <a:gd name="T33" fmla="*/ 76 h 226"/>
                <a:gd name="T34" fmla="*/ 6 w 203"/>
                <a:gd name="T35" fmla="*/ 81 h 226"/>
                <a:gd name="T36" fmla="*/ 14 w 203"/>
                <a:gd name="T37" fmla="*/ 70 h 226"/>
                <a:gd name="T38" fmla="*/ 51 w 203"/>
                <a:gd name="T39" fmla="*/ 11 h 226"/>
                <a:gd name="T40" fmla="*/ 66 w 203"/>
                <a:gd name="T41" fmla="*/ 34 h 226"/>
                <a:gd name="T42" fmla="*/ 58 w 203"/>
                <a:gd name="T43" fmla="*/ 75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8" y="198"/>
                    <a:pt x="25" y="210"/>
                    <a:pt x="25" y="212"/>
                  </a:cubicBezTo>
                  <a:cubicBezTo>
                    <a:pt x="25" y="221"/>
                    <a:pt x="32" y="226"/>
                    <a:pt x="39" y="226"/>
                  </a:cubicBezTo>
                  <a:cubicBezTo>
                    <a:pt x="45" y="226"/>
                    <a:pt x="54" y="222"/>
                    <a:pt x="58" y="212"/>
                  </a:cubicBezTo>
                  <a:cubicBezTo>
                    <a:pt x="59" y="210"/>
                    <a:pt x="76" y="142"/>
                    <a:pt x="78" y="133"/>
                  </a:cubicBezTo>
                  <a:cubicBezTo>
                    <a:pt x="82" y="116"/>
                    <a:pt x="91" y="81"/>
                    <a:pt x="94" y="68"/>
                  </a:cubicBezTo>
                  <a:cubicBezTo>
                    <a:pt x="96" y="62"/>
                    <a:pt x="110" y="38"/>
                    <a:pt x="122" y="27"/>
                  </a:cubicBezTo>
                  <a:cubicBezTo>
                    <a:pt x="126" y="24"/>
                    <a:pt x="140" y="11"/>
                    <a:pt x="162" y="11"/>
                  </a:cubicBezTo>
                  <a:cubicBezTo>
                    <a:pt x="174" y="11"/>
                    <a:pt x="182" y="17"/>
                    <a:pt x="182" y="17"/>
                  </a:cubicBezTo>
                  <a:cubicBezTo>
                    <a:pt x="168" y="19"/>
                    <a:pt x="157" y="31"/>
                    <a:pt x="157" y="44"/>
                  </a:cubicBezTo>
                  <a:cubicBezTo>
                    <a:pt x="157" y="52"/>
                    <a:pt x="162" y="62"/>
                    <a:pt x="175" y="62"/>
                  </a:cubicBezTo>
                  <a:cubicBezTo>
                    <a:pt x="189" y="62"/>
                    <a:pt x="203" y="50"/>
                    <a:pt x="203" y="32"/>
                  </a:cubicBezTo>
                  <a:cubicBezTo>
                    <a:pt x="203" y="15"/>
                    <a:pt x="187" y="0"/>
                    <a:pt x="162" y="0"/>
                  </a:cubicBezTo>
                  <a:cubicBezTo>
                    <a:pt x="129" y="0"/>
                    <a:pt x="107" y="24"/>
                    <a:pt x="98" y="38"/>
                  </a:cubicBezTo>
                  <a:cubicBezTo>
                    <a:pt x="94" y="16"/>
                    <a:pt x="76" y="0"/>
                    <a:pt x="52" y="0"/>
                  </a:cubicBezTo>
                  <a:cubicBezTo>
                    <a:pt x="29" y="0"/>
                    <a:pt x="20" y="19"/>
                    <a:pt x="15" y="28"/>
                  </a:cubicBezTo>
                  <a:cubicBezTo>
                    <a:pt x="6" y="45"/>
                    <a:pt x="0" y="75"/>
                    <a:pt x="0" y="76"/>
                  </a:cubicBezTo>
                  <a:cubicBezTo>
                    <a:pt x="0" y="81"/>
                    <a:pt x="5" y="81"/>
                    <a:pt x="6" y="81"/>
                  </a:cubicBezTo>
                  <a:cubicBezTo>
                    <a:pt x="11" y="81"/>
                    <a:pt x="11" y="81"/>
                    <a:pt x="14" y="70"/>
                  </a:cubicBezTo>
                  <a:cubicBezTo>
                    <a:pt x="23" y="35"/>
                    <a:pt x="33" y="11"/>
                    <a:pt x="51" y="11"/>
                  </a:cubicBezTo>
                  <a:cubicBezTo>
                    <a:pt x="59" y="11"/>
                    <a:pt x="66" y="15"/>
                    <a:pt x="66" y="34"/>
                  </a:cubicBezTo>
                  <a:cubicBezTo>
                    <a:pt x="66" y="44"/>
                    <a:pt x="65" y="50"/>
                    <a:pt x="58" y="75"/>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6" name="Freeform 324"/>
            <p:cNvSpPr>
              <a:spLocks noEditPoints="1"/>
            </p:cNvSpPr>
            <p:nvPr>
              <p:custDataLst>
                <p:tags r:id="rId139"/>
              </p:custDataLst>
            </p:nvPr>
          </p:nvSpPr>
          <p:spPr bwMode="auto">
            <a:xfrm>
              <a:off x="4103688" y="3332163"/>
              <a:ext cx="61913" cy="100013"/>
            </a:xfrm>
            <a:custGeom>
              <a:avLst/>
              <a:gdLst>
                <a:gd name="T0" fmla="*/ 70 w 192"/>
                <a:gd name="T1" fmla="*/ 105 h 226"/>
                <a:gd name="T2" fmla="*/ 147 w 192"/>
                <a:gd name="T3" fmla="*/ 93 h 226"/>
                <a:gd name="T4" fmla="*/ 184 w 192"/>
                <a:gd name="T5" fmla="*/ 42 h 226"/>
                <a:gd name="T6" fmla="*/ 131 w 192"/>
                <a:gd name="T7" fmla="*/ 0 h 226"/>
                <a:gd name="T8" fmla="*/ 0 w 192"/>
                <a:gd name="T9" fmla="*/ 135 h 226"/>
                <a:gd name="T10" fmla="*/ 78 w 192"/>
                <a:gd name="T11" fmla="*/ 226 h 226"/>
                <a:gd name="T12" fmla="*/ 192 w 192"/>
                <a:gd name="T13" fmla="*/ 167 h 226"/>
                <a:gd name="T14" fmla="*/ 186 w 192"/>
                <a:gd name="T15" fmla="*/ 160 h 226"/>
                <a:gd name="T16" fmla="*/ 179 w 192"/>
                <a:gd name="T17" fmla="*/ 165 h 226"/>
                <a:gd name="T18" fmla="*/ 79 w 192"/>
                <a:gd name="T19" fmla="*/ 215 h 226"/>
                <a:gd name="T20" fmla="*/ 36 w 192"/>
                <a:gd name="T21" fmla="*/ 157 h 226"/>
                <a:gd name="T22" fmla="*/ 44 w 192"/>
                <a:gd name="T23" fmla="*/ 105 h 226"/>
                <a:gd name="T24" fmla="*/ 70 w 192"/>
                <a:gd name="T25" fmla="*/ 105 h 226"/>
                <a:gd name="T26" fmla="*/ 47 w 192"/>
                <a:gd name="T27" fmla="*/ 94 h 226"/>
                <a:gd name="T28" fmla="*/ 131 w 192"/>
                <a:gd name="T29" fmla="*/ 11 h 226"/>
                <a:gd name="T30" fmla="*/ 168 w 192"/>
                <a:gd name="T31" fmla="*/ 42 h 226"/>
                <a:gd name="T32" fmla="*/ 67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0" y="105"/>
                  </a:moveTo>
                  <a:cubicBezTo>
                    <a:pt x="85" y="105"/>
                    <a:pt x="122" y="104"/>
                    <a:pt x="147" y="93"/>
                  </a:cubicBezTo>
                  <a:cubicBezTo>
                    <a:pt x="182" y="78"/>
                    <a:pt x="184" y="49"/>
                    <a:pt x="184" y="42"/>
                  </a:cubicBezTo>
                  <a:cubicBezTo>
                    <a:pt x="184" y="20"/>
                    <a:pt x="165" y="0"/>
                    <a:pt x="131" y="0"/>
                  </a:cubicBezTo>
                  <a:cubicBezTo>
                    <a:pt x="75" y="0"/>
                    <a:pt x="0" y="48"/>
                    <a:pt x="0" y="135"/>
                  </a:cubicBezTo>
                  <a:cubicBezTo>
                    <a:pt x="0" y="186"/>
                    <a:pt x="30" y="226"/>
                    <a:pt x="78" y="226"/>
                  </a:cubicBezTo>
                  <a:cubicBezTo>
                    <a:pt x="150" y="226"/>
                    <a:pt x="192" y="173"/>
                    <a:pt x="192" y="167"/>
                  </a:cubicBezTo>
                  <a:cubicBezTo>
                    <a:pt x="192" y="164"/>
                    <a:pt x="189" y="160"/>
                    <a:pt x="186" y="160"/>
                  </a:cubicBezTo>
                  <a:cubicBezTo>
                    <a:pt x="183" y="160"/>
                    <a:pt x="182" y="161"/>
                    <a:pt x="179" y="165"/>
                  </a:cubicBezTo>
                  <a:cubicBezTo>
                    <a:pt x="140" y="215"/>
                    <a:pt x="85" y="215"/>
                    <a:pt x="79" y="215"/>
                  </a:cubicBezTo>
                  <a:cubicBezTo>
                    <a:pt x="41" y="215"/>
                    <a:pt x="36" y="173"/>
                    <a:pt x="36" y="157"/>
                  </a:cubicBezTo>
                  <a:cubicBezTo>
                    <a:pt x="36" y="151"/>
                    <a:pt x="37" y="135"/>
                    <a:pt x="44" y="105"/>
                  </a:cubicBezTo>
                  <a:lnTo>
                    <a:pt x="70" y="105"/>
                  </a:lnTo>
                  <a:close/>
                  <a:moveTo>
                    <a:pt x="47" y="94"/>
                  </a:moveTo>
                  <a:cubicBezTo>
                    <a:pt x="66" y="18"/>
                    <a:pt x="118" y="11"/>
                    <a:pt x="131" y="11"/>
                  </a:cubicBezTo>
                  <a:cubicBezTo>
                    <a:pt x="154" y="11"/>
                    <a:pt x="168" y="25"/>
                    <a:pt x="168" y="42"/>
                  </a:cubicBezTo>
                  <a:cubicBezTo>
                    <a:pt x="168" y="94"/>
                    <a:pt x="88"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7" name="Freeform 325"/>
            <p:cNvSpPr>
              <a:spLocks/>
            </p:cNvSpPr>
            <p:nvPr>
              <p:custDataLst>
                <p:tags r:id="rId140"/>
              </p:custDataLst>
            </p:nvPr>
          </p:nvSpPr>
          <p:spPr bwMode="auto">
            <a:xfrm>
              <a:off x="4178300" y="3332163"/>
              <a:ext cx="66675" cy="100013"/>
            </a:xfrm>
            <a:custGeom>
              <a:avLst/>
              <a:gdLst>
                <a:gd name="T0" fmla="*/ 45 w 211"/>
                <a:gd name="T1" fmla="*/ 179 h 226"/>
                <a:gd name="T2" fmla="*/ 104 w 211"/>
                <a:gd name="T3" fmla="*/ 122 h 226"/>
                <a:gd name="T4" fmla="*/ 153 w 211"/>
                <a:gd name="T5" fmla="*/ 77 h 226"/>
                <a:gd name="T6" fmla="*/ 211 w 211"/>
                <a:gd name="T7" fmla="*/ 5 h 226"/>
                <a:gd name="T8" fmla="*/ 206 w 211"/>
                <a:gd name="T9" fmla="*/ 0 h 226"/>
                <a:gd name="T10" fmla="*/ 198 w 211"/>
                <a:gd name="T11" fmla="*/ 5 h 226"/>
                <a:gd name="T12" fmla="*/ 161 w 211"/>
                <a:gd name="T13" fmla="*/ 37 h 226"/>
                <a:gd name="T14" fmla="*/ 135 w 211"/>
                <a:gd name="T15" fmla="*/ 21 h 226"/>
                <a:gd name="T16" fmla="*/ 101 w 211"/>
                <a:gd name="T17" fmla="*/ 0 h 226"/>
                <a:gd name="T18" fmla="*/ 41 w 211"/>
                <a:gd name="T19" fmla="*/ 57 h 226"/>
                <a:gd name="T20" fmla="*/ 47 w 211"/>
                <a:gd name="T21" fmla="*/ 62 h 226"/>
                <a:gd name="T22" fmla="*/ 53 w 211"/>
                <a:gd name="T23" fmla="*/ 57 h 226"/>
                <a:gd name="T24" fmla="*/ 95 w 211"/>
                <a:gd name="T25" fmla="*/ 33 h 226"/>
                <a:gd name="T26" fmla="*/ 127 w 211"/>
                <a:gd name="T27" fmla="*/ 41 h 226"/>
                <a:gd name="T28" fmla="*/ 165 w 211"/>
                <a:gd name="T29" fmla="*/ 48 h 226"/>
                <a:gd name="T30" fmla="*/ 96 w 211"/>
                <a:gd name="T31" fmla="*/ 113 h 226"/>
                <a:gd name="T32" fmla="*/ 51 w 211"/>
                <a:gd name="T33" fmla="*/ 155 h 226"/>
                <a:gd name="T34" fmla="*/ 0 w 211"/>
                <a:gd name="T35" fmla="*/ 221 h 226"/>
                <a:gd name="T36" fmla="*/ 6 w 211"/>
                <a:gd name="T37" fmla="*/ 226 h 226"/>
                <a:gd name="T38" fmla="*/ 14 w 211"/>
                <a:gd name="T39" fmla="*/ 219 h 226"/>
                <a:gd name="T40" fmla="*/ 56 w 211"/>
                <a:gd name="T41" fmla="*/ 188 h 226"/>
                <a:gd name="T42" fmla="*/ 85 w 211"/>
                <a:gd name="T43" fmla="*/ 207 h 226"/>
                <a:gd name="T44" fmla="*/ 117 w 211"/>
                <a:gd name="T45" fmla="*/ 226 h 226"/>
                <a:gd name="T46" fmla="*/ 195 w 211"/>
                <a:gd name="T47" fmla="*/ 149 h 226"/>
                <a:gd name="T48" fmla="*/ 189 w 211"/>
                <a:gd name="T49" fmla="*/ 144 h 226"/>
                <a:gd name="T50" fmla="*/ 182 w 211"/>
                <a:gd name="T51" fmla="*/ 150 h 226"/>
                <a:gd name="T52" fmla="*/ 122 w 211"/>
                <a:gd name="T53" fmla="*/ 192 h 226"/>
                <a:gd name="T54" fmla="*/ 93 w 211"/>
                <a:gd name="T55" fmla="*/ 186 h 226"/>
                <a:gd name="T56" fmla="*/ 58 w 211"/>
                <a:gd name="T57" fmla="*/ 177 h 226"/>
                <a:gd name="T58" fmla="*/ 45 w 211"/>
                <a:gd name="T59" fmla="*/ 17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1" h="226">
                  <a:moveTo>
                    <a:pt x="45" y="179"/>
                  </a:moveTo>
                  <a:cubicBezTo>
                    <a:pt x="71" y="150"/>
                    <a:pt x="86" y="137"/>
                    <a:pt x="104" y="122"/>
                  </a:cubicBezTo>
                  <a:cubicBezTo>
                    <a:pt x="104" y="121"/>
                    <a:pt x="135" y="95"/>
                    <a:pt x="153" y="77"/>
                  </a:cubicBezTo>
                  <a:cubicBezTo>
                    <a:pt x="200" y="31"/>
                    <a:pt x="211" y="7"/>
                    <a:pt x="211" y="5"/>
                  </a:cubicBezTo>
                  <a:cubicBezTo>
                    <a:pt x="211" y="0"/>
                    <a:pt x="207" y="0"/>
                    <a:pt x="206" y="0"/>
                  </a:cubicBezTo>
                  <a:cubicBezTo>
                    <a:pt x="202" y="0"/>
                    <a:pt x="201" y="1"/>
                    <a:pt x="198" y="5"/>
                  </a:cubicBezTo>
                  <a:cubicBezTo>
                    <a:pt x="183" y="29"/>
                    <a:pt x="173" y="37"/>
                    <a:pt x="161" y="37"/>
                  </a:cubicBezTo>
                  <a:cubicBezTo>
                    <a:pt x="149" y="37"/>
                    <a:pt x="143" y="30"/>
                    <a:pt x="135" y="21"/>
                  </a:cubicBezTo>
                  <a:cubicBezTo>
                    <a:pt x="126" y="10"/>
                    <a:pt x="117" y="0"/>
                    <a:pt x="101" y="0"/>
                  </a:cubicBezTo>
                  <a:cubicBezTo>
                    <a:pt x="64" y="0"/>
                    <a:pt x="41" y="46"/>
                    <a:pt x="41" y="57"/>
                  </a:cubicBezTo>
                  <a:cubicBezTo>
                    <a:pt x="41" y="59"/>
                    <a:pt x="42" y="62"/>
                    <a:pt x="47" y="62"/>
                  </a:cubicBezTo>
                  <a:cubicBezTo>
                    <a:pt x="51" y="62"/>
                    <a:pt x="52" y="60"/>
                    <a:pt x="53" y="57"/>
                  </a:cubicBezTo>
                  <a:cubicBezTo>
                    <a:pt x="63" y="34"/>
                    <a:pt x="91" y="33"/>
                    <a:pt x="95" y="33"/>
                  </a:cubicBezTo>
                  <a:cubicBezTo>
                    <a:pt x="106" y="33"/>
                    <a:pt x="115" y="37"/>
                    <a:pt x="127" y="41"/>
                  </a:cubicBezTo>
                  <a:cubicBezTo>
                    <a:pt x="147" y="48"/>
                    <a:pt x="152" y="48"/>
                    <a:pt x="165" y="48"/>
                  </a:cubicBezTo>
                  <a:cubicBezTo>
                    <a:pt x="147" y="69"/>
                    <a:pt x="105" y="105"/>
                    <a:pt x="96" y="113"/>
                  </a:cubicBezTo>
                  <a:lnTo>
                    <a:pt x="51" y="155"/>
                  </a:lnTo>
                  <a:cubicBezTo>
                    <a:pt x="17" y="189"/>
                    <a:pt x="0" y="217"/>
                    <a:pt x="0" y="221"/>
                  </a:cubicBezTo>
                  <a:cubicBezTo>
                    <a:pt x="0" y="226"/>
                    <a:pt x="5" y="226"/>
                    <a:pt x="6" y="226"/>
                  </a:cubicBezTo>
                  <a:cubicBezTo>
                    <a:pt x="10" y="226"/>
                    <a:pt x="11" y="225"/>
                    <a:pt x="14" y="219"/>
                  </a:cubicBezTo>
                  <a:cubicBezTo>
                    <a:pt x="25" y="202"/>
                    <a:pt x="40" y="188"/>
                    <a:pt x="56" y="188"/>
                  </a:cubicBezTo>
                  <a:cubicBezTo>
                    <a:pt x="67" y="188"/>
                    <a:pt x="72" y="193"/>
                    <a:pt x="85" y="207"/>
                  </a:cubicBezTo>
                  <a:cubicBezTo>
                    <a:pt x="93" y="218"/>
                    <a:pt x="102" y="226"/>
                    <a:pt x="117" y="226"/>
                  </a:cubicBezTo>
                  <a:cubicBezTo>
                    <a:pt x="166" y="226"/>
                    <a:pt x="195" y="162"/>
                    <a:pt x="195" y="149"/>
                  </a:cubicBezTo>
                  <a:cubicBezTo>
                    <a:pt x="195" y="146"/>
                    <a:pt x="193" y="144"/>
                    <a:pt x="189" y="144"/>
                  </a:cubicBezTo>
                  <a:cubicBezTo>
                    <a:pt x="185" y="144"/>
                    <a:pt x="184" y="147"/>
                    <a:pt x="182" y="150"/>
                  </a:cubicBezTo>
                  <a:cubicBezTo>
                    <a:pt x="171" y="183"/>
                    <a:pt x="139" y="192"/>
                    <a:pt x="122" y="192"/>
                  </a:cubicBezTo>
                  <a:cubicBezTo>
                    <a:pt x="112" y="192"/>
                    <a:pt x="103" y="189"/>
                    <a:pt x="93" y="186"/>
                  </a:cubicBezTo>
                  <a:cubicBezTo>
                    <a:pt x="76" y="179"/>
                    <a:pt x="69" y="177"/>
                    <a:pt x="58" y="177"/>
                  </a:cubicBezTo>
                  <a:cubicBezTo>
                    <a:pt x="57" y="177"/>
                    <a:pt x="49" y="177"/>
                    <a:pt x="45" y="17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8" name="Freeform 326"/>
            <p:cNvSpPr>
              <a:spLocks noEditPoints="1"/>
            </p:cNvSpPr>
            <p:nvPr>
              <p:custDataLst>
                <p:tags r:id="rId141"/>
              </p:custDataLst>
            </p:nvPr>
          </p:nvSpPr>
          <p:spPr bwMode="auto">
            <a:xfrm>
              <a:off x="4259263" y="3332163"/>
              <a:ext cx="60325" cy="100013"/>
            </a:xfrm>
            <a:custGeom>
              <a:avLst/>
              <a:gdLst>
                <a:gd name="T0" fmla="*/ 70 w 191"/>
                <a:gd name="T1" fmla="*/ 105 h 226"/>
                <a:gd name="T2" fmla="*/ 146 w 191"/>
                <a:gd name="T3" fmla="*/ 93 h 226"/>
                <a:gd name="T4" fmla="*/ 184 w 191"/>
                <a:gd name="T5" fmla="*/ 42 h 226"/>
                <a:gd name="T6" fmla="*/ 130 w 191"/>
                <a:gd name="T7" fmla="*/ 0 h 226"/>
                <a:gd name="T8" fmla="*/ 0 w 191"/>
                <a:gd name="T9" fmla="*/ 135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6 w 191"/>
                <a:gd name="T21" fmla="*/ 157 h 226"/>
                <a:gd name="T22" fmla="*/ 44 w 191"/>
                <a:gd name="T23" fmla="*/ 105 h 226"/>
                <a:gd name="T24" fmla="*/ 70 w 191"/>
                <a:gd name="T25" fmla="*/ 105 h 226"/>
                <a:gd name="T26" fmla="*/ 47 w 191"/>
                <a:gd name="T27" fmla="*/ 94 h 226"/>
                <a:gd name="T28" fmla="*/ 130 w 191"/>
                <a:gd name="T29" fmla="*/ 11 h 226"/>
                <a:gd name="T30" fmla="*/ 167 w 191"/>
                <a:gd name="T31" fmla="*/ 42 h 226"/>
                <a:gd name="T32" fmla="*/ 67 w 191"/>
                <a:gd name="T33" fmla="*/ 94 h 226"/>
                <a:gd name="T34" fmla="*/ 47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5" y="105"/>
                    <a:pt x="121" y="104"/>
                    <a:pt x="146" y="93"/>
                  </a:cubicBezTo>
                  <a:cubicBezTo>
                    <a:pt x="181" y="78"/>
                    <a:pt x="184" y="49"/>
                    <a:pt x="184" y="42"/>
                  </a:cubicBezTo>
                  <a:cubicBezTo>
                    <a:pt x="184" y="20"/>
                    <a:pt x="165" y="0"/>
                    <a:pt x="130" y="0"/>
                  </a:cubicBezTo>
                  <a:cubicBezTo>
                    <a:pt x="75" y="0"/>
                    <a:pt x="0" y="48"/>
                    <a:pt x="0" y="135"/>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39" y="215"/>
                    <a:pt x="85" y="215"/>
                    <a:pt x="79" y="215"/>
                  </a:cubicBezTo>
                  <a:cubicBezTo>
                    <a:pt x="40" y="215"/>
                    <a:pt x="36" y="173"/>
                    <a:pt x="36" y="157"/>
                  </a:cubicBezTo>
                  <a:cubicBezTo>
                    <a:pt x="36" y="151"/>
                    <a:pt x="36" y="135"/>
                    <a:pt x="44" y="105"/>
                  </a:cubicBezTo>
                  <a:lnTo>
                    <a:pt x="70" y="105"/>
                  </a:lnTo>
                  <a:close/>
                  <a:moveTo>
                    <a:pt x="47" y="94"/>
                  </a:moveTo>
                  <a:cubicBezTo>
                    <a:pt x="66" y="18"/>
                    <a:pt x="117" y="11"/>
                    <a:pt x="130" y="11"/>
                  </a:cubicBezTo>
                  <a:cubicBezTo>
                    <a:pt x="154" y="11"/>
                    <a:pt x="167" y="25"/>
                    <a:pt x="167" y="42"/>
                  </a:cubicBezTo>
                  <a:cubicBezTo>
                    <a:pt x="167" y="94"/>
                    <a:pt x="88"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9" name="Freeform 327"/>
            <p:cNvSpPr>
              <a:spLocks/>
            </p:cNvSpPr>
            <p:nvPr>
              <p:custDataLst>
                <p:tags r:id="rId142"/>
              </p:custDataLst>
            </p:nvPr>
          </p:nvSpPr>
          <p:spPr bwMode="auto">
            <a:xfrm>
              <a:off x="4329113" y="3332163"/>
              <a:ext cx="65088" cy="100013"/>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6 h 226"/>
                <a:gd name="T34" fmla="*/ 6 w 203"/>
                <a:gd name="T35" fmla="*/ 81 h 226"/>
                <a:gd name="T36" fmla="*/ 15 w 203"/>
                <a:gd name="T37" fmla="*/ 70 h 226"/>
                <a:gd name="T38" fmla="*/ 51 w 203"/>
                <a:gd name="T39" fmla="*/ 11 h 226"/>
                <a:gd name="T40" fmla="*/ 67 w 203"/>
                <a:gd name="T41" fmla="*/ 34 h 226"/>
                <a:gd name="T42" fmla="*/ 59 w 203"/>
                <a:gd name="T43" fmla="*/ 75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6"/>
                    <a:pt x="91" y="81"/>
                    <a:pt x="94" y="68"/>
                  </a:cubicBezTo>
                  <a:cubicBezTo>
                    <a:pt x="96" y="62"/>
                    <a:pt x="110" y="38"/>
                    <a:pt x="122" y="27"/>
                  </a:cubicBezTo>
                  <a:cubicBezTo>
                    <a:pt x="126" y="24"/>
                    <a:pt x="140"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30" y="0"/>
                    <a:pt x="108" y="24"/>
                    <a:pt x="98" y="38"/>
                  </a:cubicBezTo>
                  <a:cubicBezTo>
                    <a:pt x="94" y="16"/>
                    <a:pt x="76" y="0"/>
                    <a:pt x="53" y="0"/>
                  </a:cubicBezTo>
                  <a:cubicBezTo>
                    <a:pt x="30" y="0"/>
                    <a:pt x="20" y="19"/>
                    <a:pt x="16" y="28"/>
                  </a:cubicBezTo>
                  <a:cubicBezTo>
                    <a:pt x="7" y="45"/>
                    <a:pt x="0" y="75"/>
                    <a:pt x="0" y="76"/>
                  </a:cubicBezTo>
                  <a:cubicBezTo>
                    <a:pt x="0" y="81"/>
                    <a:pt x="5" y="81"/>
                    <a:pt x="6" y="81"/>
                  </a:cubicBezTo>
                  <a:cubicBezTo>
                    <a:pt x="11" y="81"/>
                    <a:pt x="12" y="81"/>
                    <a:pt x="15" y="70"/>
                  </a:cubicBezTo>
                  <a:cubicBezTo>
                    <a:pt x="23" y="35"/>
                    <a:pt x="33" y="11"/>
                    <a:pt x="51" y="11"/>
                  </a:cubicBezTo>
                  <a:cubicBezTo>
                    <a:pt x="60" y="11"/>
                    <a:pt x="67" y="15"/>
                    <a:pt x="67" y="34"/>
                  </a:cubicBezTo>
                  <a:cubicBezTo>
                    <a:pt x="67" y="44"/>
                    <a:pt x="65" y="50"/>
                    <a:pt x="59" y="75"/>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0" name="Freeform 328"/>
            <p:cNvSpPr>
              <a:spLocks/>
            </p:cNvSpPr>
            <p:nvPr>
              <p:custDataLst>
                <p:tags r:id="rId143"/>
              </p:custDataLst>
            </p:nvPr>
          </p:nvSpPr>
          <p:spPr bwMode="auto">
            <a:xfrm>
              <a:off x="4405313" y="3332163"/>
              <a:ext cx="69850" cy="100013"/>
            </a:xfrm>
            <a:custGeom>
              <a:avLst/>
              <a:gdLst>
                <a:gd name="T0" fmla="*/ 218 w 218"/>
                <a:gd name="T1" fmla="*/ 35 h 226"/>
                <a:gd name="T2" fmla="*/ 196 w 218"/>
                <a:gd name="T3" fmla="*/ 0 h 226"/>
                <a:gd name="T4" fmla="*/ 172 w 218"/>
                <a:gd name="T5" fmla="*/ 24 h 226"/>
                <a:gd name="T6" fmla="*/ 180 w 218"/>
                <a:gd name="T7" fmla="*/ 39 h 226"/>
                <a:gd name="T8" fmla="*/ 197 w 218"/>
                <a:gd name="T9" fmla="*/ 79 h 226"/>
                <a:gd name="T10" fmla="*/ 108 w 218"/>
                <a:gd name="T11" fmla="*/ 215 h 226"/>
                <a:gd name="T12" fmla="*/ 71 w 218"/>
                <a:gd name="T13" fmla="*/ 171 h 226"/>
                <a:gd name="T14" fmla="*/ 100 w 218"/>
                <a:gd name="T15" fmla="*/ 65 h 226"/>
                <a:gd name="T16" fmla="*/ 106 w 218"/>
                <a:gd name="T17" fmla="*/ 41 h 226"/>
                <a:gd name="T18" fmla="*/ 65 w 218"/>
                <a:gd name="T19" fmla="*/ 0 h 226"/>
                <a:gd name="T20" fmla="*/ 0 w 218"/>
                <a:gd name="T21" fmla="*/ 76 h 226"/>
                <a:gd name="T22" fmla="*/ 5 w 218"/>
                <a:gd name="T23" fmla="*/ 81 h 226"/>
                <a:gd name="T24" fmla="*/ 13 w 218"/>
                <a:gd name="T25" fmla="*/ 72 h 226"/>
                <a:gd name="T26" fmla="*/ 64 w 218"/>
                <a:gd name="T27" fmla="*/ 11 h 226"/>
                <a:gd name="T28" fmla="*/ 76 w 218"/>
                <a:gd name="T29" fmla="*/ 27 h 226"/>
                <a:gd name="T30" fmla="*/ 68 w 218"/>
                <a:gd name="T31" fmla="*/ 62 h 226"/>
                <a:gd name="T32" fmla="*/ 39 w 218"/>
                <a:gd name="T33" fmla="*/ 164 h 226"/>
                <a:gd name="T34" fmla="*/ 106 w 218"/>
                <a:gd name="T35" fmla="*/ 226 h 226"/>
                <a:gd name="T36" fmla="*/ 218 w 218"/>
                <a:gd name="T37" fmla="*/ 3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8" h="226">
                  <a:moveTo>
                    <a:pt x="218" y="35"/>
                  </a:moveTo>
                  <a:cubicBezTo>
                    <a:pt x="218" y="8"/>
                    <a:pt x="205" y="0"/>
                    <a:pt x="196" y="0"/>
                  </a:cubicBezTo>
                  <a:cubicBezTo>
                    <a:pt x="184" y="0"/>
                    <a:pt x="172" y="13"/>
                    <a:pt x="172" y="24"/>
                  </a:cubicBezTo>
                  <a:cubicBezTo>
                    <a:pt x="172" y="30"/>
                    <a:pt x="175" y="33"/>
                    <a:pt x="180" y="39"/>
                  </a:cubicBezTo>
                  <a:cubicBezTo>
                    <a:pt x="190" y="49"/>
                    <a:pt x="197" y="62"/>
                    <a:pt x="197" y="79"/>
                  </a:cubicBezTo>
                  <a:cubicBezTo>
                    <a:pt x="197" y="100"/>
                    <a:pt x="167" y="215"/>
                    <a:pt x="108" y="215"/>
                  </a:cubicBezTo>
                  <a:cubicBezTo>
                    <a:pt x="83" y="215"/>
                    <a:pt x="71" y="197"/>
                    <a:pt x="71" y="171"/>
                  </a:cubicBezTo>
                  <a:cubicBezTo>
                    <a:pt x="71" y="143"/>
                    <a:pt x="85" y="107"/>
                    <a:pt x="100" y="65"/>
                  </a:cubicBezTo>
                  <a:cubicBezTo>
                    <a:pt x="104" y="57"/>
                    <a:pt x="106" y="50"/>
                    <a:pt x="106" y="41"/>
                  </a:cubicBezTo>
                  <a:cubicBezTo>
                    <a:pt x="106" y="18"/>
                    <a:pt x="90" y="0"/>
                    <a:pt x="65" y="0"/>
                  </a:cubicBezTo>
                  <a:cubicBezTo>
                    <a:pt x="18" y="0"/>
                    <a:pt x="0" y="72"/>
                    <a:pt x="0" y="76"/>
                  </a:cubicBezTo>
                  <a:cubicBezTo>
                    <a:pt x="0" y="81"/>
                    <a:pt x="4" y="81"/>
                    <a:pt x="5" y="81"/>
                  </a:cubicBezTo>
                  <a:cubicBezTo>
                    <a:pt x="10" y="81"/>
                    <a:pt x="11" y="80"/>
                    <a:pt x="13" y="72"/>
                  </a:cubicBezTo>
                  <a:cubicBezTo>
                    <a:pt x="28" y="22"/>
                    <a:pt x="49" y="11"/>
                    <a:pt x="64" y="11"/>
                  </a:cubicBezTo>
                  <a:cubicBezTo>
                    <a:pt x="68" y="11"/>
                    <a:pt x="76" y="11"/>
                    <a:pt x="76" y="27"/>
                  </a:cubicBezTo>
                  <a:cubicBezTo>
                    <a:pt x="76" y="39"/>
                    <a:pt x="71" y="53"/>
                    <a:pt x="68" y="62"/>
                  </a:cubicBezTo>
                  <a:cubicBezTo>
                    <a:pt x="46" y="119"/>
                    <a:pt x="39" y="142"/>
                    <a:pt x="39" y="164"/>
                  </a:cubicBezTo>
                  <a:cubicBezTo>
                    <a:pt x="39" y="218"/>
                    <a:pt x="83" y="226"/>
                    <a:pt x="106" y="226"/>
                  </a:cubicBezTo>
                  <a:cubicBezTo>
                    <a:pt x="190" y="226"/>
                    <a:pt x="218" y="61"/>
                    <a:pt x="218" y="3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1" name="Freeform 329"/>
            <p:cNvSpPr>
              <a:spLocks noEditPoints="1"/>
            </p:cNvSpPr>
            <p:nvPr>
              <p:custDataLst>
                <p:tags r:id="rId144"/>
              </p:custDataLst>
            </p:nvPr>
          </p:nvSpPr>
          <p:spPr bwMode="auto">
            <a:xfrm>
              <a:off x="4489450" y="3332163"/>
              <a:ext cx="73025" cy="100013"/>
            </a:xfrm>
            <a:custGeom>
              <a:avLst/>
              <a:gdLst>
                <a:gd name="T0" fmla="*/ 166 w 229"/>
                <a:gd name="T1" fmla="*/ 32 h 226"/>
                <a:gd name="T2" fmla="*/ 121 w 229"/>
                <a:gd name="T3" fmla="*/ 0 h 226"/>
                <a:gd name="T4" fmla="*/ 0 w 229"/>
                <a:gd name="T5" fmla="*/ 146 h 226"/>
                <a:gd name="T6" fmla="*/ 67 w 229"/>
                <a:gd name="T7" fmla="*/ 226 h 226"/>
                <a:gd name="T8" fmla="*/ 131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1" y="0"/>
                  </a:cubicBezTo>
                  <a:cubicBezTo>
                    <a:pt x="62" y="0"/>
                    <a:pt x="0" y="73"/>
                    <a:pt x="0" y="146"/>
                  </a:cubicBezTo>
                  <a:cubicBezTo>
                    <a:pt x="0" y="193"/>
                    <a:pt x="28" y="226"/>
                    <a:pt x="67" y="226"/>
                  </a:cubicBezTo>
                  <a:cubicBezTo>
                    <a:pt x="77" y="226"/>
                    <a:pt x="102" y="224"/>
                    <a:pt x="131" y="188"/>
                  </a:cubicBezTo>
                  <a:cubicBezTo>
                    <a:pt x="135"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2" y="215"/>
                    <a:pt x="68" y="215"/>
                  </a:cubicBezTo>
                  <a:cubicBezTo>
                    <a:pt x="43" y="215"/>
                    <a:pt x="36" y="187"/>
                    <a:pt x="36" y="168"/>
                  </a:cubicBezTo>
                  <a:cubicBezTo>
                    <a:pt x="36" y="143"/>
                    <a:pt x="52" y="81"/>
                    <a:pt x="63" y="59"/>
                  </a:cubicBezTo>
                  <a:cubicBezTo>
                    <a:pt x="79"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2" name="Freeform 330"/>
            <p:cNvSpPr>
              <a:spLocks/>
            </p:cNvSpPr>
            <p:nvPr>
              <p:custDataLst>
                <p:tags r:id="rId145"/>
              </p:custDataLst>
            </p:nvPr>
          </p:nvSpPr>
          <p:spPr bwMode="auto">
            <a:xfrm>
              <a:off x="4573588" y="3332163"/>
              <a:ext cx="61913" cy="100013"/>
            </a:xfrm>
            <a:custGeom>
              <a:avLst/>
              <a:gdLst>
                <a:gd name="T0" fmla="*/ 177 w 194"/>
                <a:gd name="T1" fmla="*/ 31 h 226"/>
                <a:gd name="T2" fmla="*/ 155 w 194"/>
                <a:gd name="T3" fmla="*/ 38 h 226"/>
                <a:gd name="T4" fmla="*/ 146 w 194"/>
                <a:gd name="T5" fmla="*/ 57 h 226"/>
                <a:gd name="T6" fmla="*/ 165 w 194"/>
                <a:gd name="T7" fmla="*/ 74 h 226"/>
                <a:gd name="T8" fmla="*/ 193 w 194"/>
                <a:gd name="T9" fmla="*/ 43 h 226"/>
                <a:gd name="T10" fmla="*/ 134 w 194"/>
                <a:gd name="T11" fmla="*/ 0 h 226"/>
                <a:gd name="T12" fmla="*/ 0 w 194"/>
                <a:gd name="T13" fmla="*/ 141 h 226"/>
                <a:gd name="T14" fmla="*/ 81 w 194"/>
                <a:gd name="T15" fmla="*/ 226 h 226"/>
                <a:gd name="T16" fmla="*/ 194 w 194"/>
                <a:gd name="T17" fmla="*/ 167 h 226"/>
                <a:gd name="T18" fmla="*/ 188 w 194"/>
                <a:gd name="T19" fmla="*/ 160 h 226"/>
                <a:gd name="T20" fmla="*/ 182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4"/>
                    <a:pt x="165" y="74"/>
                  </a:cubicBezTo>
                  <a:cubicBezTo>
                    <a:pt x="179" y="74"/>
                    <a:pt x="193" y="62"/>
                    <a:pt x="193" y="43"/>
                  </a:cubicBezTo>
                  <a:cubicBezTo>
                    <a:pt x="193" y="18"/>
                    <a:pt x="169" y="0"/>
                    <a:pt x="134" y="0"/>
                  </a:cubicBezTo>
                  <a:cubicBezTo>
                    <a:pt x="67" y="0"/>
                    <a:pt x="0" y="71"/>
                    <a:pt x="0" y="141"/>
                  </a:cubicBezTo>
                  <a:cubicBezTo>
                    <a:pt x="0" y="186"/>
                    <a:pt x="29" y="226"/>
                    <a:pt x="81" y="226"/>
                  </a:cubicBezTo>
                  <a:cubicBezTo>
                    <a:pt x="152" y="226"/>
                    <a:pt x="194" y="173"/>
                    <a:pt x="194" y="167"/>
                  </a:cubicBezTo>
                  <a:cubicBezTo>
                    <a:pt x="194" y="164"/>
                    <a:pt x="191" y="160"/>
                    <a:pt x="188" y="160"/>
                  </a:cubicBezTo>
                  <a:cubicBezTo>
                    <a:pt x="186" y="160"/>
                    <a:pt x="185" y="161"/>
                    <a:pt x="182" y="165"/>
                  </a:cubicBezTo>
                  <a:cubicBezTo>
                    <a:pt x="142" y="215"/>
                    <a:pt x="88" y="215"/>
                    <a:pt x="82" y="215"/>
                  </a:cubicBezTo>
                  <a:cubicBezTo>
                    <a:pt x="51" y="215"/>
                    <a:pt x="37" y="190"/>
                    <a:pt x="37" y="160"/>
                  </a:cubicBezTo>
                  <a:cubicBezTo>
                    <a:pt x="37" y="140"/>
                    <a:pt x="47" y="91"/>
                    <a:pt x="64" y="61"/>
                  </a:cubicBezTo>
                  <a:cubicBezTo>
                    <a:pt x="79" y="32"/>
                    <a:pt x="107"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3" name="Freeform 331"/>
            <p:cNvSpPr>
              <a:spLocks noEditPoints="1"/>
            </p:cNvSpPr>
            <p:nvPr>
              <p:custDataLst>
                <p:tags r:id="rId146"/>
              </p:custDataLst>
            </p:nvPr>
          </p:nvSpPr>
          <p:spPr bwMode="auto">
            <a:xfrm>
              <a:off x="4640263" y="3282950"/>
              <a:ext cx="42863" cy="149225"/>
            </a:xfrm>
            <a:custGeom>
              <a:avLst/>
              <a:gdLst>
                <a:gd name="T0" fmla="*/ 127 w 131"/>
                <a:gd name="T1" fmla="*/ 18 h 336"/>
                <a:gd name="T2" fmla="*/ 109 w 131"/>
                <a:gd name="T3" fmla="*/ 0 h 336"/>
                <a:gd name="T4" fmla="*/ 82 w 131"/>
                <a:gd name="T5" fmla="*/ 27 h 336"/>
                <a:gd name="T6" fmla="*/ 101 w 131"/>
                <a:gd name="T7" fmla="*/ 45 h 336"/>
                <a:gd name="T8" fmla="*/ 127 w 131"/>
                <a:gd name="T9" fmla="*/ 18 h 336"/>
                <a:gd name="T10" fmla="*/ 89 w 131"/>
                <a:gd name="T11" fmla="*/ 206 h 336"/>
                <a:gd name="T12" fmla="*/ 100 w 131"/>
                <a:gd name="T13" fmla="*/ 177 h 336"/>
                <a:gd name="T14" fmla="*/ 107 w 131"/>
                <a:gd name="T15" fmla="*/ 151 h 336"/>
                <a:gd name="T16" fmla="*/ 66 w 131"/>
                <a:gd name="T17" fmla="*/ 110 h 336"/>
                <a:gd name="T18" fmla="*/ 0 w 131"/>
                <a:gd name="T19" fmla="*/ 186 h 336"/>
                <a:gd name="T20" fmla="*/ 6 w 131"/>
                <a:gd name="T21" fmla="*/ 191 h 336"/>
                <a:gd name="T22" fmla="*/ 14 w 131"/>
                <a:gd name="T23" fmla="*/ 182 h 336"/>
                <a:gd name="T24" fmla="*/ 64 w 131"/>
                <a:gd name="T25" fmla="*/ 121 h 336"/>
                <a:gd name="T26" fmla="*/ 77 w 131"/>
                <a:gd name="T27" fmla="*/ 137 h 336"/>
                <a:gd name="T28" fmla="*/ 71 w 131"/>
                <a:gd name="T29" fmla="*/ 163 h 336"/>
                <a:gd name="T30" fmla="*/ 37 w 131"/>
                <a:gd name="T31" fmla="*/ 255 h 336"/>
                <a:gd name="T32" fmla="*/ 25 w 131"/>
                <a:gd name="T33" fmla="*/ 295 h 336"/>
                <a:gd name="T34" fmla="*/ 66 w 131"/>
                <a:gd name="T35" fmla="*/ 336 h 336"/>
                <a:gd name="T36" fmla="*/ 131 w 131"/>
                <a:gd name="T37" fmla="*/ 259 h 336"/>
                <a:gd name="T38" fmla="*/ 126 w 131"/>
                <a:gd name="T39" fmla="*/ 254 h 336"/>
                <a:gd name="T40" fmla="*/ 118 w 131"/>
                <a:gd name="T41" fmla="*/ 263 h 336"/>
                <a:gd name="T42" fmla="*/ 67 w 131"/>
                <a:gd name="T43" fmla="*/ 325 h 336"/>
                <a:gd name="T44" fmla="*/ 55 w 131"/>
                <a:gd name="T45" fmla="*/ 308 h 336"/>
                <a:gd name="T46" fmla="*/ 70 w 131"/>
                <a:gd name="T47" fmla="*/ 258 h 336"/>
                <a:gd name="T48" fmla="*/ 89 w 131"/>
                <a:gd name="T49" fmla="*/ 20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1" h="336">
                  <a:moveTo>
                    <a:pt x="127" y="18"/>
                  </a:moveTo>
                  <a:cubicBezTo>
                    <a:pt x="127" y="8"/>
                    <a:pt x="120" y="0"/>
                    <a:pt x="109" y="0"/>
                  </a:cubicBezTo>
                  <a:cubicBezTo>
                    <a:pt x="95" y="0"/>
                    <a:pt x="82" y="13"/>
                    <a:pt x="82" y="27"/>
                  </a:cubicBezTo>
                  <a:cubicBezTo>
                    <a:pt x="82" y="36"/>
                    <a:pt x="89" y="45"/>
                    <a:pt x="101" y="45"/>
                  </a:cubicBezTo>
                  <a:cubicBezTo>
                    <a:pt x="112" y="45"/>
                    <a:pt x="127" y="33"/>
                    <a:pt x="127" y="18"/>
                  </a:cubicBezTo>
                  <a:close/>
                  <a:moveTo>
                    <a:pt x="89" y="206"/>
                  </a:moveTo>
                  <a:cubicBezTo>
                    <a:pt x="95" y="191"/>
                    <a:pt x="95" y="190"/>
                    <a:pt x="100" y="177"/>
                  </a:cubicBezTo>
                  <a:cubicBezTo>
                    <a:pt x="104" y="167"/>
                    <a:pt x="107" y="160"/>
                    <a:pt x="107" y="151"/>
                  </a:cubicBezTo>
                  <a:cubicBezTo>
                    <a:pt x="107" y="128"/>
                    <a:pt x="91" y="110"/>
                    <a:pt x="66" y="110"/>
                  </a:cubicBezTo>
                  <a:cubicBezTo>
                    <a:pt x="19" y="110"/>
                    <a:pt x="0" y="182"/>
                    <a:pt x="0" y="186"/>
                  </a:cubicBezTo>
                  <a:cubicBezTo>
                    <a:pt x="0" y="191"/>
                    <a:pt x="5" y="191"/>
                    <a:pt x="6" y="191"/>
                  </a:cubicBezTo>
                  <a:cubicBezTo>
                    <a:pt x="11" y="191"/>
                    <a:pt x="11" y="190"/>
                    <a:pt x="14" y="182"/>
                  </a:cubicBezTo>
                  <a:cubicBezTo>
                    <a:pt x="27" y="136"/>
                    <a:pt x="47" y="121"/>
                    <a:pt x="64" y="121"/>
                  </a:cubicBezTo>
                  <a:cubicBezTo>
                    <a:pt x="68" y="121"/>
                    <a:pt x="77" y="121"/>
                    <a:pt x="77" y="137"/>
                  </a:cubicBezTo>
                  <a:cubicBezTo>
                    <a:pt x="77" y="147"/>
                    <a:pt x="73" y="158"/>
                    <a:pt x="71" y="163"/>
                  </a:cubicBezTo>
                  <a:cubicBezTo>
                    <a:pt x="67" y="175"/>
                    <a:pt x="45" y="233"/>
                    <a:pt x="37" y="255"/>
                  </a:cubicBezTo>
                  <a:cubicBezTo>
                    <a:pt x="32" y="268"/>
                    <a:pt x="25" y="284"/>
                    <a:pt x="25" y="295"/>
                  </a:cubicBezTo>
                  <a:cubicBezTo>
                    <a:pt x="25" y="318"/>
                    <a:pt x="42" y="336"/>
                    <a:pt x="66" y="336"/>
                  </a:cubicBezTo>
                  <a:cubicBezTo>
                    <a:pt x="113" y="336"/>
                    <a:pt x="131" y="263"/>
                    <a:pt x="131" y="259"/>
                  </a:cubicBezTo>
                  <a:cubicBezTo>
                    <a:pt x="131" y="254"/>
                    <a:pt x="127" y="254"/>
                    <a:pt x="126" y="254"/>
                  </a:cubicBezTo>
                  <a:cubicBezTo>
                    <a:pt x="121" y="254"/>
                    <a:pt x="121" y="255"/>
                    <a:pt x="118" y="263"/>
                  </a:cubicBezTo>
                  <a:cubicBezTo>
                    <a:pt x="109" y="294"/>
                    <a:pt x="93" y="325"/>
                    <a:pt x="67" y="325"/>
                  </a:cubicBezTo>
                  <a:cubicBezTo>
                    <a:pt x="59" y="325"/>
                    <a:pt x="55" y="320"/>
                    <a:pt x="55" y="308"/>
                  </a:cubicBezTo>
                  <a:cubicBezTo>
                    <a:pt x="55" y="296"/>
                    <a:pt x="58" y="289"/>
                    <a:pt x="70" y="258"/>
                  </a:cubicBezTo>
                  <a:lnTo>
                    <a:pt x="89" y="20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4" name="Freeform 332"/>
            <p:cNvSpPr>
              <a:spLocks noEditPoints="1"/>
            </p:cNvSpPr>
            <p:nvPr>
              <p:custDataLst>
                <p:tags r:id="rId147"/>
              </p:custDataLst>
            </p:nvPr>
          </p:nvSpPr>
          <p:spPr bwMode="auto">
            <a:xfrm>
              <a:off x="4689475" y="3282950"/>
              <a:ext cx="63500" cy="192088"/>
            </a:xfrm>
            <a:custGeom>
              <a:avLst/>
              <a:gdLst>
                <a:gd name="T0" fmla="*/ 204 w 204"/>
                <a:gd name="T1" fmla="*/ 18 h 432"/>
                <a:gd name="T2" fmla="*/ 185 w 204"/>
                <a:gd name="T3" fmla="*/ 0 h 432"/>
                <a:gd name="T4" fmla="*/ 159 w 204"/>
                <a:gd name="T5" fmla="*/ 27 h 432"/>
                <a:gd name="T6" fmla="*/ 177 w 204"/>
                <a:gd name="T7" fmla="*/ 45 h 432"/>
                <a:gd name="T8" fmla="*/ 204 w 204"/>
                <a:gd name="T9" fmla="*/ 18 h 432"/>
                <a:gd name="T10" fmla="*/ 104 w 204"/>
                <a:gd name="T11" fmla="*/ 355 h 432"/>
                <a:gd name="T12" fmla="*/ 42 w 204"/>
                <a:gd name="T13" fmla="*/ 421 h 432"/>
                <a:gd name="T14" fmla="*/ 23 w 204"/>
                <a:gd name="T15" fmla="*/ 417 h 432"/>
                <a:gd name="T16" fmla="*/ 45 w 204"/>
                <a:gd name="T17" fmla="*/ 391 h 432"/>
                <a:gd name="T18" fmla="*/ 26 w 204"/>
                <a:gd name="T19" fmla="*/ 373 h 432"/>
                <a:gd name="T20" fmla="*/ 0 w 204"/>
                <a:gd name="T21" fmla="*/ 401 h 432"/>
                <a:gd name="T22" fmla="*/ 43 w 204"/>
                <a:gd name="T23" fmla="*/ 432 h 432"/>
                <a:gd name="T24" fmla="*/ 137 w 204"/>
                <a:gd name="T25" fmla="*/ 357 h 432"/>
                <a:gd name="T26" fmla="*/ 183 w 204"/>
                <a:gd name="T27" fmla="*/ 174 h 432"/>
                <a:gd name="T28" fmla="*/ 185 w 204"/>
                <a:gd name="T29" fmla="*/ 156 h 432"/>
                <a:gd name="T30" fmla="*/ 140 w 204"/>
                <a:gd name="T31" fmla="*/ 110 h 432"/>
                <a:gd name="T32" fmla="*/ 60 w 204"/>
                <a:gd name="T33" fmla="*/ 186 h 432"/>
                <a:gd name="T34" fmla="*/ 66 w 204"/>
                <a:gd name="T35" fmla="*/ 191 h 432"/>
                <a:gd name="T36" fmla="*/ 75 w 204"/>
                <a:gd name="T37" fmla="*/ 181 h 432"/>
                <a:gd name="T38" fmla="*/ 138 w 204"/>
                <a:gd name="T39" fmla="*/ 121 h 432"/>
                <a:gd name="T40" fmla="*/ 154 w 204"/>
                <a:gd name="T41" fmla="*/ 144 h 432"/>
                <a:gd name="T42" fmla="*/ 151 w 204"/>
                <a:gd name="T43" fmla="*/ 169 h 432"/>
                <a:gd name="T44" fmla="*/ 104 w 204"/>
                <a:gd name="T45" fmla="*/ 35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4" h="432">
                  <a:moveTo>
                    <a:pt x="204" y="18"/>
                  </a:moveTo>
                  <a:cubicBezTo>
                    <a:pt x="204" y="9"/>
                    <a:pt x="197" y="0"/>
                    <a:pt x="185" y="0"/>
                  </a:cubicBezTo>
                  <a:cubicBezTo>
                    <a:pt x="174" y="0"/>
                    <a:pt x="159" y="12"/>
                    <a:pt x="159" y="27"/>
                  </a:cubicBezTo>
                  <a:cubicBezTo>
                    <a:pt x="159" y="37"/>
                    <a:pt x="166" y="45"/>
                    <a:pt x="177" y="45"/>
                  </a:cubicBezTo>
                  <a:cubicBezTo>
                    <a:pt x="190" y="45"/>
                    <a:pt x="204" y="32"/>
                    <a:pt x="204" y="18"/>
                  </a:cubicBezTo>
                  <a:close/>
                  <a:moveTo>
                    <a:pt x="104" y="355"/>
                  </a:moveTo>
                  <a:cubicBezTo>
                    <a:pt x="94" y="393"/>
                    <a:pt x="70" y="421"/>
                    <a:pt x="42" y="421"/>
                  </a:cubicBezTo>
                  <a:cubicBezTo>
                    <a:pt x="39" y="421"/>
                    <a:pt x="32" y="421"/>
                    <a:pt x="23" y="417"/>
                  </a:cubicBezTo>
                  <a:cubicBezTo>
                    <a:pt x="38" y="413"/>
                    <a:pt x="45" y="401"/>
                    <a:pt x="45" y="391"/>
                  </a:cubicBezTo>
                  <a:cubicBezTo>
                    <a:pt x="45" y="383"/>
                    <a:pt x="40" y="373"/>
                    <a:pt x="26" y="373"/>
                  </a:cubicBezTo>
                  <a:cubicBezTo>
                    <a:pt x="14" y="373"/>
                    <a:pt x="0" y="384"/>
                    <a:pt x="0" y="401"/>
                  </a:cubicBezTo>
                  <a:cubicBezTo>
                    <a:pt x="0" y="421"/>
                    <a:pt x="19" y="432"/>
                    <a:pt x="43" y="432"/>
                  </a:cubicBezTo>
                  <a:cubicBezTo>
                    <a:pt x="78" y="432"/>
                    <a:pt x="125" y="406"/>
                    <a:pt x="137" y="357"/>
                  </a:cubicBezTo>
                  <a:lnTo>
                    <a:pt x="183" y="174"/>
                  </a:lnTo>
                  <a:cubicBezTo>
                    <a:pt x="185" y="164"/>
                    <a:pt x="185" y="157"/>
                    <a:pt x="185" y="156"/>
                  </a:cubicBezTo>
                  <a:cubicBezTo>
                    <a:pt x="185" y="127"/>
                    <a:pt x="165" y="110"/>
                    <a:pt x="140" y="110"/>
                  </a:cubicBezTo>
                  <a:cubicBezTo>
                    <a:pt x="89" y="110"/>
                    <a:pt x="60" y="182"/>
                    <a:pt x="60" y="186"/>
                  </a:cubicBezTo>
                  <a:cubicBezTo>
                    <a:pt x="60" y="191"/>
                    <a:pt x="65" y="191"/>
                    <a:pt x="66" y="191"/>
                  </a:cubicBezTo>
                  <a:cubicBezTo>
                    <a:pt x="71" y="191"/>
                    <a:pt x="71" y="191"/>
                    <a:pt x="75" y="181"/>
                  </a:cubicBezTo>
                  <a:cubicBezTo>
                    <a:pt x="88" y="151"/>
                    <a:pt x="111" y="121"/>
                    <a:pt x="138" y="121"/>
                  </a:cubicBezTo>
                  <a:cubicBezTo>
                    <a:pt x="145" y="121"/>
                    <a:pt x="154" y="123"/>
                    <a:pt x="154" y="144"/>
                  </a:cubicBezTo>
                  <a:cubicBezTo>
                    <a:pt x="154"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5" name="Freeform 333"/>
            <p:cNvSpPr>
              <a:spLocks noEditPoints="1"/>
            </p:cNvSpPr>
            <p:nvPr>
              <p:custDataLst>
                <p:tags r:id="rId148"/>
              </p:custDataLst>
            </p:nvPr>
          </p:nvSpPr>
          <p:spPr bwMode="auto">
            <a:xfrm>
              <a:off x="4772025" y="3332163"/>
              <a:ext cx="71438" cy="100013"/>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3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4 w 228"/>
                <a:gd name="T37" fmla="*/ 161 h 226"/>
                <a:gd name="T38" fmla="*/ 124 w 228"/>
                <a:gd name="T39" fmla="*/ 179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9 w 228"/>
                <a:gd name="T51" fmla="*/ 63 h 226"/>
                <a:gd name="T52" fmla="*/ 134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3" y="0"/>
                    <a:pt x="120" y="0"/>
                  </a:cubicBezTo>
                  <a:cubicBezTo>
                    <a:pt x="62" y="0"/>
                    <a:pt x="0" y="73"/>
                    <a:pt x="0" y="146"/>
                  </a:cubicBezTo>
                  <a:cubicBezTo>
                    <a:pt x="0" y="193"/>
                    <a:pt x="27" y="226"/>
                    <a:pt x="66" y="226"/>
                  </a:cubicBezTo>
                  <a:cubicBezTo>
                    <a:pt x="76" y="226"/>
                    <a:pt x="101" y="224"/>
                    <a:pt x="131" y="188"/>
                  </a:cubicBezTo>
                  <a:cubicBezTo>
                    <a:pt x="135" y="209"/>
                    <a:pt x="153"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3" y="202"/>
                    <a:pt x="163" y="192"/>
                  </a:cubicBezTo>
                  <a:cubicBezTo>
                    <a:pt x="163" y="181"/>
                    <a:pt x="164"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8" y="21"/>
                    <a:pt x="166" y="32"/>
                  </a:cubicBezTo>
                  <a:close/>
                  <a:moveTo>
                    <a:pt x="134" y="161"/>
                  </a:moveTo>
                  <a:cubicBezTo>
                    <a:pt x="131" y="170"/>
                    <a:pt x="131" y="171"/>
                    <a:pt x="124" y="179"/>
                  </a:cubicBezTo>
                  <a:cubicBezTo>
                    <a:pt x="102" y="207"/>
                    <a:pt x="81" y="215"/>
                    <a:pt x="67" y="215"/>
                  </a:cubicBezTo>
                  <a:cubicBezTo>
                    <a:pt x="42" y="215"/>
                    <a:pt x="35" y="187"/>
                    <a:pt x="35" y="168"/>
                  </a:cubicBezTo>
                  <a:cubicBezTo>
                    <a:pt x="35" y="143"/>
                    <a:pt x="51" y="81"/>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6" name="Freeform 334"/>
            <p:cNvSpPr>
              <a:spLocks/>
            </p:cNvSpPr>
            <p:nvPr>
              <p:custDataLst>
                <p:tags r:id="rId149"/>
              </p:custDataLst>
            </p:nvPr>
          </p:nvSpPr>
          <p:spPr bwMode="auto">
            <a:xfrm>
              <a:off x="4857750" y="3263900"/>
              <a:ext cx="36513" cy="220663"/>
            </a:xfrm>
            <a:custGeom>
              <a:avLst/>
              <a:gdLst>
                <a:gd name="T0" fmla="*/ 115 w 115"/>
                <a:gd name="T1" fmla="*/ 249 h 499"/>
                <a:gd name="T2" fmla="*/ 82 w 115"/>
                <a:gd name="T3" fmla="*/ 94 h 499"/>
                <a:gd name="T4" fmla="*/ 5 w 115"/>
                <a:gd name="T5" fmla="*/ 0 h 499"/>
                <a:gd name="T6" fmla="*/ 0 w 115"/>
                <a:gd name="T7" fmla="*/ 5 h 499"/>
                <a:gd name="T8" fmla="*/ 9 w 115"/>
                <a:gd name="T9" fmla="*/ 16 h 499"/>
                <a:gd name="T10" fmla="*/ 86 w 115"/>
                <a:gd name="T11" fmla="*/ 249 h 499"/>
                <a:gd name="T12" fmla="*/ 6 w 115"/>
                <a:gd name="T13" fmla="*/ 485 h 499"/>
                <a:gd name="T14" fmla="*/ 0 w 115"/>
                <a:gd name="T15" fmla="*/ 494 h 499"/>
                <a:gd name="T16" fmla="*/ 5 w 115"/>
                <a:gd name="T17" fmla="*/ 499 h 499"/>
                <a:gd name="T18" fmla="*/ 84 w 115"/>
                <a:gd name="T19" fmla="*/ 402 h 499"/>
                <a:gd name="T20" fmla="*/ 115 w 115"/>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249"/>
                  </a:moveTo>
                  <a:cubicBezTo>
                    <a:pt x="115" y="211"/>
                    <a:pt x="110" y="150"/>
                    <a:pt x="82" y="94"/>
                  </a:cubicBezTo>
                  <a:cubicBezTo>
                    <a:pt x="52" y="32"/>
                    <a:pt x="10" y="0"/>
                    <a:pt x="5" y="0"/>
                  </a:cubicBezTo>
                  <a:cubicBezTo>
                    <a:pt x="2" y="0"/>
                    <a:pt x="0" y="2"/>
                    <a:pt x="0" y="5"/>
                  </a:cubicBezTo>
                  <a:cubicBezTo>
                    <a:pt x="0" y="6"/>
                    <a:pt x="0" y="7"/>
                    <a:pt x="9" y="16"/>
                  </a:cubicBezTo>
                  <a:cubicBezTo>
                    <a:pt x="58" y="66"/>
                    <a:pt x="86" y="145"/>
                    <a:pt x="86" y="249"/>
                  </a:cubicBezTo>
                  <a:cubicBezTo>
                    <a:pt x="86" y="335"/>
                    <a:pt x="68" y="423"/>
                    <a:pt x="6" y="485"/>
                  </a:cubicBezTo>
                  <a:cubicBezTo>
                    <a:pt x="0" y="491"/>
                    <a:pt x="0" y="492"/>
                    <a:pt x="0" y="494"/>
                  </a:cubicBezTo>
                  <a:cubicBezTo>
                    <a:pt x="0" y="497"/>
                    <a:pt x="2" y="499"/>
                    <a:pt x="5" y="499"/>
                  </a:cubicBezTo>
                  <a:cubicBezTo>
                    <a:pt x="10" y="499"/>
                    <a:pt x="54" y="465"/>
                    <a:pt x="84" y="402"/>
                  </a:cubicBezTo>
                  <a:cubicBezTo>
                    <a:pt x="109" y="347"/>
                    <a:pt x="115" y="291"/>
                    <a:pt x="115"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7" name="Freeform 335"/>
            <p:cNvSpPr>
              <a:spLocks/>
            </p:cNvSpPr>
            <p:nvPr>
              <p:custDataLst>
                <p:tags r:id="rId150"/>
              </p:custDataLst>
            </p:nvPr>
          </p:nvSpPr>
          <p:spPr bwMode="auto">
            <a:xfrm>
              <a:off x="4919663" y="3263900"/>
              <a:ext cx="36513" cy="220663"/>
            </a:xfrm>
            <a:custGeom>
              <a:avLst/>
              <a:gdLst>
                <a:gd name="T0" fmla="*/ 116 w 116"/>
                <a:gd name="T1" fmla="*/ 249 h 499"/>
                <a:gd name="T2" fmla="*/ 83 w 116"/>
                <a:gd name="T3" fmla="*/ 94 h 499"/>
                <a:gd name="T4" fmla="*/ 5 w 116"/>
                <a:gd name="T5" fmla="*/ 0 h 499"/>
                <a:gd name="T6" fmla="*/ 0 w 116"/>
                <a:gd name="T7" fmla="*/ 5 h 499"/>
                <a:gd name="T8" fmla="*/ 10 w 116"/>
                <a:gd name="T9" fmla="*/ 16 h 499"/>
                <a:gd name="T10" fmla="*/ 87 w 116"/>
                <a:gd name="T11" fmla="*/ 249 h 499"/>
                <a:gd name="T12" fmla="*/ 7 w 116"/>
                <a:gd name="T13" fmla="*/ 485 h 499"/>
                <a:gd name="T14" fmla="*/ 0 w 116"/>
                <a:gd name="T15" fmla="*/ 494 h 499"/>
                <a:gd name="T16" fmla="*/ 5 w 116"/>
                <a:gd name="T17" fmla="*/ 499 h 499"/>
                <a:gd name="T18" fmla="*/ 85 w 116"/>
                <a:gd name="T19" fmla="*/ 402 h 499"/>
                <a:gd name="T20" fmla="*/ 116 w 116"/>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49"/>
                  </a:moveTo>
                  <a:cubicBezTo>
                    <a:pt x="116" y="211"/>
                    <a:pt x="110" y="150"/>
                    <a:pt x="83" y="94"/>
                  </a:cubicBezTo>
                  <a:cubicBezTo>
                    <a:pt x="53" y="32"/>
                    <a:pt x="10" y="0"/>
                    <a:pt x="5" y="0"/>
                  </a:cubicBezTo>
                  <a:cubicBezTo>
                    <a:pt x="2" y="0"/>
                    <a:pt x="0" y="2"/>
                    <a:pt x="0" y="5"/>
                  </a:cubicBezTo>
                  <a:cubicBezTo>
                    <a:pt x="0" y="6"/>
                    <a:pt x="0" y="7"/>
                    <a:pt x="10" y="16"/>
                  </a:cubicBezTo>
                  <a:cubicBezTo>
                    <a:pt x="59" y="66"/>
                    <a:pt x="87" y="145"/>
                    <a:pt x="87" y="249"/>
                  </a:cubicBezTo>
                  <a:cubicBezTo>
                    <a:pt x="87" y="335"/>
                    <a:pt x="69" y="423"/>
                    <a:pt x="7" y="485"/>
                  </a:cubicBezTo>
                  <a:cubicBezTo>
                    <a:pt x="0" y="491"/>
                    <a:pt x="0" y="492"/>
                    <a:pt x="0" y="494"/>
                  </a:cubicBezTo>
                  <a:cubicBezTo>
                    <a:pt x="0" y="497"/>
                    <a:pt x="2" y="499"/>
                    <a:pt x="5" y="499"/>
                  </a:cubicBezTo>
                  <a:cubicBezTo>
                    <a:pt x="10" y="499"/>
                    <a:pt x="55" y="465"/>
                    <a:pt x="85" y="402"/>
                  </a:cubicBezTo>
                  <a:cubicBezTo>
                    <a:pt x="110" y="347"/>
                    <a:pt x="116" y="291"/>
                    <a:pt x="116"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32" name="Group 631"/>
          <p:cNvGrpSpPr>
            <a:grpSpLocks noChangeAspect="1"/>
          </p:cNvGrpSpPr>
          <p:nvPr>
            <p:custDataLst>
              <p:tags r:id="rId3"/>
            </p:custDataLst>
          </p:nvPr>
        </p:nvGrpSpPr>
        <p:grpSpPr>
          <a:xfrm>
            <a:off x="921234" y="4663440"/>
            <a:ext cx="7672059" cy="392700"/>
            <a:chOff x="3549650" y="2381250"/>
            <a:chExt cx="5489576" cy="280988"/>
          </a:xfrm>
        </p:grpSpPr>
        <p:sp>
          <p:nvSpPr>
            <p:cNvPr id="103653" name="Freeform 417"/>
            <p:cNvSpPr>
              <a:spLocks/>
            </p:cNvSpPr>
            <p:nvPr>
              <p:custDataLst>
                <p:tags r:id="rId4"/>
              </p:custDataLst>
            </p:nvPr>
          </p:nvSpPr>
          <p:spPr bwMode="auto">
            <a:xfrm>
              <a:off x="3549650" y="2393950"/>
              <a:ext cx="107950" cy="123825"/>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0 h 339"/>
                <a:gd name="T34" fmla="*/ 96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8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8"/>
                    <a:pt x="96" y="300"/>
                  </a:cubicBezTo>
                  <a:lnTo>
                    <a:pt x="96" y="15"/>
                  </a:lnTo>
                  <a:lnTo>
                    <a:pt x="245" y="15"/>
                  </a:lnTo>
                  <a:lnTo>
                    <a:pt x="245" y="300"/>
                  </a:lnTo>
                  <a:cubicBezTo>
                    <a:pt x="245" y="318"/>
                    <a:pt x="244" y="324"/>
                    <a:pt x="205" y="324"/>
                  </a:cubicBezTo>
                  <a:lnTo>
                    <a:pt x="193" y="324"/>
                  </a:lnTo>
                  <a:lnTo>
                    <a:pt x="193" y="339"/>
                  </a:lnTo>
                  <a:cubicBezTo>
                    <a:pt x="211" y="338"/>
                    <a:pt x="248" y="338"/>
                    <a:pt x="267" y="338"/>
                  </a:cubicBezTo>
                  <a:cubicBezTo>
                    <a:pt x="286" y="338"/>
                    <a:pt x="323" y="338"/>
                    <a:pt x="340" y="339"/>
                  </a:cubicBezTo>
                  <a:lnTo>
                    <a:pt x="340" y="324"/>
                  </a:lnTo>
                  <a:lnTo>
                    <a:pt x="328"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54" name="Freeform 418"/>
            <p:cNvSpPr>
              <a:spLocks noEditPoints="1"/>
            </p:cNvSpPr>
            <p:nvPr>
              <p:custDataLst>
                <p:tags r:id="rId5"/>
              </p:custDataLst>
            </p:nvPr>
          </p:nvSpPr>
          <p:spPr bwMode="auto">
            <a:xfrm>
              <a:off x="3662363" y="2460625"/>
              <a:ext cx="49213" cy="109538"/>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2 h 302"/>
                <a:gd name="T18" fmla="*/ 20 w 153"/>
                <a:gd name="T19" fmla="*/ 259 h 302"/>
                <a:gd name="T20" fmla="*/ 0 w 153"/>
                <a:gd name="T21" fmla="*/ 280 h 302"/>
                <a:gd name="T22" fmla="*/ 35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0 h 302"/>
                <a:gd name="T34" fmla="*/ 48 w 153"/>
                <a:gd name="T35" fmla="*/ 135 h 302"/>
                <a:gd name="T36" fmla="*/ 55 w 153"/>
                <a:gd name="T37" fmla="*/ 129 h 302"/>
                <a:gd name="T38" fmla="*/ 102 w 153"/>
                <a:gd name="T39" fmla="*/ 87 h 302"/>
                <a:gd name="T40" fmla="*/ 114 w 153"/>
                <a:gd name="T41" fmla="*/ 104 h 302"/>
                <a:gd name="T42" fmla="*/ 113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2"/>
                  </a:cubicBezTo>
                  <a:cubicBezTo>
                    <a:pt x="33" y="264"/>
                    <a:pt x="27" y="259"/>
                    <a:pt x="20" y="259"/>
                  </a:cubicBezTo>
                  <a:cubicBezTo>
                    <a:pt x="9" y="259"/>
                    <a:pt x="0" y="269"/>
                    <a:pt x="0" y="280"/>
                  </a:cubicBezTo>
                  <a:cubicBezTo>
                    <a:pt x="0" y="293"/>
                    <a:pt x="14" y="302"/>
                    <a:pt x="35" y="302"/>
                  </a:cubicBezTo>
                  <a:cubicBezTo>
                    <a:pt x="55" y="302"/>
                    <a:pt x="96" y="289"/>
                    <a:pt x="107" y="247"/>
                  </a:cubicBezTo>
                  <a:lnTo>
                    <a:pt x="138" y="122"/>
                  </a:lnTo>
                  <a:cubicBezTo>
                    <a:pt x="139" y="118"/>
                    <a:pt x="140" y="115"/>
                    <a:pt x="140" y="110"/>
                  </a:cubicBezTo>
                  <a:cubicBezTo>
                    <a:pt x="140" y="91"/>
                    <a:pt x="124" y="77"/>
                    <a:pt x="103" y="77"/>
                  </a:cubicBezTo>
                  <a:cubicBezTo>
                    <a:pt x="64" y="77"/>
                    <a:pt x="42" y="125"/>
                    <a:pt x="42" y="130"/>
                  </a:cubicBezTo>
                  <a:cubicBezTo>
                    <a:pt x="42" y="135"/>
                    <a:pt x="47" y="135"/>
                    <a:pt x="48" y="135"/>
                  </a:cubicBezTo>
                  <a:cubicBezTo>
                    <a:pt x="52" y="135"/>
                    <a:pt x="52" y="134"/>
                    <a:pt x="55" y="129"/>
                  </a:cubicBezTo>
                  <a:cubicBezTo>
                    <a:pt x="63" y="108"/>
                    <a:pt x="82" y="87"/>
                    <a:pt x="102" y="87"/>
                  </a:cubicBezTo>
                  <a:cubicBezTo>
                    <a:pt x="111" y="87"/>
                    <a:pt x="114" y="93"/>
                    <a:pt x="114" y="104"/>
                  </a:cubicBezTo>
                  <a:cubicBezTo>
                    <a:pt x="114" y="108"/>
                    <a:pt x="113" y="113"/>
                    <a:pt x="113"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55" name="Freeform 419"/>
            <p:cNvSpPr>
              <a:spLocks noEditPoints="1"/>
            </p:cNvSpPr>
            <p:nvPr>
              <p:custDataLst>
                <p:tags r:id="rId6"/>
              </p:custDataLst>
            </p:nvPr>
          </p:nvSpPr>
          <p:spPr bwMode="auto">
            <a:xfrm>
              <a:off x="3727450" y="2489200"/>
              <a:ext cx="57150" cy="57150"/>
            </a:xfrm>
            <a:custGeom>
              <a:avLst/>
              <a:gdLst>
                <a:gd name="T0" fmla="*/ 126 w 178"/>
                <a:gd name="T1" fmla="*/ 21 h 157"/>
                <a:gd name="T2" fmla="*/ 90 w 178"/>
                <a:gd name="T3" fmla="*/ 0 h 157"/>
                <a:gd name="T4" fmla="*/ 0 w 178"/>
                <a:gd name="T5" fmla="*/ 99 h 157"/>
                <a:gd name="T6" fmla="*/ 53 w 178"/>
                <a:gd name="T7" fmla="*/ 157 h 157"/>
                <a:gd name="T8" fmla="*/ 102 w 178"/>
                <a:gd name="T9" fmla="*/ 133 h 157"/>
                <a:gd name="T10" fmla="*/ 138 w 178"/>
                <a:gd name="T11" fmla="*/ 157 h 157"/>
                <a:gd name="T12" fmla="*/ 166 w 178"/>
                <a:gd name="T13" fmla="*/ 139 h 157"/>
                <a:gd name="T14" fmla="*/ 178 w 178"/>
                <a:gd name="T15" fmla="*/ 104 h 157"/>
                <a:gd name="T16" fmla="*/ 173 w 178"/>
                <a:gd name="T17" fmla="*/ 99 h 157"/>
                <a:gd name="T18" fmla="*/ 165 w 178"/>
                <a:gd name="T19" fmla="*/ 110 h 157"/>
                <a:gd name="T20" fmla="*/ 139 w 178"/>
                <a:gd name="T21" fmla="*/ 148 h 157"/>
                <a:gd name="T22" fmla="*/ 128 w 178"/>
                <a:gd name="T23" fmla="*/ 130 h 157"/>
                <a:gd name="T24" fmla="*/ 133 w 178"/>
                <a:gd name="T25" fmla="*/ 103 h 157"/>
                <a:gd name="T26" fmla="*/ 141 w 178"/>
                <a:gd name="T27" fmla="*/ 72 h 157"/>
                <a:gd name="T28" fmla="*/ 148 w 178"/>
                <a:gd name="T29" fmla="*/ 45 h 157"/>
                <a:gd name="T30" fmla="*/ 154 w 178"/>
                <a:gd name="T31" fmla="*/ 18 h 157"/>
                <a:gd name="T32" fmla="*/ 142 w 178"/>
                <a:gd name="T33" fmla="*/ 7 h 157"/>
                <a:gd name="T34" fmla="*/ 126 w 178"/>
                <a:gd name="T35" fmla="*/ 21 h 157"/>
                <a:gd name="T36" fmla="*/ 104 w 178"/>
                <a:gd name="T37" fmla="*/ 110 h 157"/>
                <a:gd name="T38" fmla="*/ 86 w 178"/>
                <a:gd name="T39" fmla="*/ 134 h 157"/>
                <a:gd name="T40" fmla="*/ 54 w 178"/>
                <a:gd name="T41" fmla="*/ 148 h 157"/>
                <a:gd name="T42" fmla="*/ 29 w 178"/>
                <a:gd name="T43" fmla="*/ 114 h 157"/>
                <a:gd name="T44" fmla="*/ 47 w 178"/>
                <a:gd name="T45" fmla="*/ 43 h 157"/>
                <a:gd name="T46" fmla="*/ 90 w 178"/>
                <a:gd name="T47" fmla="*/ 10 h 157"/>
                <a:gd name="T48" fmla="*/ 121 w 178"/>
                <a:gd name="T49" fmla="*/ 40 h 157"/>
                <a:gd name="T50" fmla="*/ 120 w 178"/>
                <a:gd name="T51" fmla="*/ 45 h 157"/>
                <a:gd name="T52" fmla="*/ 104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1"/>
                  </a:moveTo>
                  <a:cubicBezTo>
                    <a:pt x="119" y="9"/>
                    <a:pt x="107" y="0"/>
                    <a:pt x="90" y="0"/>
                  </a:cubicBezTo>
                  <a:cubicBezTo>
                    <a:pt x="46" y="0"/>
                    <a:pt x="0" y="49"/>
                    <a:pt x="0" y="99"/>
                  </a:cubicBezTo>
                  <a:cubicBezTo>
                    <a:pt x="0" y="133"/>
                    <a:pt x="23" y="157"/>
                    <a:pt x="53" y="157"/>
                  </a:cubicBezTo>
                  <a:cubicBezTo>
                    <a:pt x="72" y="157"/>
                    <a:pt x="89" y="147"/>
                    <a:pt x="102" y="133"/>
                  </a:cubicBezTo>
                  <a:cubicBezTo>
                    <a:pt x="109" y="154"/>
                    <a:pt x="129" y="157"/>
                    <a:pt x="138" y="157"/>
                  </a:cubicBezTo>
                  <a:cubicBezTo>
                    <a:pt x="151" y="157"/>
                    <a:pt x="160" y="150"/>
                    <a:pt x="166" y="139"/>
                  </a:cubicBezTo>
                  <a:cubicBezTo>
                    <a:pt x="174" y="125"/>
                    <a:pt x="178" y="105"/>
                    <a:pt x="178" y="104"/>
                  </a:cubicBezTo>
                  <a:cubicBezTo>
                    <a:pt x="178" y="99"/>
                    <a:pt x="174" y="99"/>
                    <a:pt x="173" y="99"/>
                  </a:cubicBezTo>
                  <a:cubicBezTo>
                    <a:pt x="168" y="99"/>
                    <a:pt x="167" y="101"/>
                    <a:pt x="165" y="110"/>
                  </a:cubicBezTo>
                  <a:cubicBezTo>
                    <a:pt x="161" y="127"/>
                    <a:pt x="154" y="148"/>
                    <a:pt x="139" y="148"/>
                  </a:cubicBezTo>
                  <a:cubicBezTo>
                    <a:pt x="130" y="148"/>
                    <a:pt x="128" y="140"/>
                    <a:pt x="128" y="130"/>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6"/>
                    <a:pt x="69" y="148"/>
                    <a:pt x="54" y="148"/>
                  </a:cubicBezTo>
                  <a:cubicBezTo>
                    <a:pt x="41" y="148"/>
                    <a:pt x="29" y="138"/>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56" name="Freeform 420"/>
            <p:cNvSpPr>
              <a:spLocks noEditPoints="1"/>
            </p:cNvSpPr>
            <p:nvPr>
              <p:custDataLst>
                <p:tags r:id="rId7"/>
              </p:custDataLst>
            </p:nvPr>
          </p:nvSpPr>
          <p:spPr bwMode="auto">
            <a:xfrm>
              <a:off x="3795713" y="2455863"/>
              <a:ext cx="57150" cy="90488"/>
            </a:xfrm>
            <a:custGeom>
              <a:avLst/>
              <a:gdLst>
                <a:gd name="T0" fmla="*/ 178 w 180"/>
                <a:gd name="T1" fmla="*/ 10 h 245"/>
                <a:gd name="T2" fmla="*/ 180 w 180"/>
                <a:gd name="T3" fmla="*/ 5 h 245"/>
                <a:gd name="T4" fmla="*/ 174 w 180"/>
                <a:gd name="T5" fmla="*/ 0 h 245"/>
                <a:gd name="T6" fmla="*/ 129 w 180"/>
                <a:gd name="T7" fmla="*/ 3 h 245"/>
                <a:gd name="T8" fmla="*/ 122 w 180"/>
                <a:gd name="T9" fmla="*/ 11 h 245"/>
                <a:gd name="T10" fmla="*/ 131 w 180"/>
                <a:gd name="T11" fmla="*/ 16 h 245"/>
                <a:gd name="T12" fmla="*/ 147 w 180"/>
                <a:gd name="T13" fmla="*/ 21 h 245"/>
                <a:gd name="T14" fmla="*/ 146 w 180"/>
                <a:gd name="T15" fmla="*/ 29 h 245"/>
                <a:gd name="T16" fmla="*/ 126 w 180"/>
                <a:gd name="T17" fmla="*/ 109 h 245"/>
                <a:gd name="T18" fmla="*/ 90 w 180"/>
                <a:gd name="T19" fmla="*/ 88 h 245"/>
                <a:gd name="T20" fmla="*/ 0 w 180"/>
                <a:gd name="T21" fmla="*/ 187 h 245"/>
                <a:gd name="T22" fmla="*/ 53 w 180"/>
                <a:gd name="T23" fmla="*/ 245 h 245"/>
                <a:gd name="T24" fmla="*/ 103 w 180"/>
                <a:gd name="T25" fmla="*/ 221 h 245"/>
                <a:gd name="T26" fmla="*/ 138 w 180"/>
                <a:gd name="T27" fmla="*/ 245 h 245"/>
                <a:gd name="T28" fmla="*/ 166 w 180"/>
                <a:gd name="T29" fmla="*/ 227 h 245"/>
                <a:gd name="T30" fmla="*/ 178 w 180"/>
                <a:gd name="T31" fmla="*/ 192 h 245"/>
                <a:gd name="T32" fmla="*/ 173 w 180"/>
                <a:gd name="T33" fmla="*/ 187 h 245"/>
                <a:gd name="T34" fmla="*/ 165 w 180"/>
                <a:gd name="T35" fmla="*/ 198 h 245"/>
                <a:gd name="T36" fmla="*/ 139 w 180"/>
                <a:gd name="T37" fmla="*/ 236 h 245"/>
                <a:gd name="T38" fmla="*/ 128 w 180"/>
                <a:gd name="T39" fmla="*/ 218 h 245"/>
                <a:gd name="T40" fmla="*/ 130 w 180"/>
                <a:gd name="T41" fmla="*/ 204 h 245"/>
                <a:gd name="T42" fmla="*/ 178 w 180"/>
                <a:gd name="T43" fmla="*/ 10 h 245"/>
                <a:gd name="T44" fmla="*/ 104 w 180"/>
                <a:gd name="T45" fmla="*/ 198 h 245"/>
                <a:gd name="T46" fmla="*/ 86 w 180"/>
                <a:gd name="T47" fmla="*/ 222 h 245"/>
                <a:gd name="T48" fmla="*/ 54 w 180"/>
                <a:gd name="T49" fmla="*/ 236 h 245"/>
                <a:gd name="T50" fmla="*/ 29 w 180"/>
                <a:gd name="T51" fmla="*/ 202 h 245"/>
                <a:gd name="T52" fmla="*/ 47 w 180"/>
                <a:gd name="T53" fmla="*/ 131 h 245"/>
                <a:gd name="T54" fmla="*/ 90 w 180"/>
                <a:gd name="T55" fmla="*/ 98 h 245"/>
                <a:gd name="T56" fmla="*/ 121 w 180"/>
                <a:gd name="T57" fmla="*/ 128 h 245"/>
                <a:gd name="T58" fmla="*/ 120 w 180"/>
                <a:gd name="T59" fmla="*/ 133 h 245"/>
                <a:gd name="T60" fmla="*/ 104 w 180"/>
                <a:gd name="T61"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5">
                  <a:moveTo>
                    <a:pt x="178" y="10"/>
                  </a:moveTo>
                  <a:cubicBezTo>
                    <a:pt x="179" y="9"/>
                    <a:pt x="180" y="5"/>
                    <a:pt x="180" y="5"/>
                  </a:cubicBezTo>
                  <a:cubicBezTo>
                    <a:pt x="180" y="3"/>
                    <a:pt x="178" y="0"/>
                    <a:pt x="174" y="0"/>
                  </a:cubicBezTo>
                  <a:cubicBezTo>
                    <a:pt x="167" y="0"/>
                    <a:pt x="138" y="3"/>
                    <a:pt x="129" y="3"/>
                  </a:cubicBezTo>
                  <a:cubicBezTo>
                    <a:pt x="127" y="4"/>
                    <a:pt x="122" y="4"/>
                    <a:pt x="122" y="11"/>
                  </a:cubicBezTo>
                  <a:cubicBezTo>
                    <a:pt x="122" y="16"/>
                    <a:pt x="127" y="16"/>
                    <a:pt x="131" y="16"/>
                  </a:cubicBezTo>
                  <a:cubicBezTo>
                    <a:pt x="147" y="16"/>
                    <a:pt x="147" y="19"/>
                    <a:pt x="147" y="21"/>
                  </a:cubicBezTo>
                  <a:cubicBezTo>
                    <a:pt x="147" y="24"/>
                    <a:pt x="147" y="26"/>
                    <a:pt x="146" y="29"/>
                  </a:cubicBezTo>
                  <a:lnTo>
                    <a:pt x="126" y="109"/>
                  </a:lnTo>
                  <a:cubicBezTo>
                    <a:pt x="119" y="97"/>
                    <a:pt x="107" y="88"/>
                    <a:pt x="90" y="88"/>
                  </a:cubicBezTo>
                  <a:cubicBezTo>
                    <a:pt x="46" y="88"/>
                    <a:pt x="0" y="137"/>
                    <a:pt x="0" y="187"/>
                  </a:cubicBezTo>
                  <a:cubicBezTo>
                    <a:pt x="0" y="221"/>
                    <a:pt x="23" y="245"/>
                    <a:pt x="53" y="245"/>
                  </a:cubicBezTo>
                  <a:cubicBezTo>
                    <a:pt x="72" y="245"/>
                    <a:pt x="89" y="235"/>
                    <a:pt x="103" y="221"/>
                  </a:cubicBezTo>
                  <a:cubicBezTo>
                    <a:pt x="109" y="242"/>
                    <a:pt x="129" y="245"/>
                    <a:pt x="138" y="245"/>
                  </a:cubicBezTo>
                  <a:cubicBezTo>
                    <a:pt x="151" y="245"/>
                    <a:pt x="160" y="238"/>
                    <a:pt x="166" y="227"/>
                  </a:cubicBezTo>
                  <a:cubicBezTo>
                    <a:pt x="174" y="213"/>
                    <a:pt x="178" y="193"/>
                    <a:pt x="178" y="192"/>
                  </a:cubicBezTo>
                  <a:cubicBezTo>
                    <a:pt x="178" y="187"/>
                    <a:pt x="174" y="187"/>
                    <a:pt x="173" y="187"/>
                  </a:cubicBezTo>
                  <a:cubicBezTo>
                    <a:pt x="168" y="187"/>
                    <a:pt x="167" y="189"/>
                    <a:pt x="165" y="198"/>
                  </a:cubicBezTo>
                  <a:cubicBezTo>
                    <a:pt x="161" y="215"/>
                    <a:pt x="154" y="236"/>
                    <a:pt x="139" y="236"/>
                  </a:cubicBezTo>
                  <a:cubicBezTo>
                    <a:pt x="130" y="236"/>
                    <a:pt x="128" y="228"/>
                    <a:pt x="128" y="218"/>
                  </a:cubicBezTo>
                  <a:cubicBezTo>
                    <a:pt x="128" y="212"/>
                    <a:pt x="129" y="209"/>
                    <a:pt x="130" y="204"/>
                  </a:cubicBezTo>
                  <a:lnTo>
                    <a:pt x="178" y="10"/>
                  </a:lnTo>
                  <a:close/>
                  <a:moveTo>
                    <a:pt x="104" y="198"/>
                  </a:moveTo>
                  <a:cubicBezTo>
                    <a:pt x="101" y="208"/>
                    <a:pt x="94" y="215"/>
                    <a:pt x="86" y="222"/>
                  </a:cubicBezTo>
                  <a:cubicBezTo>
                    <a:pt x="83" y="224"/>
                    <a:pt x="69" y="236"/>
                    <a:pt x="54" y="236"/>
                  </a:cubicBezTo>
                  <a:cubicBezTo>
                    <a:pt x="41" y="236"/>
                    <a:pt x="29" y="226"/>
                    <a:pt x="29" y="202"/>
                  </a:cubicBezTo>
                  <a:cubicBezTo>
                    <a:pt x="29" y="183"/>
                    <a:pt x="39" y="145"/>
                    <a:pt x="47" y="131"/>
                  </a:cubicBezTo>
                  <a:cubicBezTo>
                    <a:pt x="63" y="103"/>
                    <a:pt x="81"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57" name="Freeform 421"/>
            <p:cNvSpPr>
              <a:spLocks/>
            </p:cNvSpPr>
            <p:nvPr>
              <p:custDataLst>
                <p:tags r:id="rId8"/>
              </p:custDataLst>
            </p:nvPr>
          </p:nvSpPr>
          <p:spPr bwMode="auto">
            <a:xfrm>
              <a:off x="3860800" y="2489200"/>
              <a:ext cx="50800" cy="57150"/>
            </a:xfrm>
            <a:custGeom>
              <a:avLst/>
              <a:gdLst>
                <a:gd name="T0" fmla="*/ 65 w 162"/>
                <a:gd name="T1" fmla="*/ 83 h 157"/>
                <a:gd name="T2" fmla="*/ 74 w 162"/>
                <a:gd name="T3" fmla="*/ 48 h 157"/>
                <a:gd name="T4" fmla="*/ 96 w 162"/>
                <a:gd name="T5" fmla="*/ 20 h 157"/>
                <a:gd name="T6" fmla="*/ 125 w 162"/>
                <a:gd name="T7" fmla="*/ 10 h 157"/>
                <a:gd name="T8" fmla="*/ 144 w 162"/>
                <a:gd name="T9" fmla="*/ 15 h 157"/>
                <a:gd name="T10" fmla="*/ 129 w 162"/>
                <a:gd name="T11" fmla="*/ 34 h 157"/>
                <a:gd name="T12" fmla="*/ 142 w 162"/>
                <a:gd name="T13" fmla="*/ 47 h 157"/>
                <a:gd name="T14" fmla="*/ 162 w 162"/>
                <a:gd name="T15" fmla="*/ 25 h 157"/>
                <a:gd name="T16" fmla="*/ 125 w 162"/>
                <a:gd name="T17" fmla="*/ 0 h 157"/>
                <a:gd name="T18" fmla="*/ 76 w 162"/>
                <a:gd name="T19" fmla="*/ 25 h 157"/>
                <a:gd name="T20" fmla="*/ 40 w 162"/>
                <a:gd name="T21" fmla="*/ 0 h 157"/>
                <a:gd name="T22" fmla="*/ 13 w 162"/>
                <a:gd name="T23" fmla="*/ 18 h 157"/>
                <a:gd name="T24" fmla="*/ 0 w 162"/>
                <a:gd name="T25" fmla="*/ 53 h 157"/>
                <a:gd name="T26" fmla="*/ 6 w 162"/>
                <a:gd name="T27" fmla="*/ 58 h 157"/>
                <a:gd name="T28" fmla="*/ 13 w 162"/>
                <a:gd name="T29" fmla="*/ 47 h 157"/>
                <a:gd name="T30" fmla="*/ 39 w 162"/>
                <a:gd name="T31" fmla="*/ 10 h 157"/>
                <a:gd name="T32" fmla="*/ 50 w 162"/>
                <a:gd name="T33" fmla="*/ 27 h 157"/>
                <a:gd name="T34" fmla="*/ 45 w 162"/>
                <a:gd name="T35" fmla="*/ 56 h 157"/>
                <a:gd name="T36" fmla="*/ 37 w 162"/>
                <a:gd name="T37" fmla="*/ 87 h 157"/>
                <a:gd name="T38" fmla="*/ 26 w 162"/>
                <a:gd name="T39" fmla="*/ 132 h 157"/>
                <a:gd name="T40" fmla="*/ 23 w 162"/>
                <a:gd name="T41" fmla="*/ 146 h 157"/>
                <a:gd name="T42" fmla="*/ 34 w 162"/>
                <a:gd name="T43" fmla="*/ 157 h 157"/>
                <a:gd name="T44" fmla="*/ 49 w 162"/>
                <a:gd name="T45" fmla="*/ 147 h 157"/>
                <a:gd name="T46" fmla="*/ 56 w 162"/>
                <a:gd name="T47" fmla="*/ 121 h 157"/>
                <a:gd name="T48" fmla="*/ 65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5" y="83"/>
                  </a:moveTo>
                  <a:cubicBezTo>
                    <a:pt x="66" y="81"/>
                    <a:pt x="74" y="50"/>
                    <a:pt x="74" y="48"/>
                  </a:cubicBezTo>
                  <a:cubicBezTo>
                    <a:pt x="75" y="45"/>
                    <a:pt x="85" y="28"/>
                    <a:pt x="96" y="20"/>
                  </a:cubicBezTo>
                  <a:cubicBezTo>
                    <a:pt x="100" y="17"/>
                    <a:pt x="110" y="10"/>
                    <a:pt x="125" y="10"/>
                  </a:cubicBezTo>
                  <a:cubicBezTo>
                    <a:pt x="128" y="10"/>
                    <a:pt x="137" y="10"/>
                    <a:pt x="144" y="15"/>
                  </a:cubicBezTo>
                  <a:cubicBezTo>
                    <a:pt x="133" y="18"/>
                    <a:pt x="129" y="28"/>
                    <a:pt x="129" y="34"/>
                  </a:cubicBezTo>
                  <a:cubicBezTo>
                    <a:pt x="129" y="42"/>
                    <a:pt x="134" y="47"/>
                    <a:pt x="142" y="47"/>
                  </a:cubicBezTo>
                  <a:cubicBezTo>
                    <a:pt x="150" y="47"/>
                    <a:pt x="162" y="40"/>
                    <a:pt x="162" y="25"/>
                  </a:cubicBezTo>
                  <a:cubicBezTo>
                    <a:pt x="162" y="7"/>
                    <a:pt x="143" y="0"/>
                    <a:pt x="125" y="0"/>
                  </a:cubicBezTo>
                  <a:cubicBezTo>
                    <a:pt x="107" y="0"/>
                    <a:pt x="91" y="7"/>
                    <a:pt x="76" y="25"/>
                  </a:cubicBezTo>
                  <a:cubicBezTo>
                    <a:pt x="70" y="3"/>
                    <a:pt x="48" y="0"/>
                    <a:pt x="40" y="0"/>
                  </a:cubicBezTo>
                  <a:cubicBezTo>
                    <a:pt x="27" y="0"/>
                    <a:pt x="18" y="8"/>
                    <a:pt x="13" y="18"/>
                  </a:cubicBezTo>
                  <a:cubicBezTo>
                    <a:pt x="5" y="31"/>
                    <a:pt x="0" y="52"/>
                    <a:pt x="0" y="53"/>
                  </a:cubicBezTo>
                  <a:cubicBezTo>
                    <a:pt x="0" y="58"/>
                    <a:pt x="5" y="58"/>
                    <a:pt x="6" y="58"/>
                  </a:cubicBezTo>
                  <a:cubicBezTo>
                    <a:pt x="11" y="58"/>
                    <a:pt x="11" y="57"/>
                    <a:pt x="13" y="47"/>
                  </a:cubicBezTo>
                  <a:cubicBezTo>
                    <a:pt x="19" y="26"/>
                    <a:pt x="25" y="10"/>
                    <a:pt x="39" y="10"/>
                  </a:cubicBezTo>
                  <a:cubicBezTo>
                    <a:pt x="48" y="10"/>
                    <a:pt x="50" y="17"/>
                    <a:pt x="50" y="27"/>
                  </a:cubicBezTo>
                  <a:cubicBezTo>
                    <a:pt x="50" y="33"/>
                    <a:pt x="47" y="46"/>
                    <a:pt x="45" y="56"/>
                  </a:cubicBezTo>
                  <a:cubicBezTo>
                    <a:pt x="42" y="65"/>
                    <a:pt x="39" y="80"/>
                    <a:pt x="37" y="87"/>
                  </a:cubicBezTo>
                  <a:lnTo>
                    <a:pt x="26" y="132"/>
                  </a:lnTo>
                  <a:cubicBezTo>
                    <a:pt x="25" y="136"/>
                    <a:pt x="23" y="145"/>
                    <a:pt x="23" y="146"/>
                  </a:cubicBezTo>
                  <a:cubicBezTo>
                    <a:pt x="23" y="154"/>
                    <a:pt x="29" y="157"/>
                    <a:pt x="34" y="157"/>
                  </a:cubicBezTo>
                  <a:cubicBezTo>
                    <a:pt x="40" y="157"/>
                    <a:pt x="47" y="154"/>
                    <a:pt x="49" y="147"/>
                  </a:cubicBezTo>
                  <a:cubicBezTo>
                    <a:pt x="50" y="145"/>
                    <a:pt x="54" y="130"/>
                    <a:pt x="56" y="121"/>
                  </a:cubicBezTo>
                  <a:lnTo>
                    <a:pt x="65"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58" name="Freeform 422"/>
            <p:cNvSpPr>
              <a:spLocks noEditPoints="1"/>
            </p:cNvSpPr>
            <p:nvPr>
              <p:custDataLst>
                <p:tags r:id="rId9"/>
              </p:custDataLst>
            </p:nvPr>
          </p:nvSpPr>
          <p:spPr bwMode="auto">
            <a:xfrm>
              <a:off x="3924300" y="2489200"/>
              <a:ext cx="55563" cy="57150"/>
            </a:xfrm>
            <a:custGeom>
              <a:avLst/>
              <a:gdLst>
                <a:gd name="T0" fmla="*/ 125 w 177"/>
                <a:gd name="T1" fmla="*/ 21 h 157"/>
                <a:gd name="T2" fmla="*/ 90 w 177"/>
                <a:gd name="T3" fmla="*/ 0 h 157"/>
                <a:gd name="T4" fmla="*/ 0 w 177"/>
                <a:gd name="T5" fmla="*/ 99 h 157"/>
                <a:gd name="T6" fmla="*/ 52 w 177"/>
                <a:gd name="T7" fmla="*/ 157 h 157"/>
                <a:gd name="T8" fmla="*/ 102 w 177"/>
                <a:gd name="T9" fmla="*/ 133 h 157"/>
                <a:gd name="T10" fmla="*/ 138 w 177"/>
                <a:gd name="T11" fmla="*/ 157 h 157"/>
                <a:gd name="T12" fmla="*/ 165 w 177"/>
                <a:gd name="T13" fmla="*/ 139 h 157"/>
                <a:gd name="T14" fmla="*/ 177 w 177"/>
                <a:gd name="T15" fmla="*/ 104 h 157"/>
                <a:gd name="T16" fmla="*/ 172 w 177"/>
                <a:gd name="T17" fmla="*/ 99 h 157"/>
                <a:gd name="T18" fmla="*/ 164 w 177"/>
                <a:gd name="T19" fmla="*/ 110 h 157"/>
                <a:gd name="T20" fmla="*/ 139 w 177"/>
                <a:gd name="T21" fmla="*/ 148 h 157"/>
                <a:gd name="T22" fmla="*/ 127 w 177"/>
                <a:gd name="T23" fmla="*/ 130 h 157"/>
                <a:gd name="T24" fmla="*/ 132 w 177"/>
                <a:gd name="T25" fmla="*/ 103 h 157"/>
                <a:gd name="T26" fmla="*/ 140 w 177"/>
                <a:gd name="T27" fmla="*/ 72 h 157"/>
                <a:gd name="T28" fmla="*/ 147 w 177"/>
                <a:gd name="T29" fmla="*/ 45 h 157"/>
                <a:gd name="T30" fmla="*/ 153 w 177"/>
                <a:gd name="T31" fmla="*/ 18 h 157"/>
                <a:gd name="T32" fmla="*/ 142 w 177"/>
                <a:gd name="T33" fmla="*/ 7 h 157"/>
                <a:gd name="T34" fmla="*/ 125 w 177"/>
                <a:gd name="T35" fmla="*/ 21 h 157"/>
                <a:gd name="T36" fmla="*/ 103 w 177"/>
                <a:gd name="T37" fmla="*/ 110 h 157"/>
                <a:gd name="T38" fmla="*/ 85 w 177"/>
                <a:gd name="T39" fmla="*/ 134 h 157"/>
                <a:gd name="T40" fmla="*/ 53 w 177"/>
                <a:gd name="T41" fmla="*/ 148 h 157"/>
                <a:gd name="T42" fmla="*/ 28 w 177"/>
                <a:gd name="T43" fmla="*/ 114 h 157"/>
                <a:gd name="T44" fmla="*/ 46 w 177"/>
                <a:gd name="T45" fmla="*/ 43 h 157"/>
                <a:gd name="T46" fmla="*/ 90 w 177"/>
                <a:gd name="T47" fmla="*/ 10 h 157"/>
                <a:gd name="T48" fmla="*/ 121 w 177"/>
                <a:gd name="T49" fmla="*/ 40 h 157"/>
                <a:gd name="T50" fmla="*/ 120 w 177"/>
                <a:gd name="T51" fmla="*/ 45 h 157"/>
                <a:gd name="T52" fmla="*/ 103 w 177"/>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7">
                  <a:moveTo>
                    <a:pt x="125" y="21"/>
                  </a:moveTo>
                  <a:cubicBezTo>
                    <a:pt x="118" y="9"/>
                    <a:pt x="106" y="0"/>
                    <a:pt x="90" y="0"/>
                  </a:cubicBezTo>
                  <a:cubicBezTo>
                    <a:pt x="45" y="0"/>
                    <a:pt x="0" y="49"/>
                    <a:pt x="0" y="99"/>
                  </a:cubicBezTo>
                  <a:cubicBezTo>
                    <a:pt x="0" y="133"/>
                    <a:pt x="22" y="157"/>
                    <a:pt x="52" y="157"/>
                  </a:cubicBezTo>
                  <a:cubicBezTo>
                    <a:pt x="71" y="157"/>
                    <a:pt x="88" y="147"/>
                    <a:pt x="102" y="133"/>
                  </a:cubicBezTo>
                  <a:cubicBezTo>
                    <a:pt x="108" y="154"/>
                    <a:pt x="129" y="157"/>
                    <a:pt x="138" y="157"/>
                  </a:cubicBezTo>
                  <a:cubicBezTo>
                    <a:pt x="150" y="157"/>
                    <a:pt x="159" y="150"/>
                    <a:pt x="165" y="139"/>
                  </a:cubicBezTo>
                  <a:cubicBezTo>
                    <a:pt x="173" y="125"/>
                    <a:pt x="177" y="105"/>
                    <a:pt x="177" y="104"/>
                  </a:cubicBezTo>
                  <a:cubicBezTo>
                    <a:pt x="177" y="99"/>
                    <a:pt x="173" y="99"/>
                    <a:pt x="172" y="99"/>
                  </a:cubicBezTo>
                  <a:cubicBezTo>
                    <a:pt x="167" y="99"/>
                    <a:pt x="167" y="101"/>
                    <a:pt x="164" y="110"/>
                  </a:cubicBezTo>
                  <a:cubicBezTo>
                    <a:pt x="160" y="127"/>
                    <a:pt x="153" y="148"/>
                    <a:pt x="139" y="148"/>
                  </a:cubicBezTo>
                  <a:cubicBezTo>
                    <a:pt x="130" y="148"/>
                    <a:pt x="127" y="140"/>
                    <a:pt x="127" y="130"/>
                  </a:cubicBezTo>
                  <a:cubicBezTo>
                    <a:pt x="127" y="125"/>
                    <a:pt x="130" y="112"/>
                    <a:pt x="132" y="103"/>
                  </a:cubicBezTo>
                  <a:cubicBezTo>
                    <a:pt x="135" y="94"/>
                    <a:pt x="138" y="79"/>
                    <a:pt x="140" y="72"/>
                  </a:cubicBezTo>
                  <a:lnTo>
                    <a:pt x="147" y="45"/>
                  </a:lnTo>
                  <a:cubicBezTo>
                    <a:pt x="149" y="36"/>
                    <a:pt x="153" y="20"/>
                    <a:pt x="153" y="18"/>
                  </a:cubicBezTo>
                  <a:cubicBezTo>
                    <a:pt x="153" y="10"/>
                    <a:pt x="147" y="7"/>
                    <a:pt x="142" y="7"/>
                  </a:cubicBezTo>
                  <a:cubicBezTo>
                    <a:pt x="136" y="7"/>
                    <a:pt x="128" y="11"/>
                    <a:pt x="125" y="21"/>
                  </a:cubicBezTo>
                  <a:close/>
                  <a:moveTo>
                    <a:pt x="103" y="110"/>
                  </a:moveTo>
                  <a:cubicBezTo>
                    <a:pt x="101" y="120"/>
                    <a:pt x="93" y="127"/>
                    <a:pt x="85" y="134"/>
                  </a:cubicBezTo>
                  <a:cubicBezTo>
                    <a:pt x="82" y="136"/>
                    <a:pt x="68" y="148"/>
                    <a:pt x="53" y="148"/>
                  </a:cubicBezTo>
                  <a:cubicBezTo>
                    <a:pt x="40" y="148"/>
                    <a:pt x="28" y="138"/>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59" name="Freeform 423"/>
            <p:cNvSpPr>
              <a:spLocks/>
            </p:cNvSpPr>
            <p:nvPr>
              <p:custDataLst>
                <p:tags r:id="rId10"/>
              </p:custDataLst>
            </p:nvPr>
          </p:nvSpPr>
          <p:spPr bwMode="auto">
            <a:xfrm>
              <a:off x="3992563" y="2455863"/>
              <a:ext cx="23813" cy="90488"/>
            </a:xfrm>
            <a:custGeom>
              <a:avLst/>
              <a:gdLst>
                <a:gd name="T0" fmla="*/ 77 w 78"/>
                <a:gd name="T1" fmla="*/ 10 h 245"/>
                <a:gd name="T2" fmla="*/ 78 w 78"/>
                <a:gd name="T3" fmla="*/ 5 h 245"/>
                <a:gd name="T4" fmla="*/ 72 w 78"/>
                <a:gd name="T5" fmla="*/ 0 h 245"/>
                <a:gd name="T6" fmla="*/ 28 w 78"/>
                <a:gd name="T7" fmla="*/ 3 h 245"/>
                <a:gd name="T8" fmla="*/ 21 w 78"/>
                <a:gd name="T9" fmla="*/ 11 h 245"/>
                <a:gd name="T10" fmla="*/ 29 w 78"/>
                <a:gd name="T11" fmla="*/ 16 h 245"/>
                <a:gd name="T12" fmla="*/ 46 w 78"/>
                <a:gd name="T13" fmla="*/ 21 h 245"/>
                <a:gd name="T14" fmla="*/ 45 w 78"/>
                <a:gd name="T15" fmla="*/ 29 h 245"/>
                <a:gd name="T16" fmla="*/ 1 w 78"/>
                <a:gd name="T17" fmla="*/ 201 h 245"/>
                <a:gd name="T18" fmla="*/ 0 w 78"/>
                <a:gd name="T19" fmla="*/ 212 h 245"/>
                <a:gd name="T20" fmla="*/ 37 w 78"/>
                <a:gd name="T21" fmla="*/ 245 h 245"/>
                <a:gd name="T22" fmla="*/ 64 w 78"/>
                <a:gd name="T23" fmla="*/ 227 h 245"/>
                <a:gd name="T24" fmla="*/ 77 w 78"/>
                <a:gd name="T25" fmla="*/ 192 h 245"/>
                <a:gd name="T26" fmla="*/ 71 w 78"/>
                <a:gd name="T27" fmla="*/ 187 h 245"/>
                <a:gd name="T28" fmla="*/ 64 w 78"/>
                <a:gd name="T29" fmla="*/ 196 h 245"/>
                <a:gd name="T30" fmla="*/ 38 w 78"/>
                <a:gd name="T31" fmla="*/ 236 h 245"/>
                <a:gd name="T32" fmla="*/ 26 w 78"/>
                <a:gd name="T33" fmla="*/ 218 h 245"/>
                <a:gd name="T34" fmla="*/ 28 w 78"/>
                <a:gd name="T35" fmla="*/ 204 h 245"/>
                <a:gd name="T36" fmla="*/ 77 w 78"/>
                <a:gd name="T37" fmla="*/ 1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5">
                  <a:moveTo>
                    <a:pt x="77" y="10"/>
                  </a:moveTo>
                  <a:cubicBezTo>
                    <a:pt x="77" y="9"/>
                    <a:pt x="78" y="5"/>
                    <a:pt x="78" y="5"/>
                  </a:cubicBezTo>
                  <a:cubicBezTo>
                    <a:pt x="78" y="3"/>
                    <a:pt x="77" y="0"/>
                    <a:pt x="72" y="0"/>
                  </a:cubicBezTo>
                  <a:cubicBezTo>
                    <a:pt x="66" y="0"/>
                    <a:pt x="37" y="3"/>
                    <a:pt x="28" y="3"/>
                  </a:cubicBezTo>
                  <a:cubicBezTo>
                    <a:pt x="25" y="4"/>
                    <a:pt x="21" y="4"/>
                    <a:pt x="21" y="11"/>
                  </a:cubicBezTo>
                  <a:cubicBezTo>
                    <a:pt x="21" y="16"/>
                    <a:pt x="25" y="16"/>
                    <a:pt x="29" y="16"/>
                  </a:cubicBezTo>
                  <a:cubicBezTo>
                    <a:pt x="46" y="16"/>
                    <a:pt x="46" y="19"/>
                    <a:pt x="46" y="21"/>
                  </a:cubicBezTo>
                  <a:cubicBezTo>
                    <a:pt x="46" y="24"/>
                    <a:pt x="45" y="26"/>
                    <a:pt x="45" y="29"/>
                  </a:cubicBezTo>
                  <a:lnTo>
                    <a:pt x="1" y="201"/>
                  </a:lnTo>
                  <a:cubicBezTo>
                    <a:pt x="0" y="205"/>
                    <a:pt x="0" y="209"/>
                    <a:pt x="0" y="212"/>
                  </a:cubicBezTo>
                  <a:cubicBezTo>
                    <a:pt x="0" y="235"/>
                    <a:pt x="20" y="245"/>
                    <a:pt x="37" y="245"/>
                  </a:cubicBezTo>
                  <a:cubicBezTo>
                    <a:pt x="45" y="245"/>
                    <a:pt x="55" y="243"/>
                    <a:pt x="64" y="227"/>
                  </a:cubicBezTo>
                  <a:cubicBezTo>
                    <a:pt x="72" y="214"/>
                    <a:pt x="77" y="193"/>
                    <a:pt x="77" y="192"/>
                  </a:cubicBezTo>
                  <a:cubicBezTo>
                    <a:pt x="77" y="187"/>
                    <a:pt x="72" y="187"/>
                    <a:pt x="71" y="187"/>
                  </a:cubicBezTo>
                  <a:cubicBezTo>
                    <a:pt x="66" y="187"/>
                    <a:pt x="66" y="190"/>
                    <a:pt x="64" y="196"/>
                  </a:cubicBezTo>
                  <a:cubicBezTo>
                    <a:pt x="60" y="213"/>
                    <a:pt x="53" y="236"/>
                    <a:pt x="38" y="236"/>
                  </a:cubicBezTo>
                  <a:cubicBezTo>
                    <a:pt x="29" y="236"/>
                    <a:pt x="26" y="227"/>
                    <a:pt x="26" y="218"/>
                  </a:cubicBezTo>
                  <a:cubicBezTo>
                    <a:pt x="26" y="215"/>
                    <a:pt x="27" y="208"/>
                    <a:pt x="28" y="204"/>
                  </a:cubicBezTo>
                  <a:lnTo>
                    <a:pt x="77"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0" name="Freeform 424"/>
            <p:cNvSpPr>
              <a:spLocks noEditPoints="1"/>
            </p:cNvSpPr>
            <p:nvPr>
              <p:custDataLst>
                <p:tags r:id="rId11"/>
              </p:custDataLst>
            </p:nvPr>
          </p:nvSpPr>
          <p:spPr bwMode="auto">
            <a:xfrm>
              <a:off x="4032250" y="2489200"/>
              <a:ext cx="47625" cy="57150"/>
            </a:xfrm>
            <a:custGeom>
              <a:avLst/>
              <a:gdLst>
                <a:gd name="T0" fmla="*/ 55 w 150"/>
                <a:gd name="T1" fmla="*/ 74 h 157"/>
                <a:gd name="T2" fmla="*/ 111 w 150"/>
                <a:gd name="T3" fmla="*/ 67 h 157"/>
                <a:gd name="T4" fmla="*/ 142 w 150"/>
                <a:gd name="T5" fmla="*/ 31 h 157"/>
                <a:gd name="T6" fmla="*/ 99 w 150"/>
                <a:gd name="T7" fmla="*/ 0 h 157"/>
                <a:gd name="T8" fmla="*/ 0 w 150"/>
                <a:gd name="T9" fmla="*/ 92 h 157"/>
                <a:gd name="T10" fmla="*/ 63 w 150"/>
                <a:gd name="T11" fmla="*/ 157 h 157"/>
                <a:gd name="T12" fmla="*/ 150 w 150"/>
                <a:gd name="T13" fmla="*/ 118 h 157"/>
                <a:gd name="T14" fmla="*/ 144 w 150"/>
                <a:gd name="T15" fmla="*/ 112 h 157"/>
                <a:gd name="T16" fmla="*/ 138 w 150"/>
                <a:gd name="T17" fmla="*/ 115 h 157"/>
                <a:gd name="T18" fmla="*/ 64 w 150"/>
                <a:gd name="T19" fmla="*/ 148 h 157"/>
                <a:gd name="T20" fmla="*/ 29 w 150"/>
                <a:gd name="T21" fmla="*/ 105 h 157"/>
                <a:gd name="T22" fmla="*/ 33 w 150"/>
                <a:gd name="T23" fmla="*/ 74 h 157"/>
                <a:gd name="T24" fmla="*/ 55 w 150"/>
                <a:gd name="T25" fmla="*/ 74 h 157"/>
                <a:gd name="T26" fmla="*/ 36 w 150"/>
                <a:gd name="T27" fmla="*/ 65 h 157"/>
                <a:gd name="T28" fmla="*/ 99 w 150"/>
                <a:gd name="T29" fmla="*/ 10 h 157"/>
                <a:gd name="T30" fmla="*/ 127 w 150"/>
                <a:gd name="T31" fmla="*/ 31 h 157"/>
                <a:gd name="T32" fmla="*/ 53 w 150"/>
                <a:gd name="T33" fmla="*/ 65 h 157"/>
                <a:gd name="T34" fmla="*/ 36 w 150"/>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7">
                  <a:moveTo>
                    <a:pt x="55" y="74"/>
                  </a:moveTo>
                  <a:cubicBezTo>
                    <a:pt x="65" y="74"/>
                    <a:pt x="92" y="74"/>
                    <a:pt x="111" y="67"/>
                  </a:cubicBezTo>
                  <a:cubicBezTo>
                    <a:pt x="137" y="58"/>
                    <a:pt x="142" y="41"/>
                    <a:pt x="142" y="31"/>
                  </a:cubicBezTo>
                  <a:cubicBezTo>
                    <a:pt x="142" y="12"/>
                    <a:pt x="123" y="0"/>
                    <a:pt x="99" y="0"/>
                  </a:cubicBezTo>
                  <a:cubicBezTo>
                    <a:pt x="57" y="0"/>
                    <a:pt x="0" y="32"/>
                    <a:pt x="0" y="92"/>
                  </a:cubicBezTo>
                  <a:cubicBezTo>
                    <a:pt x="0" y="127"/>
                    <a:pt x="22" y="157"/>
                    <a:pt x="63" y="157"/>
                  </a:cubicBezTo>
                  <a:cubicBezTo>
                    <a:pt x="122" y="157"/>
                    <a:pt x="150" y="123"/>
                    <a:pt x="150" y="118"/>
                  </a:cubicBezTo>
                  <a:cubicBezTo>
                    <a:pt x="150" y="116"/>
                    <a:pt x="146" y="112"/>
                    <a:pt x="144" y="112"/>
                  </a:cubicBezTo>
                  <a:cubicBezTo>
                    <a:pt x="142" y="112"/>
                    <a:pt x="141" y="113"/>
                    <a:pt x="138" y="115"/>
                  </a:cubicBezTo>
                  <a:cubicBezTo>
                    <a:pt x="111" y="148"/>
                    <a:pt x="70" y="148"/>
                    <a:pt x="64" y="148"/>
                  </a:cubicBezTo>
                  <a:cubicBezTo>
                    <a:pt x="43" y="148"/>
                    <a:pt x="29" y="134"/>
                    <a:pt x="29" y="105"/>
                  </a:cubicBezTo>
                  <a:cubicBezTo>
                    <a:pt x="29" y="100"/>
                    <a:pt x="29" y="94"/>
                    <a:pt x="33" y="74"/>
                  </a:cubicBezTo>
                  <a:lnTo>
                    <a:pt x="55" y="74"/>
                  </a:lnTo>
                  <a:close/>
                  <a:moveTo>
                    <a:pt x="36" y="65"/>
                  </a:moveTo>
                  <a:cubicBezTo>
                    <a:pt x="50" y="14"/>
                    <a:pt x="89" y="10"/>
                    <a:pt x="99" y="10"/>
                  </a:cubicBezTo>
                  <a:cubicBezTo>
                    <a:pt x="114" y="10"/>
                    <a:pt x="127" y="17"/>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1" name="Freeform 425"/>
            <p:cNvSpPr>
              <a:spLocks/>
            </p:cNvSpPr>
            <p:nvPr>
              <p:custDataLst>
                <p:tags r:id="rId12"/>
              </p:custDataLst>
            </p:nvPr>
          </p:nvSpPr>
          <p:spPr bwMode="auto">
            <a:xfrm>
              <a:off x="4092575" y="2489200"/>
              <a:ext cx="47625" cy="57150"/>
            </a:xfrm>
            <a:custGeom>
              <a:avLst/>
              <a:gdLst>
                <a:gd name="T0" fmla="*/ 131 w 151"/>
                <a:gd name="T1" fmla="*/ 20 h 157"/>
                <a:gd name="T2" fmla="*/ 113 w 151"/>
                <a:gd name="T3" fmla="*/ 40 h 157"/>
                <a:gd name="T4" fmla="*/ 127 w 151"/>
                <a:gd name="T5" fmla="*/ 53 h 157"/>
                <a:gd name="T6" fmla="*/ 146 w 151"/>
                <a:gd name="T7" fmla="*/ 30 h 157"/>
                <a:gd name="T8" fmla="*/ 100 w 151"/>
                <a:gd name="T9" fmla="*/ 0 h 157"/>
                <a:gd name="T10" fmla="*/ 0 w 151"/>
                <a:gd name="T11" fmla="*/ 97 h 157"/>
                <a:gd name="T12" fmla="*/ 64 w 151"/>
                <a:gd name="T13" fmla="*/ 157 h 157"/>
                <a:gd name="T14" fmla="*/ 151 w 151"/>
                <a:gd name="T15" fmla="*/ 118 h 157"/>
                <a:gd name="T16" fmla="*/ 145 w 151"/>
                <a:gd name="T17" fmla="*/ 112 h 157"/>
                <a:gd name="T18" fmla="*/ 139 w 151"/>
                <a:gd name="T19" fmla="*/ 115 h 157"/>
                <a:gd name="T20" fmla="*/ 65 w 151"/>
                <a:gd name="T21" fmla="*/ 148 h 157"/>
                <a:gd name="T22" fmla="*/ 29 w 151"/>
                <a:gd name="T23" fmla="*/ 109 h 157"/>
                <a:gd name="T24" fmla="*/ 52 w 151"/>
                <a:gd name="T25" fmla="*/ 37 h 157"/>
                <a:gd name="T26" fmla="*/ 100 w 151"/>
                <a:gd name="T27" fmla="*/ 10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8" y="22"/>
                    <a:pt x="113" y="32"/>
                    <a:pt x="113" y="40"/>
                  </a:cubicBezTo>
                  <a:cubicBezTo>
                    <a:pt x="113" y="49"/>
                    <a:pt x="120" y="53"/>
                    <a:pt x="127" y="53"/>
                  </a:cubicBezTo>
                  <a:cubicBezTo>
                    <a:pt x="134" y="53"/>
                    <a:pt x="146" y="47"/>
                    <a:pt x="146" y="30"/>
                  </a:cubicBezTo>
                  <a:cubicBezTo>
                    <a:pt x="146" y="7"/>
                    <a:pt x="119" y="0"/>
                    <a:pt x="100" y="0"/>
                  </a:cubicBezTo>
                  <a:cubicBezTo>
                    <a:pt x="48" y="0"/>
                    <a:pt x="0" y="48"/>
                    <a:pt x="0" y="97"/>
                  </a:cubicBezTo>
                  <a:cubicBezTo>
                    <a:pt x="0" y="127"/>
                    <a:pt x="21" y="157"/>
                    <a:pt x="64" y="157"/>
                  </a:cubicBezTo>
                  <a:cubicBezTo>
                    <a:pt x="123" y="157"/>
                    <a:pt x="151" y="123"/>
                    <a:pt x="151" y="118"/>
                  </a:cubicBezTo>
                  <a:cubicBezTo>
                    <a:pt x="151" y="116"/>
                    <a:pt x="148" y="112"/>
                    <a:pt x="145" y="112"/>
                  </a:cubicBezTo>
                  <a:cubicBezTo>
                    <a:pt x="143" y="112"/>
                    <a:pt x="142" y="113"/>
                    <a:pt x="139" y="115"/>
                  </a:cubicBezTo>
                  <a:cubicBezTo>
                    <a:pt x="112" y="148"/>
                    <a:pt x="71" y="148"/>
                    <a:pt x="65" y="148"/>
                  </a:cubicBezTo>
                  <a:cubicBezTo>
                    <a:pt x="40" y="148"/>
                    <a:pt x="29" y="130"/>
                    <a:pt x="29" y="109"/>
                  </a:cubicBezTo>
                  <a:cubicBezTo>
                    <a:pt x="29" y="99"/>
                    <a:pt x="34" y="61"/>
                    <a:pt x="52" y="37"/>
                  </a:cubicBezTo>
                  <a:cubicBezTo>
                    <a:pt x="65" y="20"/>
                    <a:pt x="83" y="10"/>
                    <a:pt x="100" y="10"/>
                  </a:cubicBezTo>
                  <a:cubicBezTo>
                    <a:pt x="105" y="10"/>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2" name="Freeform 426"/>
            <p:cNvSpPr>
              <a:spLocks/>
            </p:cNvSpPr>
            <p:nvPr>
              <p:custDataLst>
                <p:tags r:id="rId13"/>
              </p:custDataLst>
            </p:nvPr>
          </p:nvSpPr>
          <p:spPr bwMode="auto">
            <a:xfrm>
              <a:off x="4152900" y="2530475"/>
              <a:ext cx="12700" cy="14288"/>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7"/>
                    <a:pt x="30" y="0"/>
                    <a:pt x="20" y="0"/>
                  </a:cubicBezTo>
                  <a:cubicBezTo>
                    <a:pt x="9" y="0"/>
                    <a:pt x="0" y="9"/>
                    <a:pt x="0" y="20"/>
                  </a:cubicBezTo>
                  <a:cubicBezTo>
                    <a:pt x="0" y="32"/>
                    <a:pt x="11" y="40"/>
                    <a:pt x="20" y="40"/>
                  </a:cubicBezTo>
                  <a:cubicBezTo>
                    <a:pt x="32" y="40"/>
                    <a:pt x="40" y="30"/>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3" name="Freeform 427"/>
            <p:cNvSpPr>
              <a:spLocks noEditPoints="1"/>
            </p:cNvSpPr>
            <p:nvPr>
              <p:custDataLst>
                <p:tags r:id="rId14"/>
              </p:custDataLst>
            </p:nvPr>
          </p:nvSpPr>
          <p:spPr bwMode="auto">
            <a:xfrm>
              <a:off x="4183063" y="2460625"/>
              <a:ext cx="34925" cy="85725"/>
            </a:xfrm>
            <a:custGeom>
              <a:avLst/>
              <a:gdLst>
                <a:gd name="T0" fmla="*/ 96 w 106"/>
                <a:gd name="T1" fmla="*/ 13 h 234"/>
                <a:gd name="T2" fmla="*/ 83 w 106"/>
                <a:gd name="T3" fmla="*/ 0 h 234"/>
                <a:gd name="T4" fmla="*/ 63 w 106"/>
                <a:gd name="T5" fmla="*/ 19 h 234"/>
                <a:gd name="T6" fmla="*/ 77 w 106"/>
                <a:gd name="T7" fmla="*/ 32 h 234"/>
                <a:gd name="T8" fmla="*/ 96 w 106"/>
                <a:gd name="T9" fmla="*/ 13 h 234"/>
                <a:gd name="T10" fmla="*/ 25 w 106"/>
                <a:gd name="T11" fmla="*/ 190 h 234"/>
                <a:gd name="T12" fmla="*/ 22 w 106"/>
                <a:gd name="T13" fmla="*/ 205 h 234"/>
                <a:gd name="T14" fmla="*/ 55 w 106"/>
                <a:gd name="T15" fmla="*/ 234 h 234"/>
                <a:gd name="T16" fmla="*/ 106 w 106"/>
                <a:gd name="T17" fmla="*/ 181 h 234"/>
                <a:gd name="T18" fmla="*/ 100 w 106"/>
                <a:gd name="T19" fmla="*/ 176 h 234"/>
                <a:gd name="T20" fmla="*/ 93 w 106"/>
                <a:gd name="T21" fmla="*/ 182 h 234"/>
                <a:gd name="T22" fmla="*/ 56 w 106"/>
                <a:gd name="T23" fmla="*/ 225 h 234"/>
                <a:gd name="T24" fmla="*/ 48 w 106"/>
                <a:gd name="T25" fmla="*/ 212 h 234"/>
                <a:gd name="T26" fmla="*/ 53 w 106"/>
                <a:gd name="T27" fmla="*/ 190 h 234"/>
                <a:gd name="T28" fmla="*/ 64 w 106"/>
                <a:gd name="T29" fmla="*/ 162 h 234"/>
                <a:gd name="T30" fmla="*/ 81 w 106"/>
                <a:gd name="T31" fmla="*/ 118 h 234"/>
                <a:gd name="T32" fmla="*/ 84 w 106"/>
                <a:gd name="T33" fmla="*/ 107 h 234"/>
                <a:gd name="T34" fmla="*/ 50 w 106"/>
                <a:gd name="T35" fmla="*/ 77 h 234"/>
                <a:gd name="T36" fmla="*/ 0 w 106"/>
                <a:gd name="T37" fmla="*/ 130 h 234"/>
                <a:gd name="T38" fmla="*/ 6 w 106"/>
                <a:gd name="T39" fmla="*/ 135 h 234"/>
                <a:gd name="T40" fmla="*/ 12 w 106"/>
                <a:gd name="T41" fmla="*/ 129 h 234"/>
                <a:gd name="T42" fmla="*/ 49 w 106"/>
                <a:gd name="T43" fmla="*/ 87 h 234"/>
                <a:gd name="T44" fmla="*/ 58 w 106"/>
                <a:gd name="T45" fmla="*/ 99 h 234"/>
                <a:gd name="T46" fmla="*/ 47 w 106"/>
                <a:gd name="T47" fmla="*/ 134 h 234"/>
                <a:gd name="T48" fmla="*/ 25 w 106"/>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4">
                  <a:moveTo>
                    <a:pt x="96" y="13"/>
                  </a:moveTo>
                  <a:cubicBezTo>
                    <a:pt x="96" y="7"/>
                    <a:pt x="92" y="0"/>
                    <a:pt x="83" y="0"/>
                  </a:cubicBezTo>
                  <a:cubicBezTo>
                    <a:pt x="73" y="0"/>
                    <a:pt x="63" y="9"/>
                    <a:pt x="63" y="19"/>
                  </a:cubicBezTo>
                  <a:cubicBezTo>
                    <a:pt x="63" y="25"/>
                    <a:pt x="68" y="32"/>
                    <a:pt x="77" y="32"/>
                  </a:cubicBezTo>
                  <a:cubicBezTo>
                    <a:pt x="87" y="32"/>
                    <a:pt x="96" y="22"/>
                    <a:pt x="96" y="13"/>
                  </a:cubicBezTo>
                  <a:close/>
                  <a:moveTo>
                    <a:pt x="25" y="190"/>
                  </a:moveTo>
                  <a:cubicBezTo>
                    <a:pt x="24" y="195"/>
                    <a:pt x="22" y="199"/>
                    <a:pt x="22" y="205"/>
                  </a:cubicBezTo>
                  <a:cubicBezTo>
                    <a:pt x="22" y="221"/>
                    <a:pt x="36" y="234"/>
                    <a:pt x="55" y="234"/>
                  </a:cubicBezTo>
                  <a:cubicBezTo>
                    <a:pt x="90" y="234"/>
                    <a:pt x="106" y="186"/>
                    <a:pt x="106" y="181"/>
                  </a:cubicBezTo>
                  <a:cubicBezTo>
                    <a:pt x="106" y="176"/>
                    <a:pt x="101" y="176"/>
                    <a:pt x="100" y="176"/>
                  </a:cubicBezTo>
                  <a:cubicBezTo>
                    <a:pt x="95" y="176"/>
                    <a:pt x="95" y="179"/>
                    <a:pt x="93" y="182"/>
                  </a:cubicBezTo>
                  <a:cubicBezTo>
                    <a:pt x="85" y="210"/>
                    <a:pt x="70" y="225"/>
                    <a:pt x="56" y="225"/>
                  </a:cubicBezTo>
                  <a:cubicBezTo>
                    <a:pt x="49" y="225"/>
                    <a:pt x="48" y="220"/>
                    <a:pt x="48" y="212"/>
                  </a:cubicBezTo>
                  <a:cubicBezTo>
                    <a:pt x="48" y="204"/>
                    <a:pt x="50" y="198"/>
                    <a:pt x="53" y="190"/>
                  </a:cubicBezTo>
                  <a:cubicBezTo>
                    <a:pt x="57" y="181"/>
                    <a:pt x="61" y="171"/>
                    <a:pt x="64" y="162"/>
                  </a:cubicBezTo>
                  <a:cubicBezTo>
                    <a:pt x="68" y="154"/>
                    <a:pt x="80" y="122"/>
                    <a:pt x="81" y="118"/>
                  </a:cubicBezTo>
                  <a:cubicBezTo>
                    <a:pt x="83" y="114"/>
                    <a:pt x="84" y="110"/>
                    <a:pt x="84" y="107"/>
                  </a:cubicBezTo>
                  <a:cubicBezTo>
                    <a:pt x="84" y="90"/>
                    <a:pt x="70" y="77"/>
                    <a:pt x="50" y="77"/>
                  </a:cubicBezTo>
                  <a:cubicBezTo>
                    <a:pt x="16" y="77"/>
                    <a:pt x="0" y="124"/>
                    <a:pt x="0" y="130"/>
                  </a:cubicBezTo>
                  <a:cubicBezTo>
                    <a:pt x="0" y="135"/>
                    <a:pt x="5" y="135"/>
                    <a:pt x="6" y="135"/>
                  </a:cubicBezTo>
                  <a:cubicBezTo>
                    <a:pt x="11" y="135"/>
                    <a:pt x="11" y="133"/>
                    <a:pt x="12" y="129"/>
                  </a:cubicBezTo>
                  <a:cubicBezTo>
                    <a:pt x="21" y="99"/>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4" name="Freeform 428"/>
            <p:cNvSpPr>
              <a:spLocks/>
            </p:cNvSpPr>
            <p:nvPr>
              <p:custDataLst>
                <p:tags r:id="rId15"/>
              </p:custDataLst>
            </p:nvPr>
          </p:nvSpPr>
          <p:spPr bwMode="auto">
            <a:xfrm>
              <a:off x="4229100" y="2489200"/>
              <a:ext cx="100013" cy="57150"/>
            </a:xfrm>
            <a:custGeom>
              <a:avLst/>
              <a:gdLst>
                <a:gd name="T0" fmla="*/ 135 w 320"/>
                <a:gd name="T1" fmla="*/ 126 h 157"/>
                <a:gd name="T2" fmla="*/ 130 w 320"/>
                <a:gd name="T3" fmla="*/ 146 h 157"/>
                <a:gd name="T4" fmla="*/ 142 w 320"/>
                <a:gd name="T5" fmla="*/ 157 h 157"/>
                <a:gd name="T6" fmla="*/ 155 w 320"/>
                <a:gd name="T7" fmla="*/ 150 h 157"/>
                <a:gd name="T8" fmla="*/ 161 w 320"/>
                <a:gd name="T9" fmla="*/ 128 h 157"/>
                <a:gd name="T10" fmla="*/ 169 w 320"/>
                <a:gd name="T11" fmla="*/ 97 h 157"/>
                <a:gd name="T12" fmla="*/ 175 w 320"/>
                <a:gd name="T13" fmla="*/ 73 h 157"/>
                <a:gd name="T14" fmla="*/ 186 w 320"/>
                <a:gd name="T15" fmla="*/ 47 h 157"/>
                <a:gd name="T16" fmla="*/ 242 w 320"/>
                <a:gd name="T17" fmla="*/ 10 h 157"/>
                <a:gd name="T18" fmla="*/ 262 w 320"/>
                <a:gd name="T19" fmla="*/ 34 h 157"/>
                <a:gd name="T20" fmla="*/ 242 w 320"/>
                <a:gd name="T21" fmla="*/ 108 h 157"/>
                <a:gd name="T22" fmla="*/ 236 w 320"/>
                <a:gd name="T23" fmla="*/ 127 h 157"/>
                <a:gd name="T24" fmla="*/ 270 w 320"/>
                <a:gd name="T25" fmla="*/ 157 h 157"/>
                <a:gd name="T26" fmla="*/ 320 w 320"/>
                <a:gd name="T27" fmla="*/ 104 h 157"/>
                <a:gd name="T28" fmla="*/ 314 w 320"/>
                <a:gd name="T29" fmla="*/ 99 h 157"/>
                <a:gd name="T30" fmla="*/ 308 w 320"/>
                <a:gd name="T31" fmla="*/ 105 h 157"/>
                <a:gd name="T32" fmla="*/ 271 w 320"/>
                <a:gd name="T33" fmla="*/ 148 h 157"/>
                <a:gd name="T34" fmla="*/ 262 w 320"/>
                <a:gd name="T35" fmla="*/ 135 h 157"/>
                <a:gd name="T36" fmla="*/ 270 w 320"/>
                <a:gd name="T37" fmla="*/ 107 h 157"/>
                <a:gd name="T38" fmla="*/ 288 w 320"/>
                <a:gd name="T39" fmla="*/ 40 h 157"/>
                <a:gd name="T40" fmla="*/ 275 w 320"/>
                <a:gd name="T41" fmla="*/ 9 h 157"/>
                <a:gd name="T42" fmla="*/ 243 w 320"/>
                <a:gd name="T43" fmla="*/ 0 h 157"/>
                <a:gd name="T44" fmla="*/ 181 w 320"/>
                <a:gd name="T45" fmla="*/ 35 h 157"/>
                <a:gd name="T46" fmla="*/ 136 w 320"/>
                <a:gd name="T47" fmla="*/ 0 h 157"/>
                <a:gd name="T48" fmla="*/ 77 w 320"/>
                <a:gd name="T49" fmla="*/ 32 h 157"/>
                <a:gd name="T50" fmla="*/ 40 w 320"/>
                <a:gd name="T51" fmla="*/ 0 h 157"/>
                <a:gd name="T52" fmla="*/ 12 w 320"/>
                <a:gd name="T53" fmla="*/ 19 h 157"/>
                <a:gd name="T54" fmla="*/ 0 w 320"/>
                <a:gd name="T55" fmla="*/ 53 h 157"/>
                <a:gd name="T56" fmla="*/ 6 w 320"/>
                <a:gd name="T57" fmla="*/ 58 h 157"/>
                <a:gd name="T58" fmla="*/ 13 w 320"/>
                <a:gd name="T59" fmla="*/ 47 h 157"/>
                <a:gd name="T60" fmla="*/ 39 w 320"/>
                <a:gd name="T61" fmla="*/ 10 h 157"/>
                <a:gd name="T62" fmla="*/ 50 w 320"/>
                <a:gd name="T63" fmla="*/ 27 h 157"/>
                <a:gd name="T64" fmla="*/ 45 w 320"/>
                <a:gd name="T65" fmla="*/ 56 h 157"/>
                <a:gd name="T66" fmla="*/ 37 w 320"/>
                <a:gd name="T67" fmla="*/ 87 h 157"/>
                <a:gd name="T68" fmla="*/ 26 w 320"/>
                <a:gd name="T69" fmla="*/ 132 h 157"/>
                <a:gd name="T70" fmla="*/ 22 w 320"/>
                <a:gd name="T71" fmla="*/ 146 h 157"/>
                <a:gd name="T72" fmla="*/ 34 w 320"/>
                <a:gd name="T73" fmla="*/ 157 h 157"/>
                <a:gd name="T74" fmla="*/ 48 w 320"/>
                <a:gd name="T75" fmla="*/ 150 h 157"/>
                <a:gd name="T76" fmla="*/ 54 w 320"/>
                <a:gd name="T77" fmla="*/ 128 h 157"/>
                <a:gd name="T78" fmla="*/ 62 w 320"/>
                <a:gd name="T79" fmla="*/ 97 h 157"/>
                <a:gd name="T80" fmla="*/ 68 w 320"/>
                <a:gd name="T81" fmla="*/ 73 h 157"/>
                <a:gd name="T82" fmla="*/ 82 w 320"/>
                <a:gd name="T83" fmla="*/ 42 h 157"/>
                <a:gd name="T84" fmla="*/ 135 w 320"/>
                <a:gd name="T85" fmla="*/ 10 h 157"/>
                <a:gd name="T86" fmla="*/ 155 w 320"/>
                <a:gd name="T87" fmla="*/ 34 h 157"/>
                <a:gd name="T88" fmla="*/ 149 w 320"/>
                <a:gd name="T89" fmla="*/ 67 h 157"/>
                <a:gd name="T90" fmla="*/ 135 w 320"/>
                <a:gd name="T91" fmla="*/ 126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157">
                  <a:moveTo>
                    <a:pt x="135" y="126"/>
                  </a:moveTo>
                  <a:cubicBezTo>
                    <a:pt x="133" y="133"/>
                    <a:pt x="130" y="144"/>
                    <a:pt x="130" y="146"/>
                  </a:cubicBezTo>
                  <a:cubicBezTo>
                    <a:pt x="130" y="154"/>
                    <a:pt x="136" y="157"/>
                    <a:pt x="142" y="157"/>
                  </a:cubicBezTo>
                  <a:cubicBezTo>
                    <a:pt x="148" y="157"/>
                    <a:pt x="153" y="153"/>
                    <a:pt x="155" y="150"/>
                  </a:cubicBezTo>
                  <a:cubicBezTo>
                    <a:pt x="157" y="147"/>
                    <a:pt x="160" y="135"/>
                    <a:pt x="161" y="128"/>
                  </a:cubicBezTo>
                  <a:cubicBezTo>
                    <a:pt x="163" y="121"/>
                    <a:pt x="167" y="105"/>
                    <a:pt x="169" y="97"/>
                  </a:cubicBezTo>
                  <a:cubicBezTo>
                    <a:pt x="171" y="89"/>
                    <a:pt x="173" y="81"/>
                    <a:pt x="175" y="73"/>
                  </a:cubicBezTo>
                  <a:cubicBezTo>
                    <a:pt x="179" y="58"/>
                    <a:pt x="179" y="58"/>
                    <a:pt x="186" y="47"/>
                  </a:cubicBezTo>
                  <a:cubicBezTo>
                    <a:pt x="197" y="30"/>
                    <a:pt x="214" y="10"/>
                    <a:pt x="242" y="10"/>
                  </a:cubicBezTo>
                  <a:cubicBezTo>
                    <a:pt x="261" y="10"/>
                    <a:pt x="262" y="26"/>
                    <a:pt x="262" y="34"/>
                  </a:cubicBezTo>
                  <a:cubicBezTo>
                    <a:pt x="262" y="55"/>
                    <a:pt x="247" y="94"/>
                    <a:pt x="242" y="108"/>
                  </a:cubicBezTo>
                  <a:cubicBezTo>
                    <a:pt x="238" y="118"/>
                    <a:pt x="236" y="121"/>
                    <a:pt x="236" y="127"/>
                  </a:cubicBezTo>
                  <a:cubicBezTo>
                    <a:pt x="236" y="146"/>
                    <a:pt x="252" y="157"/>
                    <a:pt x="270" y="157"/>
                  </a:cubicBezTo>
                  <a:cubicBezTo>
                    <a:pt x="304" y="157"/>
                    <a:pt x="320" y="109"/>
                    <a:pt x="320" y="104"/>
                  </a:cubicBezTo>
                  <a:cubicBezTo>
                    <a:pt x="320" y="99"/>
                    <a:pt x="315" y="99"/>
                    <a:pt x="314" y="99"/>
                  </a:cubicBezTo>
                  <a:cubicBezTo>
                    <a:pt x="309" y="99"/>
                    <a:pt x="309" y="102"/>
                    <a:pt x="308" y="105"/>
                  </a:cubicBezTo>
                  <a:cubicBezTo>
                    <a:pt x="300" y="133"/>
                    <a:pt x="285" y="148"/>
                    <a:pt x="271" y="148"/>
                  </a:cubicBezTo>
                  <a:cubicBezTo>
                    <a:pt x="263" y="148"/>
                    <a:pt x="262" y="143"/>
                    <a:pt x="262" y="135"/>
                  </a:cubicBezTo>
                  <a:cubicBezTo>
                    <a:pt x="262" y="127"/>
                    <a:pt x="264" y="123"/>
                    <a:pt x="270" y="107"/>
                  </a:cubicBezTo>
                  <a:cubicBezTo>
                    <a:pt x="274" y="96"/>
                    <a:pt x="288" y="59"/>
                    <a:pt x="288" y="40"/>
                  </a:cubicBezTo>
                  <a:cubicBezTo>
                    <a:pt x="288" y="34"/>
                    <a:pt x="288" y="20"/>
                    <a:pt x="275" y="9"/>
                  </a:cubicBezTo>
                  <a:cubicBezTo>
                    <a:pt x="270" y="5"/>
                    <a:pt x="259" y="0"/>
                    <a:pt x="243" y="0"/>
                  </a:cubicBezTo>
                  <a:cubicBezTo>
                    <a:pt x="212" y="0"/>
                    <a:pt x="193" y="21"/>
                    <a:pt x="181" y="35"/>
                  </a:cubicBezTo>
                  <a:cubicBezTo>
                    <a:pt x="179" y="6"/>
                    <a:pt x="154" y="0"/>
                    <a:pt x="136" y="0"/>
                  </a:cubicBezTo>
                  <a:cubicBezTo>
                    <a:pt x="107" y="0"/>
                    <a:pt x="88" y="18"/>
                    <a:pt x="77" y="32"/>
                  </a:cubicBezTo>
                  <a:cubicBezTo>
                    <a:pt x="75" y="8"/>
                    <a:pt x="54" y="0"/>
                    <a:pt x="40" y="0"/>
                  </a:cubicBezTo>
                  <a:cubicBezTo>
                    <a:pt x="25" y="0"/>
                    <a:pt x="17" y="11"/>
                    <a:pt x="12" y="19"/>
                  </a:cubicBezTo>
                  <a:cubicBezTo>
                    <a:pt x="5" y="32"/>
                    <a:pt x="0" y="52"/>
                    <a:pt x="0" y="53"/>
                  </a:cubicBezTo>
                  <a:cubicBezTo>
                    <a:pt x="0" y="58"/>
                    <a:pt x="5" y="58"/>
                    <a:pt x="6" y="58"/>
                  </a:cubicBezTo>
                  <a:cubicBezTo>
                    <a:pt x="11" y="58"/>
                    <a:pt x="11" y="57"/>
                    <a:pt x="13" y="47"/>
                  </a:cubicBezTo>
                  <a:cubicBezTo>
                    <a:pt x="19" y="27"/>
                    <a:pt x="25" y="10"/>
                    <a:pt x="39" y="10"/>
                  </a:cubicBezTo>
                  <a:cubicBezTo>
                    <a:pt x="48" y="10"/>
                    <a:pt x="50" y="17"/>
                    <a:pt x="50" y="27"/>
                  </a:cubicBezTo>
                  <a:cubicBezTo>
                    <a:pt x="50" y="33"/>
                    <a:pt x="47" y="46"/>
                    <a:pt x="45" y="56"/>
                  </a:cubicBezTo>
                  <a:cubicBezTo>
                    <a:pt x="42" y="65"/>
                    <a:pt x="39" y="80"/>
                    <a:pt x="37" y="87"/>
                  </a:cubicBezTo>
                  <a:lnTo>
                    <a:pt x="26" y="132"/>
                  </a:lnTo>
                  <a:cubicBezTo>
                    <a:pt x="24" y="136"/>
                    <a:pt x="22" y="145"/>
                    <a:pt x="22" y="146"/>
                  </a:cubicBezTo>
                  <a:cubicBezTo>
                    <a:pt x="22" y="154"/>
                    <a:pt x="29" y="157"/>
                    <a:pt x="34" y="157"/>
                  </a:cubicBezTo>
                  <a:cubicBezTo>
                    <a:pt x="41" y="157"/>
                    <a:pt x="46" y="153"/>
                    <a:pt x="48" y="150"/>
                  </a:cubicBezTo>
                  <a:cubicBezTo>
                    <a:pt x="50" y="147"/>
                    <a:pt x="52" y="135"/>
                    <a:pt x="54" y="128"/>
                  </a:cubicBezTo>
                  <a:cubicBezTo>
                    <a:pt x="56" y="121"/>
                    <a:pt x="60" y="105"/>
                    <a:pt x="62" y="97"/>
                  </a:cubicBezTo>
                  <a:cubicBezTo>
                    <a:pt x="64" y="89"/>
                    <a:pt x="66" y="81"/>
                    <a:pt x="68" y="73"/>
                  </a:cubicBezTo>
                  <a:cubicBezTo>
                    <a:pt x="72" y="59"/>
                    <a:pt x="72" y="56"/>
                    <a:pt x="82" y="42"/>
                  </a:cubicBezTo>
                  <a:cubicBezTo>
                    <a:pt x="92" y="28"/>
                    <a:pt x="109" y="10"/>
                    <a:pt x="135" y="10"/>
                  </a:cubicBezTo>
                  <a:cubicBezTo>
                    <a:pt x="155" y="10"/>
                    <a:pt x="155" y="28"/>
                    <a:pt x="155" y="34"/>
                  </a:cubicBezTo>
                  <a:cubicBezTo>
                    <a:pt x="155" y="43"/>
                    <a:pt x="154" y="47"/>
                    <a:pt x="149" y="67"/>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5" name="Freeform 429"/>
            <p:cNvSpPr>
              <a:spLocks noEditPoints="1"/>
            </p:cNvSpPr>
            <p:nvPr>
              <p:custDataLst>
                <p:tags r:id="rId16"/>
              </p:custDataLst>
            </p:nvPr>
          </p:nvSpPr>
          <p:spPr bwMode="auto">
            <a:xfrm>
              <a:off x="4341813" y="2489200"/>
              <a:ext cx="47625" cy="57150"/>
            </a:xfrm>
            <a:custGeom>
              <a:avLst/>
              <a:gdLst>
                <a:gd name="T0" fmla="*/ 55 w 149"/>
                <a:gd name="T1" fmla="*/ 74 h 157"/>
                <a:gd name="T2" fmla="*/ 111 w 149"/>
                <a:gd name="T3" fmla="*/ 67 h 157"/>
                <a:gd name="T4" fmla="*/ 142 w 149"/>
                <a:gd name="T5" fmla="*/ 31 h 157"/>
                <a:gd name="T6" fmla="*/ 98 w 149"/>
                <a:gd name="T7" fmla="*/ 0 h 157"/>
                <a:gd name="T8" fmla="*/ 0 w 149"/>
                <a:gd name="T9" fmla="*/ 92 h 157"/>
                <a:gd name="T10" fmla="*/ 63 w 149"/>
                <a:gd name="T11" fmla="*/ 157 h 157"/>
                <a:gd name="T12" fmla="*/ 149 w 149"/>
                <a:gd name="T13" fmla="*/ 118 h 157"/>
                <a:gd name="T14" fmla="*/ 143 w 149"/>
                <a:gd name="T15" fmla="*/ 112 h 157"/>
                <a:gd name="T16" fmla="*/ 138 w 149"/>
                <a:gd name="T17" fmla="*/ 115 h 157"/>
                <a:gd name="T18" fmla="*/ 64 w 149"/>
                <a:gd name="T19" fmla="*/ 148 h 157"/>
                <a:gd name="T20" fmla="*/ 29 w 149"/>
                <a:gd name="T21" fmla="*/ 105 h 157"/>
                <a:gd name="T22" fmla="*/ 33 w 149"/>
                <a:gd name="T23" fmla="*/ 74 h 157"/>
                <a:gd name="T24" fmla="*/ 55 w 149"/>
                <a:gd name="T25" fmla="*/ 74 h 157"/>
                <a:gd name="T26" fmla="*/ 36 w 149"/>
                <a:gd name="T27" fmla="*/ 65 h 157"/>
                <a:gd name="T28" fmla="*/ 98 w 149"/>
                <a:gd name="T29" fmla="*/ 10 h 157"/>
                <a:gd name="T30" fmla="*/ 127 w 149"/>
                <a:gd name="T31" fmla="*/ 31 h 157"/>
                <a:gd name="T32" fmla="*/ 53 w 149"/>
                <a:gd name="T33" fmla="*/ 65 h 157"/>
                <a:gd name="T34" fmla="*/ 36 w 149"/>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5" y="74"/>
                  </a:moveTo>
                  <a:cubicBezTo>
                    <a:pt x="65" y="74"/>
                    <a:pt x="92" y="74"/>
                    <a:pt x="111" y="67"/>
                  </a:cubicBezTo>
                  <a:cubicBezTo>
                    <a:pt x="137" y="58"/>
                    <a:pt x="142" y="41"/>
                    <a:pt x="142" y="31"/>
                  </a:cubicBezTo>
                  <a:cubicBezTo>
                    <a:pt x="142" y="12"/>
                    <a:pt x="122" y="0"/>
                    <a:pt x="98" y="0"/>
                  </a:cubicBezTo>
                  <a:cubicBezTo>
                    <a:pt x="57" y="0"/>
                    <a:pt x="0" y="32"/>
                    <a:pt x="0" y="92"/>
                  </a:cubicBezTo>
                  <a:cubicBezTo>
                    <a:pt x="0" y="127"/>
                    <a:pt x="22" y="157"/>
                    <a:pt x="63" y="157"/>
                  </a:cubicBezTo>
                  <a:cubicBezTo>
                    <a:pt x="122" y="157"/>
                    <a:pt x="149" y="123"/>
                    <a:pt x="149" y="118"/>
                  </a:cubicBezTo>
                  <a:cubicBezTo>
                    <a:pt x="149" y="116"/>
                    <a:pt x="146" y="112"/>
                    <a:pt x="143" y="112"/>
                  </a:cubicBezTo>
                  <a:cubicBezTo>
                    <a:pt x="141" y="112"/>
                    <a:pt x="141" y="113"/>
                    <a:pt x="138" y="115"/>
                  </a:cubicBezTo>
                  <a:cubicBezTo>
                    <a:pt x="111" y="148"/>
                    <a:pt x="70" y="148"/>
                    <a:pt x="64" y="148"/>
                  </a:cubicBezTo>
                  <a:cubicBezTo>
                    <a:pt x="43" y="148"/>
                    <a:pt x="29" y="134"/>
                    <a:pt x="29" y="105"/>
                  </a:cubicBezTo>
                  <a:cubicBezTo>
                    <a:pt x="29" y="100"/>
                    <a:pt x="29" y="94"/>
                    <a:pt x="33" y="74"/>
                  </a:cubicBezTo>
                  <a:lnTo>
                    <a:pt x="55" y="74"/>
                  </a:lnTo>
                  <a:close/>
                  <a:moveTo>
                    <a:pt x="36" y="65"/>
                  </a:moveTo>
                  <a:cubicBezTo>
                    <a:pt x="50" y="14"/>
                    <a:pt x="89" y="10"/>
                    <a:pt x="98" y="10"/>
                  </a:cubicBezTo>
                  <a:cubicBezTo>
                    <a:pt x="114" y="10"/>
                    <a:pt x="127" y="17"/>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6" name="Freeform 430"/>
            <p:cNvSpPr>
              <a:spLocks/>
            </p:cNvSpPr>
            <p:nvPr>
              <p:custDataLst>
                <p:tags r:id="rId17"/>
              </p:custDataLst>
            </p:nvPr>
          </p:nvSpPr>
          <p:spPr bwMode="auto">
            <a:xfrm>
              <a:off x="4418013" y="2381250"/>
              <a:ext cx="36513" cy="180975"/>
            </a:xfrm>
            <a:custGeom>
              <a:avLst/>
              <a:gdLst>
                <a:gd name="T0" fmla="*/ 116 w 116"/>
                <a:gd name="T1" fmla="*/ 494 h 499"/>
                <a:gd name="T2" fmla="*/ 107 w 116"/>
                <a:gd name="T3" fmla="*/ 483 h 499"/>
                <a:gd name="T4" fmla="*/ 29 w 116"/>
                <a:gd name="T5" fmla="*/ 249 h 499"/>
                <a:gd name="T6" fmla="*/ 109 w 116"/>
                <a:gd name="T7" fmla="*/ 13 h 499"/>
                <a:gd name="T8" fmla="*/ 116 w 116"/>
                <a:gd name="T9" fmla="*/ 5 h 499"/>
                <a:gd name="T10" fmla="*/ 111 w 116"/>
                <a:gd name="T11" fmla="*/ 0 h 499"/>
                <a:gd name="T12" fmla="*/ 32 w 116"/>
                <a:gd name="T13" fmla="*/ 97 h 499"/>
                <a:gd name="T14" fmla="*/ 0 w 116"/>
                <a:gd name="T15" fmla="*/ 249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2"/>
                    <a:pt x="116" y="491"/>
                    <a:pt x="107" y="483"/>
                  </a:cubicBezTo>
                  <a:cubicBezTo>
                    <a:pt x="45" y="420"/>
                    <a:pt x="29" y="326"/>
                    <a:pt x="29" y="249"/>
                  </a:cubicBezTo>
                  <a:cubicBezTo>
                    <a:pt x="29" y="163"/>
                    <a:pt x="48" y="76"/>
                    <a:pt x="109" y="13"/>
                  </a:cubicBezTo>
                  <a:cubicBezTo>
                    <a:pt x="116" y="7"/>
                    <a:pt x="116" y="6"/>
                    <a:pt x="116" y="5"/>
                  </a:cubicBezTo>
                  <a:cubicBezTo>
                    <a:pt x="116" y="1"/>
                    <a:pt x="114" y="0"/>
                    <a:pt x="111" y="0"/>
                  </a:cubicBezTo>
                  <a:cubicBezTo>
                    <a:pt x="106" y="0"/>
                    <a:pt x="61" y="34"/>
                    <a:pt x="32" y="97"/>
                  </a:cubicBezTo>
                  <a:cubicBezTo>
                    <a:pt x="6" y="152"/>
                    <a:pt x="0" y="208"/>
                    <a:pt x="0" y="249"/>
                  </a:cubicBezTo>
                  <a:cubicBezTo>
                    <a:pt x="0" y="288"/>
                    <a:pt x="6" y="349"/>
                    <a:pt x="33" y="405"/>
                  </a:cubicBezTo>
                  <a:cubicBezTo>
                    <a:pt x="63" y="466"/>
                    <a:pt x="106" y="499"/>
                    <a:pt x="111" y="499"/>
                  </a:cubicBezTo>
                  <a:cubicBezTo>
                    <a:pt x="114" y="499"/>
                    <a:pt x="116" y="497"/>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7" name="Freeform 431"/>
            <p:cNvSpPr>
              <a:spLocks noEditPoints="1"/>
            </p:cNvSpPr>
            <p:nvPr>
              <p:custDataLst>
                <p:tags r:id="rId18"/>
              </p:custDataLst>
            </p:nvPr>
          </p:nvSpPr>
          <p:spPr bwMode="auto">
            <a:xfrm>
              <a:off x="4460875" y="2397125"/>
              <a:ext cx="65088" cy="157163"/>
            </a:xfrm>
            <a:custGeom>
              <a:avLst/>
              <a:gdLst>
                <a:gd name="T0" fmla="*/ 205 w 205"/>
                <a:gd name="T1" fmla="*/ 18 h 432"/>
                <a:gd name="T2" fmla="*/ 186 w 205"/>
                <a:gd name="T3" fmla="*/ 0 h 432"/>
                <a:gd name="T4" fmla="*/ 159 w 205"/>
                <a:gd name="T5" fmla="*/ 27 h 432"/>
                <a:gd name="T6" fmla="*/ 178 w 205"/>
                <a:gd name="T7" fmla="*/ 45 h 432"/>
                <a:gd name="T8" fmla="*/ 205 w 205"/>
                <a:gd name="T9" fmla="*/ 18 h 432"/>
                <a:gd name="T10" fmla="*/ 104 w 205"/>
                <a:gd name="T11" fmla="*/ 355 h 432"/>
                <a:gd name="T12" fmla="*/ 43 w 205"/>
                <a:gd name="T13" fmla="*/ 421 h 432"/>
                <a:gd name="T14" fmla="*/ 24 w 205"/>
                <a:gd name="T15" fmla="*/ 417 h 432"/>
                <a:gd name="T16" fmla="*/ 46 w 205"/>
                <a:gd name="T17" fmla="*/ 391 h 432"/>
                <a:gd name="T18" fmla="*/ 27 w 205"/>
                <a:gd name="T19" fmla="*/ 373 h 432"/>
                <a:gd name="T20" fmla="*/ 0 w 205"/>
                <a:gd name="T21" fmla="*/ 401 h 432"/>
                <a:gd name="T22" fmla="*/ 44 w 205"/>
                <a:gd name="T23" fmla="*/ 432 h 432"/>
                <a:gd name="T24" fmla="*/ 138 w 205"/>
                <a:gd name="T25" fmla="*/ 357 h 432"/>
                <a:gd name="T26" fmla="*/ 184 w 205"/>
                <a:gd name="T27" fmla="*/ 174 h 432"/>
                <a:gd name="T28" fmla="*/ 186 w 205"/>
                <a:gd name="T29" fmla="*/ 156 h 432"/>
                <a:gd name="T30" fmla="*/ 140 w 205"/>
                <a:gd name="T31" fmla="*/ 110 h 432"/>
                <a:gd name="T32" fmla="*/ 61 w 205"/>
                <a:gd name="T33" fmla="*/ 186 h 432"/>
                <a:gd name="T34" fmla="*/ 67 w 205"/>
                <a:gd name="T35" fmla="*/ 191 h 432"/>
                <a:gd name="T36" fmla="*/ 76 w 205"/>
                <a:gd name="T37" fmla="*/ 181 h 432"/>
                <a:gd name="T38" fmla="*/ 139 w 205"/>
                <a:gd name="T39" fmla="*/ 121 h 432"/>
                <a:gd name="T40" fmla="*/ 155 w 205"/>
                <a:gd name="T41" fmla="*/ 144 h 432"/>
                <a:gd name="T42" fmla="*/ 151 w 205"/>
                <a:gd name="T43" fmla="*/ 169 h 432"/>
                <a:gd name="T44" fmla="*/ 104 w 205"/>
                <a:gd name="T45" fmla="*/ 35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2">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4" y="355"/>
                  </a:moveTo>
                  <a:cubicBezTo>
                    <a:pt x="95" y="393"/>
                    <a:pt x="71" y="421"/>
                    <a:pt x="43" y="421"/>
                  </a:cubicBezTo>
                  <a:cubicBezTo>
                    <a:pt x="40" y="421"/>
                    <a:pt x="33" y="421"/>
                    <a:pt x="24" y="417"/>
                  </a:cubicBezTo>
                  <a:cubicBezTo>
                    <a:pt x="39" y="413"/>
                    <a:pt x="46" y="401"/>
                    <a:pt x="46" y="391"/>
                  </a:cubicBezTo>
                  <a:cubicBezTo>
                    <a:pt x="46" y="383"/>
                    <a:pt x="41" y="373"/>
                    <a:pt x="27" y="373"/>
                  </a:cubicBezTo>
                  <a:cubicBezTo>
                    <a:pt x="15" y="373"/>
                    <a:pt x="0" y="384"/>
                    <a:pt x="0" y="401"/>
                  </a:cubicBezTo>
                  <a:cubicBezTo>
                    <a:pt x="0" y="421"/>
                    <a:pt x="20" y="432"/>
                    <a:pt x="44" y="432"/>
                  </a:cubicBezTo>
                  <a:cubicBezTo>
                    <a:pt x="79" y="432"/>
                    <a:pt x="125" y="406"/>
                    <a:pt x="138" y="357"/>
                  </a:cubicBezTo>
                  <a:lnTo>
                    <a:pt x="184" y="174"/>
                  </a:lnTo>
                  <a:cubicBezTo>
                    <a:pt x="186" y="164"/>
                    <a:pt x="186" y="157"/>
                    <a:pt x="186" y="156"/>
                  </a:cubicBezTo>
                  <a:cubicBezTo>
                    <a:pt x="186" y="127"/>
                    <a:pt x="165" y="110"/>
                    <a:pt x="140" y="110"/>
                  </a:cubicBezTo>
                  <a:cubicBezTo>
                    <a:pt x="89" y="110"/>
                    <a:pt x="61" y="182"/>
                    <a:pt x="61" y="186"/>
                  </a:cubicBezTo>
                  <a:cubicBezTo>
                    <a:pt x="61" y="191"/>
                    <a:pt x="66" y="191"/>
                    <a:pt x="67" y="191"/>
                  </a:cubicBezTo>
                  <a:cubicBezTo>
                    <a:pt x="72" y="191"/>
                    <a:pt x="72" y="191"/>
                    <a:pt x="76" y="181"/>
                  </a:cubicBezTo>
                  <a:cubicBezTo>
                    <a:pt x="88" y="151"/>
                    <a:pt x="111" y="121"/>
                    <a:pt x="139" y="121"/>
                  </a:cubicBezTo>
                  <a:cubicBezTo>
                    <a:pt x="146" y="121"/>
                    <a:pt x="155" y="123"/>
                    <a:pt x="155" y="144"/>
                  </a:cubicBezTo>
                  <a:cubicBezTo>
                    <a:pt x="155"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8" name="Freeform 432"/>
            <p:cNvSpPr>
              <a:spLocks noEditPoints="1"/>
            </p:cNvSpPr>
            <p:nvPr>
              <p:custDataLst>
                <p:tags r:id="rId19"/>
              </p:custDataLst>
            </p:nvPr>
          </p:nvSpPr>
          <p:spPr bwMode="auto">
            <a:xfrm>
              <a:off x="4543425" y="2436813"/>
              <a:ext cx="71438" cy="82550"/>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7 w 228"/>
                <a:gd name="T11" fmla="*/ 226 h 226"/>
                <a:gd name="T12" fmla="*/ 214 w 228"/>
                <a:gd name="T13" fmla="*/ 198 h 226"/>
                <a:gd name="T14" fmla="*/ 228 w 228"/>
                <a:gd name="T15" fmla="*/ 149 h 226"/>
                <a:gd name="T16" fmla="*/ 222 w 228"/>
                <a:gd name="T17" fmla="*/ 144 h 226"/>
                <a:gd name="T18" fmla="*/ 215 w 228"/>
                <a:gd name="T19" fmla="*/ 153 h 226"/>
                <a:gd name="T20" fmla="*/ 178 w 228"/>
                <a:gd name="T21" fmla="*/ 215 h 226"/>
                <a:gd name="T22" fmla="*/ 163 w 228"/>
                <a:gd name="T23" fmla="*/ 192 h 226"/>
                <a:gd name="T24" fmla="*/ 169 w 228"/>
                <a:gd name="T25" fmla="*/ 155 h 226"/>
                <a:gd name="T26" fmla="*/ 180 w 228"/>
                <a:gd name="T27" fmla="*/ 110 h 226"/>
                <a:gd name="T28" fmla="*/ 198 w 228"/>
                <a:gd name="T29" fmla="*/ 40 h 226"/>
                <a:gd name="T30" fmla="*/ 202 w 228"/>
                <a:gd name="T31" fmla="*/ 23 h 226"/>
                <a:gd name="T32" fmla="*/ 187 w 228"/>
                <a:gd name="T33" fmla="*/ 10 h 226"/>
                <a:gd name="T34" fmla="*/ 166 w 228"/>
                <a:gd name="T35" fmla="*/ 32 h 226"/>
                <a:gd name="T36" fmla="*/ 134 w 228"/>
                <a:gd name="T37" fmla="*/ 161 h 226"/>
                <a:gd name="T38" fmla="*/ 124 w 228"/>
                <a:gd name="T39" fmla="*/ 179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9 w 228"/>
                <a:gd name="T51" fmla="*/ 63 h 226"/>
                <a:gd name="T52" fmla="*/ 134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3" y="0"/>
                    <a:pt x="120" y="0"/>
                  </a:cubicBezTo>
                  <a:cubicBezTo>
                    <a:pt x="62" y="0"/>
                    <a:pt x="0" y="73"/>
                    <a:pt x="0" y="146"/>
                  </a:cubicBezTo>
                  <a:cubicBezTo>
                    <a:pt x="0" y="193"/>
                    <a:pt x="28" y="226"/>
                    <a:pt x="66" y="226"/>
                  </a:cubicBezTo>
                  <a:cubicBezTo>
                    <a:pt x="76" y="226"/>
                    <a:pt x="101" y="224"/>
                    <a:pt x="131" y="188"/>
                  </a:cubicBezTo>
                  <a:cubicBezTo>
                    <a:pt x="135" y="209"/>
                    <a:pt x="153" y="226"/>
                    <a:pt x="177" y="226"/>
                  </a:cubicBezTo>
                  <a:cubicBezTo>
                    <a:pt x="194" y="226"/>
                    <a:pt x="206" y="214"/>
                    <a:pt x="214" y="198"/>
                  </a:cubicBezTo>
                  <a:cubicBezTo>
                    <a:pt x="222" y="180"/>
                    <a:pt x="228" y="150"/>
                    <a:pt x="228" y="149"/>
                  </a:cubicBezTo>
                  <a:cubicBezTo>
                    <a:pt x="228" y="144"/>
                    <a:pt x="224" y="144"/>
                    <a:pt x="222" y="144"/>
                  </a:cubicBezTo>
                  <a:cubicBezTo>
                    <a:pt x="217" y="144"/>
                    <a:pt x="217" y="146"/>
                    <a:pt x="215"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1" y="215"/>
                    <a:pt x="67" y="215"/>
                  </a:cubicBezTo>
                  <a:cubicBezTo>
                    <a:pt x="42" y="215"/>
                    <a:pt x="35" y="187"/>
                    <a:pt x="35" y="168"/>
                  </a:cubicBezTo>
                  <a:cubicBezTo>
                    <a:pt x="35" y="143"/>
                    <a:pt x="51" y="81"/>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69" name="Freeform 433"/>
            <p:cNvSpPr>
              <a:spLocks noEditPoints="1"/>
            </p:cNvSpPr>
            <p:nvPr>
              <p:custDataLst>
                <p:tags r:id="rId20"/>
              </p:custDataLst>
            </p:nvPr>
          </p:nvSpPr>
          <p:spPr bwMode="auto">
            <a:xfrm>
              <a:off x="4625975" y="2390775"/>
              <a:ext cx="76200" cy="128588"/>
            </a:xfrm>
            <a:custGeom>
              <a:avLst/>
              <a:gdLst>
                <a:gd name="T0" fmla="*/ 238 w 238"/>
                <a:gd name="T1" fmla="*/ 5 h 352"/>
                <a:gd name="T2" fmla="*/ 231 w 238"/>
                <a:gd name="T3" fmla="*/ 0 h 352"/>
                <a:gd name="T4" fmla="*/ 168 w 238"/>
                <a:gd name="T5" fmla="*/ 5 h 352"/>
                <a:gd name="T6" fmla="*/ 161 w 238"/>
                <a:gd name="T7" fmla="*/ 15 h 352"/>
                <a:gd name="T8" fmla="*/ 173 w 238"/>
                <a:gd name="T9" fmla="*/ 21 h 352"/>
                <a:gd name="T10" fmla="*/ 198 w 238"/>
                <a:gd name="T11" fmla="*/ 29 h 352"/>
                <a:gd name="T12" fmla="*/ 196 w 238"/>
                <a:gd name="T13" fmla="*/ 39 h 352"/>
                <a:gd name="T14" fmla="*/ 166 w 238"/>
                <a:gd name="T15" fmla="*/ 158 h 352"/>
                <a:gd name="T16" fmla="*/ 121 w 238"/>
                <a:gd name="T17" fmla="*/ 126 h 352"/>
                <a:gd name="T18" fmla="*/ 0 w 238"/>
                <a:gd name="T19" fmla="*/ 272 h 352"/>
                <a:gd name="T20" fmla="*/ 67 w 238"/>
                <a:gd name="T21" fmla="*/ 352 h 352"/>
                <a:gd name="T22" fmla="*/ 132 w 238"/>
                <a:gd name="T23" fmla="*/ 314 h 352"/>
                <a:gd name="T24" fmla="*/ 177 w 238"/>
                <a:gd name="T25" fmla="*/ 352 h 352"/>
                <a:gd name="T26" fmla="*/ 214 w 238"/>
                <a:gd name="T27" fmla="*/ 324 h 352"/>
                <a:gd name="T28" fmla="*/ 229 w 238"/>
                <a:gd name="T29" fmla="*/ 275 h 352"/>
                <a:gd name="T30" fmla="*/ 223 w 238"/>
                <a:gd name="T31" fmla="*/ 270 h 352"/>
                <a:gd name="T32" fmla="*/ 216 w 238"/>
                <a:gd name="T33" fmla="*/ 279 h 352"/>
                <a:gd name="T34" fmla="*/ 178 w 238"/>
                <a:gd name="T35" fmla="*/ 341 h 352"/>
                <a:gd name="T36" fmla="*/ 163 w 238"/>
                <a:gd name="T37" fmla="*/ 318 h 352"/>
                <a:gd name="T38" fmla="*/ 166 w 238"/>
                <a:gd name="T39" fmla="*/ 294 h 352"/>
                <a:gd name="T40" fmla="*/ 238 w 238"/>
                <a:gd name="T41" fmla="*/ 5 h 352"/>
                <a:gd name="T42" fmla="*/ 134 w 238"/>
                <a:gd name="T43" fmla="*/ 287 h 352"/>
                <a:gd name="T44" fmla="*/ 124 w 238"/>
                <a:gd name="T45" fmla="*/ 305 h 352"/>
                <a:gd name="T46" fmla="*/ 68 w 238"/>
                <a:gd name="T47" fmla="*/ 341 h 352"/>
                <a:gd name="T48" fmla="*/ 36 w 238"/>
                <a:gd name="T49" fmla="*/ 294 h 352"/>
                <a:gd name="T50" fmla="*/ 63 w 238"/>
                <a:gd name="T51" fmla="*/ 185 h 352"/>
                <a:gd name="T52" fmla="*/ 121 w 238"/>
                <a:gd name="T53" fmla="*/ 137 h 352"/>
                <a:gd name="T54" fmla="*/ 160 w 238"/>
                <a:gd name="T55" fmla="*/ 181 h 352"/>
                <a:gd name="T56" fmla="*/ 159 w 238"/>
                <a:gd name="T57" fmla="*/ 189 h 352"/>
                <a:gd name="T58" fmla="*/ 134 w 238"/>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352">
                  <a:moveTo>
                    <a:pt x="238" y="5"/>
                  </a:moveTo>
                  <a:cubicBezTo>
                    <a:pt x="238" y="5"/>
                    <a:pt x="238" y="0"/>
                    <a:pt x="231" y="0"/>
                  </a:cubicBezTo>
                  <a:cubicBezTo>
                    <a:pt x="224" y="0"/>
                    <a:pt x="176" y="4"/>
                    <a:pt x="168" y="5"/>
                  </a:cubicBezTo>
                  <a:cubicBezTo>
                    <a:pt x="164" y="6"/>
                    <a:pt x="161" y="8"/>
                    <a:pt x="161" y="15"/>
                  </a:cubicBezTo>
                  <a:cubicBezTo>
                    <a:pt x="161" y="21"/>
                    <a:pt x="165" y="21"/>
                    <a:pt x="173" y="21"/>
                  </a:cubicBezTo>
                  <a:cubicBezTo>
                    <a:pt x="197" y="21"/>
                    <a:pt x="198" y="24"/>
                    <a:pt x="198" y="29"/>
                  </a:cubicBezTo>
                  <a:lnTo>
                    <a:pt x="196" y="39"/>
                  </a:lnTo>
                  <a:lnTo>
                    <a:pt x="166" y="158"/>
                  </a:lnTo>
                  <a:cubicBezTo>
                    <a:pt x="157" y="139"/>
                    <a:pt x="143" y="126"/>
                    <a:pt x="121" y="126"/>
                  </a:cubicBezTo>
                  <a:cubicBezTo>
                    <a:pt x="62" y="126"/>
                    <a:pt x="0" y="199"/>
                    <a:pt x="0" y="272"/>
                  </a:cubicBezTo>
                  <a:cubicBezTo>
                    <a:pt x="0" y="319"/>
                    <a:pt x="28" y="352"/>
                    <a:pt x="67" y="352"/>
                  </a:cubicBezTo>
                  <a:cubicBezTo>
                    <a:pt x="77" y="352"/>
                    <a:pt x="102" y="350"/>
                    <a:pt x="132" y="314"/>
                  </a:cubicBezTo>
                  <a:cubicBezTo>
                    <a:pt x="136" y="335"/>
                    <a:pt x="153" y="352"/>
                    <a:pt x="177" y="352"/>
                  </a:cubicBezTo>
                  <a:cubicBezTo>
                    <a:pt x="194" y="352"/>
                    <a:pt x="206" y="340"/>
                    <a:pt x="214" y="324"/>
                  </a:cubicBezTo>
                  <a:cubicBezTo>
                    <a:pt x="222" y="306"/>
                    <a:pt x="229" y="276"/>
                    <a:pt x="229" y="275"/>
                  </a:cubicBezTo>
                  <a:cubicBezTo>
                    <a:pt x="229" y="270"/>
                    <a:pt x="224" y="270"/>
                    <a:pt x="223" y="270"/>
                  </a:cubicBezTo>
                  <a:cubicBezTo>
                    <a:pt x="218" y="270"/>
                    <a:pt x="217" y="272"/>
                    <a:pt x="216" y="279"/>
                  </a:cubicBezTo>
                  <a:cubicBezTo>
                    <a:pt x="207" y="311"/>
                    <a:pt x="198" y="341"/>
                    <a:pt x="178" y="341"/>
                  </a:cubicBezTo>
                  <a:cubicBezTo>
                    <a:pt x="164" y="341"/>
                    <a:pt x="163" y="328"/>
                    <a:pt x="163" y="318"/>
                  </a:cubicBezTo>
                  <a:cubicBezTo>
                    <a:pt x="163" y="306"/>
                    <a:pt x="164" y="302"/>
                    <a:pt x="166" y="294"/>
                  </a:cubicBezTo>
                  <a:lnTo>
                    <a:pt x="238" y="5"/>
                  </a:lnTo>
                  <a:close/>
                  <a:moveTo>
                    <a:pt x="134" y="287"/>
                  </a:moveTo>
                  <a:cubicBezTo>
                    <a:pt x="132" y="296"/>
                    <a:pt x="132" y="297"/>
                    <a:pt x="124" y="305"/>
                  </a:cubicBezTo>
                  <a:cubicBezTo>
                    <a:pt x="102" y="333"/>
                    <a:pt x="82" y="341"/>
                    <a:pt x="68" y="341"/>
                  </a:cubicBezTo>
                  <a:cubicBezTo>
                    <a:pt x="43" y="341"/>
                    <a:pt x="36" y="313"/>
                    <a:pt x="36" y="294"/>
                  </a:cubicBezTo>
                  <a:cubicBezTo>
                    <a:pt x="36" y="269"/>
                    <a:pt x="52" y="207"/>
                    <a:pt x="63" y="185"/>
                  </a:cubicBezTo>
                  <a:cubicBezTo>
                    <a:pt x="79" y="155"/>
                    <a:pt x="101" y="137"/>
                    <a:pt x="121" y="137"/>
                  </a:cubicBezTo>
                  <a:cubicBezTo>
                    <a:pt x="153" y="137"/>
                    <a:pt x="160" y="178"/>
                    <a:pt x="160" y="181"/>
                  </a:cubicBezTo>
                  <a:cubicBezTo>
                    <a:pt x="160" y="184"/>
                    <a:pt x="159" y="187"/>
                    <a:pt x="159" y="189"/>
                  </a:cubicBezTo>
                  <a:lnTo>
                    <a:pt x="134"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0" name="Freeform 434"/>
            <p:cNvSpPr>
              <a:spLocks/>
            </p:cNvSpPr>
            <p:nvPr>
              <p:custDataLst>
                <p:tags r:id="rId21"/>
              </p:custDataLst>
            </p:nvPr>
          </p:nvSpPr>
          <p:spPr bwMode="auto">
            <a:xfrm>
              <a:off x="4706938" y="2436813"/>
              <a:ext cx="63500" cy="82550"/>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6 h 226"/>
                <a:gd name="T34" fmla="*/ 6 w 203"/>
                <a:gd name="T35" fmla="*/ 81 h 226"/>
                <a:gd name="T36" fmla="*/ 15 w 203"/>
                <a:gd name="T37" fmla="*/ 70 h 226"/>
                <a:gd name="T38" fmla="*/ 51 w 203"/>
                <a:gd name="T39" fmla="*/ 11 h 226"/>
                <a:gd name="T40" fmla="*/ 67 w 203"/>
                <a:gd name="T41" fmla="*/ 34 h 226"/>
                <a:gd name="T42" fmla="*/ 59 w 203"/>
                <a:gd name="T43" fmla="*/ 75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6"/>
                    <a:pt x="91" y="81"/>
                    <a:pt x="94" y="68"/>
                  </a:cubicBezTo>
                  <a:cubicBezTo>
                    <a:pt x="96" y="62"/>
                    <a:pt x="110" y="38"/>
                    <a:pt x="122" y="27"/>
                  </a:cubicBezTo>
                  <a:cubicBezTo>
                    <a:pt x="126" y="24"/>
                    <a:pt x="140"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29" y="0"/>
                    <a:pt x="107" y="24"/>
                    <a:pt x="98" y="38"/>
                  </a:cubicBezTo>
                  <a:cubicBezTo>
                    <a:pt x="94" y="16"/>
                    <a:pt x="76" y="0"/>
                    <a:pt x="53" y="0"/>
                  </a:cubicBezTo>
                  <a:cubicBezTo>
                    <a:pt x="30" y="0"/>
                    <a:pt x="20" y="19"/>
                    <a:pt x="16" y="28"/>
                  </a:cubicBezTo>
                  <a:cubicBezTo>
                    <a:pt x="7" y="45"/>
                    <a:pt x="0" y="75"/>
                    <a:pt x="0" y="76"/>
                  </a:cubicBezTo>
                  <a:cubicBezTo>
                    <a:pt x="0" y="81"/>
                    <a:pt x="5" y="81"/>
                    <a:pt x="6" y="81"/>
                  </a:cubicBezTo>
                  <a:cubicBezTo>
                    <a:pt x="11" y="81"/>
                    <a:pt x="12" y="81"/>
                    <a:pt x="15" y="70"/>
                  </a:cubicBezTo>
                  <a:cubicBezTo>
                    <a:pt x="23" y="35"/>
                    <a:pt x="33" y="11"/>
                    <a:pt x="51" y="11"/>
                  </a:cubicBezTo>
                  <a:cubicBezTo>
                    <a:pt x="60" y="11"/>
                    <a:pt x="67" y="15"/>
                    <a:pt x="67" y="34"/>
                  </a:cubicBezTo>
                  <a:cubicBezTo>
                    <a:pt x="67" y="44"/>
                    <a:pt x="65" y="50"/>
                    <a:pt x="59" y="75"/>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1" name="Freeform 435"/>
            <p:cNvSpPr>
              <a:spLocks noEditPoints="1"/>
            </p:cNvSpPr>
            <p:nvPr>
              <p:custDataLst>
                <p:tags r:id="rId22"/>
              </p:custDataLst>
            </p:nvPr>
          </p:nvSpPr>
          <p:spPr bwMode="auto">
            <a:xfrm>
              <a:off x="4783138" y="2436813"/>
              <a:ext cx="73025" cy="82550"/>
            </a:xfrm>
            <a:custGeom>
              <a:avLst/>
              <a:gdLst>
                <a:gd name="T0" fmla="*/ 166 w 229"/>
                <a:gd name="T1" fmla="*/ 32 h 226"/>
                <a:gd name="T2" fmla="*/ 121 w 229"/>
                <a:gd name="T3" fmla="*/ 0 h 226"/>
                <a:gd name="T4" fmla="*/ 0 w 229"/>
                <a:gd name="T5" fmla="*/ 146 h 226"/>
                <a:gd name="T6" fmla="*/ 67 w 229"/>
                <a:gd name="T7" fmla="*/ 226 h 226"/>
                <a:gd name="T8" fmla="*/ 132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1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8" y="13"/>
                    <a:pt x="143" y="0"/>
                    <a:pt x="121" y="0"/>
                  </a:cubicBezTo>
                  <a:cubicBezTo>
                    <a:pt x="62" y="0"/>
                    <a:pt x="0" y="73"/>
                    <a:pt x="0" y="146"/>
                  </a:cubicBezTo>
                  <a:cubicBezTo>
                    <a:pt x="0" y="193"/>
                    <a:pt x="28" y="226"/>
                    <a:pt x="67" y="226"/>
                  </a:cubicBezTo>
                  <a:cubicBezTo>
                    <a:pt x="77" y="226"/>
                    <a:pt x="102" y="224"/>
                    <a:pt x="132" y="188"/>
                  </a:cubicBezTo>
                  <a:cubicBezTo>
                    <a:pt x="136"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2" y="170"/>
                    <a:pt x="132" y="171"/>
                    <a:pt x="124" y="179"/>
                  </a:cubicBezTo>
                  <a:cubicBezTo>
                    <a:pt x="102" y="207"/>
                    <a:pt x="82" y="215"/>
                    <a:pt x="68" y="215"/>
                  </a:cubicBezTo>
                  <a:cubicBezTo>
                    <a:pt x="43" y="215"/>
                    <a:pt x="36" y="187"/>
                    <a:pt x="36" y="168"/>
                  </a:cubicBezTo>
                  <a:cubicBezTo>
                    <a:pt x="36" y="143"/>
                    <a:pt x="52" y="81"/>
                    <a:pt x="63" y="59"/>
                  </a:cubicBezTo>
                  <a:cubicBezTo>
                    <a:pt x="79" y="29"/>
                    <a:pt x="101" y="11"/>
                    <a:pt x="121" y="11"/>
                  </a:cubicBezTo>
                  <a:cubicBezTo>
                    <a:pt x="154" y="11"/>
                    <a:pt x="161" y="52"/>
                    <a:pt x="161" y="55"/>
                  </a:cubicBezTo>
                  <a:cubicBezTo>
                    <a:pt x="161"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2" name="Freeform 436"/>
            <p:cNvSpPr>
              <a:spLocks/>
            </p:cNvSpPr>
            <p:nvPr>
              <p:custDataLst>
                <p:tags r:id="rId23"/>
              </p:custDataLst>
            </p:nvPr>
          </p:nvSpPr>
          <p:spPr bwMode="auto">
            <a:xfrm>
              <a:off x="4867275" y="2390775"/>
              <a:ext cx="33338" cy="128588"/>
            </a:xfrm>
            <a:custGeom>
              <a:avLst/>
              <a:gdLst>
                <a:gd name="T0" fmla="*/ 106 w 106"/>
                <a:gd name="T1" fmla="*/ 5 h 352"/>
                <a:gd name="T2" fmla="*/ 100 w 106"/>
                <a:gd name="T3" fmla="*/ 0 h 352"/>
                <a:gd name="T4" fmla="*/ 39 w 106"/>
                <a:gd name="T5" fmla="*/ 5 h 352"/>
                <a:gd name="T6" fmla="*/ 30 w 106"/>
                <a:gd name="T7" fmla="*/ 15 h 352"/>
                <a:gd name="T8" fmla="*/ 42 w 106"/>
                <a:gd name="T9" fmla="*/ 21 h 352"/>
                <a:gd name="T10" fmla="*/ 67 w 106"/>
                <a:gd name="T11" fmla="*/ 29 h 352"/>
                <a:gd name="T12" fmla="*/ 65 w 106"/>
                <a:gd name="T13" fmla="*/ 39 h 352"/>
                <a:gd name="T14" fmla="*/ 2 w 106"/>
                <a:gd name="T15" fmla="*/ 289 h 352"/>
                <a:gd name="T16" fmla="*/ 0 w 106"/>
                <a:gd name="T17" fmla="*/ 306 h 352"/>
                <a:gd name="T18" fmla="*/ 45 w 106"/>
                <a:gd name="T19" fmla="*/ 352 h 352"/>
                <a:gd name="T20" fmla="*/ 83 w 106"/>
                <a:gd name="T21" fmla="*/ 324 h 352"/>
                <a:gd name="T22" fmla="*/ 97 w 106"/>
                <a:gd name="T23" fmla="*/ 275 h 352"/>
                <a:gd name="T24" fmla="*/ 92 w 106"/>
                <a:gd name="T25" fmla="*/ 270 h 352"/>
                <a:gd name="T26" fmla="*/ 85 w 106"/>
                <a:gd name="T27" fmla="*/ 279 h 352"/>
                <a:gd name="T28" fmla="*/ 47 w 106"/>
                <a:gd name="T29" fmla="*/ 341 h 352"/>
                <a:gd name="T30" fmla="*/ 32 w 106"/>
                <a:gd name="T31" fmla="*/ 318 h 352"/>
                <a:gd name="T32" fmla="*/ 35 w 106"/>
                <a:gd name="T33" fmla="*/ 294 h 352"/>
                <a:gd name="T34" fmla="*/ 106 w 106"/>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6" h="352">
                  <a:moveTo>
                    <a:pt x="106" y="5"/>
                  </a:moveTo>
                  <a:cubicBezTo>
                    <a:pt x="106" y="5"/>
                    <a:pt x="106" y="0"/>
                    <a:pt x="100" y="0"/>
                  </a:cubicBezTo>
                  <a:cubicBezTo>
                    <a:pt x="89" y="0"/>
                    <a:pt x="52" y="4"/>
                    <a:pt x="39" y="5"/>
                  </a:cubicBezTo>
                  <a:cubicBezTo>
                    <a:pt x="35" y="5"/>
                    <a:pt x="30" y="6"/>
                    <a:pt x="30" y="15"/>
                  </a:cubicBezTo>
                  <a:cubicBezTo>
                    <a:pt x="30" y="21"/>
                    <a:pt x="35" y="21"/>
                    <a:pt x="42" y="21"/>
                  </a:cubicBezTo>
                  <a:cubicBezTo>
                    <a:pt x="66" y="21"/>
                    <a:pt x="67" y="25"/>
                    <a:pt x="67" y="29"/>
                  </a:cubicBezTo>
                  <a:lnTo>
                    <a:pt x="65" y="39"/>
                  </a:lnTo>
                  <a:lnTo>
                    <a:pt x="2" y="289"/>
                  </a:lnTo>
                  <a:cubicBezTo>
                    <a:pt x="1" y="294"/>
                    <a:pt x="0" y="298"/>
                    <a:pt x="0" y="306"/>
                  </a:cubicBezTo>
                  <a:cubicBezTo>
                    <a:pt x="0" y="334"/>
                    <a:pt x="22" y="352"/>
                    <a:pt x="45" y="352"/>
                  </a:cubicBezTo>
                  <a:cubicBezTo>
                    <a:pt x="62" y="352"/>
                    <a:pt x="74" y="342"/>
                    <a:pt x="83" y="324"/>
                  </a:cubicBezTo>
                  <a:cubicBezTo>
                    <a:pt x="92" y="305"/>
                    <a:pt x="97" y="276"/>
                    <a:pt x="97" y="275"/>
                  </a:cubicBezTo>
                  <a:cubicBezTo>
                    <a:pt x="97" y="270"/>
                    <a:pt x="93" y="270"/>
                    <a:pt x="92" y="270"/>
                  </a:cubicBezTo>
                  <a:cubicBezTo>
                    <a:pt x="87" y="270"/>
                    <a:pt x="86" y="272"/>
                    <a:pt x="85" y="279"/>
                  </a:cubicBezTo>
                  <a:cubicBezTo>
                    <a:pt x="76" y="311"/>
                    <a:pt x="67" y="341"/>
                    <a:pt x="47" y="341"/>
                  </a:cubicBezTo>
                  <a:cubicBezTo>
                    <a:pt x="32" y="341"/>
                    <a:pt x="32" y="325"/>
                    <a:pt x="32" y="318"/>
                  </a:cubicBezTo>
                  <a:cubicBezTo>
                    <a:pt x="32" y="306"/>
                    <a:pt x="32" y="303"/>
                    <a:pt x="35" y="294"/>
                  </a:cubicBezTo>
                  <a:lnTo>
                    <a:pt x="106"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3" name="Freeform 437"/>
            <p:cNvSpPr>
              <a:spLocks noEditPoints="1"/>
            </p:cNvSpPr>
            <p:nvPr>
              <p:custDataLst>
                <p:tags r:id="rId24"/>
              </p:custDataLst>
            </p:nvPr>
          </p:nvSpPr>
          <p:spPr bwMode="auto">
            <a:xfrm>
              <a:off x="4918075" y="2436813"/>
              <a:ext cx="60325" cy="82550"/>
            </a:xfrm>
            <a:custGeom>
              <a:avLst/>
              <a:gdLst>
                <a:gd name="T0" fmla="*/ 71 w 192"/>
                <a:gd name="T1" fmla="*/ 105 h 226"/>
                <a:gd name="T2" fmla="*/ 147 w 192"/>
                <a:gd name="T3" fmla="*/ 93 h 226"/>
                <a:gd name="T4" fmla="*/ 184 w 192"/>
                <a:gd name="T5" fmla="*/ 42 h 226"/>
                <a:gd name="T6" fmla="*/ 131 w 192"/>
                <a:gd name="T7" fmla="*/ 0 h 226"/>
                <a:gd name="T8" fmla="*/ 0 w 192"/>
                <a:gd name="T9" fmla="*/ 135 h 226"/>
                <a:gd name="T10" fmla="*/ 79 w 192"/>
                <a:gd name="T11" fmla="*/ 226 h 226"/>
                <a:gd name="T12" fmla="*/ 192 w 192"/>
                <a:gd name="T13" fmla="*/ 167 h 226"/>
                <a:gd name="T14" fmla="*/ 186 w 192"/>
                <a:gd name="T15" fmla="*/ 160 h 226"/>
                <a:gd name="T16" fmla="*/ 179 w 192"/>
                <a:gd name="T17" fmla="*/ 165 h 226"/>
                <a:gd name="T18" fmla="*/ 80 w 192"/>
                <a:gd name="T19" fmla="*/ 215 h 226"/>
                <a:gd name="T20" fmla="*/ 36 w 192"/>
                <a:gd name="T21" fmla="*/ 157 h 226"/>
                <a:gd name="T22" fmla="*/ 44 w 192"/>
                <a:gd name="T23" fmla="*/ 105 h 226"/>
                <a:gd name="T24" fmla="*/ 71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1" y="105"/>
                  </a:moveTo>
                  <a:cubicBezTo>
                    <a:pt x="85" y="105"/>
                    <a:pt x="122" y="104"/>
                    <a:pt x="147" y="93"/>
                  </a:cubicBezTo>
                  <a:cubicBezTo>
                    <a:pt x="182" y="78"/>
                    <a:pt x="184" y="49"/>
                    <a:pt x="184" y="42"/>
                  </a:cubicBezTo>
                  <a:cubicBezTo>
                    <a:pt x="184" y="20"/>
                    <a:pt x="165" y="0"/>
                    <a:pt x="131" y="0"/>
                  </a:cubicBezTo>
                  <a:cubicBezTo>
                    <a:pt x="76" y="0"/>
                    <a:pt x="0" y="48"/>
                    <a:pt x="0" y="135"/>
                  </a:cubicBezTo>
                  <a:cubicBezTo>
                    <a:pt x="0" y="186"/>
                    <a:pt x="30" y="226"/>
                    <a:pt x="79" y="226"/>
                  </a:cubicBezTo>
                  <a:cubicBezTo>
                    <a:pt x="150" y="226"/>
                    <a:pt x="192" y="173"/>
                    <a:pt x="192" y="167"/>
                  </a:cubicBezTo>
                  <a:cubicBezTo>
                    <a:pt x="192" y="164"/>
                    <a:pt x="189" y="160"/>
                    <a:pt x="186" y="160"/>
                  </a:cubicBezTo>
                  <a:cubicBezTo>
                    <a:pt x="183" y="160"/>
                    <a:pt x="182" y="161"/>
                    <a:pt x="179" y="165"/>
                  </a:cubicBezTo>
                  <a:cubicBezTo>
                    <a:pt x="140" y="215"/>
                    <a:pt x="86" y="215"/>
                    <a:pt x="80" y="215"/>
                  </a:cubicBezTo>
                  <a:cubicBezTo>
                    <a:pt x="41" y="215"/>
                    <a:pt x="36" y="173"/>
                    <a:pt x="36" y="157"/>
                  </a:cubicBezTo>
                  <a:cubicBezTo>
                    <a:pt x="36" y="151"/>
                    <a:pt x="37" y="135"/>
                    <a:pt x="44" y="105"/>
                  </a:cubicBezTo>
                  <a:lnTo>
                    <a:pt x="71" y="105"/>
                  </a:lnTo>
                  <a:close/>
                  <a:moveTo>
                    <a:pt x="47" y="94"/>
                  </a:moveTo>
                  <a:cubicBezTo>
                    <a:pt x="67" y="18"/>
                    <a:pt x="118" y="11"/>
                    <a:pt x="131" y="11"/>
                  </a:cubicBezTo>
                  <a:cubicBezTo>
                    <a:pt x="154"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4" name="Freeform 438"/>
            <p:cNvSpPr>
              <a:spLocks/>
            </p:cNvSpPr>
            <p:nvPr>
              <p:custDataLst>
                <p:tags r:id="rId25"/>
              </p:custDataLst>
            </p:nvPr>
          </p:nvSpPr>
          <p:spPr bwMode="auto">
            <a:xfrm>
              <a:off x="4989513" y="2436813"/>
              <a:ext cx="61913" cy="82550"/>
            </a:xfrm>
            <a:custGeom>
              <a:avLst/>
              <a:gdLst>
                <a:gd name="T0" fmla="*/ 177 w 194"/>
                <a:gd name="T1" fmla="*/ 31 h 226"/>
                <a:gd name="T2" fmla="*/ 155 w 194"/>
                <a:gd name="T3" fmla="*/ 38 h 226"/>
                <a:gd name="T4" fmla="*/ 146 w 194"/>
                <a:gd name="T5" fmla="*/ 57 h 226"/>
                <a:gd name="T6" fmla="*/ 164 w 194"/>
                <a:gd name="T7" fmla="*/ 74 h 226"/>
                <a:gd name="T8" fmla="*/ 192 w 194"/>
                <a:gd name="T9" fmla="*/ 43 h 226"/>
                <a:gd name="T10" fmla="*/ 133 w 194"/>
                <a:gd name="T11" fmla="*/ 0 h 226"/>
                <a:gd name="T12" fmla="*/ 0 w 194"/>
                <a:gd name="T13" fmla="*/ 141 h 226"/>
                <a:gd name="T14" fmla="*/ 81 w 194"/>
                <a:gd name="T15" fmla="*/ 226 h 226"/>
                <a:gd name="T16" fmla="*/ 194 w 194"/>
                <a:gd name="T17" fmla="*/ 167 h 226"/>
                <a:gd name="T18" fmla="*/ 188 w 194"/>
                <a:gd name="T19" fmla="*/ 160 h 226"/>
                <a:gd name="T20" fmla="*/ 181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4"/>
                    <a:pt x="164" y="74"/>
                  </a:cubicBezTo>
                  <a:cubicBezTo>
                    <a:pt x="179" y="74"/>
                    <a:pt x="192" y="62"/>
                    <a:pt x="192" y="43"/>
                  </a:cubicBezTo>
                  <a:cubicBezTo>
                    <a:pt x="192" y="18"/>
                    <a:pt x="169" y="0"/>
                    <a:pt x="133" y="0"/>
                  </a:cubicBezTo>
                  <a:cubicBezTo>
                    <a:pt x="66" y="0"/>
                    <a:pt x="0" y="71"/>
                    <a:pt x="0" y="141"/>
                  </a:cubicBezTo>
                  <a:cubicBezTo>
                    <a:pt x="0" y="186"/>
                    <a:pt x="29" y="226"/>
                    <a:pt x="81" y="226"/>
                  </a:cubicBezTo>
                  <a:cubicBezTo>
                    <a:pt x="152" y="226"/>
                    <a:pt x="194" y="173"/>
                    <a:pt x="194" y="167"/>
                  </a:cubicBezTo>
                  <a:cubicBezTo>
                    <a:pt x="194" y="164"/>
                    <a:pt x="191" y="160"/>
                    <a:pt x="188" y="160"/>
                  </a:cubicBezTo>
                  <a:cubicBezTo>
                    <a:pt x="185" y="160"/>
                    <a:pt x="184" y="161"/>
                    <a:pt x="181" y="165"/>
                  </a:cubicBezTo>
                  <a:cubicBezTo>
                    <a:pt x="142" y="215"/>
                    <a:pt x="87" y="215"/>
                    <a:pt x="82" y="215"/>
                  </a:cubicBezTo>
                  <a:cubicBezTo>
                    <a:pt x="50" y="215"/>
                    <a:pt x="37" y="190"/>
                    <a:pt x="37" y="160"/>
                  </a:cubicBezTo>
                  <a:cubicBezTo>
                    <a:pt x="37" y="140"/>
                    <a:pt x="47" y="91"/>
                    <a:pt x="64" y="61"/>
                  </a:cubicBezTo>
                  <a:cubicBezTo>
                    <a:pt x="79" y="32"/>
                    <a:pt x="106"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5" name="Freeform 439"/>
            <p:cNvSpPr>
              <a:spLocks noEditPoints="1"/>
            </p:cNvSpPr>
            <p:nvPr>
              <p:custDataLst>
                <p:tags r:id="rId26"/>
              </p:custDataLst>
            </p:nvPr>
          </p:nvSpPr>
          <p:spPr bwMode="auto">
            <a:xfrm>
              <a:off x="5861050" y="2425700"/>
              <a:ext cx="71438" cy="92075"/>
            </a:xfrm>
            <a:custGeom>
              <a:avLst/>
              <a:gdLst>
                <a:gd name="T0" fmla="*/ 215 w 223"/>
                <a:gd name="T1" fmla="*/ 138 h 255"/>
                <a:gd name="T2" fmla="*/ 223 w 223"/>
                <a:gd name="T3" fmla="*/ 127 h 255"/>
                <a:gd name="T4" fmla="*/ 215 w 223"/>
                <a:gd name="T5" fmla="*/ 116 h 255"/>
                <a:gd name="T6" fmla="*/ 20 w 223"/>
                <a:gd name="T7" fmla="*/ 4 h 255"/>
                <a:gd name="T8" fmla="*/ 10 w 223"/>
                <a:gd name="T9" fmla="*/ 0 h 255"/>
                <a:gd name="T10" fmla="*/ 0 w 223"/>
                <a:gd name="T11" fmla="*/ 18 h 255"/>
                <a:gd name="T12" fmla="*/ 0 w 223"/>
                <a:gd name="T13" fmla="*/ 237 h 255"/>
                <a:gd name="T14" fmla="*/ 10 w 223"/>
                <a:gd name="T15" fmla="*/ 255 h 255"/>
                <a:gd name="T16" fmla="*/ 19 w 223"/>
                <a:gd name="T17" fmla="*/ 251 h 255"/>
                <a:gd name="T18" fmla="*/ 215 w 223"/>
                <a:gd name="T19" fmla="*/ 138 h 255"/>
                <a:gd name="T20" fmla="*/ 193 w 223"/>
                <a:gd name="T21" fmla="*/ 127 h 255"/>
                <a:gd name="T22" fmla="*/ 20 w 223"/>
                <a:gd name="T23" fmla="*/ 227 h 255"/>
                <a:gd name="T24" fmla="*/ 20 w 223"/>
                <a:gd name="T25" fmla="*/ 28 h 255"/>
                <a:gd name="T26" fmla="*/ 193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215" y="138"/>
                  </a:moveTo>
                  <a:cubicBezTo>
                    <a:pt x="223" y="134"/>
                    <a:pt x="223" y="130"/>
                    <a:pt x="223" y="127"/>
                  </a:cubicBezTo>
                  <a:cubicBezTo>
                    <a:pt x="223" y="124"/>
                    <a:pt x="223" y="121"/>
                    <a:pt x="215" y="116"/>
                  </a:cubicBezTo>
                  <a:lnTo>
                    <a:pt x="20" y="4"/>
                  </a:lnTo>
                  <a:cubicBezTo>
                    <a:pt x="14" y="0"/>
                    <a:pt x="12" y="0"/>
                    <a:pt x="10" y="0"/>
                  </a:cubicBezTo>
                  <a:cubicBezTo>
                    <a:pt x="0" y="0"/>
                    <a:pt x="0" y="11"/>
                    <a:pt x="0" y="18"/>
                  </a:cubicBezTo>
                  <a:lnTo>
                    <a:pt x="0" y="237"/>
                  </a:lnTo>
                  <a:cubicBezTo>
                    <a:pt x="0" y="244"/>
                    <a:pt x="0" y="255"/>
                    <a:pt x="10" y="255"/>
                  </a:cubicBezTo>
                  <a:cubicBezTo>
                    <a:pt x="12" y="255"/>
                    <a:pt x="13" y="255"/>
                    <a:pt x="19" y="251"/>
                  </a:cubicBezTo>
                  <a:lnTo>
                    <a:pt x="215" y="138"/>
                  </a:lnTo>
                  <a:close/>
                  <a:moveTo>
                    <a:pt x="193" y="127"/>
                  </a:moveTo>
                  <a:lnTo>
                    <a:pt x="20" y="227"/>
                  </a:lnTo>
                  <a:lnTo>
                    <a:pt x="20" y="28"/>
                  </a:lnTo>
                  <a:lnTo>
                    <a:pt x="193"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6" name="Freeform 440"/>
            <p:cNvSpPr>
              <a:spLocks noEditPoints="1"/>
            </p:cNvSpPr>
            <p:nvPr>
              <p:custDataLst>
                <p:tags r:id="rId27"/>
              </p:custDataLst>
            </p:nvPr>
          </p:nvSpPr>
          <p:spPr bwMode="auto">
            <a:xfrm>
              <a:off x="5915025" y="2425700"/>
              <a:ext cx="69850" cy="92075"/>
            </a:xfrm>
            <a:custGeom>
              <a:avLst/>
              <a:gdLst>
                <a:gd name="T0" fmla="*/ 10 w 223"/>
                <a:gd name="T1" fmla="*/ 116 h 255"/>
                <a:gd name="T2" fmla="*/ 0 w 223"/>
                <a:gd name="T3" fmla="*/ 127 h 255"/>
                <a:gd name="T4" fmla="*/ 9 w 223"/>
                <a:gd name="T5" fmla="*/ 139 h 255"/>
                <a:gd name="T6" fmla="*/ 203 w 223"/>
                <a:gd name="T7" fmla="*/ 251 h 255"/>
                <a:gd name="T8" fmla="*/ 213 w 223"/>
                <a:gd name="T9" fmla="*/ 255 h 255"/>
                <a:gd name="T10" fmla="*/ 223 w 223"/>
                <a:gd name="T11" fmla="*/ 237 h 255"/>
                <a:gd name="T12" fmla="*/ 223 w 223"/>
                <a:gd name="T13" fmla="*/ 18 h 255"/>
                <a:gd name="T14" fmla="*/ 213 w 223"/>
                <a:gd name="T15" fmla="*/ 0 h 255"/>
                <a:gd name="T16" fmla="*/ 204 w 223"/>
                <a:gd name="T17" fmla="*/ 4 h 255"/>
                <a:gd name="T18" fmla="*/ 10 w 223"/>
                <a:gd name="T19" fmla="*/ 116 h 255"/>
                <a:gd name="T20" fmla="*/ 30 w 223"/>
                <a:gd name="T21" fmla="*/ 127 h 255"/>
                <a:gd name="T22" fmla="*/ 203 w 223"/>
                <a:gd name="T23" fmla="*/ 28 h 255"/>
                <a:gd name="T24" fmla="*/ 203 w 223"/>
                <a:gd name="T25" fmla="*/ 227 h 255"/>
                <a:gd name="T26" fmla="*/ 30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10" y="116"/>
                  </a:moveTo>
                  <a:cubicBezTo>
                    <a:pt x="3" y="120"/>
                    <a:pt x="0" y="122"/>
                    <a:pt x="0" y="127"/>
                  </a:cubicBezTo>
                  <a:cubicBezTo>
                    <a:pt x="0" y="131"/>
                    <a:pt x="2" y="135"/>
                    <a:pt x="9" y="139"/>
                  </a:cubicBezTo>
                  <a:lnTo>
                    <a:pt x="203" y="251"/>
                  </a:lnTo>
                  <a:cubicBezTo>
                    <a:pt x="208" y="253"/>
                    <a:pt x="210" y="255"/>
                    <a:pt x="213" y="255"/>
                  </a:cubicBezTo>
                  <a:cubicBezTo>
                    <a:pt x="223" y="255"/>
                    <a:pt x="223" y="246"/>
                    <a:pt x="223" y="237"/>
                  </a:cubicBezTo>
                  <a:lnTo>
                    <a:pt x="223" y="18"/>
                  </a:lnTo>
                  <a:cubicBezTo>
                    <a:pt x="223" y="9"/>
                    <a:pt x="223" y="0"/>
                    <a:pt x="213" y="0"/>
                  </a:cubicBezTo>
                  <a:cubicBezTo>
                    <a:pt x="210" y="0"/>
                    <a:pt x="208" y="2"/>
                    <a:pt x="204" y="4"/>
                  </a:cubicBezTo>
                  <a:lnTo>
                    <a:pt x="10" y="116"/>
                  </a:lnTo>
                  <a:close/>
                  <a:moveTo>
                    <a:pt x="30" y="127"/>
                  </a:moveTo>
                  <a:lnTo>
                    <a:pt x="203" y="28"/>
                  </a:lnTo>
                  <a:lnTo>
                    <a:pt x="203" y="227"/>
                  </a:lnTo>
                  <a:lnTo>
                    <a:pt x="30"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7" name="Freeform 441"/>
            <p:cNvSpPr>
              <a:spLocks noEditPoints="1"/>
            </p:cNvSpPr>
            <p:nvPr>
              <p:custDataLst>
                <p:tags r:id="rId28"/>
              </p:custDataLst>
            </p:nvPr>
          </p:nvSpPr>
          <p:spPr bwMode="auto">
            <a:xfrm>
              <a:off x="5095875" y="2551113"/>
              <a:ext cx="47625" cy="111125"/>
            </a:xfrm>
            <a:custGeom>
              <a:avLst/>
              <a:gdLst>
                <a:gd name="T0" fmla="*/ 153 w 153"/>
                <a:gd name="T1" fmla="*/ 13 h 303"/>
                <a:gd name="T2" fmla="*/ 139 w 153"/>
                <a:gd name="T3" fmla="*/ 0 h 303"/>
                <a:gd name="T4" fmla="*/ 120 w 153"/>
                <a:gd name="T5" fmla="*/ 19 h 303"/>
                <a:gd name="T6" fmla="*/ 134 w 153"/>
                <a:gd name="T7" fmla="*/ 33 h 303"/>
                <a:gd name="T8" fmla="*/ 153 w 153"/>
                <a:gd name="T9" fmla="*/ 13 h 303"/>
                <a:gd name="T10" fmla="*/ 79 w 153"/>
                <a:gd name="T11" fmla="*/ 248 h 303"/>
                <a:gd name="T12" fmla="*/ 34 w 153"/>
                <a:gd name="T13" fmla="*/ 293 h 303"/>
                <a:gd name="T14" fmla="*/ 22 w 153"/>
                <a:gd name="T15" fmla="*/ 291 h 303"/>
                <a:gd name="T16" fmla="*/ 34 w 153"/>
                <a:gd name="T17" fmla="*/ 273 h 303"/>
                <a:gd name="T18" fmla="*/ 20 w 153"/>
                <a:gd name="T19" fmla="*/ 260 h 303"/>
                <a:gd name="T20" fmla="*/ 0 w 153"/>
                <a:gd name="T21" fmla="*/ 281 h 303"/>
                <a:gd name="T22" fmla="*/ 35 w 153"/>
                <a:gd name="T23" fmla="*/ 303 h 303"/>
                <a:gd name="T24" fmla="*/ 107 w 153"/>
                <a:gd name="T25" fmla="*/ 247 h 303"/>
                <a:gd name="T26" fmla="*/ 138 w 153"/>
                <a:gd name="T27" fmla="*/ 123 h 303"/>
                <a:gd name="T28" fmla="*/ 140 w 153"/>
                <a:gd name="T29" fmla="*/ 110 h 303"/>
                <a:gd name="T30" fmla="*/ 103 w 153"/>
                <a:gd name="T31" fmla="*/ 78 h 303"/>
                <a:gd name="T32" fmla="*/ 42 w 153"/>
                <a:gd name="T33" fmla="*/ 131 h 303"/>
                <a:gd name="T34" fmla="*/ 48 w 153"/>
                <a:gd name="T35" fmla="*/ 135 h 303"/>
                <a:gd name="T36" fmla="*/ 55 w 153"/>
                <a:gd name="T37" fmla="*/ 129 h 303"/>
                <a:gd name="T38" fmla="*/ 102 w 153"/>
                <a:gd name="T39" fmla="*/ 87 h 303"/>
                <a:gd name="T40" fmla="*/ 114 w 153"/>
                <a:gd name="T41" fmla="*/ 104 h 303"/>
                <a:gd name="T42" fmla="*/ 113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9" y="0"/>
                    <a:pt x="139" y="0"/>
                  </a:cubicBezTo>
                  <a:cubicBezTo>
                    <a:pt x="129" y="0"/>
                    <a:pt x="120" y="10"/>
                    <a:pt x="120" y="19"/>
                  </a:cubicBezTo>
                  <a:cubicBezTo>
                    <a:pt x="120" y="25"/>
                    <a:pt x="124" y="33"/>
                    <a:pt x="134" y="33"/>
                  </a:cubicBezTo>
                  <a:cubicBezTo>
                    <a:pt x="143" y="33"/>
                    <a:pt x="153" y="23"/>
                    <a:pt x="153" y="13"/>
                  </a:cubicBezTo>
                  <a:close/>
                  <a:moveTo>
                    <a:pt x="79" y="248"/>
                  </a:moveTo>
                  <a:cubicBezTo>
                    <a:pt x="73" y="273"/>
                    <a:pt x="55" y="293"/>
                    <a:pt x="34" y="293"/>
                  </a:cubicBezTo>
                  <a:cubicBezTo>
                    <a:pt x="30" y="293"/>
                    <a:pt x="26" y="292"/>
                    <a:pt x="22" y="291"/>
                  </a:cubicBezTo>
                  <a:cubicBezTo>
                    <a:pt x="31" y="286"/>
                    <a:pt x="34" y="278"/>
                    <a:pt x="34" y="273"/>
                  </a:cubicBezTo>
                  <a:cubicBezTo>
                    <a:pt x="34" y="265"/>
                    <a:pt x="27" y="260"/>
                    <a:pt x="20" y="260"/>
                  </a:cubicBezTo>
                  <a:cubicBezTo>
                    <a:pt x="9" y="260"/>
                    <a:pt x="0" y="269"/>
                    <a:pt x="0" y="281"/>
                  </a:cubicBezTo>
                  <a:cubicBezTo>
                    <a:pt x="0" y="294"/>
                    <a:pt x="14" y="303"/>
                    <a:pt x="35" y="303"/>
                  </a:cubicBezTo>
                  <a:cubicBezTo>
                    <a:pt x="56" y="303"/>
                    <a:pt x="96" y="290"/>
                    <a:pt x="107" y="247"/>
                  </a:cubicBezTo>
                  <a:lnTo>
                    <a:pt x="138" y="123"/>
                  </a:lnTo>
                  <a:cubicBezTo>
                    <a:pt x="140" y="119"/>
                    <a:pt x="140" y="116"/>
                    <a:pt x="140" y="110"/>
                  </a:cubicBezTo>
                  <a:cubicBezTo>
                    <a:pt x="140" y="91"/>
                    <a:pt x="124" y="78"/>
                    <a:pt x="103" y="78"/>
                  </a:cubicBezTo>
                  <a:cubicBezTo>
                    <a:pt x="64" y="78"/>
                    <a:pt x="42" y="126"/>
                    <a:pt x="42" y="131"/>
                  </a:cubicBezTo>
                  <a:cubicBezTo>
                    <a:pt x="42" y="135"/>
                    <a:pt x="47" y="135"/>
                    <a:pt x="48" y="135"/>
                  </a:cubicBezTo>
                  <a:cubicBezTo>
                    <a:pt x="52" y="135"/>
                    <a:pt x="52" y="134"/>
                    <a:pt x="55" y="129"/>
                  </a:cubicBezTo>
                  <a:cubicBezTo>
                    <a:pt x="64" y="109"/>
                    <a:pt x="82" y="87"/>
                    <a:pt x="102" y="87"/>
                  </a:cubicBezTo>
                  <a:cubicBezTo>
                    <a:pt x="111" y="87"/>
                    <a:pt x="114" y="93"/>
                    <a:pt x="114" y="104"/>
                  </a:cubicBezTo>
                  <a:cubicBezTo>
                    <a:pt x="114" y="108"/>
                    <a:pt x="113" y="113"/>
                    <a:pt x="113"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8" name="Freeform 442"/>
            <p:cNvSpPr>
              <a:spLocks noEditPoints="1"/>
            </p:cNvSpPr>
            <p:nvPr>
              <p:custDataLst>
                <p:tags r:id="rId29"/>
              </p:custDataLst>
            </p:nvPr>
          </p:nvSpPr>
          <p:spPr bwMode="auto">
            <a:xfrm>
              <a:off x="5160963" y="2579688"/>
              <a:ext cx="55563" cy="57150"/>
            </a:xfrm>
            <a:custGeom>
              <a:avLst/>
              <a:gdLst>
                <a:gd name="T0" fmla="*/ 126 w 178"/>
                <a:gd name="T1" fmla="*/ 20 h 157"/>
                <a:gd name="T2" fmla="*/ 90 w 178"/>
                <a:gd name="T3" fmla="*/ 0 h 157"/>
                <a:gd name="T4" fmla="*/ 0 w 178"/>
                <a:gd name="T5" fmla="*/ 99 h 157"/>
                <a:gd name="T6" fmla="*/ 53 w 178"/>
                <a:gd name="T7" fmla="*/ 157 h 157"/>
                <a:gd name="T8" fmla="*/ 103 w 178"/>
                <a:gd name="T9" fmla="*/ 132 h 157"/>
                <a:gd name="T10" fmla="*/ 139 w 178"/>
                <a:gd name="T11" fmla="*/ 157 h 157"/>
                <a:gd name="T12" fmla="*/ 166 w 178"/>
                <a:gd name="T13" fmla="*/ 138 h 157"/>
                <a:gd name="T14" fmla="*/ 178 w 178"/>
                <a:gd name="T15" fmla="*/ 103 h 157"/>
                <a:gd name="T16" fmla="*/ 173 w 178"/>
                <a:gd name="T17" fmla="*/ 99 h 157"/>
                <a:gd name="T18" fmla="*/ 165 w 178"/>
                <a:gd name="T19" fmla="*/ 110 h 157"/>
                <a:gd name="T20" fmla="*/ 140 w 178"/>
                <a:gd name="T21" fmla="*/ 147 h 157"/>
                <a:gd name="T22" fmla="*/ 128 w 178"/>
                <a:gd name="T23" fmla="*/ 130 h 157"/>
                <a:gd name="T24" fmla="*/ 133 w 178"/>
                <a:gd name="T25" fmla="*/ 102 h 157"/>
                <a:gd name="T26" fmla="*/ 141 w 178"/>
                <a:gd name="T27" fmla="*/ 71 h 157"/>
                <a:gd name="T28" fmla="*/ 148 w 178"/>
                <a:gd name="T29" fmla="*/ 45 h 157"/>
                <a:gd name="T30" fmla="*/ 154 w 178"/>
                <a:gd name="T31" fmla="*/ 17 h 157"/>
                <a:gd name="T32" fmla="*/ 142 w 178"/>
                <a:gd name="T33" fmla="*/ 6 h 157"/>
                <a:gd name="T34" fmla="*/ 126 w 178"/>
                <a:gd name="T35" fmla="*/ 20 h 157"/>
                <a:gd name="T36" fmla="*/ 104 w 178"/>
                <a:gd name="T37" fmla="*/ 110 h 157"/>
                <a:gd name="T38" fmla="*/ 86 w 178"/>
                <a:gd name="T39" fmla="*/ 133 h 157"/>
                <a:gd name="T40" fmla="*/ 54 w 178"/>
                <a:gd name="T41" fmla="*/ 147 h 157"/>
                <a:gd name="T42" fmla="*/ 29 w 178"/>
                <a:gd name="T43" fmla="*/ 113 h 157"/>
                <a:gd name="T44" fmla="*/ 47 w 178"/>
                <a:gd name="T45" fmla="*/ 42 h 157"/>
                <a:gd name="T46" fmla="*/ 90 w 178"/>
                <a:gd name="T47" fmla="*/ 9 h 157"/>
                <a:gd name="T48" fmla="*/ 121 w 178"/>
                <a:gd name="T49" fmla="*/ 40 h 157"/>
                <a:gd name="T50" fmla="*/ 120 w 178"/>
                <a:gd name="T51" fmla="*/ 45 h 157"/>
                <a:gd name="T52" fmla="*/ 104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0"/>
                  </a:moveTo>
                  <a:cubicBezTo>
                    <a:pt x="119" y="9"/>
                    <a:pt x="107" y="0"/>
                    <a:pt x="90" y="0"/>
                  </a:cubicBezTo>
                  <a:cubicBezTo>
                    <a:pt x="46" y="0"/>
                    <a:pt x="0" y="49"/>
                    <a:pt x="0" y="99"/>
                  </a:cubicBezTo>
                  <a:cubicBezTo>
                    <a:pt x="0" y="133"/>
                    <a:pt x="23" y="157"/>
                    <a:pt x="53" y="157"/>
                  </a:cubicBezTo>
                  <a:cubicBezTo>
                    <a:pt x="72" y="157"/>
                    <a:pt x="89" y="146"/>
                    <a:pt x="103" y="132"/>
                  </a:cubicBezTo>
                  <a:cubicBezTo>
                    <a:pt x="109" y="153"/>
                    <a:pt x="129" y="157"/>
                    <a:pt x="139" y="157"/>
                  </a:cubicBezTo>
                  <a:cubicBezTo>
                    <a:pt x="151" y="157"/>
                    <a:pt x="160" y="149"/>
                    <a:pt x="166" y="138"/>
                  </a:cubicBezTo>
                  <a:cubicBezTo>
                    <a:pt x="174" y="125"/>
                    <a:pt x="178" y="105"/>
                    <a:pt x="178" y="103"/>
                  </a:cubicBezTo>
                  <a:cubicBezTo>
                    <a:pt x="178" y="99"/>
                    <a:pt x="174" y="99"/>
                    <a:pt x="173" y="99"/>
                  </a:cubicBezTo>
                  <a:cubicBezTo>
                    <a:pt x="168" y="99"/>
                    <a:pt x="167" y="100"/>
                    <a:pt x="165" y="110"/>
                  </a:cubicBezTo>
                  <a:cubicBezTo>
                    <a:pt x="161" y="126"/>
                    <a:pt x="154" y="147"/>
                    <a:pt x="140" y="147"/>
                  </a:cubicBezTo>
                  <a:cubicBezTo>
                    <a:pt x="130" y="147"/>
                    <a:pt x="128" y="139"/>
                    <a:pt x="128" y="130"/>
                  </a:cubicBezTo>
                  <a:cubicBezTo>
                    <a:pt x="128" y="124"/>
                    <a:pt x="131" y="112"/>
                    <a:pt x="133" y="102"/>
                  </a:cubicBezTo>
                  <a:cubicBezTo>
                    <a:pt x="136" y="93"/>
                    <a:pt x="139" y="79"/>
                    <a:pt x="141" y="71"/>
                  </a:cubicBezTo>
                  <a:lnTo>
                    <a:pt x="148" y="45"/>
                  </a:lnTo>
                  <a:cubicBezTo>
                    <a:pt x="150" y="35"/>
                    <a:pt x="154" y="19"/>
                    <a:pt x="154" y="17"/>
                  </a:cubicBezTo>
                  <a:cubicBezTo>
                    <a:pt x="154" y="10"/>
                    <a:pt x="148" y="6"/>
                    <a:pt x="142" y="6"/>
                  </a:cubicBezTo>
                  <a:cubicBezTo>
                    <a:pt x="136" y="6"/>
                    <a:pt x="128" y="10"/>
                    <a:pt x="126" y="20"/>
                  </a:cubicBezTo>
                  <a:close/>
                  <a:moveTo>
                    <a:pt x="104" y="110"/>
                  </a:moveTo>
                  <a:cubicBezTo>
                    <a:pt x="102" y="120"/>
                    <a:pt x="94" y="126"/>
                    <a:pt x="86" y="133"/>
                  </a:cubicBezTo>
                  <a:cubicBezTo>
                    <a:pt x="83" y="136"/>
                    <a:pt x="69" y="147"/>
                    <a:pt x="54" y="147"/>
                  </a:cubicBezTo>
                  <a:cubicBezTo>
                    <a:pt x="41" y="147"/>
                    <a:pt x="29" y="138"/>
                    <a:pt x="29" y="113"/>
                  </a:cubicBezTo>
                  <a:cubicBezTo>
                    <a:pt x="29" y="95"/>
                    <a:pt x="39" y="56"/>
                    <a:pt x="47" y="42"/>
                  </a:cubicBezTo>
                  <a:cubicBezTo>
                    <a:pt x="63" y="15"/>
                    <a:pt x="81" y="9"/>
                    <a:pt x="90" y="9"/>
                  </a:cubicBezTo>
                  <a:cubicBezTo>
                    <a:pt x="115" y="9"/>
                    <a:pt x="121" y="36"/>
                    <a:pt x="121" y="40"/>
                  </a:cubicBezTo>
                  <a:cubicBezTo>
                    <a:pt x="121" y="41"/>
                    <a:pt x="121" y="43"/>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79" name="Freeform 443"/>
            <p:cNvSpPr>
              <a:spLocks noEditPoints="1"/>
            </p:cNvSpPr>
            <p:nvPr>
              <p:custDataLst>
                <p:tags r:id="rId30"/>
              </p:custDataLst>
            </p:nvPr>
          </p:nvSpPr>
          <p:spPr bwMode="auto">
            <a:xfrm>
              <a:off x="5229225" y="2547938"/>
              <a:ext cx="55563" cy="88900"/>
            </a:xfrm>
            <a:custGeom>
              <a:avLst/>
              <a:gdLst>
                <a:gd name="T0" fmla="*/ 178 w 180"/>
                <a:gd name="T1" fmla="*/ 11 h 246"/>
                <a:gd name="T2" fmla="*/ 180 w 180"/>
                <a:gd name="T3" fmla="*/ 5 h 246"/>
                <a:gd name="T4" fmla="*/ 174 w 180"/>
                <a:gd name="T5" fmla="*/ 0 h 246"/>
                <a:gd name="T6" fmla="*/ 129 w 180"/>
                <a:gd name="T7" fmla="*/ 4 h 246"/>
                <a:gd name="T8" fmla="*/ 122 w 180"/>
                <a:gd name="T9" fmla="*/ 12 h 246"/>
                <a:gd name="T10" fmla="*/ 131 w 180"/>
                <a:gd name="T11" fmla="*/ 17 h 246"/>
                <a:gd name="T12" fmla="*/ 148 w 180"/>
                <a:gd name="T13" fmla="*/ 22 h 246"/>
                <a:gd name="T14" fmla="*/ 146 w 180"/>
                <a:gd name="T15" fmla="*/ 30 h 246"/>
                <a:gd name="T16" fmla="*/ 126 w 180"/>
                <a:gd name="T17" fmla="*/ 109 h 246"/>
                <a:gd name="T18" fmla="*/ 90 w 180"/>
                <a:gd name="T19" fmla="*/ 89 h 246"/>
                <a:gd name="T20" fmla="*/ 0 w 180"/>
                <a:gd name="T21" fmla="*/ 188 h 246"/>
                <a:gd name="T22" fmla="*/ 53 w 180"/>
                <a:gd name="T23" fmla="*/ 246 h 246"/>
                <a:gd name="T24" fmla="*/ 103 w 180"/>
                <a:gd name="T25" fmla="*/ 221 h 246"/>
                <a:gd name="T26" fmla="*/ 139 w 180"/>
                <a:gd name="T27" fmla="*/ 246 h 246"/>
                <a:gd name="T28" fmla="*/ 166 w 180"/>
                <a:gd name="T29" fmla="*/ 227 h 246"/>
                <a:gd name="T30" fmla="*/ 178 w 180"/>
                <a:gd name="T31" fmla="*/ 192 h 246"/>
                <a:gd name="T32" fmla="*/ 173 w 180"/>
                <a:gd name="T33" fmla="*/ 188 h 246"/>
                <a:gd name="T34" fmla="*/ 165 w 180"/>
                <a:gd name="T35" fmla="*/ 199 h 246"/>
                <a:gd name="T36" fmla="*/ 140 w 180"/>
                <a:gd name="T37" fmla="*/ 236 h 246"/>
                <a:gd name="T38" fmla="*/ 128 w 180"/>
                <a:gd name="T39" fmla="*/ 219 h 246"/>
                <a:gd name="T40" fmla="*/ 130 w 180"/>
                <a:gd name="T41" fmla="*/ 205 h 246"/>
                <a:gd name="T42" fmla="*/ 178 w 180"/>
                <a:gd name="T43" fmla="*/ 11 h 246"/>
                <a:gd name="T44" fmla="*/ 104 w 180"/>
                <a:gd name="T45" fmla="*/ 199 h 246"/>
                <a:gd name="T46" fmla="*/ 86 w 180"/>
                <a:gd name="T47" fmla="*/ 222 h 246"/>
                <a:gd name="T48" fmla="*/ 54 w 180"/>
                <a:gd name="T49" fmla="*/ 236 h 246"/>
                <a:gd name="T50" fmla="*/ 29 w 180"/>
                <a:gd name="T51" fmla="*/ 202 h 246"/>
                <a:gd name="T52" fmla="*/ 47 w 180"/>
                <a:gd name="T53" fmla="*/ 131 h 246"/>
                <a:gd name="T54" fmla="*/ 90 w 180"/>
                <a:gd name="T55" fmla="*/ 98 h 246"/>
                <a:gd name="T56" fmla="*/ 121 w 180"/>
                <a:gd name="T57" fmla="*/ 129 h 246"/>
                <a:gd name="T58" fmla="*/ 120 w 180"/>
                <a:gd name="T59" fmla="*/ 134 h 246"/>
                <a:gd name="T60" fmla="*/ 104 w 180"/>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6">
                  <a:moveTo>
                    <a:pt x="178" y="11"/>
                  </a:moveTo>
                  <a:cubicBezTo>
                    <a:pt x="179" y="10"/>
                    <a:pt x="180" y="5"/>
                    <a:pt x="180" y="5"/>
                  </a:cubicBezTo>
                  <a:cubicBezTo>
                    <a:pt x="180" y="3"/>
                    <a:pt x="178" y="0"/>
                    <a:pt x="174" y="0"/>
                  </a:cubicBezTo>
                  <a:cubicBezTo>
                    <a:pt x="167" y="0"/>
                    <a:pt x="138" y="3"/>
                    <a:pt x="129" y="4"/>
                  </a:cubicBezTo>
                  <a:cubicBezTo>
                    <a:pt x="127" y="4"/>
                    <a:pt x="122" y="4"/>
                    <a:pt x="122" y="12"/>
                  </a:cubicBezTo>
                  <a:cubicBezTo>
                    <a:pt x="122" y="17"/>
                    <a:pt x="127" y="17"/>
                    <a:pt x="131" y="17"/>
                  </a:cubicBezTo>
                  <a:cubicBezTo>
                    <a:pt x="148" y="17"/>
                    <a:pt x="148" y="19"/>
                    <a:pt x="148" y="22"/>
                  </a:cubicBezTo>
                  <a:cubicBezTo>
                    <a:pt x="148" y="24"/>
                    <a:pt x="147" y="26"/>
                    <a:pt x="146" y="30"/>
                  </a:cubicBezTo>
                  <a:lnTo>
                    <a:pt x="126" y="109"/>
                  </a:lnTo>
                  <a:cubicBezTo>
                    <a:pt x="119" y="98"/>
                    <a:pt x="107" y="89"/>
                    <a:pt x="90" y="89"/>
                  </a:cubicBezTo>
                  <a:cubicBezTo>
                    <a:pt x="46" y="89"/>
                    <a:pt x="0" y="138"/>
                    <a:pt x="0" y="188"/>
                  </a:cubicBezTo>
                  <a:cubicBezTo>
                    <a:pt x="0" y="222"/>
                    <a:pt x="23" y="246"/>
                    <a:pt x="53" y="246"/>
                  </a:cubicBezTo>
                  <a:cubicBezTo>
                    <a:pt x="72" y="246"/>
                    <a:pt x="89" y="235"/>
                    <a:pt x="103" y="221"/>
                  </a:cubicBezTo>
                  <a:cubicBezTo>
                    <a:pt x="109" y="242"/>
                    <a:pt x="129" y="246"/>
                    <a:pt x="139" y="246"/>
                  </a:cubicBezTo>
                  <a:cubicBezTo>
                    <a:pt x="151" y="246"/>
                    <a:pt x="160" y="238"/>
                    <a:pt x="166" y="227"/>
                  </a:cubicBezTo>
                  <a:cubicBezTo>
                    <a:pt x="174" y="214"/>
                    <a:pt x="178" y="194"/>
                    <a:pt x="178" y="192"/>
                  </a:cubicBezTo>
                  <a:cubicBezTo>
                    <a:pt x="178" y="188"/>
                    <a:pt x="174" y="188"/>
                    <a:pt x="173" y="188"/>
                  </a:cubicBezTo>
                  <a:cubicBezTo>
                    <a:pt x="168" y="188"/>
                    <a:pt x="167" y="189"/>
                    <a:pt x="165" y="199"/>
                  </a:cubicBezTo>
                  <a:cubicBezTo>
                    <a:pt x="161" y="215"/>
                    <a:pt x="154" y="236"/>
                    <a:pt x="140" y="236"/>
                  </a:cubicBezTo>
                  <a:cubicBezTo>
                    <a:pt x="131" y="236"/>
                    <a:pt x="128" y="228"/>
                    <a:pt x="128" y="219"/>
                  </a:cubicBezTo>
                  <a:cubicBezTo>
                    <a:pt x="128" y="212"/>
                    <a:pt x="129" y="209"/>
                    <a:pt x="130" y="205"/>
                  </a:cubicBezTo>
                  <a:lnTo>
                    <a:pt x="178" y="11"/>
                  </a:lnTo>
                  <a:close/>
                  <a:moveTo>
                    <a:pt x="104" y="199"/>
                  </a:moveTo>
                  <a:cubicBezTo>
                    <a:pt x="102" y="209"/>
                    <a:pt x="94" y="215"/>
                    <a:pt x="86" y="222"/>
                  </a:cubicBezTo>
                  <a:cubicBezTo>
                    <a:pt x="83" y="225"/>
                    <a:pt x="69" y="236"/>
                    <a:pt x="54" y="236"/>
                  </a:cubicBezTo>
                  <a:cubicBezTo>
                    <a:pt x="41" y="236"/>
                    <a:pt x="29" y="227"/>
                    <a:pt x="29" y="202"/>
                  </a:cubicBezTo>
                  <a:cubicBezTo>
                    <a:pt x="29" y="184"/>
                    <a:pt x="39" y="145"/>
                    <a:pt x="47" y="131"/>
                  </a:cubicBezTo>
                  <a:cubicBezTo>
                    <a:pt x="63" y="104"/>
                    <a:pt x="81" y="98"/>
                    <a:pt x="90" y="98"/>
                  </a:cubicBezTo>
                  <a:cubicBezTo>
                    <a:pt x="115" y="98"/>
                    <a:pt x="121" y="125"/>
                    <a:pt x="121" y="129"/>
                  </a:cubicBezTo>
                  <a:cubicBezTo>
                    <a:pt x="121" y="130"/>
                    <a:pt x="121" y="132"/>
                    <a:pt x="120" y="134"/>
                  </a:cubicBezTo>
                  <a:lnTo>
                    <a:pt x="104"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2" name="Freeform 444"/>
            <p:cNvSpPr>
              <a:spLocks/>
            </p:cNvSpPr>
            <p:nvPr>
              <p:custDataLst>
                <p:tags r:id="rId31"/>
              </p:custDataLst>
            </p:nvPr>
          </p:nvSpPr>
          <p:spPr bwMode="auto">
            <a:xfrm>
              <a:off x="5292725" y="2579688"/>
              <a:ext cx="50800" cy="57150"/>
            </a:xfrm>
            <a:custGeom>
              <a:avLst/>
              <a:gdLst>
                <a:gd name="T0" fmla="*/ 65 w 162"/>
                <a:gd name="T1" fmla="*/ 83 h 157"/>
                <a:gd name="T2" fmla="*/ 75 w 162"/>
                <a:gd name="T3" fmla="*/ 48 h 157"/>
                <a:gd name="T4" fmla="*/ 97 w 162"/>
                <a:gd name="T5" fmla="*/ 19 h 157"/>
                <a:gd name="T6" fmla="*/ 125 w 162"/>
                <a:gd name="T7" fmla="*/ 9 h 157"/>
                <a:gd name="T8" fmla="*/ 144 w 162"/>
                <a:gd name="T9" fmla="*/ 14 h 157"/>
                <a:gd name="T10" fmla="*/ 129 w 162"/>
                <a:gd name="T11" fmla="*/ 33 h 157"/>
                <a:gd name="T12" fmla="*/ 143 w 162"/>
                <a:gd name="T13" fmla="*/ 46 h 157"/>
                <a:gd name="T14" fmla="*/ 162 w 162"/>
                <a:gd name="T15" fmla="*/ 25 h 157"/>
                <a:gd name="T16" fmla="*/ 125 w 162"/>
                <a:gd name="T17" fmla="*/ 0 h 157"/>
                <a:gd name="T18" fmla="*/ 76 w 162"/>
                <a:gd name="T19" fmla="*/ 24 h 157"/>
                <a:gd name="T20" fmla="*/ 40 w 162"/>
                <a:gd name="T21" fmla="*/ 0 h 157"/>
                <a:gd name="T22" fmla="*/ 13 w 162"/>
                <a:gd name="T23" fmla="*/ 17 h 157"/>
                <a:gd name="T24" fmla="*/ 0 w 162"/>
                <a:gd name="T25" fmla="*/ 53 h 157"/>
                <a:gd name="T26" fmla="*/ 6 w 162"/>
                <a:gd name="T27" fmla="*/ 57 h 157"/>
                <a:gd name="T28" fmla="*/ 14 w 162"/>
                <a:gd name="T29" fmla="*/ 47 h 157"/>
                <a:gd name="T30" fmla="*/ 39 w 162"/>
                <a:gd name="T31" fmla="*/ 9 h 157"/>
                <a:gd name="T32" fmla="*/ 51 w 162"/>
                <a:gd name="T33" fmla="*/ 26 h 157"/>
                <a:gd name="T34" fmla="*/ 45 w 162"/>
                <a:gd name="T35" fmla="*/ 55 h 157"/>
                <a:gd name="T36" fmla="*/ 37 w 162"/>
                <a:gd name="T37" fmla="*/ 87 h 157"/>
                <a:gd name="T38" fmla="*/ 26 w 162"/>
                <a:gd name="T39" fmla="*/ 131 h 157"/>
                <a:gd name="T40" fmla="*/ 23 w 162"/>
                <a:gd name="T41" fmla="*/ 146 h 157"/>
                <a:gd name="T42" fmla="*/ 34 w 162"/>
                <a:gd name="T43" fmla="*/ 157 h 157"/>
                <a:gd name="T44" fmla="*/ 49 w 162"/>
                <a:gd name="T45" fmla="*/ 147 h 157"/>
                <a:gd name="T46" fmla="*/ 56 w 162"/>
                <a:gd name="T47" fmla="*/ 121 h 157"/>
                <a:gd name="T48" fmla="*/ 65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5" y="83"/>
                  </a:moveTo>
                  <a:cubicBezTo>
                    <a:pt x="66" y="81"/>
                    <a:pt x="74" y="49"/>
                    <a:pt x="75" y="48"/>
                  </a:cubicBezTo>
                  <a:cubicBezTo>
                    <a:pt x="75" y="45"/>
                    <a:pt x="85" y="27"/>
                    <a:pt x="97" y="19"/>
                  </a:cubicBezTo>
                  <a:cubicBezTo>
                    <a:pt x="100" y="16"/>
                    <a:pt x="110" y="9"/>
                    <a:pt x="125" y="9"/>
                  </a:cubicBezTo>
                  <a:cubicBezTo>
                    <a:pt x="128" y="9"/>
                    <a:pt x="137" y="10"/>
                    <a:pt x="144" y="14"/>
                  </a:cubicBezTo>
                  <a:cubicBezTo>
                    <a:pt x="133" y="17"/>
                    <a:pt x="129" y="27"/>
                    <a:pt x="129" y="33"/>
                  </a:cubicBezTo>
                  <a:cubicBezTo>
                    <a:pt x="129" y="41"/>
                    <a:pt x="135" y="46"/>
                    <a:pt x="143" y="46"/>
                  </a:cubicBezTo>
                  <a:cubicBezTo>
                    <a:pt x="151" y="46"/>
                    <a:pt x="162" y="40"/>
                    <a:pt x="162" y="25"/>
                  </a:cubicBezTo>
                  <a:cubicBezTo>
                    <a:pt x="162" y="7"/>
                    <a:pt x="143" y="0"/>
                    <a:pt x="125" y="0"/>
                  </a:cubicBezTo>
                  <a:cubicBezTo>
                    <a:pt x="107" y="0"/>
                    <a:pt x="91" y="7"/>
                    <a:pt x="76" y="24"/>
                  </a:cubicBezTo>
                  <a:cubicBezTo>
                    <a:pt x="70" y="3"/>
                    <a:pt x="48" y="0"/>
                    <a:pt x="40" y="0"/>
                  </a:cubicBezTo>
                  <a:cubicBezTo>
                    <a:pt x="27" y="0"/>
                    <a:pt x="18" y="8"/>
                    <a:pt x="13" y="17"/>
                  </a:cubicBezTo>
                  <a:cubicBezTo>
                    <a:pt x="5" y="31"/>
                    <a:pt x="0" y="51"/>
                    <a:pt x="0" y="53"/>
                  </a:cubicBezTo>
                  <a:cubicBezTo>
                    <a:pt x="0" y="57"/>
                    <a:pt x="5" y="57"/>
                    <a:pt x="6" y="57"/>
                  </a:cubicBezTo>
                  <a:cubicBezTo>
                    <a:pt x="11" y="57"/>
                    <a:pt x="11" y="56"/>
                    <a:pt x="14" y="47"/>
                  </a:cubicBezTo>
                  <a:cubicBezTo>
                    <a:pt x="19" y="26"/>
                    <a:pt x="25" y="9"/>
                    <a:pt x="39" y="9"/>
                  </a:cubicBezTo>
                  <a:cubicBezTo>
                    <a:pt x="48" y="9"/>
                    <a:pt x="51" y="17"/>
                    <a:pt x="51" y="26"/>
                  </a:cubicBezTo>
                  <a:cubicBezTo>
                    <a:pt x="51" y="33"/>
                    <a:pt x="47" y="46"/>
                    <a:pt x="45" y="55"/>
                  </a:cubicBezTo>
                  <a:cubicBezTo>
                    <a:pt x="42" y="65"/>
                    <a:pt x="39" y="79"/>
                    <a:pt x="37" y="87"/>
                  </a:cubicBezTo>
                  <a:lnTo>
                    <a:pt x="26" y="131"/>
                  </a:lnTo>
                  <a:cubicBezTo>
                    <a:pt x="25" y="136"/>
                    <a:pt x="23" y="145"/>
                    <a:pt x="23" y="146"/>
                  </a:cubicBezTo>
                  <a:cubicBezTo>
                    <a:pt x="23" y="153"/>
                    <a:pt x="29" y="157"/>
                    <a:pt x="34" y="157"/>
                  </a:cubicBezTo>
                  <a:cubicBezTo>
                    <a:pt x="40" y="157"/>
                    <a:pt x="47" y="154"/>
                    <a:pt x="49" y="147"/>
                  </a:cubicBezTo>
                  <a:cubicBezTo>
                    <a:pt x="50" y="145"/>
                    <a:pt x="54" y="129"/>
                    <a:pt x="56" y="121"/>
                  </a:cubicBezTo>
                  <a:lnTo>
                    <a:pt x="65"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3" name="Freeform 445"/>
            <p:cNvSpPr>
              <a:spLocks noEditPoints="1"/>
            </p:cNvSpPr>
            <p:nvPr>
              <p:custDataLst>
                <p:tags r:id="rId32"/>
              </p:custDataLst>
            </p:nvPr>
          </p:nvSpPr>
          <p:spPr bwMode="auto">
            <a:xfrm>
              <a:off x="5356225" y="2579688"/>
              <a:ext cx="55563" cy="57150"/>
            </a:xfrm>
            <a:custGeom>
              <a:avLst/>
              <a:gdLst>
                <a:gd name="T0" fmla="*/ 126 w 177"/>
                <a:gd name="T1" fmla="*/ 20 h 157"/>
                <a:gd name="T2" fmla="*/ 90 w 177"/>
                <a:gd name="T3" fmla="*/ 0 h 157"/>
                <a:gd name="T4" fmla="*/ 0 w 177"/>
                <a:gd name="T5" fmla="*/ 99 h 157"/>
                <a:gd name="T6" fmla="*/ 52 w 177"/>
                <a:gd name="T7" fmla="*/ 157 h 157"/>
                <a:gd name="T8" fmla="*/ 102 w 177"/>
                <a:gd name="T9" fmla="*/ 132 h 157"/>
                <a:gd name="T10" fmla="*/ 138 w 177"/>
                <a:gd name="T11" fmla="*/ 157 h 157"/>
                <a:gd name="T12" fmla="*/ 165 w 177"/>
                <a:gd name="T13" fmla="*/ 138 h 157"/>
                <a:gd name="T14" fmla="*/ 177 w 177"/>
                <a:gd name="T15" fmla="*/ 103 h 157"/>
                <a:gd name="T16" fmla="*/ 172 w 177"/>
                <a:gd name="T17" fmla="*/ 99 h 157"/>
                <a:gd name="T18" fmla="*/ 164 w 177"/>
                <a:gd name="T19" fmla="*/ 110 h 157"/>
                <a:gd name="T20" fmla="*/ 139 w 177"/>
                <a:gd name="T21" fmla="*/ 147 h 157"/>
                <a:gd name="T22" fmla="*/ 127 w 177"/>
                <a:gd name="T23" fmla="*/ 130 h 157"/>
                <a:gd name="T24" fmla="*/ 133 w 177"/>
                <a:gd name="T25" fmla="*/ 102 h 157"/>
                <a:gd name="T26" fmla="*/ 140 w 177"/>
                <a:gd name="T27" fmla="*/ 71 h 157"/>
                <a:gd name="T28" fmla="*/ 147 w 177"/>
                <a:gd name="T29" fmla="*/ 45 h 157"/>
                <a:gd name="T30" fmla="*/ 153 w 177"/>
                <a:gd name="T31" fmla="*/ 17 h 157"/>
                <a:gd name="T32" fmla="*/ 142 w 177"/>
                <a:gd name="T33" fmla="*/ 6 h 157"/>
                <a:gd name="T34" fmla="*/ 126 w 177"/>
                <a:gd name="T35" fmla="*/ 20 h 157"/>
                <a:gd name="T36" fmla="*/ 103 w 177"/>
                <a:gd name="T37" fmla="*/ 110 h 157"/>
                <a:gd name="T38" fmla="*/ 85 w 177"/>
                <a:gd name="T39" fmla="*/ 133 h 157"/>
                <a:gd name="T40" fmla="*/ 53 w 177"/>
                <a:gd name="T41" fmla="*/ 147 h 157"/>
                <a:gd name="T42" fmla="*/ 28 w 177"/>
                <a:gd name="T43" fmla="*/ 113 h 157"/>
                <a:gd name="T44" fmla="*/ 46 w 177"/>
                <a:gd name="T45" fmla="*/ 42 h 157"/>
                <a:gd name="T46" fmla="*/ 90 w 177"/>
                <a:gd name="T47" fmla="*/ 9 h 157"/>
                <a:gd name="T48" fmla="*/ 121 w 177"/>
                <a:gd name="T49" fmla="*/ 40 h 157"/>
                <a:gd name="T50" fmla="*/ 120 w 177"/>
                <a:gd name="T51" fmla="*/ 45 h 157"/>
                <a:gd name="T52" fmla="*/ 103 w 177"/>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7">
                  <a:moveTo>
                    <a:pt x="126" y="20"/>
                  </a:moveTo>
                  <a:cubicBezTo>
                    <a:pt x="118" y="9"/>
                    <a:pt x="106" y="0"/>
                    <a:pt x="90" y="0"/>
                  </a:cubicBezTo>
                  <a:cubicBezTo>
                    <a:pt x="45" y="0"/>
                    <a:pt x="0" y="49"/>
                    <a:pt x="0" y="99"/>
                  </a:cubicBezTo>
                  <a:cubicBezTo>
                    <a:pt x="0" y="133"/>
                    <a:pt x="22" y="157"/>
                    <a:pt x="52" y="157"/>
                  </a:cubicBezTo>
                  <a:cubicBezTo>
                    <a:pt x="71" y="157"/>
                    <a:pt x="88" y="146"/>
                    <a:pt x="102" y="132"/>
                  </a:cubicBezTo>
                  <a:cubicBezTo>
                    <a:pt x="108" y="153"/>
                    <a:pt x="129" y="157"/>
                    <a:pt x="138" y="157"/>
                  </a:cubicBezTo>
                  <a:cubicBezTo>
                    <a:pt x="150" y="157"/>
                    <a:pt x="159" y="149"/>
                    <a:pt x="165" y="138"/>
                  </a:cubicBezTo>
                  <a:cubicBezTo>
                    <a:pt x="173" y="125"/>
                    <a:pt x="177" y="105"/>
                    <a:pt x="177" y="103"/>
                  </a:cubicBezTo>
                  <a:cubicBezTo>
                    <a:pt x="177" y="99"/>
                    <a:pt x="173" y="99"/>
                    <a:pt x="172" y="99"/>
                  </a:cubicBezTo>
                  <a:cubicBezTo>
                    <a:pt x="167" y="99"/>
                    <a:pt x="167" y="100"/>
                    <a:pt x="164" y="110"/>
                  </a:cubicBezTo>
                  <a:cubicBezTo>
                    <a:pt x="160" y="126"/>
                    <a:pt x="153" y="147"/>
                    <a:pt x="139" y="147"/>
                  </a:cubicBezTo>
                  <a:cubicBezTo>
                    <a:pt x="130" y="147"/>
                    <a:pt x="127" y="139"/>
                    <a:pt x="127" y="130"/>
                  </a:cubicBezTo>
                  <a:cubicBezTo>
                    <a:pt x="127" y="124"/>
                    <a:pt x="130" y="112"/>
                    <a:pt x="133" y="102"/>
                  </a:cubicBezTo>
                  <a:cubicBezTo>
                    <a:pt x="135" y="93"/>
                    <a:pt x="138" y="79"/>
                    <a:pt x="140" y="71"/>
                  </a:cubicBezTo>
                  <a:lnTo>
                    <a:pt x="147" y="45"/>
                  </a:lnTo>
                  <a:cubicBezTo>
                    <a:pt x="149" y="35"/>
                    <a:pt x="153" y="19"/>
                    <a:pt x="153" y="17"/>
                  </a:cubicBezTo>
                  <a:cubicBezTo>
                    <a:pt x="153" y="10"/>
                    <a:pt x="147" y="6"/>
                    <a:pt x="142" y="6"/>
                  </a:cubicBezTo>
                  <a:cubicBezTo>
                    <a:pt x="136" y="6"/>
                    <a:pt x="128" y="10"/>
                    <a:pt x="126" y="20"/>
                  </a:cubicBezTo>
                  <a:close/>
                  <a:moveTo>
                    <a:pt x="103" y="110"/>
                  </a:moveTo>
                  <a:cubicBezTo>
                    <a:pt x="101" y="120"/>
                    <a:pt x="93" y="126"/>
                    <a:pt x="85" y="133"/>
                  </a:cubicBezTo>
                  <a:cubicBezTo>
                    <a:pt x="82" y="136"/>
                    <a:pt x="68" y="147"/>
                    <a:pt x="53" y="147"/>
                  </a:cubicBezTo>
                  <a:cubicBezTo>
                    <a:pt x="40" y="147"/>
                    <a:pt x="28" y="138"/>
                    <a:pt x="28" y="113"/>
                  </a:cubicBezTo>
                  <a:cubicBezTo>
                    <a:pt x="28" y="95"/>
                    <a:pt x="38" y="56"/>
                    <a:pt x="46" y="42"/>
                  </a:cubicBezTo>
                  <a:cubicBezTo>
                    <a:pt x="62" y="15"/>
                    <a:pt x="80" y="9"/>
                    <a:pt x="90" y="9"/>
                  </a:cubicBezTo>
                  <a:cubicBezTo>
                    <a:pt x="114" y="9"/>
                    <a:pt x="121" y="36"/>
                    <a:pt x="121" y="40"/>
                  </a:cubicBezTo>
                  <a:cubicBezTo>
                    <a:pt x="121" y="41"/>
                    <a:pt x="120" y="43"/>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4" name="Freeform 446"/>
            <p:cNvSpPr>
              <a:spLocks/>
            </p:cNvSpPr>
            <p:nvPr>
              <p:custDataLst>
                <p:tags r:id="rId33"/>
              </p:custDataLst>
            </p:nvPr>
          </p:nvSpPr>
          <p:spPr bwMode="auto">
            <a:xfrm>
              <a:off x="5424488" y="2547938"/>
              <a:ext cx="23813" cy="88900"/>
            </a:xfrm>
            <a:custGeom>
              <a:avLst/>
              <a:gdLst>
                <a:gd name="T0" fmla="*/ 77 w 78"/>
                <a:gd name="T1" fmla="*/ 11 h 246"/>
                <a:gd name="T2" fmla="*/ 78 w 78"/>
                <a:gd name="T3" fmla="*/ 5 h 246"/>
                <a:gd name="T4" fmla="*/ 73 w 78"/>
                <a:gd name="T5" fmla="*/ 0 h 246"/>
                <a:gd name="T6" fmla="*/ 28 w 78"/>
                <a:gd name="T7" fmla="*/ 4 h 246"/>
                <a:gd name="T8" fmla="*/ 21 w 78"/>
                <a:gd name="T9" fmla="*/ 12 h 246"/>
                <a:gd name="T10" fmla="*/ 29 w 78"/>
                <a:gd name="T11" fmla="*/ 17 h 246"/>
                <a:gd name="T12" fmla="*/ 46 w 78"/>
                <a:gd name="T13" fmla="*/ 22 h 246"/>
                <a:gd name="T14" fmla="*/ 45 w 78"/>
                <a:gd name="T15" fmla="*/ 30 h 246"/>
                <a:gd name="T16" fmla="*/ 1 w 78"/>
                <a:gd name="T17" fmla="*/ 202 h 246"/>
                <a:gd name="T18" fmla="*/ 0 w 78"/>
                <a:gd name="T19" fmla="*/ 213 h 246"/>
                <a:gd name="T20" fmla="*/ 37 w 78"/>
                <a:gd name="T21" fmla="*/ 246 h 246"/>
                <a:gd name="T22" fmla="*/ 65 w 78"/>
                <a:gd name="T23" fmla="*/ 227 h 246"/>
                <a:gd name="T24" fmla="*/ 77 w 78"/>
                <a:gd name="T25" fmla="*/ 192 h 246"/>
                <a:gd name="T26" fmla="*/ 71 w 78"/>
                <a:gd name="T27" fmla="*/ 188 h 246"/>
                <a:gd name="T28" fmla="*/ 64 w 78"/>
                <a:gd name="T29" fmla="*/ 196 h 246"/>
                <a:gd name="T30" fmla="*/ 38 w 78"/>
                <a:gd name="T31" fmla="*/ 236 h 246"/>
                <a:gd name="T32" fmla="*/ 26 w 78"/>
                <a:gd name="T33" fmla="*/ 219 h 246"/>
                <a:gd name="T34" fmla="*/ 28 w 78"/>
                <a:gd name="T35" fmla="*/ 205 h 246"/>
                <a:gd name="T36" fmla="*/ 77 w 78"/>
                <a:gd name="T37" fmla="*/ 11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6">
                  <a:moveTo>
                    <a:pt x="77" y="11"/>
                  </a:moveTo>
                  <a:cubicBezTo>
                    <a:pt x="77" y="10"/>
                    <a:pt x="78" y="5"/>
                    <a:pt x="78" y="5"/>
                  </a:cubicBezTo>
                  <a:cubicBezTo>
                    <a:pt x="78" y="3"/>
                    <a:pt x="77" y="0"/>
                    <a:pt x="73" y="0"/>
                  </a:cubicBezTo>
                  <a:cubicBezTo>
                    <a:pt x="66" y="0"/>
                    <a:pt x="37" y="3"/>
                    <a:pt x="28" y="4"/>
                  </a:cubicBezTo>
                  <a:cubicBezTo>
                    <a:pt x="26" y="4"/>
                    <a:pt x="21" y="4"/>
                    <a:pt x="21" y="12"/>
                  </a:cubicBezTo>
                  <a:cubicBezTo>
                    <a:pt x="21" y="17"/>
                    <a:pt x="26" y="17"/>
                    <a:pt x="29" y="17"/>
                  </a:cubicBezTo>
                  <a:cubicBezTo>
                    <a:pt x="46" y="17"/>
                    <a:pt x="46" y="19"/>
                    <a:pt x="46" y="22"/>
                  </a:cubicBezTo>
                  <a:cubicBezTo>
                    <a:pt x="46" y="24"/>
                    <a:pt x="45" y="26"/>
                    <a:pt x="45" y="30"/>
                  </a:cubicBezTo>
                  <a:lnTo>
                    <a:pt x="1" y="202"/>
                  </a:lnTo>
                  <a:cubicBezTo>
                    <a:pt x="0" y="205"/>
                    <a:pt x="0" y="209"/>
                    <a:pt x="0" y="213"/>
                  </a:cubicBezTo>
                  <a:cubicBezTo>
                    <a:pt x="0" y="235"/>
                    <a:pt x="20" y="246"/>
                    <a:pt x="37" y="246"/>
                  </a:cubicBezTo>
                  <a:cubicBezTo>
                    <a:pt x="45" y="246"/>
                    <a:pt x="55" y="243"/>
                    <a:pt x="65" y="227"/>
                  </a:cubicBezTo>
                  <a:cubicBezTo>
                    <a:pt x="72" y="214"/>
                    <a:pt x="77" y="194"/>
                    <a:pt x="77" y="192"/>
                  </a:cubicBezTo>
                  <a:cubicBezTo>
                    <a:pt x="77" y="188"/>
                    <a:pt x="72" y="188"/>
                    <a:pt x="71" y="188"/>
                  </a:cubicBezTo>
                  <a:cubicBezTo>
                    <a:pt x="66" y="188"/>
                    <a:pt x="66" y="190"/>
                    <a:pt x="64" y="196"/>
                  </a:cubicBezTo>
                  <a:cubicBezTo>
                    <a:pt x="60" y="214"/>
                    <a:pt x="53" y="236"/>
                    <a:pt x="38" y="236"/>
                  </a:cubicBezTo>
                  <a:cubicBezTo>
                    <a:pt x="29" y="236"/>
                    <a:pt x="26" y="227"/>
                    <a:pt x="26" y="219"/>
                  </a:cubicBezTo>
                  <a:cubicBezTo>
                    <a:pt x="26" y="215"/>
                    <a:pt x="27" y="209"/>
                    <a:pt x="28" y="205"/>
                  </a:cubicBezTo>
                  <a:lnTo>
                    <a:pt x="77" y="1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5" name="Freeform 447"/>
            <p:cNvSpPr>
              <a:spLocks noEditPoints="1"/>
            </p:cNvSpPr>
            <p:nvPr>
              <p:custDataLst>
                <p:tags r:id="rId34"/>
              </p:custDataLst>
            </p:nvPr>
          </p:nvSpPr>
          <p:spPr bwMode="auto">
            <a:xfrm>
              <a:off x="5464175" y="2579688"/>
              <a:ext cx="47625" cy="57150"/>
            </a:xfrm>
            <a:custGeom>
              <a:avLst/>
              <a:gdLst>
                <a:gd name="T0" fmla="*/ 55 w 150"/>
                <a:gd name="T1" fmla="*/ 74 h 157"/>
                <a:gd name="T2" fmla="*/ 111 w 150"/>
                <a:gd name="T3" fmla="*/ 66 h 157"/>
                <a:gd name="T4" fmla="*/ 142 w 150"/>
                <a:gd name="T5" fmla="*/ 30 h 157"/>
                <a:gd name="T6" fmla="*/ 99 w 150"/>
                <a:gd name="T7" fmla="*/ 0 h 157"/>
                <a:gd name="T8" fmla="*/ 0 w 150"/>
                <a:gd name="T9" fmla="*/ 91 h 157"/>
                <a:gd name="T10" fmla="*/ 63 w 150"/>
                <a:gd name="T11" fmla="*/ 157 h 157"/>
                <a:gd name="T12" fmla="*/ 150 w 150"/>
                <a:gd name="T13" fmla="*/ 117 h 157"/>
                <a:gd name="T14" fmla="*/ 144 w 150"/>
                <a:gd name="T15" fmla="*/ 112 h 157"/>
                <a:gd name="T16" fmla="*/ 138 w 150"/>
                <a:gd name="T17" fmla="*/ 115 h 157"/>
                <a:gd name="T18" fmla="*/ 64 w 150"/>
                <a:gd name="T19" fmla="*/ 147 h 157"/>
                <a:gd name="T20" fmla="*/ 29 w 150"/>
                <a:gd name="T21" fmla="*/ 105 h 157"/>
                <a:gd name="T22" fmla="*/ 33 w 150"/>
                <a:gd name="T23" fmla="*/ 74 h 157"/>
                <a:gd name="T24" fmla="*/ 55 w 150"/>
                <a:gd name="T25" fmla="*/ 74 h 157"/>
                <a:gd name="T26" fmla="*/ 36 w 150"/>
                <a:gd name="T27" fmla="*/ 64 h 157"/>
                <a:gd name="T28" fmla="*/ 99 w 150"/>
                <a:gd name="T29" fmla="*/ 9 h 157"/>
                <a:gd name="T30" fmla="*/ 127 w 150"/>
                <a:gd name="T31" fmla="*/ 30 h 157"/>
                <a:gd name="T32" fmla="*/ 53 w 150"/>
                <a:gd name="T33" fmla="*/ 64 h 157"/>
                <a:gd name="T34" fmla="*/ 36 w 150"/>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7">
                  <a:moveTo>
                    <a:pt x="55" y="74"/>
                  </a:moveTo>
                  <a:cubicBezTo>
                    <a:pt x="65" y="74"/>
                    <a:pt x="93" y="73"/>
                    <a:pt x="111" y="66"/>
                  </a:cubicBezTo>
                  <a:cubicBezTo>
                    <a:pt x="137" y="57"/>
                    <a:pt x="142" y="41"/>
                    <a:pt x="142" y="30"/>
                  </a:cubicBezTo>
                  <a:cubicBezTo>
                    <a:pt x="142" y="11"/>
                    <a:pt x="123" y="0"/>
                    <a:pt x="99" y="0"/>
                  </a:cubicBezTo>
                  <a:cubicBezTo>
                    <a:pt x="57" y="0"/>
                    <a:pt x="0" y="32"/>
                    <a:pt x="0" y="91"/>
                  </a:cubicBezTo>
                  <a:cubicBezTo>
                    <a:pt x="0" y="126"/>
                    <a:pt x="22" y="157"/>
                    <a:pt x="63" y="157"/>
                  </a:cubicBezTo>
                  <a:cubicBezTo>
                    <a:pt x="122" y="157"/>
                    <a:pt x="150" y="122"/>
                    <a:pt x="150" y="117"/>
                  </a:cubicBezTo>
                  <a:cubicBezTo>
                    <a:pt x="150" y="115"/>
                    <a:pt x="147" y="112"/>
                    <a:pt x="144" y="112"/>
                  </a:cubicBezTo>
                  <a:cubicBezTo>
                    <a:pt x="142" y="112"/>
                    <a:pt x="141" y="112"/>
                    <a:pt x="138" y="115"/>
                  </a:cubicBezTo>
                  <a:cubicBezTo>
                    <a:pt x="111" y="147"/>
                    <a:pt x="70" y="147"/>
                    <a:pt x="64" y="147"/>
                  </a:cubicBezTo>
                  <a:cubicBezTo>
                    <a:pt x="43" y="147"/>
                    <a:pt x="29" y="133"/>
                    <a:pt x="29" y="105"/>
                  </a:cubicBezTo>
                  <a:cubicBezTo>
                    <a:pt x="29" y="100"/>
                    <a:pt x="29" y="93"/>
                    <a:pt x="33" y="74"/>
                  </a:cubicBezTo>
                  <a:lnTo>
                    <a:pt x="55" y="74"/>
                  </a:lnTo>
                  <a:close/>
                  <a:moveTo>
                    <a:pt x="36" y="64"/>
                  </a:moveTo>
                  <a:cubicBezTo>
                    <a:pt x="50" y="13"/>
                    <a:pt x="89" y="9"/>
                    <a:pt x="99" y="9"/>
                  </a:cubicBezTo>
                  <a:cubicBezTo>
                    <a:pt x="114" y="9"/>
                    <a:pt x="127" y="17"/>
                    <a:pt x="127" y="30"/>
                  </a:cubicBezTo>
                  <a:cubicBezTo>
                    <a:pt x="127" y="64"/>
                    <a:pt x="68" y="64"/>
                    <a:pt x="53" y="64"/>
                  </a:cubicBezTo>
                  <a:lnTo>
                    <a:pt x="36"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6" name="Freeform 448"/>
            <p:cNvSpPr>
              <a:spLocks/>
            </p:cNvSpPr>
            <p:nvPr>
              <p:custDataLst>
                <p:tags r:id="rId35"/>
              </p:custDataLst>
            </p:nvPr>
          </p:nvSpPr>
          <p:spPr bwMode="auto">
            <a:xfrm>
              <a:off x="5524500" y="2579688"/>
              <a:ext cx="47625" cy="57150"/>
            </a:xfrm>
            <a:custGeom>
              <a:avLst/>
              <a:gdLst>
                <a:gd name="T0" fmla="*/ 131 w 151"/>
                <a:gd name="T1" fmla="*/ 20 h 157"/>
                <a:gd name="T2" fmla="*/ 113 w 151"/>
                <a:gd name="T3" fmla="*/ 39 h 157"/>
                <a:gd name="T4" fmla="*/ 127 w 151"/>
                <a:gd name="T5" fmla="*/ 52 h 157"/>
                <a:gd name="T6" fmla="*/ 147 w 151"/>
                <a:gd name="T7" fmla="*/ 30 h 157"/>
                <a:gd name="T8" fmla="*/ 101 w 151"/>
                <a:gd name="T9" fmla="*/ 0 h 157"/>
                <a:gd name="T10" fmla="*/ 0 w 151"/>
                <a:gd name="T11" fmla="*/ 96 h 157"/>
                <a:gd name="T12" fmla="*/ 64 w 151"/>
                <a:gd name="T13" fmla="*/ 157 h 157"/>
                <a:gd name="T14" fmla="*/ 151 w 151"/>
                <a:gd name="T15" fmla="*/ 117 h 157"/>
                <a:gd name="T16" fmla="*/ 145 w 151"/>
                <a:gd name="T17" fmla="*/ 112 h 157"/>
                <a:gd name="T18" fmla="*/ 139 w 151"/>
                <a:gd name="T19" fmla="*/ 115 h 157"/>
                <a:gd name="T20" fmla="*/ 65 w 151"/>
                <a:gd name="T21" fmla="*/ 147 h 157"/>
                <a:gd name="T22" fmla="*/ 29 w 151"/>
                <a:gd name="T23" fmla="*/ 108 h 157"/>
                <a:gd name="T24" fmla="*/ 52 w 151"/>
                <a:gd name="T25" fmla="*/ 36 h 157"/>
                <a:gd name="T26" fmla="*/ 101 w 151"/>
                <a:gd name="T27" fmla="*/ 9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8" y="22"/>
                    <a:pt x="113" y="32"/>
                    <a:pt x="113" y="39"/>
                  </a:cubicBezTo>
                  <a:cubicBezTo>
                    <a:pt x="113" y="49"/>
                    <a:pt x="120" y="52"/>
                    <a:pt x="127" y="52"/>
                  </a:cubicBezTo>
                  <a:cubicBezTo>
                    <a:pt x="134" y="52"/>
                    <a:pt x="147" y="47"/>
                    <a:pt x="147" y="30"/>
                  </a:cubicBezTo>
                  <a:cubicBezTo>
                    <a:pt x="147" y="6"/>
                    <a:pt x="119" y="0"/>
                    <a:pt x="101" y="0"/>
                  </a:cubicBezTo>
                  <a:cubicBezTo>
                    <a:pt x="48" y="0"/>
                    <a:pt x="0" y="48"/>
                    <a:pt x="0" y="96"/>
                  </a:cubicBezTo>
                  <a:cubicBezTo>
                    <a:pt x="0" y="126"/>
                    <a:pt x="21" y="157"/>
                    <a:pt x="64" y="157"/>
                  </a:cubicBezTo>
                  <a:cubicBezTo>
                    <a:pt x="123" y="157"/>
                    <a:pt x="151" y="122"/>
                    <a:pt x="151" y="117"/>
                  </a:cubicBezTo>
                  <a:cubicBezTo>
                    <a:pt x="151" y="115"/>
                    <a:pt x="148" y="112"/>
                    <a:pt x="145" y="112"/>
                  </a:cubicBezTo>
                  <a:cubicBezTo>
                    <a:pt x="143" y="112"/>
                    <a:pt x="142" y="112"/>
                    <a:pt x="139" y="115"/>
                  </a:cubicBezTo>
                  <a:cubicBezTo>
                    <a:pt x="112" y="147"/>
                    <a:pt x="71" y="147"/>
                    <a:pt x="65" y="147"/>
                  </a:cubicBezTo>
                  <a:cubicBezTo>
                    <a:pt x="40" y="147"/>
                    <a:pt x="29" y="130"/>
                    <a:pt x="29" y="108"/>
                  </a:cubicBezTo>
                  <a:cubicBezTo>
                    <a:pt x="29" y="98"/>
                    <a:pt x="34" y="60"/>
                    <a:pt x="52" y="36"/>
                  </a:cubicBezTo>
                  <a:cubicBezTo>
                    <a:pt x="65" y="19"/>
                    <a:pt x="83" y="9"/>
                    <a:pt x="101" y="9"/>
                  </a:cubicBezTo>
                  <a:cubicBezTo>
                    <a:pt x="105" y="9"/>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7" name="Freeform 449"/>
            <p:cNvSpPr>
              <a:spLocks/>
            </p:cNvSpPr>
            <p:nvPr>
              <p:custDataLst>
                <p:tags r:id="rId36"/>
              </p:custDataLst>
            </p:nvPr>
          </p:nvSpPr>
          <p:spPr bwMode="auto">
            <a:xfrm>
              <a:off x="5586413" y="2620963"/>
              <a:ext cx="12700" cy="14288"/>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10"/>
                    <a:pt x="0" y="20"/>
                  </a:cubicBezTo>
                  <a:cubicBezTo>
                    <a:pt x="0" y="33"/>
                    <a:pt x="11" y="40"/>
                    <a:pt x="20" y="40"/>
                  </a:cubicBezTo>
                  <a:cubicBezTo>
                    <a:pt x="32"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8" name="Freeform 450"/>
            <p:cNvSpPr>
              <a:spLocks noEditPoints="1"/>
            </p:cNvSpPr>
            <p:nvPr>
              <p:custDataLst>
                <p:tags r:id="rId37"/>
              </p:custDataLst>
            </p:nvPr>
          </p:nvSpPr>
          <p:spPr bwMode="auto">
            <a:xfrm>
              <a:off x="5611813" y="2551113"/>
              <a:ext cx="47625" cy="111125"/>
            </a:xfrm>
            <a:custGeom>
              <a:avLst/>
              <a:gdLst>
                <a:gd name="T0" fmla="*/ 153 w 153"/>
                <a:gd name="T1" fmla="*/ 13 h 303"/>
                <a:gd name="T2" fmla="*/ 139 w 153"/>
                <a:gd name="T3" fmla="*/ 0 h 303"/>
                <a:gd name="T4" fmla="*/ 119 w 153"/>
                <a:gd name="T5" fmla="*/ 19 h 303"/>
                <a:gd name="T6" fmla="*/ 133 w 153"/>
                <a:gd name="T7" fmla="*/ 33 h 303"/>
                <a:gd name="T8" fmla="*/ 153 w 153"/>
                <a:gd name="T9" fmla="*/ 13 h 303"/>
                <a:gd name="T10" fmla="*/ 79 w 153"/>
                <a:gd name="T11" fmla="*/ 248 h 303"/>
                <a:gd name="T12" fmla="*/ 34 w 153"/>
                <a:gd name="T13" fmla="*/ 293 h 303"/>
                <a:gd name="T14" fmla="*/ 21 w 153"/>
                <a:gd name="T15" fmla="*/ 291 h 303"/>
                <a:gd name="T16" fmla="*/ 33 w 153"/>
                <a:gd name="T17" fmla="*/ 273 h 303"/>
                <a:gd name="T18" fmla="*/ 19 w 153"/>
                <a:gd name="T19" fmla="*/ 260 h 303"/>
                <a:gd name="T20" fmla="*/ 0 w 153"/>
                <a:gd name="T21" fmla="*/ 281 h 303"/>
                <a:gd name="T22" fmla="*/ 34 w 153"/>
                <a:gd name="T23" fmla="*/ 303 h 303"/>
                <a:gd name="T24" fmla="*/ 107 w 153"/>
                <a:gd name="T25" fmla="*/ 247 h 303"/>
                <a:gd name="T26" fmla="*/ 138 w 153"/>
                <a:gd name="T27" fmla="*/ 123 h 303"/>
                <a:gd name="T28" fmla="*/ 140 w 153"/>
                <a:gd name="T29" fmla="*/ 110 h 303"/>
                <a:gd name="T30" fmla="*/ 102 w 153"/>
                <a:gd name="T31" fmla="*/ 78 h 303"/>
                <a:gd name="T32" fmla="*/ 41 w 153"/>
                <a:gd name="T33" fmla="*/ 131 h 303"/>
                <a:gd name="T34" fmla="*/ 47 w 153"/>
                <a:gd name="T35" fmla="*/ 135 h 303"/>
                <a:gd name="T36" fmla="*/ 54 w 153"/>
                <a:gd name="T37" fmla="*/ 129 h 303"/>
                <a:gd name="T38" fmla="*/ 101 w 153"/>
                <a:gd name="T39" fmla="*/ 87 h 303"/>
                <a:gd name="T40" fmla="*/ 113 w 153"/>
                <a:gd name="T41" fmla="*/ 104 h 303"/>
                <a:gd name="T42" fmla="*/ 112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8" y="0"/>
                    <a:pt x="139" y="0"/>
                  </a:cubicBezTo>
                  <a:cubicBezTo>
                    <a:pt x="129" y="0"/>
                    <a:pt x="119" y="10"/>
                    <a:pt x="119" y="19"/>
                  </a:cubicBezTo>
                  <a:cubicBezTo>
                    <a:pt x="119" y="25"/>
                    <a:pt x="123" y="33"/>
                    <a:pt x="133" y="33"/>
                  </a:cubicBezTo>
                  <a:cubicBezTo>
                    <a:pt x="143" y="33"/>
                    <a:pt x="153" y="23"/>
                    <a:pt x="153" y="13"/>
                  </a:cubicBezTo>
                  <a:close/>
                  <a:moveTo>
                    <a:pt x="79" y="248"/>
                  </a:moveTo>
                  <a:cubicBezTo>
                    <a:pt x="73" y="273"/>
                    <a:pt x="54" y="293"/>
                    <a:pt x="34" y="293"/>
                  </a:cubicBezTo>
                  <a:cubicBezTo>
                    <a:pt x="29" y="293"/>
                    <a:pt x="25" y="292"/>
                    <a:pt x="21" y="291"/>
                  </a:cubicBezTo>
                  <a:cubicBezTo>
                    <a:pt x="30" y="286"/>
                    <a:pt x="33" y="278"/>
                    <a:pt x="33" y="273"/>
                  </a:cubicBezTo>
                  <a:cubicBezTo>
                    <a:pt x="33" y="265"/>
                    <a:pt x="26" y="260"/>
                    <a:pt x="19" y="260"/>
                  </a:cubicBezTo>
                  <a:cubicBezTo>
                    <a:pt x="9" y="260"/>
                    <a:pt x="0" y="269"/>
                    <a:pt x="0" y="281"/>
                  </a:cubicBezTo>
                  <a:cubicBezTo>
                    <a:pt x="0" y="294"/>
                    <a:pt x="13" y="303"/>
                    <a:pt x="34" y="303"/>
                  </a:cubicBezTo>
                  <a:cubicBezTo>
                    <a:pt x="55" y="303"/>
                    <a:pt x="96" y="290"/>
                    <a:pt x="107" y="247"/>
                  </a:cubicBezTo>
                  <a:lnTo>
                    <a:pt x="138" y="123"/>
                  </a:lnTo>
                  <a:cubicBezTo>
                    <a:pt x="139" y="119"/>
                    <a:pt x="140" y="116"/>
                    <a:pt x="140" y="110"/>
                  </a:cubicBezTo>
                  <a:cubicBezTo>
                    <a:pt x="140" y="91"/>
                    <a:pt x="123" y="78"/>
                    <a:pt x="102" y="78"/>
                  </a:cubicBezTo>
                  <a:cubicBezTo>
                    <a:pt x="64" y="78"/>
                    <a:pt x="41" y="126"/>
                    <a:pt x="41" y="131"/>
                  </a:cubicBezTo>
                  <a:cubicBezTo>
                    <a:pt x="41" y="135"/>
                    <a:pt x="46" y="135"/>
                    <a:pt x="47" y="135"/>
                  </a:cubicBezTo>
                  <a:cubicBezTo>
                    <a:pt x="52" y="135"/>
                    <a:pt x="52" y="134"/>
                    <a:pt x="54" y="129"/>
                  </a:cubicBezTo>
                  <a:cubicBezTo>
                    <a:pt x="63" y="109"/>
                    <a:pt x="81" y="87"/>
                    <a:pt x="101" y="87"/>
                  </a:cubicBezTo>
                  <a:cubicBezTo>
                    <a:pt x="110" y="87"/>
                    <a:pt x="113" y="93"/>
                    <a:pt x="113" y="104"/>
                  </a:cubicBezTo>
                  <a:cubicBezTo>
                    <a:pt x="113" y="108"/>
                    <a:pt x="113" y="113"/>
                    <a:pt x="112"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9" name="Freeform 451"/>
            <p:cNvSpPr>
              <a:spLocks noEditPoints="1"/>
            </p:cNvSpPr>
            <p:nvPr>
              <p:custDataLst>
                <p:tags r:id="rId38"/>
              </p:custDataLst>
            </p:nvPr>
          </p:nvSpPr>
          <p:spPr bwMode="auto">
            <a:xfrm>
              <a:off x="5675313" y="2551113"/>
              <a:ext cx="31750" cy="85725"/>
            </a:xfrm>
            <a:custGeom>
              <a:avLst/>
              <a:gdLst>
                <a:gd name="T0" fmla="*/ 96 w 105"/>
                <a:gd name="T1" fmla="*/ 13 h 235"/>
                <a:gd name="T2" fmla="*/ 82 w 105"/>
                <a:gd name="T3" fmla="*/ 0 h 235"/>
                <a:gd name="T4" fmla="*/ 63 w 105"/>
                <a:gd name="T5" fmla="*/ 19 h 235"/>
                <a:gd name="T6" fmla="*/ 77 w 105"/>
                <a:gd name="T7" fmla="*/ 33 h 235"/>
                <a:gd name="T8" fmla="*/ 96 w 105"/>
                <a:gd name="T9" fmla="*/ 13 h 235"/>
                <a:gd name="T10" fmla="*/ 25 w 105"/>
                <a:gd name="T11" fmla="*/ 191 h 235"/>
                <a:gd name="T12" fmla="*/ 22 w 105"/>
                <a:gd name="T13" fmla="*/ 205 h 235"/>
                <a:gd name="T14" fmla="*/ 55 w 105"/>
                <a:gd name="T15" fmla="*/ 235 h 235"/>
                <a:gd name="T16" fmla="*/ 105 w 105"/>
                <a:gd name="T17" fmla="*/ 181 h 235"/>
                <a:gd name="T18" fmla="*/ 100 w 105"/>
                <a:gd name="T19" fmla="*/ 177 h 235"/>
                <a:gd name="T20" fmla="*/ 93 w 105"/>
                <a:gd name="T21" fmla="*/ 183 h 235"/>
                <a:gd name="T22" fmla="*/ 56 w 105"/>
                <a:gd name="T23" fmla="*/ 225 h 235"/>
                <a:gd name="T24" fmla="*/ 48 w 105"/>
                <a:gd name="T25" fmla="*/ 213 h 235"/>
                <a:gd name="T26" fmla="*/ 53 w 105"/>
                <a:gd name="T27" fmla="*/ 191 h 235"/>
                <a:gd name="T28" fmla="*/ 64 w 105"/>
                <a:gd name="T29" fmla="*/ 163 h 235"/>
                <a:gd name="T30" fmla="*/ 81 w 105"/>
                <a:gd name="T31" fmla="*/ 118 h 235"/>
                <a:gd name="T32" fmla="*/ 84 w 105"/>
                <a:gd name="T33" fmla="*/ 107 h 235"/>
                <a:gd name="T34" fmla="*/ 50 w 105"/>
                <a:gd name="T35" fmla="*/ 78 h 235"/>
                <a:gd name="T36" fmla="*/ 0 w 105"/>
                <a:gd name="T37" fmla="*/ 131 h 235"/>
                <a:gd name="T38" fmla="*/ 6 w 105"/>
                <a:gd name="T39" fmla="*/ 135 h 235"/>
                <a:gd name="T40" fmla="*/ 12 w 105"/>
                <a:gd name="T41" fmla="*/ 130 h 235"/>
                <a:gd name="T42" fmla="*/ 49 w 105"/>
                <a:gd name="T43" fmla="*/ 87 h 235"/>
                <a:gd name="T44" fmla="*/ 58 w 105"/>
                <a:gd name="T45" fmla="*/ 100 h 235"/>
                <a:gd name="T46" fmla="*/ 47 w 105"/>
                <a:gd name="T47" fmla="*/ 134 h 235"/>
                <a:gd name="T48" fmla="*/ 25 w 105"/>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3"/>
                  </a:moveTo>
                  <a:cubicBezTo>
                    <a:pt x="96" y="8"/>
                    <a:pt x="92" y="0"/>
                    <a:pt x="82" y="0"/>
                  </a:cubicBezTo>
                  <a:cubicBezTo>
                    <a:pt x="73" y="0"/>
                    <a:pt x="63" y="9"/>
                    <a:pt x="63" y="19"/>
                  </a:cubicBezTo>
                  <a:cubicBezTo>
                    <a:pt x="63" y="25"/>
                    <a:pt x="67" y="33"/>
                    <a:pt x="77" y="33"/>
                  </a:cubicBezTo>
                  <a:cubicBezTo>
                    <a:pt x="87" y="33"/>
                    <a:pt x="96" y="23"/>
                    <a:pt x="96" y="13"/>
                  </a:cubicBezTo>
                  <a:close/>
                  <a:moveTo>
                    <a:pt x="25" y="191"/>
                  </a:moveTo>
                  <a:cubicBezTo>
                    <a:pt x="24" y="195"/>
                    <a:pt x="22" y="199"/>
                    <a:pt x="22" y="205"/>
                  </a:cubicBezTo>
                  <a:cubicBezTo>
                    <a:pt x="22" y="222"/>
                    <a:pt x="36" y="235"/>
                    <a:pt x="55" y="235"/>
                  </a:cubicBezTo>
                  <a:cubicBezTo>
                    <a:pt x="90" y="235"/>
                    <a:pt x="105" y="187"/>
                    <a:pt x="105" y="181"/>
                  </a:cubicBezTo>
                  <a:cubicBezTo>
                    <a:pt x="105" y="177"/>
                    <a:pt x="101" y="177"/>
                    <a:pt x="100" y="177"/>
                  </a:cubicBezTo>
                  <a:cubicBezTo>
                    <a:pt x="95" y="177"/>
                    <a:pt x="95" y="179"/>
                    <a:pt x="93" y="183"/>
                  </a:cubicBezTo>
                  <a:cubicBezTo>
                    <a:pt x="85" y="211"/>
                    <a:pt x="70" y="225"/>
                    <a:pt x="56" y="225"/>
                  </a:cubicBezTo>
                  <a:cubicBezTo>
                    <a:pt x="49" y="225"/>
                    <a:pt x="48" y="221"/>
                    <a:pt x="48" y="213"/>
                  </a:cubicBezTo>
                  <a:cubicBezTo>
                    <a:pt x="48" y="205"/>
                    <a:pt x="50" y="198"/>
                    <a:pt x="53" y="191"/>
                  </a:cubicBezTo>
                  <a:cubicBezTo>
                    <a:pt x="57" y="181"/>
                    <a:pt x="61" y="172"/>
                    <a:pt x="64" y="163"/>
                  </a:cubicBezTo>
                  <a:cubicBezTo>
                    <a:pt x="67" y="154"/>
                    <a:pt x="80" y="123"/>
                    <a:pt x="81" y="118"/>
                  </a:cubicBezTo>
                  <a:cubicBezTo>
                    <a:pt x="82" y="115"/>
                    <a:pt x="84" y="111"/>
                    <a:pt x="84" y="107"/>
                  </a:cubicBezTo>
                  <a:cubicBezTo>
                    <a:pt x="84" y="91"/>
                    <a:pt x="70" y="78"/>
                    <a:pt x="50" y="78"/>
                  </a:cubicBezTo>
                  <a:cubicBezTo>
                    <a:pt x="16" y="78"/>
                    <a:pt x="0" y="125"/>
                    <a:pt x="0" y="131"/>
                  </a:cubicBezTo>
                  <a:cubicBezTo>
                    <a:pt x="0" y="135"/>
                    <a:pt x="5" y="135"/>
                    <a:pt x="6" y="135"/>
                  </a:cubicBezTo>
                  <a:cubicBezTo>
                    <a:pt x="11" y="135"/>
                    <a:pt x="11" y="134"/>
                    <a:pt x="12" y="130"/>
                  </a:cubicBezTo>
                  <a:cubicBezTo>
                    <a:pt x="21" y="100"/>
                    <a:pt x="36" y="87"/>
                    <a:pt x="49" y="87"/>
                  </a:cubicBezTo>
                  <a:cubicBezTo>
                    <a:pt x="55" y="87"/>
                    <a:pt x="58" y="90"/>
                    <a:pt x="58" y="100"/>
                  </a:cubicBezTo>
                  <a:cubicBezTo>
                    <a:pt x="58" y="108"/>
                    <a:pt x="56" y="113"/>
                    <a:pt x="47" y="134"/>
                  </a:cubicBezTo>
                  <a:lnTo>
                    <a:pt x="25"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0" name="Freeform 452"/>
            <p:cNvSpPr>
              <a:spLocks noEditPoints="1"/>
            </p:cNvSpPr>
            <p:nvPr>
              <p:custDataLst>
                <p:tags r:id="rId39"/>
              </p:custDataLst>
            </p:nvPr>
          </p:nvSpPr>
          <p:spPr bwMode="auto">
            <a:xfrm>
              <a:off x="5721350" y="2547938"/>
              <a:ext cx="55563" cy="88900"/>
            </a:xfrm>
            <a:custGeom>
              <a:avLst/>
              <a:gdLst>
                <a:gd name="T0" fmla="*/ 178 w 179"/>
                <a:gd name="T1" fmla="*/ 11 h 246"/>
                <a:gd name="T2" fmla="*/ 179 w 179"/>
                <a:gd name="T3" fmla="*/ 5 h 246"/>
                <a:gd name="T4" fmla="*/ 173 w 179"/>
                <a:gd name="T5" fmla="*/ 0 h 246"/>
                <a:gd name="T6" fmla="*/ 129 w 179"/>
                <a:gd name="T7" fmla="*/ 4 h 246"/>
                <a:gd name="T8" fmla="*/ 121 w 179"/>
                <a:gd name="T9" fmla="*/ 12 h 246"/>
                <a:gd name="T10" fmla="*/ 130 w 179"/>
                <a:gd name="T11" fmla="*/ 17 h 246"/>
                <a:gd name="T12" fmla="*/ 147 w 179"/>
                <a:gd name="T13" fmla="*/ 22 h 246"/>
                <a:gd name="T14" fmla="*/ 146 w 179"/>
                <a:gd name="T15" fmla="*/ 30 h 246"/>
                <a:gd name="T16" fmla="*/ 126 w 179"/>
                <a:gd name="T17" fmla="*/ 109 h 246"/>
                <a:gd name="T18" fmla="*/ 90 w 179"/>
                <a:gd name="T19" fmla="*/ 89 h 246"/>
                <a:gd name="T20" fmla="*/ 0 w 179"/>
                <a:gd name="T21" fmla="*/ 188 h 246"/>
                <a:gd name="T22" fmla="*/ 52 w 179"/>
                <a:gd name="T23" fmla="*/ 246 h 246"/>
                <a:gd name="T24" fmla="*/ 102 w 179"/>
                <a:gd name="T25" fmla="*/ 221 h 246"/>
                <a:gd name="T26" fmla="*/ 138 w 179"/>
                <a:gd name="T27" fmla="*/ 246 h 246"/>
                <a:gd name="T28" fmla="*/ 165 w 179"/>
                <a:gd name="T29" fmla="*/ 227 h 246"/>
                <a:gd name="T30" fmla="*/ 178 w 179"/>
                <a:gd name="T31" fmla="*/ 192 h 246"/>
                <a:gd name="T32" fmla="*/ 172 w 179"/>
                <a:gd name="T33" fmla="*/ 188 h 246"/>
                <a:gd name="T34" fmla="*/ 164 w 179"/>
                <a:gd name="T35" fmla="*/ 199 h 246"/>
                <a:gd name="T36" fmla="*/ 139 w 179"/>
                <a:gd name="T37" fmla="*/ 236 h 246"/>
                <a:gd name="T38" fmla="*/ 127 w 179"/>
                <a:gd name="T39" fmla="*/ 219 h 246"/>
                <a:gd name="T40" fmla="*/ 129 w 179"/>
                <a:gd name="T41" fmla="*/ 205 h 246"/>
                <a:gd name="T42" fmla="*/ 178 w 179"/>
                <a:gd name="T43" fmla="*/ 11 h 246"/>
                <a:gd name="T44" fmla="*/ 103 w 179"/>
                <a:gd name="T45" fmla="*/ 199 h 246"/>
                <a:gd name="T46" fmla="*/ 86 w 179"/>
                <a:gd name="T47" fmla="*/ 222 h 246"/>
                <a:gd name="T48" fmla="*/ 53 w 179"/>
                <a:gd name="T49" fmla="*/ 236 h 246"/>
                <a:gd name="T50" fmla="*/ 28 w 179"/>
                <a:gd name="T51" fmla="*/ 202 h 246"/>
                <a:gd name="T52" fmla="*/ 46 w 179"/>
                <a:gd name="T53" fmla="*/ 131 h 246"/>
                <a:gd name="T54" fmla="*/ 90 w 179"/>
                <a:gd name="T55" fmla="*/ 98 h 246"/>
                <a:gd name="T56" fmla="*/ 121 w 179"/>
                <a:gd name="T57" fmla="*/ 129 h 246"/>
                <a:gd name="T58" fmla="*/ 120 w 179"/>
                <a:gd name="T59" fmla="*/ 134 h 246"/>
                <a:gd name="T60" fmla="*/ 103 w 179"/>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1"/>
                  </a:moveTo>
                  <a:cubicBezTo>
                    <a:pt x="178" y="10"/>
                    <a:pt x="179" y="5"/>
                    <a:pt x="179" y="5"/>
                  </a:cubicBezTo>
                  <a:cubicBezTo>
                    <a:pt x="179" y="3"/>
                    <a:pt x="178" y="0"/>
                    <a:pt x="173" y="0"/>
                  </a:cubicBezTo>
                  <a:cubicBezTo>
                    <a:pt x="166" y="0"/>
                    <a:pt x="137" y="3"/>
                    <a:pt x="129" y="4"/>
                  </a:cubicBezTo>
                  <a:cubicBezTo>
                    <a:pt x="126" y="4"/>
                    <a:pt x="121" y="4"/>
                    <a:pt x="121" y="12"/>
                  </a:cubicBezTo>
                  <a:cubicBezTo>
                    <a:pt x="121" y="17"/>
                    <a:pt x="126" y="17"/>
                    <a:pt x="130" y="17"/>
                  </a:cubicBezTo>
                  <a:cubicBezTo>
                    <a:pt x="147" y="17"/>
                    <a:pt x="147" y="19"/>
                    <a:pt x="147" y="22"/>
                  </a:cubicBezTo>
                  <a:cubicBezTo>
                    <a:pt x="147" y="24"/>
                    <a:pt x="146" y="26"/>
                    <a:pt x="146" y="30"/>
                  </a:cubicBezTo>
                  <a:lnTo>
                    <a:pt x="126" y="109"/>
                  </a:lnTo>
                  <a:cubicBezTo>
                    <a:pt x="118" y="98"/>
                    <a:pt x="106" y="89"/>
                    <a:pt x="90" y="89"/>
                  </a:cubicBezTo>
                  <a:cubicBezTo>
                    <a:pt x="45" y="89"/>
                    <a:pt x="0" y="138"/>
                    <a:pt x="0" y="188"/>
                  </a:cubicBezTo>
                  <a:cubicBezTo>
                    <a:pt x="0" y="222"/>
                    <a:pt x="22" y="246"/>
                    <a:pt x="52" y="246"/>
                  </a:cubicBezTo>
                  <a:cubicBezTo>
                    <a:pt x="71" y="246"/>
                    <a:pt x="88" y="235"/>
                    <a:pt x="102" y="221"/>
                  </a:cubicBezTo>
                  <a:cubicBezTo>
                    <a:pt x="109" y="242"/>
                    <a:pt x="129" y="246"/>
                    <a:pt x="138" y="246"/>
                  </a:cubicBezTo>
                  <a:cubicBezTo>
                    <a:pt x="150" y="246"/>
                    <a:pt x="159" y="238"/>
                    <a:pt x="165" y="227"/>
                  </a:cubicBezTo>
                  <a:cubicBezTo>
                    <a:pt x="173" y="214"/>
                    <a:pt x="178" y="194"/>
                    <a:pt x="178" y="192"/>
                  </a:cubicBezTo>
                  <a:cubicBezTo>
                    <a:pt x="178" y="188"/>
                    <a:pt x="173" y="188"/>
                    <a:pt x="172" y="188"/>
                  </a:cubicBezTo>
                  <a:cubicBezTo>
                    <a:pt x="167" y="188"/>
                    <a:pt x="167" y="189"/>
                    <a:pt x="164" y="199"/>
                  </a:cubicBezTo>
                  <a:cubicBezTo>
                    <a:pt x="160" y="215"/>
                    <a:pt x="154" y="236"/>
                    <a:pt x="139" y="236"/>
                  </a:cubicBezTo>
                  <a:cubicBezTo>
                    <a:pt x="130" y="236"/>
                    <a:pt x="127" y="228"/>
                    <a:pt x="127" y="219"/>
                  </a:cubicBezTo>
                  <a:cubicBezTo>
                    <a:pt x="127" y="212"/>
                    <a:pt x="128" y="209"/>
                    <a:pt x="129" y="205"/>
                  </a:cubicBezTo>
                  <a:lnTo>
                    <a:pt x="178" y="11"/>
                  </a:lnTo>
                  <a:close/>
                  <a:moveTo>
                    <a:pt x="103" y="199"/>
                  </a:moveTo>
                  <a:cubicBezTo>
                    <a:pt x="101" y="209"/>
                    <a:pt x="93" y="215"/>
                    <a:pt x="86" y="222"/>
                  </a:cubicBezTo>
                  <a:cubicBezTo>
                    <a:pt x="82" y="225"/>
                    <a:pt x="68" y="236"/>
                    <a:pt x="53" y="236"/>
                  </a:cubicBezTo>
                  <a:cubicBezTo>
                    <a:pt x="41" y="236"/>
                    <a:pt x="28" y="227"/>
                    <a:pt x="28" y="202"/>
                  </a:cubicBezTo>
                  <a:cubicBezTo>
                    <a:pt x="28" y="184"/>
                    <a:pt x="38" y="145"/>
                    <a:pt x="46" y="131"/>
                  </a:cubicBezTo>
                  <a:cubicBezTo>
                    <a:pt x="62" y="104"/>
                    <a:pt x="80" y="98"/>
                    <a:pt x="90" y="98"/>
                  </a:cubicBezTo>
                  <a:cubicBezTo>
                    <a:pt x="114" y="98"/>
                    <a:pt x="121" y="125"/>
                    <a:pt x="121" y="129"/>
                  </a:cubicBezTo>
                  <a:cubicBezTo>
                    <a:pt x="121" y="130"/>
                    <a:pt x="120" y="132"/>
                    <a:pt x="120" y="134"/>
                  </a:cubicBezTo>
                  <a:lnTo>
                    <a:pt x="103"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1" name="Freeform 453"/>
            <p:cNvSpPr>
              <a:spLocks noEditPoints="1"/>
            </p:cNvSpPr>
            <p:nvPr>
              <p:custDataLst>
                <p:tags r:id="rId40"/>
              </p:custDataLst>
            </p:nvPr>
          </p:nvSpPr>
          <p:spPr bwMode="auto">
            <a:xfrm>
              <a:off x="5786438" y="2586038"/>
              <a:ext cx="80963" cy="34925"/>
            </a:xfrm>
            <a:custGeom>
              <a:avLst/>
              <a:gdLst>
                <a:gd name="T0" fmla="*/ 244 w 257"/>
                <a:gd name="T1" fmla="*/ 17 h 94"/>
                <a:gd name="T2" fmla="*/ 257 w 257"/>
                <a:gd name="T3" fmla="*/ 8 h 94"/>
                <a:gd name="T4" fmla="*/ 244 w 257"/>
                <a:gd name="T5" fmla="*/ 0 h 94"/>
                <a:gd name="T6" fmla="*/ 13 w 257"/>
                <a:gd name="T7" fmla="*/ 0 h 94"/>
                <a:gd name="T8" fmla="*/ 0 w 257"/>
                <a:gd name="T9" fmla="*/ 8 h 94"/>
                <a:gd name="T10" fmla="*/ 14 w 257"/>
                <a:gd name="T11" fmla="*/ 17 h 94"/>
                <a:gd name="T12" fmla="*/ 244 w 257"/>
                <a:gd name="T13" fmla="*/ 17 h 94"/>
                <a:gd name="T14" fmla="*/ 244 w 257"/>
                <a:gd name="T15" fmla="*/ 94 h 94"/>
                <a:gd name="T16" fmla="*/ 257 w 257"/>
                <a:gd name="T17" fmla="*/ 86 h 94"/>
                <a:gd name="T18" fmla="*/ 244 w 257"/>
                <a:gd name="T19" fmla="*/ 77 h 94"/>
                <a:gd name="T20" fmla="*/ 14 w 257"/>
                <a:gd name="T21" fmla="*/ 77 h 94"/>
                <a:gd name="T22" fmla="*/ 0 w 257"/>
                <a:gd name="T23" fmla="*/ 86 h 94"/>
                <a:gd name="T24" fmla="*/ 13 w 257"/>
                <a:gd name="T25" fmla="*/ 94 h 94"/>
                <a:gd name="T26" fmla="*/ 244 w 257"/>
                <a:gd name="T2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94">
                  <a:moveTo>
                    <a:pt x="244" y="17"/>
                  </a:moveTo>
                  <a:cubicBezTo>
                    <a:pt x="249" y="17"/>
                    <a:pt x="257" y="17"/>
                    <a:pt x="257" y="8"/>
                  </a:cubicBezTo>
                  <a:cubicBezTo>
                    <a:pt x="257" y="0"/>
                    <a:pt x="249" y="0"/>
                    <a:pt x="244" y="0"/>
                  </a:cubicBezTo>
                  <a:lnTo>
                    <a:pt x="13" y="0"/>
                  </a:lnTo>
                  <a:cubicBezTo>
                    <a:pt x="9" y="0"/>
                    <a:pt x="0" y="0"/>
                    <a:pt x="0" y="8"/>
                  </a:cubicBezTo>
                  <a:cubicBezTo>
                    <a:pt x="0" y="17"/>
                    <a:pt x="8" y="17"/>
                    <a:pt x="14" y="17"/>
                  </a:cubicBezTo>
                  <a:lnTo>
                    <a:pt x="244" y="17"/>
                  </a:lnTo>
                  <a:close/>
                  <a:moveTo>
                    <a:pt x="244" y="94"/>
                  </a:moveTo>
                  <a:cubicBezTo>
                    <a:pt x="249" y="94"/>
                    <a:pt x="257" y="94"/>
                    <a:pt x="257" y="86"/>
                  </a:cubicBezTo>
                  <a:cubicBezTo>
                    <a:pt x="257" y="77"/>
                    <a:pt x="249" y="77"/>
                    <a:pt x="244" y="77"/>
                  </a:cubicBezTo>
                  <a:lnTo>
                    <a:pt x="14" y="77"/>
                  </a:lnTo>
                  <a:cubicBezTo>
                    <a:pt x="8" y="77"/>
                    <a:pt x="0" y="77"/>
                    <a:pt x="0" y="86"/>
                  </a:cubicBezTo>
                  <a:cubicBezTo>
                    <a:pt x="0" y="94"/>
                    <a:pt x="9" y="94"/>
                    <a:pt x="13" y="94"/>
                  </a:cubicBezTo>
                  <a:lnTo>
                    <a:pt x="244"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2" name="Freeform 454"/>
            <p:cNvSpPr>
              <a:spLocks/>
            </p:cNvSpPr>
            <p:nvPr>
              <p:custDataLst>
                <p:tags r:id="rId41"/>
              </p:custDataLst>
            </p:nvPr>
          </p:nvSpPr>
          <p:spPr bwMode="auto">
            <a:xfrm>
              <a:off x="5881688" y="2579688"/>
              <a:ext cx="50800" cy="57150"/>
            </a:xfrm>
            <a:custGeom>
              <a:avLst/>
              <a:gdLst>
                <a:gd name="T0" fmla="*/ 66 w 162"/>
                <a:gd name="T1" fmla="*/ 83 h 157"/>
                <a:gd name="T2" fmla="*/ 75 w 162"/>
                <a:gd name="T3" fmla="*/ 48 h 157"/>
                <a:gd name="T4" fmla="*/ 97 w 162"/>
                <a:gd name="T5" fmla="*/ 19 h 157"/>
                <a:gd name="T6" fmla="*/ 125 w 162"/>
                <a:gd name="T7" fmla="*/ 9 h 157"/>
                <a:gd name="T8" fmla="*/ 144 w 162"/>
                <a:gd name="T9" fmla="*/ 14 h 157"/>
                <a:gd name="T10" fmla="*/ 129 w 162"/>
                <a:gd name="T11" fmla="*/ 33 h 157"/>
                <a:gd name="T12" fmla="*/ 143 w 162"/>
                <a:gd name="T13" fmla="*/ 46 h 157"/>
                <a:gd name="T14" fmla="*/ 162 w 162"/>
                <a:gd name="T15" fmla="*/ 25 h 157"/>
                <a:gd name="T16" fmla="*/ 125 w 162"/>
                <a:gd name="T17" fmla="*/ 0 h 157"/>
                <a:gd name="T18" fmla="*/ 76 w 162"/>
                <a:gd name="T19" fmla="*/ 24 h 157"/>
                <a:gd name="T20" fmla="*/ 40 w 162"/>
                <a:gd name="T21" fmla="*/ 0 h 157"/>
                <a:gd name="T22" fmla="*/ 13 w 162"/>
                <a:gd name="T23" fmla="*/ 17 h 157"/>
                <a:gd name="T24" fmla="*/ 0 w 162"/>
                <a:gd name="T25" fmla="*/ 53 h 157"/>
                <a:gd name="T26" fmla="*/ 6 w 162"/>
                <a:gd name="T27" fmla="*/ 57 h 157"/>
                <a:gd name="T28" fmla="*/ 14 w 162"/>
                <a:gd name="T29" fmla="*/ 47 h 157"/>
                <a:gd name="T30" fmla="*/ 39 w 162"/>
                <a:gd name="T31" fmla="*/ 9 h 157"/>
                <a:gd name="T32" fmla="*/ 51 w 162"/>
                <a:gd name="T33" fmla="*/ 26 h 157"/>
                <a:gd name="T34" fmla="*/ 45 w 162"/>
                <a:gd name="T35" fmla="*/ 55 h 157"/>
                <a:gd name="T36" fmla="*/ 38 w 162"/>
                <a:gd name="T37" fmla="*/ 87 h 157"/>
                <a:gd name="T38" fmla="*/ 26 w 162"/>
                <a:gd name="T39" fmla="*/ 131 h 157"/>
                <a:gd name="T40" fmla="*/ 23 w 162"/>
                <a:gd name="T41" fmla="*/ 146 h 157"/>
                <a:gd name="T42" fmla="*/ 35 w 162"/>
                <a:gd name="T43" fmla="*/ 157 h 157"/>
                <a:gd name="T44" fmla="*/ 50 w 162"/>
                <a:gd name="T45" fmla="*/ 147 h 157"/>
                <a:gd name="T46" fmla="*/ 56 w 162"/>
                <a:gd name="T47" fmla="*/ 121 h 157"/>
                <a:gd name="T48" fmla="*/ 66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6" y="83"/>
                  </a:moveTo>
                  <a:cubicBezTo>
                    <a:pt x="66" y="81"/>
                    <a:pt x="74" y="49"/>
                    <a:pt x="75" y="48"/>
                  </a:cubicBezTo>
                  <a:cubicBezTo>
                    <a:pt x="76" y="45"/>
                    <a:pt x="86" y="27"/>
                    <a:pt x="97" y="19"/>
                  </a:cubicBezTo>
                  <a:cubicBezTo>
                    <a:pt x="101" y="16"/>
                    <a:pt x="110" y="9"/>
                    <a:pt x="125" y="9"/>
                  </a:cubicBezTo>
                  <a:cubicBezTo>
                    <a:pt x="129" y="9"/>
                    <a:pt x="137" y="10"/>
                    <a:pt x="144" y="14"/>
                  </a:cubicBezTo>
                  <a:cubicBezTo>
                    <a:pt x="133" y="17"/>
                    <a:pt x="129" y="27"/>
                    <a:pt x="129" y="33"/>
                  </a:cubicBezTo>
                  <a:cubicBezTo>
                    <a:pt x="129" y="41"/>
                    <a:pt x="135" y="46"/>
                    <a:pt x="143" y="46"/>
                  </a:cubicBezTo>
                  <a:cubicBezTo>
                    <a:pt x="151" y="46"/>
                    <a:pt x="162" y="40"/>
                    <a:pt x="162" y="25"/>
                  </a:cubicBezTo>
                  <a:cubicBezTo>
                    <a:pt x="162" y="7"/>
                    <a:pt x="143" y="0"/>
                    <a:pt x="125" y="0"/>
                  </a:cubicBezTo>
                  <a:cubicBezTo>
                    <a:pt x="107" y="0"/>
                    <a:pt x="92" y="7"/>
                    <a:pt x="76" y="24"/>
                  </a:cubicBezTo>
                  <a:cubicBezTo>
                    <a:pt x="70" y="3"/>
                    <a:pt x="49" y="0"/>
                    <a:pt x="40" y="0"/>
                  </a:cubicBezTo>
                  <a:cubicBezTo>
                    <a:pt x="27" y="0"/>
                    <a:pt x="19" y="8"/>
                    <a:pt x="13" y="17"/>
                  </a:cubicBezTo>
                  <a:cubicBezTo>
                    <a:pt x="5" y="31"/>
                    <a:pt x="0" y="51"/>
                    <a:pt x="0" y="53"/>
                  </a:cubicBezTo>
                  <a:cubicBezTo>
                    <a:pt x="0" y="57"/>
                    <a:pt x="5" y="57"/>
                    <a:pt x="6" y="57"/>
                  </a:cubicBezTo>
                  <a:cubicBezTo>
                    <a:pt x="11" y="57"/>
                    <a:pt x="11" y="56"/>
                    <a:pt x="14" y="47"/>
                  </a:cubicBezTo>
                  <a:cubicBezTo>
                    <a:pt x="19" y="26"/>
                    <a:pt x="26" y="9"/>
                    <a:pt x="39" y="9"/>
                  </a:cubicBezTo>
                  <a:cubicBezTo>
                    <a:pt x="48" y="9"/>
                    <a:pt x="51" y="17"/>
                    <a:pt x="51" y="26"/>
                  </a:cubicBezTo>
                  <a:cubicBezTo>
                    <a:pt x="51" y="33"/>
                    <a:pt x="48" y="46"/>
                    <a:pt x="45" y="55"/>
                  </a:cubicBezTo>
                  <a:cubicBezTo>
                    <a:pt x="43" y="65"/>
                    <a:pt x="39" y="79"/>
                    <a:pt x="38" y="87"/>
                  </a:cubicBezTo>
                  <a:lnTo>
                    <a:pt x="26" y="131"/>
                  </a:lnTo>
                  <a:cubicBezTo>
                    <a:pt x="25" y="136"/>
                    <a:pt x="23" y="145"/>
                    <a:pt x="23" y="146"/>
                  </a:cubicBezTo>
                  <a:cubicBezTo>
                    <a:pt x="23" y="153"/>
                    <a:pt x="29" y="157"/>
                    <a:pt x="35" y="157"/>
                  </a:cubicBezTo>
                  <a:cubicBezTo>
                    <a:pt x="40" y="157"/>
                    <a:pt x="47" y="154"/>
                    <a:pt x="50" y="147"/>
                  </a:cubicBezTo>
                  <a:cubicBezTo>
                    <a:pt x="50" y="145"/>
                    <a:pt x="54" y="129"/>
                    <a:pt x="56" y="121"/>
                  </a:cubicBezTo>
                  <a:lnTo>
                    <a:pt x="66"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3" name="Freeform 455"/>
            <p:cNvSpPr>
              <a:spLocks noEditPoints="1"/>
            </p:cNvSpPr>
            <p:nvPr>
              <p:custDataLst>
                <p:tags r:id="rId42"/>
              </p:custDataLst>
            </p:nvPr>
          </p:nvSpPr>
          <p:spPr bwMode="auto">
            <a:xfrm>
              <a:off x="5945188" y="2579688"/>
              <a:ext cx="47625" cy="57150"/>
            </a:xfrm>
            <a:custGeom>
              <a:avLst/>
              <a:gdLst>
                <a:gd name="T0" fmla="*/ 55 w 149"/>
                <a:gd name="T1" fmla="*/ 74 h 157"/>
                <a:gd name="T2" fmla="*/ 111 w 149"/>
                <a:gd name="T3" fmla="*/ 66 h 157"/>
                <a:gd name="T4" fmla="*/ 141 w 149"/>
                <a:gd name="T5" fmla="*/ 30 h 157"/>
                <a:gd name="T6" fmla="*/ 98 w 149"/>
                <a:gd name="T7" fmla="*/ 0 h 157"/>
                <a:gd name="T8" fmla="*/ 0 w 149"/>
                <a:gd name="T9" fmla="*/ 91 h 157"/>
                <a:gd name="T10" fmla="*/ 63 w 149"/>
                <a:gd name="T11" fmla="*/ 157 h 157"/>
                <a:gd name="T12" fmla="*/ 149 w 149"/>
                <a:gd name="T13" fmla="*/ 117 h 157"/>
                <a:gd name="T14" fmla="*/ 143 w 149"/>
                <a:gd name="T15" fmla="*/ 112 h 157"/>
                <a:gd name="T16" fmla="*/ 138 w 149"/>
                <a:gd name="T17" fmla="*/ 115 h 157"/>
                <a:gd name="T18" fmla="*/ 63 w 149"/>
                <a:gd name="T19" fmla="*/ 147 h 157"/>
                <a:gd name="T20" fmla="*/ 28 w 149"/>
                <a:gd name="T21" fmla="*/ 105 h 157"/>
                <a:gd name="T22" fmla="*/ 33 w 149"/>
                <a:gd name="T23" fmla="*/ 74 h 157"/>
                <a:gd name="T24" fmla="*/ 55 w 149"/>
                <a:gd name="T25" fmla="*/ 74 h 157"/>
                <a:gd name="T26" fmla="*/ 35 w 149"/>
                <a:gd name="T27" fmla="*/ 64 h 157"/>
                <a:gd name="T28" fmla="*/ 98 w 149"/>
                <a:gd name="T29" fmla="*/ 9 h 157"/>
                <a:gd name="T30" fmla="*/ 126 w 149"/>
                <a:gd name="T31" fmla="*/ 30 h 157"/>
                <a:gd name="T32" fmla="*/ 53 w 149"/>
                <a:gd name="T33" fmla="*/ 64 h 157"/>
                <a:gd name="T34" fmla="*/ 35 w 149"/>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5" y="74"/>
                  </a:moveTo>
                  <a:cubicBezTo>
                    <a:pt x="64" y="74"/>
                    <a:pt x="92" y="73"/>
                    <a:pt x="111" y="66"/>
                  </a:cubicBezTo>
                  <a:cubicBezTo>
                    <a:pt x="137" y="57"/>
                    <a:pt x="141" y="41"/>
                    <a:pt x="141" y="30"/>
                  </a:cubicBezTo>
                  <a:cubicBezTo>
                    <a:pt x="141" y="11"/>
                    <a:pt x="122" y="0"/>
                    <a:pt x="98" y="0"/>
                  </a:cubicBezTo>
                  <a:cubicBezTo>
                    <a:pt x="56" y="0"/>
                    <a:pt x="0" y="32"/>
                    <a:pt x="0" y="91"/>
                  </a:cubicBezTo>
                  <a:cubicBezTo>
                    <a:pt x="0" y="126"/>
                    <a:pt x="22" y="157"/>
                    <a:pt x="63" y="157"/>
                  </a:cubicBezTo>
                  <a:cubicBezTo>
                    <a:pt x="122" y="157"/>
                    <a:pt x="149" y="122"/>
                    <a:pt x="149" y="117"/>
                  </a:cubicBezTo>
                  <a:cubicBezTo>
                    <a:pt x="149" y="115"/>
                    <a:pt x="146" y="112"/>
                    <a:pt x="143" y="112"/>
                  </a:cubicBezTo>
                  <a:cubicBezTo>
                    <a:pt x="141" y="112"/>
                    <a:pt x="140" y="112"/>
                    <a:pt x="138" y="115"/>
                  </a:cubicBezTo>
                  <a:cubicBezTo>
                    <a:pt x="110" y="147"/>
                    <a:pt x="70" y="147"/>
                    <a:pt x="63" y="147"/>
                  </a:cubicBezTo>
                  <a:cubicBezTo>
                    <a:pt x="42" y="147"/>
                    <a:pt x="28" y="133"/>
                    <a:pt x="28" y="105"/>
                  </a:cubicBezTo>
                  <a:cubicBezTo>
                    <a:pt x="28" y="100"/>
                    <a:pt x="28" y="93"/>
                    <a:pt x="33" y="74"/>
                  </a:cubicBezTo>
                  <a:lnTo>
                    <a:pt x="55" y="74"/>
                  </a:lnTo>
                  <a:close/>
                  <a:moveTo>
                    <a:pt x="35" y="64"/>
                  </a:moveTo>
                  <a:cubicBezTo>
                    <a:pt x="50" y="13"/>
                    <a:pt x="88" y="9"/>
                    <a:pt x="98" y="9"/>
                  </a:cubicBezTo>
                  <a:cubicBezTo>
                    <a:pt x="114" y="9"/>
                    <a:pt x="126" y="17"/>
                    <a:pt x="126" y="30"/>
                  </a:cubicBezTo>
                  <a:cubicBezTo>
                    <a:pt x="126" y="64"/>
                    <a:pt x="67" y="64"/>
                    <a:pt x="53" y="64"/>
                  </a:cubicBezTo>
                  <a:lnTo>
                    <a:pt x="35"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4" name="Freeform 456"/>
            <p:cNvSpPr>
              <a:spLocks/>
            </p:cNvSpPr>
            <p:nvPr>
              <p:custDataLst>
                <p:tags r:id="rId43"/>
              </p:custDataLst>
            </p:nvPr>
          </p:nvSpPr>
          <p:spPr bwMode="auto">
            <a:xfrm>
              <a:off x="6003925" y="2579688"/>
              <a:ext cx="50800" cy="57150"/>
            </a:xfrm>
            <a:custGeom>
              <a:avLst/>
              <a:gdLst>
                <a:gd name="T0" fmla="*/ 37 w 160"/>
                <a:gd name="T1" fmla="*/ 123 h 157"/>
                <a:gd name="T2" fmla="*/ 82 w 160"/>
                <a:gd name="T3" fmla="*/ 83 h 157"/>
                <a:gd name="T4" fmla="*/ 126 w 160"/>
                <a:gd name="T5" fmla="*/ 47 h 157"/>
                <a:gd name="T6" fmla="*/ 160 w 160"/>
                <a:gd name="T7" fmla="*/ 4 h 157"/>
                <a:gd name="T8" fmla="*/ 154 w 160"/>
                <a:gd name="T9" fmla="*/ 0 h 157"/>
                <a:gd name="T10" fmla="*/ 148 w 160"/>
                <a:gd name="T11" fmla="*/ 3 h 157"/>
                <a:gd name="T12" fmla="*/ 122 w 160"/>
                <a:gd name="T13" fmla="*/ 24 h 157"/>
                <a:gd name="T14" fmla="*/ 102 w 160"/>
                <a:gd name="T15" fmla="*/ 14 h 157"/>
                <a:gd name="T16" fmla="*/ 74 w 160"/>
                <a:gd name="T17" fmla="*/ 0 h 157"/>
                <a:gd name="T18" fmla="*/ 28 w 160"/>
                <a:gd name="T19" fmla="*/ 40 h 157"/>
                <a:gd name="T20" fmla="*/ 34 w 160"/>
                <a:gd name="T21" fmla="*/ 45 h 157"/>
                <a:gd name="T22" fmla="*/ 40 w 160"/>
                <a:gd name="T23" fmla="*/ 40 h 157"/>
                <a:gd name="T24" fmla="*/ 70 w 160"/>
                <a:gd name="T25" fmla="*/ 27 h 157"/>
                <a:gd name="T26" fmla="*/ 92 w 160"/>
                <a:gd name="T27" fmla="*/ 30 h 157"/>
                <a:gd name="T28" fmla="*/ 123 w 160"/>
                <a:gd name="T29" fmla="*/ 34 h 157"/>
                <a:gd name="T30" fmla="*/ 74 w 160"/>
                <a:gd name="T31" fmla="*/ 76 h 157"/>
                <a:gd name="T32" fmla="*/ 31 w 160"/>
                <a:gd name="T33" fmla="*/ 114 h 157"/>
                <a:gd name="T34" fmla="*/ 0 w 160"/>
                <a:gd name="T35" fmla="*/ 153 h 157"/>
                <a:gd name="T36" fmla="*/ 6 w 160"/>
                <a:gd name="T37" fmla="*/ 157 h 157"/>
                <a:gd name="T38" fmla="*/ 12 w 160"/>
                <a:gd name="T39" fmla="*/ 153 h 157"/>
                <a:gd name="T40" fmla="*/ 44 w 160"/>
                <a:gd name="T41" fmla="*/ 132 h 157"/>
                <a:gd name="T42" fmla="*/ 63 w 160"/>
                <a:gd name="T43" fmla="*/ 141 h 157"/>
                <a:gd name="T44" fmla="*/ 91 w 160"/>
                <a:gd name="T45" fmla="*/ 157 h 157"/>
                <a:gd name="T46" fmla="*/ 152 w 160"/>
                <a:gd name="T47" fmla="*/ 103 h 157"/>
                <a:gd name="T48" fmla="*/ 146 w 160"/>
                <a:gd name="T49" fmla="*/ 98 h 157"/>
                <a:gd name="T50" fmla="*/ 140 w 160"/>
                <a:gd name="T51" fmla="*/ 104 h 157"/>
                <a:gd name="T52" fmla="*/ 96 w 160"/>
                <a:gd name="T53" fmla="*/ 130 h 157"/>
                <a:gd name="T54" fmla="*/ 70 w 160"/>
                <a:gd name="T55" fmla="*/ 126 h 157"/>
                <a:gd name="T56" fmla="*/ 45 w 160"/>
                <a:gd name="T57" fmla="*/ 122 h 157"/>
                <a:gd name="T58" fmla="*/ 37 w 160"/>
                <a:gd name="T59" fmla="*/ 12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57">
                  <a:moveTo>
                    <a:pt x="37" y="123"/>
                  </a:moveTo>
                  <a:cubicBezTo>
                    <a:pt x="46" y="114"/>
                    <a:pt x="52" y="107"/>
                    <a:pt x="82" y="83"/>
                  </a:cubicBezTo>
                  <a:cubicBezTo>
                    <a:pt x="89" y="77"/>
                    <a:pt x="116" y="56"/>
                    <a:pt x="126" y="47"/>
                  </a:cubicBezTo>
                  <a:cubicBezTo>
                    <a:pt x="147" y="26"/>
                    <a:pt x="160" y="8"/>
                    <a:pt x="160" y="4"/>
                  </a:cubicBezTo>
                  <a:cubicBezTo>
                    <a:pt x="160" y="0"/>
                    <a:pt x="156" y="0"/>
                    <a:pt x="154" y="0"/>
                  </a:cubicBezTo>
                  <a:cubicBezTo>
                    <a:pt x="151" y="0"/>
                    <a:pt x="150" y="0"/>
                    <a:pt x="148" y="3"/>
                  </a:cubicBezTo>
                  <a:cubicBezTo>
                    <a:pt x="138" y="19"/>
                    <a:pt x="130" y="24"/>
                    <a:pt x="122" y="24"/>
                  </a:cubicBezTo>
                  <a:cubicBezTo>
                    <a:pt x="118" y="24"/>
                    <a:pt x="112" y="24"/>
                    <a:pt x="102" y="14"/>
                  </a:cubicBezTo>
                  <a:cubicBezTo>
                    <a:pt x="90" y="2"/>
                    <a:pt x="82" y="0"/>
                    <a:pt x="74" y="0"/>
                  </a:cubicBezTo>
                  <a:cubicBezTo>
                    <a:pt x="47" y="0"/>
                    <a:pt x="28" y="30"/>
                    <a:pt x="28" y="40"/>
                  </a:cubicBezTo>
                  <a:cubicBezTo>
                    <a:pt x="28" y="43"/>
                    <a:pt x="31" y="45"/>
                    <a:pt x="34" y="45"/>
                  </a:cubicBezTo>
                  <a:cubicBezTo>
                    <a:pt x="38" y="45"/>
                    <a:pt x="39" y="43"/>
                    <a:pt x="40" y="40"/>
                  </a:cubicBezTo>
                  <a:cubicBezTo>
                    <a:pt x="45" y="27"/>
                    <a:pt x="65" y="27"/>
                    <a:pt x="70" y="27"/>
                  </a:cubicBezTo>
                  <a:cubicBezTo>
                    <a:pt x="78" y="27"/>
                    <a:pt x="87" y="29"/>
                    <a:pt x="92" y="30"/>
                  </a:cubicBezTo>
                  <a:cubicBezTo>
                    <a:pt x="111" y="34"/>
                    <a:pt x="114" y="34"/>
                    <a:pt x="123" y="34"/>
                  </a:cubicBezTo>
                  <a:cubicBezTo>
                    <a:pt x="113" y="43"/>
                    <a:pt x="107" y="50"/>
                    <a:pt x="74" y="76"/>
                  </a:cubicBezTo>
                  <a:cubicBezTo>
                    <a:pt x="47" y="98"/>
                    <a:pt x="37" y="107"/>
                    <a:pt x="31" y="114"/>
                  </a:cubicBezTo>
                  <a:cubicBezTo>
                    <a:pt x="10" y="134"/>
                    <a:pt x="0" y="150"/>
                    <a:pt x="0" y="153"/>
                  </a:cubicBezTo>
                  <a:cubicBezTo>
                    <a:pt x="0" y="157"/>
                    <a:pt x="4" y="157"/>
                    <a:pt x="6" y="157"/>
                  </a:cubicBezTo>
                  <a:cubicBezTo>
                    <a:pt x="9" y="157"/>
                    <a:pt x="10" y="156"/>
                    <a:pt x="12" y="153"/>
                  </a:cubicBezTo>
                  <a:cubicBezTo>
                    <a:pt x="21" y="140"/>
                    <a:pt x="32" y="132"/>
                    <a:pt x="44" y="132"/>
                  </a:cubicBezTo>
                  <a:cubicBezTo>
                    <a:pt x="48" y="132"/>
                    <a:pt x="53" y="132"/>
                    <a:pt x="63" y="141"/>
                  </a:cubicBezTo>
                  <a:cubicBezTo>
                    <a:pt x="73" y="152"/>
                    <a:pt x="80" y="157"/>
                    <a:pt x="91" y="157"/>
                  </a:cubicBezTo>
                  <a:cubicBezTo>
                    <a:pt x="129" y="157"/>
                    <a:pt x="152" y="115"/>
                    <a:pt x="152" y="103"/>
                  </a:cubicBezTo>
                  <a:cubicBezTo>
                    <a:pt x="152" y="99"/>
                    <a:pt x="148" y="98"/>
                    <a:pt x="146" y="98"/>
                  </a:cubicBezTo>
                  <a:cubicBezTo>
                    <a:pt x="142" y="98"/>
                    <a:pt x="141" y="100"/>
                    <a:pt x="140" y="104"/>
                  </a:cubicBezTo>
                  <a:cubicBezTo>
                    <a:pt x="133" y="121"/>
                    <a:pt x="113" y="130"/>
                    <a:pt x="96" y="130"/>
                  </a:cubicBezTo>
                  <a:cubicBezTo>
                    <a:pt x="88" y="130"/>
                    <a:pt x="79" y="128"/>
                    <a:pt x="70" y="126"/>
                  </a:cubicBezTo>
                  <a:cubicBezTo>
                    <a:pt x="54" y="122"/>
                    <a:pt x="51" y="122"/>
                    <a:pt x="45" y="122"/>
                  </a:cubicBezTo>
                  <a:cubicBezTo>
                    <a:pt x="44" y="122"/>
                    <a:pt x="39" y="122"/>
                    <a:pt x="37"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5" name="Freeform 457"/>
            <p:cNvSpPr>
              <a:spLocks noEditPoints="1"/>
            </p:cNvSpPr>
            <p:nvPr>
              <p:custDataLst>
                <p:tags r:id="rId44"/>
              </p:custDataLst>
            </p:nvPr>
          </p:nvSpPr>
          <p:spPr bwMode="auto">
            <a:xfrm>
              <a:off x="6069013" y="2579688"/>
              <a:ext cx="47625" cy="57150"/>
            </a:xfrm>
            <a:custGeom>
              <a:avLst/>
              <a:gdLst>
                <a:gd name="T0" fmla="*/ 54 w 149"/>
                <a:gd name="T1" fmla="*/ 74 h 157"/>
                <a:gd name="T2" fmla="*/ 110 w 149"/>
                <a:gd name="T3" fmla="*/ 66 h 157"/>
                <a:gd name="T4" fmla="*/ 141 w 149"/>
                <a:gd name="T5" fmla="*/ 30 h 157"/>
                <a:gd name="T6" fmla="*/ 98 w 149"/>
                <a:gd name="T7" fmla="*/ 0 h 157"/>
                <a:gd name="T8" fmla="*/ 0 w 149"/>
                <a:gd name="T9" fmla="*/ 91 h 157"/>
                <a:gd name="T10" fmla="*/ 62 w 149"/>
                <a:gd name="T11" fmla="*/ 157 h 157"/>
                <a:gd name="T12" fmla="*/ 149 w 149"/>
                <a:gd name="T13" fmla="*/ 117 h 157"/>
                <a:gd name="T14" fmla="*/ 143 w 149"/>
                <a:gd name="T15" fmla="*/ 112 h 157"/>
                <a:gd name="T16" fmla="*/ 137 w 149"/>
                <a:gd name="T17" fmla="*/ 115 h 157"/>
                <a:gd name="T18" fmla="*/ 63 w 149"/>
                <a:gd name="T19" fmla="*/ 147 h 157"/>
                <a:gd name="T20" fmla="*/ 28 w 149"/>
                <a:gd name="T21" fmla="*/ 105 h 157"/>
                <a:gd name="T22" fmla="*/ 32 w 149"/>
                <a:gd name="T23" fmla="*/ 74 h 157"/>
                <a:gd name="T24" fmla="*/ 54 w 149"/>
                <a:gd name="T25" fmla="*/ 74 h 157"/>
                <a:gd name="T26" fmla="*/ 35 w 149"/>
                <a:gd name="T27" fmla="*/ 64 h 157"/>
                <a:gd name="T28" fmla="*/ 98 w 149"/>
                <a:gd name="T29" fmla="*/ 9 h 157"/>
                <a:gd name="T30" fmla="*/ 126 w 149"/>
                <a:gd name="T31" fmla="*/ 30 h 157"/>
                <a:gd name="T32" fmla="*/ 52 w 149"/>
                <a:gd name="T33" fmla="*/ 64 h 157"/>
                <a:gd name="T34" fmla="*/ 35 w 149"/>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4" y="74"/>
                  </a:moveTo>
                  <a:cubicBezTo>
                    <a:pt x="64" y="74"/>
                    <a:pt x="92" y="73"/>
                    <a:pt x="110" y="66"/>
                  </a:cubicBezTo>
                  <a:cubicBezTo>
                    <a:pt x="136" y="57"/>
                    <a:pt x="141" y="41"/>
                    <a:pt x="141" y="30"/>
                  </a:cubicBezTo>
                  <a:cubicBezTo>
                    <a:pt x="141" y="11"/>
                    <a:pt x="122" y="0"/>
                    <a:pt x="98" y="0"/>
                  </a:cubicBezTo>
                  <a:cubicBezTo>
                    <a:pt x="56" y="0"/>
                    <a:pt x="0" y="32"/>
                    <a:pt x="0" y="91"/>
                  </a:cubicBezTo>
                  <a:cubicBezTo>
                    <a:pt x="0" y="126"/>
                    <a:pt x="22" y="157"/>
                    <a:pt x="62" y="157"/>
                  </a:cubicBezTo>
                  <a:cubicBezTo>
                    <a:pt x="121" y="157"/>
                    <a:pt x="149" y="122"/>
                    <a:pt x="149" y="117"/>
                  </a:cubicBezTo>
                  <a:cubicBezTo>
                    <a:pt x="149" y="115"/>
                    <a:pt x="146" y="112"/>
                    <a:pt x="143" y="112"/>
                  </a:cubicBezTo>
                  <a:cubicBezTo>
                    <a:pt x="141" y="112"/>
                    <a:pt x="140" y="112"/>
                    <a:pt x="137" y="115"/>
                  </a:cubicBezTo>
                  <a:cubicBezTo>
                    <a:pt x="110" y="147"/>
                    <a:pt x="69" y="147"/>
                    <a:pt x="63" y="147"/>
                  </a:cubicBezTo>
                  <a:cubicBezTo>
                    <a:pt x="42" y="147"/>
                    <a:pt x="28" y="133"/>
                    <a:pt x="28" y="105"/>
                  </a:cubicBezTo>
                  <a:cubicBezTo>
                    <a:pt x="28" y="100"/>
                    <a:pt x="28" y="93"/>
                    <a:pt x="32" y="74"/>
                  </a:cubicBezTo>
                  <a:lnTo>
                    <a:pt x="54" y="74"/>
                  </a:lnTo>
                  <a:close/>
                  <a:moveTo>
                    <a:pt x="35" y="64"/>
                  </a:moveTo>
                  <a:cubicBezTo>
                    <a:pt x="49" y="13"/>
                    <a:pt x="88" y="9"/>
                    <a:pt x="98" y="9"/>
                  </a:cubicBezTo>
                  <a:cubicBezTo>
                    <a:pt x="113" y="9"/>
                    <a:pt x="126" y="17"/>
                    <a:pt x="126" y="30"/>
                  </a:cubicBezTo>
                  <a:cubicBezTo>
                    <a:pt x="126" y="64"/>
                    <a:pt x="67" y="64"/>
                    <a:pt x="52" y="64"/>
                  </a:cubicBezTo>
                  <a:lnTo>
                    <a:pt x="35"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6" name="Freeform 458"/>
            <p:cNvSpPr>
              <a:spLocks/>
            </p:cNvSpPr>
            <p:nvPr>
              <p:custDataLst>
                <p:tags r:id="rId45"/>
              </p:custDataLst>
            </p:nvPr>
          </p:nvSpPr>
          <p:spPr bwMode="auto">
            <a:xfrm>
              <a:off x="6126163" y="2579688"/>
              <a:ext cx="52388" cy="57150"/>
            </a:xfrm>
            <a:custGeom>
              <a:avLst/>
              <a:gdLst>
                <a:gd name="T0" fmla="*/ 66 w 163"/>
                <a:gd name="T1" fmla="*/ 83 h 157"/>
                <a:gd name="T2" fmla="*/ 75 w 163"/>
                <a:gd name="T3" fmla="*/ 48 h 157"/>
                <a:gd name="T4" fmla="*/ 97 w 163"/>
                <a:gd name="T5" fmla="*/ 19 h 157"/>
                <a:gd name="T6" fmla="*/ 125 w 163"/>
                <a:gd name="T7" fmla="*/ 9 h 157"/>
                <a:gd name="T8" fmla="*/ 144 w 163"/>
                <a:gd name="T9" fmla="*/ 14 h 157"/>
                <a:gd name="T10" fmla="*/ 129 w 163"/>
                <a:gd name="T11" fmla="*/ 33 h 157"/>
                <a:gd name="T12" fmla="*/ 143 w 163"/>
                <a:gd name="T13" fmla="*/ 46 h 157"/>
                <a:gd name="T14" fmla="*/ 163 w 163"/>
                <a:gd name="T15" fmla="*/ 25 h 157"/>
                <a:gd name="T16" fmla="*/ 126 w 163"/>
                <a:gd name="T17" fmla="*/ 0 h 157"/>
                <a:gd name="T18" fmla="*/ 76 w 163"/>
                <a:gd name="T19" fmla="*/ 24 h 157"/>
                <a:gd name="T20" fmla="*/ 41 w 163"/>
                <a:gd name="T21" fmla="*/ 0 h 157"/>
                <a:gd name="T22" fmla="*/ 13 w 163"/>
                <a:gd name="T23" fmla="*/ 17 h 157"/>
                <a:gd name="T24" fmla="*/ 0 w 163"/>
                <a:gd name="T25" fmla="*/ 53 h 157"/>
                <a:gd name="T26" fmla="*/ 6 w 163"/>
                <a:gd name="T27" fmla="*/ 57 h 157"/>
                <a:gd name="T28" fmla="*/ 14 w 163"/>
                <a:gd name="T29" fmla="*/ 47 h 157"/>
                <a:gd name="T30" fmla="*/ 39 w 163"/>
                <a:gd name="T31" fmla="*/ 9 h 157"/>
                <a:gd name="T32" fmla="*/ 51 w 163"/>
                <a:gd name="T33" fmla="*/ 26 h 157"/>
                <a:gd name="T34" fmla="*/ 45 w 163"/>
                <a:gd name="T35" fmla="*/ 55 h 157"/>
                <a:gd name="T36" fmla="*/ 38 w 163"/>
                <a:gd name="T37" fmla="*/ 87 h 157"/>
                <a:gd name="T38" fmla="*/ 27 w 163"/>
                <a:gd name="T39" fmla="*/ 131 h 157"/>
                <a:gd name="T40" fmla="*/ 23 w 163"/>
                <a:gd name="T41" fmla="*/ 146 h 157"/>
                <a:gd name="T42" fmla="*/ 35 w 163"/>
                <a:gd name="T43" fmla="*/ 157 h 157"/>
                <a:gd name="T44" fmla="*/ 50 w 163"/>
                <a:gd name="T45" fmla="*/ 147 h 157"/>
                <a:gd name="T46" fmla="*/ 57 w 163"/>
                <a:gd name="T47" fmla="*/ 121 h 157"/>
                <a:gd name="T48" fmla="*/ 66 w 163"/>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3" h="157">
                  <a:moveTo>
                    <a:pt x="66" y="83"/>
                  </a:moveTo>
                  <a:cubicBezTo>
                    <a:pt x="66" y="81"/>
                    <a:pt x="74" y="49"/>
                    <a:pt x="75" y="48"/>
                  </a:cubicBezTo>
                  <a:cubicBezTo>
                    <a:pt x="76" y="45"/>
                    <a:pt x="86" y="27"/>
                    <a:pt x="97" y="19"/>
                  </a:cubicBezTo>
                  <a:cubicBezTo>
                    <a:pt x="101" y="16"/>
                    <a:pt x="110" y="9"/>
                    <a:pt x="125" y="9"/>
                  </a:cubicBezTo>
                  <a:cubicBezTo>
                    <a:pt x="129" y="9"/>
                    <a:pt x="137" y="10"/>
                    <a:pt x="144" y="14"/>
                  </a:cubicBezTo>
                  <a:cubicBezTo>
                    <a:pt x="133" y="17"/>
                    <a:pt x="129" y="27"/>
                    <a:pt x="129" y="33"/>
                  </a:cubicBezTo>
                  <a:cubicBezTo>
                    <a:pt x="129" y="41"/>
                    <a:pt x="135" y="46"/>
                    <a:pt x="143" y="46"/>
                  </a:cubicBezTo>
                  <a:cubicBezTo>
                    <a:pt x="151" y="46"/>
                    <a:pt x="163" y="40"/>
                    <a:pt x="163" y="25"/>
                  </a:cubicBezTo>
                  <a:cubicBezTo>
                    <a:pt x="163" y="7"/>
                    <a:pt x="143" y="0"/>
                    <a:pt x="126" y="0"/>
                  </a:cubicBezTo>
                  <a:cubicBezTo>
                    <a:pt x="107" y="0"/>
                    <a:pt x="92" y="7"/>
                    <a:pt x="76" y="24"/>
                  </a:cubicBezTo>
                  <a:cubicBezTo>
                    <a:pt x="70" y="3"/>
                    <a:pt x="49" y="0"/>
                    <a:pt x="41" y="0"/>
                  </a:cubicBezTo>
                  <a:cubicBezTo>
                    <a:pt x="28" y="0"/>
                    <a:pt x="19" y="8"/>
                    <a:pt x="13" y="17"/>
                  </a:cubicBezTo>
                  <a:cubicBezTo>
                    <a:pt x="5" y="31"/>
                    <a:pt x="0" y="51"/>
                    <a:pt x="0" y="53"/>
                  </a:cubicBezTo>
                  <a:cubicBezTo>
                    <a:pt x="0" y="57"/>
                    <a:pt x="5" y="57"/>
                    <a:pt x="6" y="57"/>
                  </a:cubicBezTo>
                  <a:cubicBezTo>
                    <a:pt x="11" y="57"/>
                    <a:pt x="12" y="56"/>
                    <a:pt x="14" y="47"/>
                  </a:cubicBezTo>
                  <a:cubicBezTo>
                    <a:pt x="19" y="26"/>
                    <a:pt x="26" y="9"/>
                    <a:pt x="39" y="9"/>
                  </a:cubicBezTo>
                  <a:cubicBezTo>
                    <a:pt x="49" y="9"/>
                    <a:pt x="51" y="17"/>
                    <a:pt x="51" y="26"/>
                  </a:cubicBezTo>
                  <a:cubicBezTo>
                    <a:pt x="51" y="33"/>
                    <a:pt x="48" y="46"/>
                    <a:pt x="45" y="55"/>
                  </a:cubicBezTo>
                  <a:cubicBezTo>
                    <a:pt x="43" y="65"/>
                    <a:pt x="39" y="79"/>
                    <a:pt x="38" y="87"/>
                  </a:cubicBezTo>
                  <a:lnTo>
                    <a:pt x="27" y="131"/>
                  </a:lnTo>
                  <a:cubicBezTo>
                    <a:pt x="25" y="136"/>
                    <a:pt x="23" y="145"/>
                    <a:pt x="23" y="146"/>
                  </a:cubicBezTo>
                  <a:cubicBezTo>
                    <a:pt x="23" y="153"/>
                    <a:pt x="29" y="157"/>
                    <a:pt x="35" y="157"/>
                  </a:cubicBezTo>
                  <a:cubicBezTo>
                    <a:pt x="40" y="157"/>
                    <a:pt x="47" y="154"/>
                    <a:pt x="50" y="147"/>
                  </a:cubicBezTo>
                  <a:cubicBezTo>
                    <a:pt x="51" y="145"/>
                    <a:pt x="54" y="129"/>
                    <a:pt x="57" y="121"/>
                  </a:cubicBezTo>
                  <a:lnTo>
                    <a:pt x="66"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7" name="Freeform 459"/>
            <p:cNvSpPr>
              <a:spLocks/>
            </p:cNvSpPr>
            <p:nvPr>
              <p:custDataLst>
                <p:tags r:id="rId46"/>
              </p:custDataLst>
            </p:nvPr>
          </p:nvSpPr>
          <p:spPr bwMode="auto">
            <a:xfrm>
              <a:off x="6188075" y="2579688"/>
              <a:ext cx="53975" cy="57150"/>
            </a:xfrm>
            <a:custGeom>
              <a:avLst/>
              <a:gdLst>
                <a:gd name="T0" fmla="*/ 170 w 170"/>
                <a:gd name="T1" fmla="*/ 28 h 158"/>
                <a:gd name="T2" fmla="*/ 153 w 170"/>
                <a:gd name="T3" fmla="*/ 0 h 158"/>
                <a:gd name="T4" fmla="*/ 134 w 170"/>
                <a:gd name="T5" fmla="*/ 19 h 158"/>
                <a:gd name="T6" fmla="*/ 140 w 170"/>
                <a:gd name="T7" fmla="*/ 29 h 158"/>
                <a:gd name="T8" fmla="*/ 153 w 170"/>
                <a:gd name="T9" fmla="*/ 57 h 158"/>
                <a:gd name="T10" fmla="*/ 88 w 170"/>
                <a:gd name="T11" fmla="*/ 148 h 158"/>
                <a:gd name="T12" fmla="*/ 60 w 170"/>
                <a:gd name="T13" fmla="*/ 117 h 158"/>
                <a:gd name="T14" fmla="*/ 79 w 170"/>
                <a:gd name="T15" fmla="*/ 49 h 158"/>
                <a:gd name="T16" fmla="*/ 84 w 170"/>
                <a:gd name="T17" fmla="*/ 31 h 158"/>
                <a:gd name="T18" fmla="*/ 51 w 170"/>
                <a:gd name="T19" fmla="*/ 1 h 158"/>
                <a:gd name="T20" fmla="*/ 0 w 170"/>
                <a:gd name="T21" fmla="*/ 54 h 158"/>
                <a:gd name="T22" fmla="*/ 6 w 170"/>
                <a:gd name="T23" fmla="*/ 58 h 158"/>
                <a:gd name="T24" fmla="*/ 13 w 170"/>
                <a:gd name="T25" fmla="*/ 53 h 158"/>
                <a:gd name="T26" fmla="*/ 50 w 170"/>
                <a:gd name="T27" fmla="*/ 10 h 158"/>
                <a:gd name="T28" fmla="*/ 59 w 170"/>
                <a:gd name="T29" fmla="*/ 23 h 158"/>
                <a:gd name="T30" fmla="*/ 52 w 170"/>
                <a:gd name="T31" fmla="*/ 46 h 158"/>
                <a:gd name="T32" fmla="*/ 33 w 170"/>
                <a:gd name="T33" fmla="*/ 112 h 158"/>
                <a:gd name="T34" fmla="*/ 87 w 170"/>
                <a:gd name="T35" fmla="*/ 158 h 158"/>
                <a:gd name="T36" fmla="*/ 170 w 170"/>
                <a:gd name="T37" fmla="*/ 2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8">
                  <a:moveTo>
                    <a:pt x="170" y="28"/>
                  </a:moveTo>
                  <a:cubicBezTo>
                    <a:pt x="170" y="1"/>
                    <a:pt x="154" y="0"/>
                    <a:pt x="153" y="0"/>
                  </a:cubicBezTo>
                  <a:cubicBezTo>
                    <a:pt x="144" y="0"/>
                    <a:pt x="134" y="10"/>
                    <a:pt x="134" y="19"/>
                  </a:cubicBezTo>
                  <a:cubicBezTo>
                    <a:pt x="134" y="25"/>
                    <a:pt x="137" y="27"/>
                    <a:pt x="140" y="29"/>
                  </a:cubicBezTo>
                  <a:cubicBezTo>
                    <a:pt x="146" y="34"/>
                    <a:pt x="153" y="43"/>
                    <a:pt x="153" y="57"/>
                  </a:cubicBezTo>
                  <a:cubicBezTo>
                    <a:pt x="153" y="73"/>
                    <a:pt x="130" y="148"/>
                    <a:pt x="88" y="148"/>
                  </a:cubicBezTo>
                  <a:cubicBezTo>
                    <a:pt x="60" y="148"/>
                    <a:pt x="60" y="123"/>
                    <a:pt x="60" y="117"/>
                  </a:cubicBezTo>
                  <a:cubicBezTo>
                    <a:pt x="60" y="101"/>
                    <a:pt x="66" y="81"/>
                    <a:pt x="79" y="49"/>
                  </a:cubicBezTo>
                  <a:cubicBezTo>
                    <a:pt x="82" y="42"/>
                    <a:pt x="84" y="36"/>
                    <a:pt x="84" y="31"/>
                  </a:cubicBezTo>
                  <a:cubicBezTo>
                    <a:pt x="84" y="12"/>
                    <a:pt x="69" y="1"/>
                    <a:pt x="51" y="1"/>
                  </a:cubicBezTo>
                  <a:cubicBezTo>
                    <a:pt x="16" y="1"/>
                    <a:pt x="0" y="48"/>
                    <a:pt x="0" y="54"/>
                  </a:cubicBezTo>
                  <a:cubicBezTo>
                    <a:pt x="0" y="58"/>
                    <a:pt x="5" y="58"/>
                    <a:pt x="6" y="58"/>
                  </a:cubicBezTo>
                  <a:cubicBezTo>
                    <a:pt x="11" y="58"/>
                    <a:pt x="11" y="57"/>
                    <a:pt x="13" y="53"/>
                  </a:cubicBezTo>
                  <a:cubicBezTo>
                    <a:pt x="21" y="24"/>
                    <a:pt x="36" y="10"/>
                    <a:pt x="50" y="10"/>
                  </a:cubicBezTo>
                  <a:cubicBezTo>
                    <a:pt x="56" y="10"/>
                    <a:pt x="59" y="14"/>
                    <a:pt x="59" y="23"/>
                  </a:cubicBezTo>
                  <a:cubicBezTo>
                    <a:pt x="59" y="31"/>
                    <a:pt x="56" y="38"/>
                    <a:pt x="52" y="46"/>
                  </a:cubicBezTo>
                  <a:cubicBezTo>
                    <a:pt x="37" y="85"/>
                    <a:pt x="33" y="100"/>
                    <a:pt x="33" y="112"/>
                  </a:cubicBezTo>
                  <a:cubicBezTo>
                    <a:pt x="33" y="147"/>
                    <a:pt x="61" y="158"/>
                    <a:pt x="87" y="158"/>
                  </a:cubicBezTo>
                  <a:cubicBezTo>
                    <a:pt x="146" y="158"/>
                    <a:pt x="170" y="56"/>
                    <a:pt x="170" y="28"/>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8" name="Freeform 460"/>
            <p:cNvSpPr>
              <a:spLocks noEditPoints="1"/>
            </p:cNvSpPr>
            <p:nvPr>
              <p:custDataLst>
                <p:tags r:id="rId47"/>
              </p:custDataLst>
            </p:nvPr>
          </p:nvSpPr>
          <p:spPr bwMode="auto">
            <a:xfrm>
              <a:off x="6256338" y="2579688"/>
              <a:ext cx="57150" cy="57150"/>
            </a:xfrm>
            <a:custGeom>
              <a:avLst/>
              <a:gdLst>
                <a:gd name="T0" fmla="*/ 125 w 177"/>
                <a:gd name="T1" fmla="*/ 20 h 157"/>
                <a:gd name="T2" fmla="*/ 90 w 177"/>
                <a:gd name="T3" fmla="*/ 0 h 157"/>
                <a:gd name="T4" fmla="*/ 0 w 177"/>
                <a:gd name="T5" fmla="*/ 99 h 157"/>
                <a:gd name="T6" fmla="*/ 52 w 177"/>
                <a:gd name="T7" fmla="*/ 157 h 157"/>
                <a:gd name="T8" fmla="*/ 102 w 177"/>
                <a:gd name="T9" fmla="*/ 132 h 157"/>
                <a:gd name="T10" fmla="*/ 138 w 177"/>
                <a:gd name="T11" fmla="*/ 157 h 157"/>
                <a:gd name="T12" fmla="*/ 165 w 177"/>
                <a:gd name="T13" fmla="*/ 138 h 157"/>
                <a:gd name="T14" fmla="*/ 177 w 177"/>
                <a:gd name="T15" fmla="*/ 103 h 157"/>
                <a:gd name="T16" fmla="*/ 172 w 177"/>
                <a:gd name="T17" fmla="*/ 99 h 157"/>
                <a:gd name="T18" fmla="*/ 164 w 177"/>
                <a:gd name="T19" fmla="*/ 110 h 157"/>
                <a:gd name="T20" fmla="*/ 139 w 177"/>
                <a:gd name="T21" fmla="*/ 147 h 157"/>
                <a:gd name="T22" fmla="*/ 127 w 177"/>
                <a:gd name="T23" fmla="*/ 130 h 157"/>
                <a:gd name="T24" fmla="*/ 132 w 177"/>
                <a:gd name="T25" fmla="*/ 102 h 157"/>
                <a:gd name="T26" fmla="*/ 140 w 177"/>
                <a:gd name="T27" fmla="*/ 71 h 157"/>
                <a:gd name="T28" fmla="*/ 147 w 177"/>
                <a:gd name="T29" fmla="*/ 45 h 157"/>
                <a:gd name="T30" fmla="*/ 153 w 177"/>
                <a:gd name="T31" fmla="*/ 17 h 157"/>
                <a:gd name="T32" fmla="*/ 141 w 177"/>
                <a:gd name="T33" fmla="*/ 6 h 157"/>
                <a:gd name="T34" fmla="*/ 125 w 177"/>
                <a:gd name="T35" fmla="*/ 20 h 157"/>
                <a:gd name="T36" fmla="*/ 103 w 177"/>
                <a:gd name="T37" fmla="*/ 110 h 157"/>
                <a:gd name="T38" fmla="*/ 85 w 177"/>
                <a:gd name="T39" fmla="*/ 133 h 157"/>
                <a:gd name="T40" fmla="*/ 53 w 177"/>
                <a:gd name="T41" fmla="*/ 147 h 157"/>
                <a:gd name="T42" fmla="*/ 28 w 177"/>
                <a:gd name="T43" fmla="*/ 113 h 157"/>
                <a:gd name="T44" fmla="*/ 46 w 177"/>
                <a:gd name="T45" fmla="*/ 42 h 157"/>
                <a:gd name="T46" fmla="*/ 90 w 177"/>
                <a:gd name="T47" fmla="*/ 9 h 157"/>
                <a:gd name="T48" fmla="*/ 121 w 177"/>
                <a:gd name="T49" fmla="*/ 40 h 157"/>
                <a:gd name="T50" fmla="*/ 120 w 177"/>
                <a:gd name="T51" fmla="*/ 45 h 157"/>
                <a:gd name="T52" fmla="*/ 103 w 177"/>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7">
                  <a:moveTo>
                    <a:pt x="125" y="20"/>
                  </a:moveTo>
                  <a:cubicBezTo>
                    <a:pt x="118" y="9"/>
                    <a:pt x="106" y="0"/>
                    <a:pt x="90" y="0"/>
                  </a:cubicBezTo>
                  <a:cubicBezTo>
                    <a:pt x="45" y="0"/>
                    <a:pt x="0" y="49"/>
                    <a:pt x="0" y="99"/>
                  </a:cubicBezTo>
                  <a:cubicBezTo>
                    <a:pt x="0" y="133"/>
                    <a:pt x="22" y="157"/>
                    <a:pt x="52" y="157"/>
                  </a:cubicBezTo>
                  <a:cubicBezTo>
                    <a:pt x="71" y="157"/>
                    <a:pt x="88" y="146"/>
                    <a:pt x="102" y="132"/>
                  </a:cubicBezTo>
                  <a:cubicBezTo>
                    <a:pt x="108" y="153"/>
                    <a:pt x="129" y="157"/>
                    <a:pt x="138" y="157"/>
                  </a:cubicBezTo>
                  <a:cubicBezTo>
                    <a:pt x="150" y="157"/>
                    <a:pt x="159" y="149"/>
                    <a:pt x="165" y="138"/>
                  </a:cubicBezTo>
                  <a:cubicBezTo>
                    <a:pt x="173" y="125"/>
                    <a:pt x="177" y="105"/>
                    <a:pt x="177" y="103"/>
                  </a:cubicBezTo>
                  <a:cubicBezTo>
                    <a:pt x="177" y="99"/>
                    <a:pt x="173" y="99"/>
                    <a:pt x="172" y="99"/>
                  </a:cubicBezTo>
                  <a:cubicBezTo>
                    <a:pt x="167" y="99"/>
                    <a:pt x="167" y="100"/>
                    <a:pt x="164" y="110"/>
                  </a:cubicBezTo>
                  <a:cubicBezTo>
                    <a:pt x="160" y="126"/>
                    <a:pt x="153" y="147"/>
                    <a:pt x="139" y="147"/>
                  </a:cubicBezTo>
                  <a:cubicBezTo>
                    <a:pt x="130" y="147"/>
                    <a:pt x="127" y="139"/>
                    <a:pt x="127" y="130"/>
                  </a:cubicBezTo>
                  <a:cubicBezTo>
                    <a:pt x="127" y="124"/>
                    <a:pt x="130" y="112"/>
                    <a:pt x="132" y="102"/>
                  </a:cubicBezTo>
                  <a:cubicBezTo>
                    <a:pt x="135" y="93"/>
                    <a:pt x="138" y="79"/>
                    <a:pt x="140" y="71"/>
                  </a:cubicBezTo>
                  <a:lnTo>
                    <a:pt x="147" y="45"/>
                  </a:lnTo>
                  <a:cubicBezTo>
                    <a:pt x="149" y="35"/>
                    <a:pt x="153" y="19"/>
                    <a:pt x="153" y="17"/>
                  </a:cubicBezTo>
                  <a:cubicBezTo>
                    <a:pt x="153" y="10"/>
                    <a:pt x="147" y="6"/>
                    <a:pt x="141" y="6"/>
                  </a:cubicBezTo>
                  <a:cubicBezTo>
                    <a:pt x="136" y="6"/>
                    <a:pt x="128" y="10"/>
                    <a:pt x="125" y="20"/>
                  </a:cubicBezTo>
                  <a:close/>
                  <a:moveTo>
                    <a:pt x="103" y="110"/>
                  </a:moveTo>
                  <a:cubicBezTo>
                    <a:pt x="101" y="120"/>
                    <a:pt x="93" y="126"/>
                    <a:pt x="85" y="133"/>
                  </a:cubicBezTo>
                  <a:cubicBezTo>
                    <a:pt x="82" y="136"/>
                    <a:pt x="68" y="147"/>
                    <a:pt x="53" y="147"/>
                  </a:cubicBezTo>
                  <a:cubicBezTo>
                    <a:pt x="40" y="147"/>
                    <a:pt x="28" y="138"/>
                    <a:pt x="28" y="113"/>
                  </a:cubicBezTo>
                  <a:cubicBezTo>
                    <a:pt x="28" y="95"/>
                    <a:pt x="38" y="56"/>
                    <a:pt x="46" y="42"/>
                  </a:cubicBezTo>
                  <a:cubicBezTo>
                    <a:pt x="62" y="15"/>
                    <a:pt x="80" y="9"/>
                    <a:pt x="90" y="9"/>
                  </a:cubicBezTo>
                  <a:cubicBezTo>
                    <a:pt x="114" y="9"/>
                    <a:pt x="121" y="36"/>
                    <a:pt x="121" y="40"/>
                  </a:cubicBezTo>
                  <a:cubicBezTo>
                    <a:pt x="121" y="41"/>
                    <a:pt x="120" y="43"/>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9" name="Freeform 461"/>
            <p:cNvSpPr>
              <a:spLocks/>
            </p:cNvSpPr>
            <p:nvPr>
              <p:custDataLst>
                <p:tags r:id="rId48"/>
              </p:custDataLst>
            </p:nvPr>
          </p:nvSpPr>
          <p:spPr bwMode="auto">
            <a:xfrm>
              <a:off x="6324600" y="2579688"/>
              <a:ext cx="47625" cy="57150"/>
            </a:xfrm>
            <a:custGeom>
              <a:avLst/>
              <a:gdLst>
                <a:gd name="T0" fmla="*/ 131 w 151"/>
                <a:gd name="T1" fmla="*/ 20 h 157"/>
                <a:gd name="T2" fmla="*/ 113 w 151"/>
                <a:gd name="T3" fmla="*/ 39 h 157"/>
                <a:gd name="T4" fmla="*/ 127 w 151"/>
                <a:gd name="T5" fmla="*/ 52 h 157"/>
                <a:gd name="T6" fmla="*/ 147 w 151"/>
                <a:gd name="T7" fmla="*/ 30 h 157"/>
                <a:gd name="T8" fmla="*/ 101 w 151"/>
                <a:gd name="T9" fmla="*/ 0 h 157"/>
                <a:gd name="T10" fmla="*/ 0 w 151"/>
                <a:gd name="T11" fmla="*/ 96 h 157"/>
                <a:gd name="T12" fmla="*/ 65 w 151"/>
                <a:gd name="T13" fmla="*/ 157 h 157"/>
                <a:gd name="T14" fmla="*/ 151 w 151"/>
                <a:gd name="T15" fmla="*/ 117 h 157"/>
                <a:gd name="T16" fmla="*/ 145 w 151"/>
                <a:gd name="T17" fmla="*/ 112 h 157"/>
                <a:gd name="T18" fmla="*/ 140 w 151"/>
                <a:gd name="T19" fmla="*/ 115 h 157"/>
                <a:gd name="T20" fmla="*/ 65 w 151"/>
                <a:gd name="T21" fmla="*/ 147 h 157"/>
                <a:gd name="T22" fmla="*/ 29 w 151"/>
                <a:gd name="T23" fmla="*/ 108 h 157"/>
                <a:gd name="T24" fmla="*/ 52 w 151"/>
                <a:gd name="T25" fmla="*/ 36 h 157"/>
                <a:gd name="T26" fmla="*/ 101 w 151"/>
                <a:gd name="T27" fmla="*/ 9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9" y="22"/>
                    <a:pt x="113" y="32"/>
                    <a:pt x="113" y="39"/>
                  </a:cubicBezTo>
                  <a:cubicBezTo>
                    <a:pt x="113" y="49"/>
                    <a:pt x="121" y="52"/>
                    <a:pt x="127" y="52"/>
                  </a:cubicBezTo>
                  <a:cubicBezTo>
                    <a:pt x="135" y="52"/>
                    <a:pt x="147" y="47"/>
                    <a:pt x="147" y="30"/>
                  </a:cubicBezTo>
                  <a:cubicBezTo>
                    <a:pt x="147" y="6"/>
                    <a:pt x="120" y="0"/>
                    <a:pt x="101" y="0"/>
                  </a:cubicBezTo>
                  <a:cubicBezTo>
                    <a:pt x="49" y="0"/>
                    <a:pt x="0" y="48"/>
                    <a:pt x="0" y="96"/>
                  </a:cubicBezTo>
                  <a:cubicBezTo>
                    <a:pt x="0" y="126"/>
                    <a:pt x="21" y="157"/>
                    <a:pt x="65" y="157"/>
                  </a:cubicBezTo>
                  <a:cubicBezTo>
                    <a:pt x="124" y="157"/>
                    <a:pt x="151" y="122"/>
                    <a:pt x="151" y="117"/>
                  </a:cubicBezTo>
                  <a:cubicBezTo>
                    <a:pt x="151" y="115"/>
                    <a:pt x="148" y="112"/>
                    <a:pt x="145" y="112"/>
                  </a:cubicBezTo>
                  <a:cubicBezTo>
                    <a:pt x="143" y="112"/>
                    <a:pt x="142" y="112"/>
                    <a:pt x="140" y="115"/>
                  </a:cubicBezTo>
                  <a:cubicBezTo>
                    <a:pt x="112" y="147"/>
                    <a:pt x="72" y="147"/>
                    <a:pt x="65" y="147"/>
                  </a:cubicBezTo>
                  <a:cubicBezTo>
                    <a:pt x="40" y="147"/>
                    <a:pt x="29" y="130"/>
                    <a:pt x="29" y="108"/>
                  </a:cubicBezTo>
                  <a:cubicBezTo>
                    <a:pt x="29" y="98"/>
                    <a:pt x="34" y="60"/>
                    <a:pt x="52" y="36"/>
                  </a:cubicBezTo>
                  <a:cubicBezTo>
                    <a:pt x="65" y="19"/>
                    <a:pt x="83" y="9"/>
                    <a:pt x="101" y="9"/>
                  </a:cubicBezTo>
                  <a:cubicBezTo>
                    <a:pt x="106" y="9"/>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0" name="Freeform 462"/>
            <p:cNvSpPr>
              <a:spLocks noEditPoints="1"/>
            </p:cNvSpPr>
            <p:nvPr>
              <p:custDataLst>
                <p:tags r:id="rId49"/>
              </p:custDataLst>
            </p:nvPr>
          </p:nvSpPr>
          <p:spPr bwMode="auto">
            <a:xfrm>
              <a:off x="6380163" y="2551113"/>
              <a:ext cx="33338" cy="85725"/>
            </a:xfrm>
            <a:custGeom>
              <a:avLst/>
              <a:gdLst>
                <a:gd name="T0" fmla="*/ 97 w 106"/>
                <a:gd name="T1" fmla="*/ 13 h 235"/>
                <a:gd name="T2" fmla="*/ 83 w 106"/>
                <a:gd name="T3" fmla="*/ 0 h 235"/>
                <a:gd name="T4" fmla="*/ 63 w 106"/>
                <a:gd name="T5" fmla="*/ 19 h 235"/>
                <a:gd name="T6" fmla="*/ 77 w 106"/>
                <a:gd name="T7" fmla="*/ 33 h 235"/>
                <a:gd name="T8" fmla="*/ 97 w 106"/>
                <a:gd name="T9" fmla="*/ 13 h 235"/>
                <a:gd name="T10" fmla="*/ 26 w 106"/>
                <a:gd name="T11" fmla="*/ 191 h 235"/>
                <a:gd name="T12" fmla="*/ 22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3 w 106"/>
                <a:gd name="T27" fmla="*/ 191 h 235"/>
                <a:gd name="T28" fmla="*/ 65 w 106"/>
                <a:gd name="T29" fmla="*/ 163 h 235"/>
                <a:gd name="T30" fmla="*/ 82 w 106"/>
                <a:gd name="T31" fmla="*/ 118 h 235"/>
                <a:gd name="T32" fmla="*/ 84 w 106"/>
                <a:gd name="T33" fmla="*/ 107 h 235"/>
                <a:gd name="T34" fmla="*/ 51 w 106"/>
                <a:gd name="T35" fmla="*/ 78 h 235"/>
                <a:gd name="T36" fmla="*/ 0 w 106"/>
                <a:gd name="T37" fmla="*/ 131 h 235"/>
                <a:gd name="T38" fmla="*/ 6 w 106"/>
                <a:gd name="T39" fmla="*/ 135 h 235"/>
                <a:gd name="T40" fmla="*/ 12 w 106"/>
                <a:gd name="T41" fmla="*/ 130 h 235"/>
                <a:gd name="T42" fmla="*/ 50 w 106"/>
                <a:gd name="T43" fmla="*/ 87 h 235"/>
                <a:gd name="T44" fmla="*/ 58 w 106"/>
                <a:gd name="T45" fmla="*/ 100 h 235"/>
                <a:gd name="T46" fmla="*/ 48 w 106"/>
                <a:gd name="T47" fmla="*/ 134 h 235"/>
                <a:gd name="T48" fmla="*/ 26 w 106"/>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8"/>
                    <a:pt x="93" y="0"/>
                    <a:pt x="83" y="0"/>
                  </a:cubicBezTo>
                  <a:cubicBezTo>
                    <a:pt x="73" y="0"/>
                    <a:pt x="63" y="9"/>
                    <a:pt x="63" y="19"/>
                  </a:cubicBezTo>
                  <a:cubicBezTo>
                    <a:pt x="63" y="25"/>
                    <a:pt x="68" y="33"/>
                    <a:pt x="77" y="33"/>
                  </a:cubicBezTo>
                  <a:cubicBezTo>
                    <a:pt x="87" y="33"/>
                    <a:pt x="97" y="23"/>
                    <a:pt x="97" y="13"/>
                  </a:cubicBezTo>
                  <a:close/>
                  <a:moveTo>
                    <a:pt x="26" y="191"/>
                  </a:moveTo>
                  <a:cubicBezTo>
                    <a:pt x="24" y="195"/>
                    <a:pt x="22" y="199"/>
                    <a:pt x="22" y="205"/>
                  </a:cubicBezTo>
                  <a:cubicBezTo>
                    <a:pt x="22" y="222"/>
                    <a:pt x="36" y="235"/>
                    <a:pt x="56" y="235"/>
                  </a:cubicBezTo>
                  <a:cubicBezTo>
                    <a:pt x="90" y="235"/>
                    <a:pt x="106" y="187"/>
                    <a:pt x="106" y="181"/>
                  </a:cubicBezTo>
                  <a:cubicBezTo>
                    <a:pt x="106" y="177"/>
                    <a:pt x="101" y="177"/>
                    <a:pt x="100" y="177"/>
                  </a:cubicBezTo>
                  <a:cubicBezTo>
                    <a:pt x="95" y="177"/>
                    <a:pt x="95" y="179"/>
                    <a:pt x="94" y="183"/>
                  </a:cubicBezTo>
                  <a:cubicBezTo>
                    <a:pt x="86" y="211"/>
                    <a:pt x="70" y="225"/>
                    <a:pt x="57" y="225"/>
                  </a:cubicBezTo>
                  <a:cubicBezTo>
                    <a:pt x="50" y="225"/>
                    <a:pt x="48" y="221"/>
                    <a:pt x="48" y="213"/>
                  </a:cubicBezTo>
                  <a:cubicBezTo>
                    <a:pt x="48" y="205"/>
                    <a:pt x="50" y="198"/>
                    <a:pt x="53" y="191"/>
                  </a:cubicBezTo>
                  <a:cubicBezTo>
                    <a:pt x="57" y="181"/>
                    <a:pt x="61" y="172"/>
                    <a:pt x="65" y="163"/>
                  </a:cubicBezTo>
                  <a:cubicBezTo>
                    <a:pt x="68" y="154"/>
                    <a:pt x="80" y="123"/>
                    <a:pt x="82" y="118"/>
                  </a:cubicBezTo>
                  <a:cubicBezTo>
                    <a:pt x="83" y="115"/>
                    <a:pt x="84" y="111"/>
                    <a:pt x="84" y="107"/>
                  </a:cubicBezTo>
                  <a:cubicBezTo>
                    <a:pt x="84" y="91"/>
                    <a:pt x="70" y="78"/>
                    <a:pt x="51" y="78"/>
                  </a:cubicBezTo>
                  <a:cubicBezTo>
                    <a:pt x="16" y="78"/>
                    <a:pt x="0" y="125"/>
                    <a:pt x="0" y="131"/>
                  </a:cubicBezTo>
                  <a:cubicBezTo>
                    <a:pt x="0" y="135"/>
                    <a:pt x="5" y="135"/>
                    <a:pt x="6" y="135"/>
                  </a:cubicBezTo>
                  <a:cubicBezTo>
                    <a:pt x="11" y="135"/>
                    <a:pt x="11" y="134"/>
                    <a:pt x="12" y="130"/>
                  </a:cubicBezTo>
                  <a:cubicBezTo>
                    <a:pt x="21" y="100"/>
                    <a:pt x="37" y="87"/>
                    <a:pt x="50" y="87"/>
                  </a:cubicBezTo>
                  <a:cubicBezTo>
                    <a:pt x="55" y="87"/>
                    <a:pt x="58" y="90"/>
                    <a:pt x="58" y="100"/>
                  </a:cubicBezTo>
                  <a:cubicBezTo>
                    <a:pt x="58" y="108"/>
                    <a:pt x="56" y="113"/>
                    <a:pt x="48" y="134"/>
                  </a:cubicBezTo>
                  <a:lnTo>
                    <a:pt x="26"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1" name="Freeform 463"/>
            <p:cNvSpPr>
              <a:spLocks noEditPoints="1"/>
            </p:cNvSpPr>
            <p:nvPr>
              <p:custDataLst>
                <p:tags r:id="rId50"/>
              </p:custDataLst>
            </p:nvPr>
          </p:nvSpPr>
          <p:spPr bwMode="auto">
            <a:xfrm>
              <a:off x="6418263" y="2551113"/>
              <a:ext cx="49213" cy="111125"/>
            </a:xfrm>
            <a:custGeom>
              <a:avLst/>
              <a:gdLst>
                <a:gd name="T0" fmla="*/ 153 w 153"/>
                <a:gd name="T1" fmla="*/ 13 h 303"/>
                <a:gd name="T2" fmla="*/ 139 w 153"/>
                <a:gd name="T3" fmla="*/ 0 h 303"/>
                <a:gd name="T4" fmla="*/ 120 w 153"/>
                <a:gd name="T5" fmla="*/ 19 h 303"/>
                <a:gd name="T6" fmla="*/ 134 w 153"/>
                <a:gd name="T7" fmla="*/ 33 h 303"/>
                <a:gd name="T8" fmla="*/ 153 w 153"/>
                <a:gd name="T9" fmla="*/ 13 h 303"/>
                <a:gd name="T10" fmla="*/ 80 w 153"/>
                <a:gd name="T11" fmla="*/ 248 h 303"/>
                <a:gd name="T12" fmla="*/ 35 w 153"/>
                <a:gd name="T13" fmla="*/ 293 h 303"/>
                <a:gd name="T14" fmla="*/ 22 w 153"/>
                <a:gd name="T15" fmla="*/ 291 h 303"/>
                <a:gd name="T16" fmla="*/ 34 w 153"/>
                <a:gd name="T17" fmla="*/ 273 h 303"/>
                <a:gd name="T18" fmla="*/ 20 w 153"/>
                <a:gd name="T19" fmla="*/ 260 h 303"/>
                <a:gd name="T20" fmla="*/ 0 w 153"/>
                <a:gd name="T21" fmla="*/ 281 h 303"/>
                <a:gd name="T22" fmla="*/ 35 w 153"/>
                <a:gd name="T23" fmla="*/ 303 h 303"/>
                <a:gd name="T24" fmla="*/ 107 w 153"/>
                <a:gd name="T25" fmla="*/ 247 h 303"/>
                <a:gd name="T26" fmla="*/ 139 w 153"/>
                <a:gd name="T27" fmla="*/ 123 h 303"/>
                <a:gd name="T28" fmla="*/ 141 w 153"/>
                <a:gd name="T29" fmla="*/ 110 h 303"/>
                <a:gd name="T30" fmla="*/ 103 w 153"/>
                <a:gd name="T31" fmla="*/ 78 h 303"/>
                <a:gd name="T32" fmla="*/ 42 w 153"/>
                <a:gd name="T33" fmla="*/ 131 h 303"/>
                <a:gd name="T34" fmla="*/ 48 w 153"/>
                <a:gd name="T35" fmla="*/ 135 h 303"/>
                <a:gd name="T36" fmla="*/ 55 w 153"/>
                <a:gd name="T37" fmla="*/ 129 h 303"/>
                <a:gd name="T38" fmla="*/ 102 w 153"/>
                <a:gd name="T39" fmla="*/ 87 h 303"/>
                <a:gd name="T40" fmla="*/ 114 w 153"/>
                <a:gd name="T41" fmla="*/ 104 h 303"/>
                <a:gd name="T42" fmla="*/ 113 w 153"/>
                <a:gd name="T43" fmla="*/ 115 h 303"/>
                <a:gd name="T44" fmla="*/ 80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9" y="0"/>
                    <a:pt x="139" y="0"/>
                  </a:cubicBezTo>
                  <a:cubicBezTo>
                    <a:pt x="129" y="0"/>
                    <a:pt x="120" y="10"/>
                    <a:pt x="120" y="19"/>
                  </a:cubicBezTo>
                  <a:cubicBezTo>
                    <a:pt x="120" y="25"/>
                    <a:pt x="124" y="33"/>
                    <a:pt x="134" y="33"/>
                  </a:cubicBezTo>
                  <a:cubicBezTo>
                    <a:pt x="143" y="33"/>
                    <a:pt x="153" y="23"/>
                    <a:pt x="153" y="13"/>
                  </a:cubicBezTo>
                  <a:close/>
                  <a:moveTo>
                    <a:pt x="80" y="248"/>
                  </a:moveTo>
                  <a:cubicBezTo>
                    <a:pt x="74" y="273"/>
                    <a:pt x="55" y="293"/>
                    <a:pt x="35" y="293"/>
                  </a:cubicBezTo>
                  <a:cubicBezTo>
                    <a:pt x="30" y="293"/>
                    <a:pt x="26" y="292"/>
                    <a:pt x="22" y="291"/>
                  </a:cubicBezTo>
                  <a:cubicBezTo>
                    <a:pt x="31" y="286"/>
                    <a:pt x="34" y="278"/>
                    <a:pt x="34" y="273"/>
                  </a:cubicBezTo>
                  <a:cubicBezTo>
                    <a:pt x="34" y="265"/>
                    <a:pt x="27" y="260"/>
                    <a:pt x="20" y="260"/>
                  </a:cubicBezTo>
                  <a:cubicBezTo>
                    <a:pt x="9" y="260"/>
                    <a:pt x="0" y="269"/>
                    <a:pt x="0" y="281"/>
                  </a:cubicBezTo>
                  <a:cubicBezTo>
                    <a:pt x="0" y="294"/>
                    <a:pt x="14" y="303"/>
                    <a:pt x="35" y="303"/>
                  </a:cubicBezTo>
                  <a:cubicBezTo>
                    <a:pt x="56" y="303"/>
                    <a:pt x="97" y="290"/>
                    <a:pt x="107" y="247"/>
                  </a:cubicBezTo>
                  <a:lnTo>
                    <a:pt x="139" y="123"/>
                  </a:lnTo>
                  <a:cubicBezTo>
                    <a:pt x="140" y="119"/>
                    <a:pt x="141" y="116"/>
                    <a:pt x="141" y="110"/>
                  </a:cubicBezTo>
                  <a:cubicBezTo>
                    <a:pt x="141" y="91"/>
                    <a:pt x="124" y="78"/>
                    <a:pt x="103" y="78"/>
                  </a:cubicBezTo>
                  <a:cubicBezTo>
                    <a:pt x="65" y="78"/>
                    <a:pt x="42" y="126"/>
                    <a:pt x="42" y="131"/>
                  </a:cubicBezTo>
                  <a:cubicBezTo>
                    <a:pt x="42" y="135"/>
                    <a:pt x="47" y="135"/>
                    <a:pt x="48" y="135"/>
                  </a:cubicBezTo>
                  <a:cubicBezTo>
                    <a:pt x="52" y="135"/>
                    <a:pt x="53" y="134"/>
                    <a:pt x="55" y="129"/>
                  </a:cubicBezTo>
                  <a:cubicBezTo>
                    <a:pt x="64" y="109"/>
                    <a:pt x="82" y="87"/>
                    <a:pt x="102" y="87"/>
                  </a:cubicBezTo>
                  <a:cubicBezTo>
                    <a:pt x="111" y="87"/>
                    <a:pt x="114" y="93"/>
                    <a:pt x="114" y="104"/>
                  </a:cubicBezTo>
                  <a:cubicBezTo>
                    <a:pt x="114" y="108"/>
                    <a:pt x="113" y="113"/>
                    <a:pt x="113" y="115"/>
                  </a:cubicBezTo>
                  <a:lnTo>
                    <a:pt x="80"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2" name="Freeform 464"/>
            <p:cNvSpPr>
              <a:spLocks noEditPoints="1"/>
            </p:cNvSpPr>
            <p:nvPr>
              <p:custDataLst>
                <p:tags r:id="rId51"/>
              </p:custDataLst>
            </p:nvPr>
          </p:nvSpPr>
          <p:spPr bwMode="auto">
            <a:xfrm>
              <a:off x="6483350" y="2579688"/>
              <a:ext cx="57150" cy="57150"/>
            </a:xfrm>
            <a:custGeom>
              <a:avLst/>
              <a:gdLst>
                <a:gd name="T0" fmla="*/ 126 w 178"/>
                <a:gd name="T1" fmla="*/ 20 h 157"/>
                <a:gd name="T2" fmla="*/ 90 w 178"/>
                <a:gd name="T3" fmla="*/ 0 h 157"/>
                <a:gd name="T4" fmla="*/ 0 w 178"/>
                <a:gd name="T5" fmla="*/ 99 h 157"/>
                <a:gd name="T6" fmla="*/ 52 w 178"/>
                <a:gd name="T7" fmla="*/ 157 h 157"/>
                <a:gd name="T8" fmla="*/ 102 w 178"/>
                <a:gd name="T9" fmla="*/ 132 h 157"/>
                <a:gd name="T10" fmla="*/ 138 w 178"/>
                <a:gd name="T11" fmla="*/ 157 h 157"/>
                <a:gd name="T12" fmla="*/ 165 w 178"/>
                <a:gd name="T13" fmla="*/ 138 h 157"/>
                <a:gd name="T14" fmla="*/ 178 w 178"/>
                <a:gd name="T15" fmla="*/ 103 h 157"/>
                <a:gd name="T16" fmla="*/ 172 w 178"/>
                <a:gd name="T17" fmla="*/ 99 h 157"/>
                <a:gd name="T18" fmla="*/ 164 w 178"/>
                <a:gd name="T19" fmla="*/ 110 h 157"/>
                <a:gd name="T20" fmla="*/ 139 w 178"/>
                <a:gd name="T21" fmla="*/ 147 h 157"/>
                <a:gd name="T22" fmla="*/ 127 w 178"/>
                <a:gd name="T23" fmla="*/ 130 h 157"/>
                <a:gd name="T24" fmla="*/ 133 w 178"/>
                <a:gd name="T25" fmla="*/ 102 h 157"/>
                <a:gd name="T26" fmla="*/ 140 w 178"/>
                <a:gd name="T27" fmla="*/ 71 h 157"/>
                <a:gd name="T28" fmla="*/ 147 w 178"/>
                <a:gd name="T29" fmla="*/ 45 h 157"/>
                <a:gd name="T30" fmla="*/ 153 w 178"/>
                <a:gd name="T31" fmla="*/ 17 h 157"/>
                <a:gd name="T32" fmla="*/ 142 w 178"/>
                <a:gd name="T33" fmla="*/ 6 h 157"/>
                <a:gd name="T34" fmla="*/ 126 w 178"/>
                <a:gd name="T35" fmla="*/ 20 h 157"/>
                <a:gd name="T36" fmla="*/ 103 w 178"/>
                <a:gd name="T37" fmla="*/ 110 h 157"/>
                <a:gd name="T38" fmla="*/ 85 w 178"/>
                <a:gd name="T39" fmla="*/ 133 h 157"/>
                <a:gd name="T40" fmla="*/ 53 w 178"/>
                <a:gd name="T41" fmla="*/ 147 h 157"/>
                <a:gd name="T42" fmla="*/ 28 w 178"/>
                <a:gd name="T43" fmla="*/ 113 h 157"/>
                <a:gd name="T44" fmla="*/ 46 w 178"/>
                <a:gd name="T45" fmla="*/ 42 h 157"/>
                <a:gd name="T46" fmla="*/ 90 w 178"/>
                <a:gd name="T47" fmla="*/ 9 h 157"/>
                <a:gd name="T48" fmla="*/ 121 w 178"/>
                <a:gd name="T49" fmla="*/ 40 h 157"/>
                <a:gd name="T50" fmla="*/ 120 w 178"/>
                <a:gd name="T51" fmla="*/ 45 h 157"/>
                <a:gd name="T52" fmla="*/ 103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0"/>
                  </a:moveTo>
                  <a:cubicBezTo>
                    <a:pt x="118" y="9"/>
                    <a:pt x="106" y="0"/>
                    <a:pt x="90" y="0"/>
                  </a:cubicBezTo>
                  <a:cubicBezTo>
                    <a:pt x="45" y="0"/>
                    <a:pt x="0" y="49"/>
                    <a:pt x="0" y="99"/>
                  </a:cubicBezTo>
                  <a:cubicBezTo>
                    <a:pt x="0" y="133"/>
                    <a:pt x="22" y="157"/>
                    <a:pt x="52" y="157"/>
                  </a:cubicBezTo>
                  <a:cubicBezTo>
                    <a:pt x="71" y="157"/>
                    <a:pt x="88" y="146"/>
                    <a:pt x="102" y="132"/>
                  </a:cubicBezTo>
                  <a:cubicBezTo>
                    <a:pt x="108" y="153"/>
                    <a:pt x="129" y="157"/>
                    <a:pt x="138" y="157"/>
                  </a:cubicBezTo>
                  <a:cubicBezTo>
                    <a:pt x="150" y="157"/>
                    <a:pt x="159" y="149"/>
                    <a:pt x="165" y="138"/>
                  </a:cubicBezTo>
                  <a:cubicBezTo>
                    <a:pt x="173" y="125"/>
                    <a:pt x="178" y="105"/>
                    <a:pt x="178" y="103"/>
                  </a:cubicBezTo>
                  <a:cubicBezTo>
                    <a:pt x="178" y="99"/>
                    <a:pt x="173" y="99"/>
                    <a:pt x="172" y="99"/>
                  </a:cubicBezTo>
                  <a:cubicBezTo>
                    <a:pt x="167" y="99"/>
                    <a:pt x="167" y="100"/>
                    <a:pt x="164" y="110"/>
                  </a:cubicBezTo>
                  <a:cubicBezTo>
                    <a:pt x="160" y="126"/>
                    <a:pt x="153" y="147"/>
                    <a:pt x="139" y="147"/>
                  </a:cubicBezTo>
                  <a:cubicBezTo>
                    <a:pt x="130" y="147"/>
                    <a:pt x="127" y="139"/>
                    <a:pt x="127" y="130"/>
                  </a:cubicBezTo>
                  <a:cubicBezTo>
                    <a:pt x="127" y="124"/>
                    <a:pt x="130" y="112"/>
                    <a:pt x="133" y="102"/>
                  </a:cubicBezTo>
                  <a:cubicBezTo>
                    <a:pt x="135" y="93"/>
                    <a:pt x="138" y="79"/>
                    <a:pt x="140" y="71"/>
                  </a:cubicBezTo>
                  <a:lnTo>
                    <a:pt x="147" y="45"/>
                  </a:lnTo>
                  <a:cubicBezTo>
                    <a:pt x="149" y="35"/>
                    <a:pt x="153" y="19"/>
                    <a:pt x="153" y="17"/>
                  </a:cubicBezTo>
                  <a:cubicBezTo>
                    <a:pt x="153" y="10"/>
                    <a:pt x="147" y="6"/>
                    <a:pt x="142" y="6"/>
                  </a:cubicBezTo>
                  <a:cubicBezTo>
                    <a:pt x="136" y="6"/>
                    <a:pt x="128" y="10"/>
                    <a:pt x="126" y="20"/>
                  </a:cubicBezTo>
                  <a:close/>
                  <a:moveTo>
                    <a:pt x="103" y="110"/>
                  </a:moveTo>
                  <a:cubicBezTo>
                    <a:pt x="101" y="120"/>
                    <a:pt x="93" y="126"/>
                    <a:pt x="85" y="133"/>
                  </a:cubicBezTo>
                  <a:cubicBezTo>
                    <a:pt x="82" y="136"/>
                    <a:pt x="68" y="147"/>
                    <a:pt x="53" y="147"/>
                  </a:cubicBezTo>
                  <a:cubicBezTo>
                    <a:pt x="41" y="147"/>
                    <a:pt x="28" y="138"/>
                    <a:pt x="28" y="113"/>
                  </a:cubicBezTo>
                  <a:cubicBezTo>
                    <a:pt x="28" y="95"/>
                    <a:pt x="38" y="56"/>
                    <a:pt x="46" y="42"/>
                  </a:cubicBezTo>
                  <a:cubicBezTo>
                    <a:pt x="62" y="15"/>
                    <a:pt x="80" y="9"/>
                    <a:pt x="90" y="9"/>
                  </a:cubicBezTo>
                  <a:cubicBezTo>
                    <a:pt x="114" y="9"/>
                    <a:pt x="121" y="36"/>
                    <a:pt x="121" y="40"/>
                  </a:cubicBezTo>
                  <a:cubicBezTo>
                    <a:pt x="121" y="41"/>
                    <a:pt x="120" y="43"/>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3" name="Freeform 465"/>
            <p:cNvSpPr>
              <a:spLocks/>
            </p:cNvSpPr>
            <p:nvPr>
              <p:custDataLst>
                <p:tags r:id="rId52"/>
              </p:custDataLst>
            </p:nvPr>
          </p:nvSpPr>
          <p:spPr bwMode="auto">
            <a:xfrm>
              <a:off x="6557963" y="2620963"/>
              <a:ext cx="12700" cy="14288"/>
            </a:xfrm>
            <a:custGeom>
              <a:avLst/>
              <a:gdLst>
                <a:gd name="T0" fmla="*/ 40 w 40"/>
                <a:gd name="T1" fmla="*/ 20 h 40"/>
                <a:gd name="T2" fmla="*/ 20 w 40"/>
                <a:gd name="T3" fmla="*/ 0 h 40"/>
                <a:gd name="T4" fmla="*/ 0 w 40"/>
                <a:gd name="T5" fmla="*/ 20 h 40"/>
                <a:gd name="T6" fmla="*/ 19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29" y="0"/>
                    <a:pt x="20" y="0"/>
                  </a:cubicBezTo>
                  <a:cubicBezTo>
                    <a:pt x="8" y="0"/>
                    <a:pt x="0" y="10"/>
                    <a:pt x="0" y="20"/>
                  </a:cubicBezTo>
                  <a:cubicBezTo>
                    <a:pt x="0" y="33"/>
                    <a:pt x="10" y="40"/>
                    <a:pt x="19" y="40"/>
                  </a:cubicBezTo>
                  <a:cubicBezTo>
                    <a:pt x="31"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4" name="Freeform 466"/>
            <p:cNvSpPr>
              <a:spLocks noEditPoints="1"/>
            </p:cNvSpPr>
            <p:nvPr>
              <p:custDataLst>
                <p:tags r:id="rId53"/>
              </p:custDataLst>
            </p:nvPr>
          </p:nvSpPr>
          <p:spPr bwMode="auto">
            <a:xfrm>
              <a:off x="6583363" y="2551113"/>
              <a:ext cx="47625" cy="111125"/>
            </a:xfrm>
            <a:custGeom>
              <a:avLst/>
              <a:gdLst>
                <a:gd name="T0" fmla="*/ 153 w 153"/>
                <a:gd name="T1" fmla="*/ 13 h 303"/>
                <a:gd name="T2" fmla="*/ 139 w 153"/>
                <a:gd name="T3" fmla="*/ 0 h 303"/>
                <a:gd name="T4" fmla="*/ 119 w 153"/>
                <a:gd name="T5" fmla="*/ 19 h 303"/>
                <a:gd name="T6" fmla="*/ 133 w 153"/>
                <a:gd name="T7" fmla="*/ 33 h 303"/>
                <a:gd name="T8" fmla="*/ 153 w 153"/>
                <a:gd name="T9" fmla="*/ 13 h 303"/>
                <a:gd name="T10" fmla="*/ 79 w 153"/>
                <a:gd name="T11" fmla="*/ 248 h 303"/>
                <a:gd name="T12" fmla="*/ 34 w 153"/>
                <a:gd name="T13" fmla="*/ 293 h 303"/>
                <a:gd name="T14" fmla="*/ 21 w 153"/>
                <a:gd name="T15" fmla="*/ 291 h 303"/>
                <a:gd name="T16" fmla="*/ 33 w 153"/>
                <a:gd name="T17" fmla="*/ 273 h 303"/>
                <a:gd name="T18" fmla="*/ 20 w 153"/>
                <a:gd name="T19" fmla="*/ 260 h 303"/>
                <a:gd name="T20" fmla="*/ 0 w 153"/>
                <a:gd name="T21" fmla="*/ 281 h 303"/>
                <a:gd name="T22" fmla="*/ 34 w 153"/>
                <a:gd name="T23" fmla="*/ 303 h 303"/>
                <a:gd name="T24" fmla="*/ 107 w 153"/>
                <a:gd name="T25" fmla="*/ 247 h 303"/>
                <a:gd name="T26" fmla="*/ 138 w 153"/>
                <a:gd name="T27" fmla="*/ 123 h 303"/>
                <a:gd name="T28" fmla="*/ 140 w 153"/>
                <a:gd name="T29" fmla="*/ 110 h 303"/>
                <a:gd name="T30" fmla="*/ 103 w 153"/>
                <a:gd name="T31" fmla="*/ 78 h 303"/>
                <a:gd name="T32" fmla="*/ 42 w 153"/>
                <a:gd name="T33" fmla="*/ 131 h 303"/>
                <a:gd name="T34" fmla="*/ 48 w 153"/>
                <a:gd name="T35" fmla="*/ 135 h 303"/>
                <a:gd name="T36" fmla="*/ 55 w 153"/>
                <a:gd name="T37" fmla="*/ 129 h 303"/>
                <a:gd name="T38" fmla="*/ 102 w 153"/>
                <a:gd name="T39" fmla="*/ 87 h 303"/>
                <a:gd name="T40" fmla="*/ 113 w 153"/>
                <a:gd name="T41" fmla="*/ 104 h 303"/>
                <a:gd name="T42" fmla="*/ 112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8" y="0"/>
                    <a:pt x="139" y="0"/>
                  </a:cubicBezTo>
                  <a:cubicBezTo>
                    <a:pt x="129" y="0"/>
                    <a:pt x="119" y="10"/>
                    <a:pt x="119" y="19"/>
                  </a:cubicBezTo>
                  <a:cubicBezTo>
                    <a:pt x="119" y="25"/>
                    <a:pt x="124" y="33"/>
                    <a:pt x="133" y="33"/>
                  </a:cubicBezTo>
                  <a:cubicBezTo>
                    <a:pt x="143" y="33"/>
                    <a:pt x="153" y="23"/>
                    <a:pt x="153" y="13"/>
                  </a:cubicBezTo>
                  <a:close/>
                  <a:moveTo>
                    <a:pt x="79" y="248"/>
                  </a:moveTo>
                  <a:cubicBezTo>
                    <a:pt x="73" y="273"/>
                    <a:pt x="55" y="293"/>
                    <a:pt x="34" y="293"/>
                  </a:cubicBezTo>
                  <a:cubicBezTo>
                    <a:pt x="29" y="293"/>
                    <a:pt x="25" y="292"/>
                    <a:pt x="21" y="291"/>
                  </a:cubicBezTo>
                  <a:cubicBezTo>
                    <a:pt x="30" y="286"/>
                    <a:pt x="33" y="278"/>
                    <a:pt x="33" y="273"/>
                  </a:cubicBezTo>
                  <a:cubicBezTo>
                    <a:pt x="33" y="265"/>
                    <a:pt x="27" y="260"/>
                    <a:pt x="20" y="260"/>
                  </a:cubicBezTo>
                  <a:cubicBezTo>
                    <a:pt x="9" y="260"/>
                    <a:pt x="0" y="269"/>
                    <a:pt x="0" y="281"/>
                  </a:cubicBezTo>
                  <a:cubicBezTo>
                    <a:pt x="0" y="294"/>
                    <a:pt x="13" y="303"/>
                    <a:pt x="34" y="303"/>
                  </a:cubicBezTo>
                  <a:cubicBezTo>
                    <a:pt x="55" y="303"/>
                    <a:pt x="96" y="290"/>
                    <a:pt x="107" y="247"/>
                  </a:cubicBezTo>
                  <a:lnTo>
                    <a:pt x="138" y="123"/>
                  </a:lnTo>
                  <a:cubicBezTo>
                    <a:pt x="139" y="119"/>
                    <a:pt x="140" y="116"/>
                    <a:pt x="140" y="110"/>
                  </a:cubicBezTo>
                  <a:cubicBezTo>
                    <a:pt x="140" y="91"/>
                    <a:pt x="124" y="78"/>
                    <a:pt x="103" y="78"/>
                  </a:cubicBezTo>
                  <a:cubicBezTo>
                    <a:pt x="64" y="78"/>
                    <a:pt x="42" y="126"/>
                    <a:pt x="42" y="131"/>
                  </a:cubicBezTo>
                  <a:cubicBezTo>
                    <a:pt x="42" y="135"/>
                    <a:pt x="47" y="135"/>
                    <a:pt x="48" y="135"/>
                  </a:cubicBezTo>
                  <a:cubicBezTo>
                    <a:pt x="52" y="135"/>
                    <a:pt x="52" y="134"/>
                    <a:pt x="55" y="129"/>
                  </a:cubicBezTo>
                  <a:cubicBezTo>
                    <a:pt x="63" y="109"/>
                    <a:pt x="81" y="87"/>
                    <a:pt x="102" y="87"/>
                  </a:cubicBezTo>
                  <a:cubicBezTo>
                    <a:pt x="110" y="87"/>
                    <a:pt x="113" y="93"/>
                    <a:pt x="113" y="104"/>
                  </a:cubicBezTo>
                  <a:cubicBezTo>
                    <a:pt x="113" y="108"/>
                    <a:pt x="113" y="113"/>
                    <a:pt x="112"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5" name="Freeform 467"/>
            <p:cNvSpPr>
              <a:spLocks noEditPoints="1"/>
            </p:cNvSpPr>
            <p:nvPr>
              <p:custDataLst>
                <p:tags r:id="rId54"/>
              </p:custDataLst>
            </p:nvPr>
          </p:nvSpPr>
          <p:spPr bwMode="auto">
            <a:xfrm>
              <a:off x="6646863" y="2551113"/>
              <a:ext cx="33338" cy="85725"/>
            </a:xfrm>
            <a:custGeom>
              <a:avLst/>
              <a:gdLst>
                <a:gd name="T0" fmla="*/ 97 w 106"/>
                <a:gd name="T1" fmla="*/ 13 h 235"/>
                <a:gd name="T2" fmla="*/ 83 w 106"/>
                <a:gd name="T3" fmla="*/ 0 h 235"/>
                <a:gd name="T4" fmla="*/ 63 w 106"/>
                <a:gd name="T5" fmla="*/ 19 h 235"/>
                <a:gd name="T6" fmla="*/ 77 w 106"/>
                <a:gd name="T7" fmla="*/ 33 h 235"/>
                <a:gd name="T8" fmla="*/ 97 w 106"/>
                <a:gd name="T9" fmla="*/ 13 h 235"/>
                <a:gd name="T10" fmla="*/ 26 w 106"/>
                <a:gd name="T11" fmla="*/ 191 h 235"/>
                <a:gd name="T12" fmla="*/ 23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1 h 235"/>
                <a:gd name="T28" fmla="*/ 65 w 106"/>
                <a:gd name="T29" fmla="*/ 163 h 235"/>
                <a:gd name="T30" fmla="*/ 82 w 106"/>
                <a:gd name="T31" fmla="*/ 118 h 235"/>
                <a:gd name="T32" fmla="*/ 84 w 106"/>
                <a:gd name="T33" fmla="*/ 107 h 235"/>
                <a:gd name="T34" fmla="*/ 51 w 106"/>
                <a:gd name="T35" fmla="*/ 78 h 235"/>
                <a:gd name="T36" fmla="*/ 0 w 106"/>
                <a:gd name="T37" fmla="*/ 131 h 235"/>
                <a:gd name="T38" fmla="*/ 6 w 106"/>
                <a:gd name="T39" fmla="*/ 135 h 235"/>
                <a:gd name="T40" fmla="*/ 12 w 106"/>
                <a:gd name="T41" fmla="*/ 130 h 235"/>
                <a:gd name="T42" fmla="*/ 50 w 106"/>
                <a:gd name="T43" fmla="*/ 87 h 235"/>
                <a:gd name="T44" fmla="*/ 58 w 106"/>
                <a:gd name="T45" fmla="*/ 100 h 235"/>
                <a:gd name="T46" fmla="*/ 48 w 106"/>
                <a:gd name="T47" fmla="*/ 134 h 235"/>
                <a:gd name="T48" fmla="*/ 26 w 106"/>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8"/>
                    <a:pt x="93" y="0"/>
                    <a:pt x="83" y="0"/>
                  </a:cubicBezTo>
                  <a:cubicBezTo>
                    <a:pt x="73" y="0"/>
                    <a:pt x="63" y="9"/>
                    <a:pt x="63" y="19"/>
                  </a:cubicBezTo>
                  <a:cubicBezTo>
                    <a:pt x="63" y="25"/>
                    <a:pt x="68" y="33"/>
                    <a:pt x="77" y="33"/>
                  </a:cubicBezTo>
                  <a:cubicBezTo>
                    <a:pt x="87" y="33"/>
                    <a:pt x="97" y="23"/>
                    <a:pt x="97" y="13"/>
                  </a:cubicBezTo>
                  <a:close/>
                  <a:moveTo>
                    <a:pt x="26" y="191"/>
                  </a:moveTo>
                  <a:cubicBezTo>
                    <a:pt x="24" y="195"/>
                    <a:pt x="23" y="199"/>
                    <a:pt x="23" y="205"/>
                  </a:cubicBezTo>
                  <a:cubicBezTo>
                    <a:pt x="23" y="222"/>
                    <a:pt x="37" y="235"/>
                    <a:pt x="56" y="235"/>
                  </a:cubicBezTo>
                  <a:cubicBezTo>
                    <a:pt x="91" y="235"/>
                    <a:pt x="106" y="187"/>
                    <a:pt x="106" y="181"/>
                  </a:cubicBezTo>
                  <a:cubicBezTo>
                    <a:pt x="106" y="177"/>
                    <a:pt x="101" y="177"/>
                    <a:pt x="100" y="177"/>
                  </a:cubicBezTo>
                  <a:cubicBezTo>
                    <a:pt x="95" y="177"/>
                    <a:pt x="95" y="179"/>
                    <a:pt x="94" y="183"/>
                  </a:cubicBezTo>
                  <a:cubicBezTo>
                    <a:pt x="86" y="211"/>
                    <a:pt x="70" y="225"/>
                    <a:pt x="57" y="225"/>
                  </a:cubicBezTo>
                  <a:cubicBezTo>
                    <a:pt x="50" y="225"/>
                    <a:pt x="48" y="221"/>
                    <a:pt x="48" y="213"/>
                  </a:cubicBezTo>
                  <a:cubicBezTo>
                    <a:pt x="48" y="205"/>
                    <a:pt x="50" y="198"/>
                    <a:pt x="54" y="191"/>
                  </a:cubicBezTo>
                  <a:cubicBezTo>
                    <a:pt x="57" y="181"/>
                    <a:pt x="61" y="172"/>
                    <a:pt x="65" y="163"/>
                  </a:cubicBezTo>
                  <a:cubicBezTo>
                    <a:pt x="68" y="154"/>
                    <a:pt x="80" y="123"/>
                    <a:pt x="82" y="118"/>
                  </a:cubicBezTo>
                  <a:cubicBezTo>
                    <a:pt x="83" y="115"/>
                    <a:pt x="84" y="111"/>
                    <a:pt x="84" y="107"/>
                  </a:cubicBezTo>
                  <a:cubicBezTo>
                    <a:pt x="84" y="91"/>
                    <a:pt x="70" y="78"/>
                    <a:pt x="51" y="78"/>
                  </a:cubicBezTo>
                  <a:cubicBezTo>
                    <a:pt x="16" y="78"/>
                    <a:pt x="0" y="125"/>
                    <a:pt x="0" y="131"/>
                  </a:cubicBezTo>
                  <a:cubicBezTo>
                    <a:pt x="0" y="135"/>
                    <a:pt x="5" y="135"/>
                    <a:pt x="6" y="135"/>
                  </a:cubicBezTo>
                  <a:cubicBezTo>
                    <a:pt x="11" y="135"/>
                    <a:pt x="11" y="134"/>
                    <a:pt x="12" y="130"/>
                  </a:cubicBezTo>
                  <a:cubicBezTo>
                    <a:pt x="22" y="100"/>
                    <a:pt x="37" y="87"/>
                    <a:pt x="50" y="87"/>
                  </a:cubicBezTo>
                  <a:cubicBezTo>
                    <a:pt x="55" y="87"/>
                    <a:pt x="58" y="90"/>
                    <a:pt x="58" y="100"/>
                  </a:cubicBezTo>
                  <a:cubicBezTo>
                    <a:pt x="58" y="108"/>
                    <a:pt x="56" y="113"/>
                    <a:pt x="48" y="134"/>
                  </a:cubicBezTo>
                  <a:lnTo>
                    <a:pt x="26"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6" name="Freeform 468"/>
            <p:cNvSpPr>
              <a:spLocks noEditPoints="1"/>
            </p:cNvSpPr>
            <p:nvPr>
              <p:custDataLst>
                <p:tags r:id="rId55"/>
              </p:custDataLst>
            </p:nvPr>
          </p:nvSpPr>
          <p:spPr bwMode="auto">
            <a:xfrm>
              <a:off x="6692900" y="2547938"/>
              <a:ext cx="55563" cy="88900"/>
            </a:xfrm>
            <a:custGeom>
              <a:avLst/>
              <a:gdLst>
                <a:gd name="T0" fmla="*/ 178 w 179"/>
                <a:gd name="T1" fmla="*/ 11 h 246"/>
                <a:gd name="T2" fmla="*/ 179 w 179"/>
                <a:gd name="T3" fmla="*/ 5 h 246"/>
                <a:gd name="T4" fmla="*/ 174 w 179"/>
                <a:gd name="T5" fmla="*/ 0 h 246"/>
                <a:gd name="T6" fmla="*/ 129 w 179"/>
                <a:gd name="T7" fmla="*/ 4 h 246"/>
                <a:gd name="T8" fmla="*/ 121 w 179"/>
                <a:gd name="T9" fmla="*/ 12 h 246"/>
                <a:gd name="T10" fmla="*/ 131 w 179"/>
                <a:gd name="T11" fmla="*/ 17 h 246"/>
                <a:gd name="T12" fmla="*/ 147 w 179"/>
                <a:gd name="T13" fmla="*/ 22 h 246"/>
                <a:gd name="T14" fmla="*/ 146 w 179"/>
                <a:gd name="T15" fmla="*/ 30 h 246"/>
                <a:gd name="T16" fmla="*/ 126 w 179"/>
                <a:gd name="T17" fmla="*/ 109 h 246"/>
                <a:gd name="T18" fmla="*/ 90 w 179"/>
                <a:gd name="T19" fmla="*/ 89 h 246"/>
                <a:gd name="T20" fmla="*/ 0 w 179"/>
                <a:gd name="T21" fmla="*/ 188 h 246"/>
                <a:gd name="T22" fmla="*/ 53 w 179"/>
                <a:gd name="T23" fmla="*/ 246 h 246"/>
                <a:gd name="T24" fmla="*/ 102 w 179"/>
                <a:gd name="T25" fmla="*/ 221 h 246"/>
                <a:gd name="T26" fmla="*/ 138 w 179"/>
                <a:gd name="T27" fmla="*/ 246 h 246"/>
                <a:gd name="T28" fmla="*/ 166 w 179"/>
                <a:gd name="T29" fmla="*/ 227 h 246"/>
                <a:gd name="T30" fmla="*/ 178 w 179"/>
                <a:gd name="T31" fmla="*/ 192 h 246"/>
                <a:gd name="T32" fmla="*/ 172 w 179"/>
                <a:gd name="T33" fmla="*/ 188 h 246"/>
                <a:gd name="T34" fmla="*/ 165 w 179"/>
                <a:gd name="T35" fmla="*/ 199 h 246"/>
                <a:gd name="T36" fmla="*/ 139 w 179"/>
                <a:gd name="T37" fmla="*/ 236 h 246"/>
                <a:gd name="T38" fmla="*/ 128 w 179"/>
                <a:gd name="T39" fmla="*/ 219 h 246"/>
                <a:gd name="T40" fmla="*/ 129 w 179"/>
                <a:gd name="T41" fmla="*/ 205 h 246"/>
                <a:gd name="T42" fmla="*/ 178 w 179"/>
                <a:gd name="T43" fmla="*/ 11 h 246"/>
                <a:gd name="T44" fmla="*/ 104 w 179"/>
                <a:gd name="T45" fmla="*/ 199 h 246"/>
                <a:gd name="T46" fmla="*/ 86 w 179"/>
                <a:gd name="T47" fmla="*/ 222 h 246"/>
                <a:gd name="T48" fmla="*/ 54 w 179"/>
                <a:gd name="T49" fmla="*/ 236 h 246"/>
                <a:gd name="T50" fmla="*/ 28 w 179"/>
                <a:gd name="T51" fmla="*/ 202 h 246"/>
                <a:gd name="T52" fmla="*/ 47 w 179"/>
                <a:gd name="T53" fmla="*/ 131 h 246"/>
                <a:gd name="T54" fmla="*/ 90 w 179"/>
                <a:gd name="T55" fmla="*/ 98 h 246"/>
                <a:gd name="T56" fmla="*/ 121 w 179"/>
                <a:gd name="T57" fmla="*/ 129 h 246"/>
                <a:gd name="T58" fmla="*/ 120 w 179"/>
                <a:gd name="T59" fmla="*/ 134 h 246"/>
                <a:gd name="T60" fmla="*/ 104 w 179"/>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1"/>
                  </a:moveTo>
                  <a:cubicBezTo>
                    <a:pt x="178" y="10"/>
                    <a:pt x="179" y="5"/>
                    <a:pt x="179" y="5"/>
                  </a:cubicBezTo>
                  <a:cubicBezTo>
                    <a:pt x="179" y="3"/>
                    <a:pt x="178" y="0"/>
                    <a:pt x="174" y="0"/>
                  </a:cubicBezTo>
                  <a:cubicBezTo>
                    <a:pt x="167" y="0"/>
                    <a:pt x="138" y="3"/>
                    <a:pt x="129" y="4"/>
                  </a:cubicBezTo>
                  <a:cubicBezTo>
                    <a:pt x="126" y="4"/>
                    <a:pt x="121" y="4"/>
                    <a:pt x="121" y="12"/>
                  </a:cubicBezTo>
                  <a:cubicBezTo>
                    <a:pt x="121" y="17"/>
                    <a:pt x="126" y="17"/>
                    <a:pt x="131" y="17"/>
                  </a:cubicBezTo>
                  <a:cubicBezTo>
                    <a:pt x="147" y="17"/>
                    <a:pt x="147" y="19"/>
                    <a:pt x="147" y="22"/>
                  </a:cubicBezTo>
                  <a:cubicBezTo>
                    <a:pt x="147" y="24"/>
                    <a:pt x="147" y="26"/>
                    <a:pt x="146" y="30"/>
                  </a:cubicBezTo>
                  <a:lnTo>
                    <a:pt x="126" y="109"/>
                  </a:lnTo>
                  <a:cubicBezTo>
                    <a:pt x="119" y="98"/>
                    <a:pt x="107" y="89"/>
                    <a:pt x="90" y="89"/>
                  </a:cubicBezTo>
                  <a:cubicBezTo>
                    <a:pt x="45" y="89"/>
                    <a:pt x="0" y="138"/>
                    <a:pt x="0" y="188"/>
                  </a:cubicBezTo>
                  <a:cubicBezTo>
                    <a:pt x="0" y="222"/>
                    <a:pt x="23" y="246"/>
                    <a:pt x="53" y="246"/>
                  </a:cubicBezTo>
                  <a:cubicBezTo>
                    <a:pt x="72" y="246"/>
                    <a:pt x="88" y="235"/>
                    <a:pt x="102" y="221"/>
                  </a:cubicBezTo>
                  <a:cubicBezTo>
                    <a:pt x="109" y="242"/>
                    <a:pt x="129" y="246"/>
                    <a:pt x="138" y="246"/>
                  </a:cubicBezTo>
                  <a:cubicBezTo>
                    <a:pt x="151" y="246"/>
                    <a:pt x="159" y="238"/>
                    <a:pt x="166" y="227"/>
                  </a:cubicBezTo>
                  <a:cubicBezTo>
                    <a:pt x="173" y="214"/>
                    <a:pt x="178" y="194"/>
                    <a:pt x="178" y="192"/>
                  </a:cubicBezTo>
                  <a:cubicBezTo>
                    <a:pt x="178" y="188"/>
                    <a:pt x="173" y="188"/>
                    <a:pt x="172" y="188"/>
                  </a:cubicBezTo>
                  <a:cubicBezTo>
                    <a:pt x="167" y="188"/>
                    <a:pt x="167" y="189"/>
                    <a:pt x="165" y="199"/>
                  </a:cubicBezTo>
                  <a:cubicBezTo>
                    <a:pt x="161" y="215"/>
                    <a:pt x="154" y="236"/>
                    <a:pt x="139" y="236"/>
                  </a:cubicBezTo>
                  <a:cubicBezTo>
                    <a:pt x="130" y="236"/>
                    <a:pt x="128" y="228"/>
                    <a:pt x="128" y="219"/>
                  </a:cubicBezTo>
                  <a:cubicBezTo>
                    <a:pt x="128" y="212"/>
                    <a:pt x="128" y="209"/>
                    <a:pt x="129" y="205"/>
                  </a:cubicBezTo>
                  <a:lnTo>
                    <a:pt x="178" y="11"/>
                  </a:lnTo>
                  <a:close/>
                  <a:moveTo>
                    <a:pt x="104" y="199"/>
                  </a:moveTo>
                  <a:cubicBezTo>
                    <a:pt x="101" y="209"/>
                    <a:pt x="94" y="215"/>
                    <a:pt x="86" y="222"/>
                  </a:cubicBezTo>
                  <a:cubicBezTo>
                    <a:pt x="83" y="225"/>
                    <a:pt x="69" y="236"/>
                    <a:pt x="54" y="236"/>
                  </a:cubicBezTo>
                  <a:cubicBezTo>
                    <a:pt x="41" y="236"/>
                    <a:pt x="28" y="227"/>
                    <a:pt x="28" y="202"/>
                  </a:cubicBezTo>
                  <a:cubicBezTo>
                    <a:pt x="28" y="184"/>
                    <a:pt x="39" y="145"/>
                    <a:pt x="47" y="131"/>
                  </a:cubicBezTo>
                  <a:cubicBezTo>
                    <a:pt x="63" y="104"/>
                    <a:pt x="80" y="98"/>
                    <a:pt x="90" y="98"/>
                  </a:cubicBezTo>
                  <a:cubicBezTo>
                    <a:pt x="114" y="98"/>
                    <a:pt x="121" y="125"/>
                    <a:pt x="121" y="129"/>
                  </a:cubicBezTo>
                  <a:cubicBezTo>
                    <a:pt x="121" y="130"/>
                    <a:pt x="120" y="132"/>
                    <a:pt x="120" y="134"/>
                  </a:cubicBezTo>
                  <a:lnTo>
                    <a:pt x="104"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7" name="Freeform 469"/>
            <p:cNvSpPr>
              <a:spLocks noEditPoints="1"/>
            </p:cNvSpPr>
            <p:nvPr>
              <p:custDataLst>
                <p:tags r:id="rId56"/>
              </p:custDataLst>
            </p:nvPr>
          </p:nvSpPr>
          <p:spPr bwMode="auto">
            <a:xfrm>
              <a:off x="6800850" y="2438400"/>
              <a:ext cx="82550" cy="80963"/>
            </a:xfrm>
            <a:custGeom>
              <a:avLst/>
              <a:gdLst>
                <a:gd name="T0" fmla="*/ 239 w 263"/>
                <a:gd name="T1" fmla="*/ 29 h 221"/>
                <a:gd name="T2" fmla="*/ 263 w 263"/>
                <a:gd name="T3" fmla="*/ 12 h 221"/>
                <a:gd name="T4" fmla="*/ 244 w 263"/>
                <a:gd name="T5" fmla="*/ 0 h 221"/>
                <a:gd name="T6" fmla="*/ 130 w 263"/>
                <a:gd name="T7" fmla="*/ 0 h 221"/>
                <a:gd name="T8" fmla="*/ 0 w 263"/>
                <a:gd name="T9" fmla="*/ 142 h 221"/>
                <a:gd name="T10" fmla="*/ 74 w 263"/>
                <a:gd name="T11" fmla="*/ 221 h 221"/>
                <a:gd name="T12" fmla="*/ 200 w 263"/>
                <a:gd name="T13" fmla="*/ 83 h 221"/>
                <a:gd name="T14" fmla="*/ 184 w 263"/>
                <a:gd name="T15" fmla="*/ 29 h 221"/>
                <a:gd name="T16" fmla="*/ 239 w 263"/>
                <a:gd name="T17" fmla="*/ 29 h 221"/>
                <a:gd name="T18" fmla="*/ 75 w 263"/>
                <a:gd name="T19" fmla="*/ 210 h 221"/>
                <a:gd name="T20" fmla="*/ 30 w 263"/>
                <a:gd name="T21" fmla="*/ 156 h 221"/>
                <a:gd name="T22" fmla="*/ 54 w 263"/>
                <a:gd name="T23" fmla="*/ 70 h 221"/>
                <a:gd name="T24" fmla="*/ 122 w 263"/>
                <a:gd name="T25" fmla="*/ 29 h 221"/>
                <a:gd name="T26" fmla="*/ 168 w 263"/>
                <a:gd name="T27" fmla="*/ 77 h 221"/>
                <a:gd name="T28" fmla="*/ 141 w 263"/>
                <a:gd name="T29" fmla="*/ 167 h 221"/>
                <a:gd name="T30" fmla="*/ 75 w 263"/>
                <a:gd name="T31" fmla="*/ 21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221">
                  <a:moveTo>
                    <a:pt x="239" y="29"/>
                  </a:moveTo>
                  <a:cubicBezTo>
                    <a:pt x="245" y="29"/>
                    <a:pt x="263" y="29"/>
                    <a:pt x="263" y="12"/>
                  </a:cubicBezTo>
                  <a:cubicBezTo>
                    <a:pt x="263" y="0"/>
                    <a:pt x="253" y="0"/>
                    <a:pt x="244" y="0"/>
                  </a:cubicBezTo>
                  <a:lnTo>
                    <a:pt x="130" y="0"/>
                  </a:lnTo>
                  <a:cubicBezTo>
                    <a:pt x="55" y="0"/>
                    <a:pt x="0" y="82"/>
                    <a:pt x="0" y="142"/>
                  </a:cubicBezTo>
                  <a:cubicBezTo>
                    <a:pt x="0" y="186"/>
                    <a:pt x="29" y="221"/>
                    <a:pt x="74" y="221"/>
                  </a:cubicBezTo>
                  <a:cubicBezTo>
                    <a:pt x="133" y="221"/>
                    <a:pt x="200" y="160"/>
                    <a:pt x="200" y="83"/>
                  </a:cubicBezTo>
                  <a:cubicBezTo>
                    <a:pt x="200" y="75"/>
                    <a:pt x="200" y="51"/>
                    <a:pt x="184" y="29"/>
                  </a:cubicBezTo>
                  <a:lnTo>
                    <a:pt x="239" y="29"/>
                  </a:lnTo>
                  <a:close/>
                  <a:moveTo>
                    <a:pt x="75" y="210"/>
                  </a:moveTo>
                  <a:cubicBezTo>
                    <a:pt x="50" y="210"/>
                    <a:pt x="30" y="192"/>
                    <a:pt x="30" y="156"/>
                  </a:cubicBezTo>
                  <a:cubicBezTo>
                    <a:pt x="30" y="141"/>
                    <a:pt x="36" y="100"/>
                    <a:pt x="54" y="70"/>
                  </a:cubicBezTo>
                  <a:cubicBezTo>
                    <a:pt x="75" y="36"/>
                    <a:pt x="105" y="29"/>
                    <a:pt x="122" y="29"/>
                  </a:cubicBezTo>
                  <a:cubicBezTo>
                    <a:pt x="164" y="29"/>
                    <a:pt x="168" y="62"/>
                    <a:pt x="168" y="77"/>
                  </a:cubicBezTo>
                  <a:cubicBezTo>
                    <a:pt x="168" y="101"/>
                    <a:pt x="158" y="142"/>
                    <a:pt x="141" y="167"/>
                  </a:cubicBezTo>
                  <a:cubicBezTo>
                    <a:pt x="121" y="197"/>
                    <a:pt x="94" y="210"/>
                    <a:pt x="75" y="21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8" name="Freeform 470"/>
            <p:cNvSpPr>
              <a:spLocks/>
            </p:cNvSpPr>
            <p:nvPr>
              <p:custDataLst>
                <p:tags r:id="rId57"/>
              </p:custDataLst>
            </p:nvPr>
          </p:nvSpPr>
          <p:spPr bwMode="auto">
            <a:xfrm>
              <a:off x="6889750" y="2489200"/>
              <a:ext cx="50800" cy="57150"/>
            </a:xfrm>
            <a:custGeom>
              <a:avLst/>
              <a:gdLst>
                <a:gd name="T0" fmla="*/ 65 w 162"/>
                <a:gd name="T1" fmla="*/ 83 h 157"/>
                <a:gd name="T2" fmla="*/ 74 w 162"/>
                <a:gd name="T3" fmla="*/ 48 h 157"/>
                <a:gd name="T4" fmla="*/ 96 w 162"/>
                <a:gd name="T5" fmla="*/ 20 h 157"/>
                <a:gd name="T6" fmla="*/ 125 w 162"/>
                <a:gd name="T7" fmla="*/ 10 h 157"/>
                <a:gd name="T8" fmla="*/ 144 w 162"/>
                <a:gd name="T9" fmla="*/ 15 h 157"/>
                <a:gd name="T10" fmla="*/ 128 w 162"/>
                <a:gd name="T11" fmla="*/ 34 h 157"/>
                <a:gd name="T12" fmla="*/ 142 w 162"/>
                <a:gd name="T13" fmla="*/ 47 h 157"/>
                <a:gd name="T14" fmla="*/ 162 w 162"/>
                <a:gd name="T15" fmla="*/ 25 h 157"/>
                <a:gd name="T16" fmla="*/ 125 w 162"/>
                <a:gd name="T17" fmla="*/ 0 h 157"/>
                <a:gd name="T18" fmla="*/ 76 w 162"/>
                <a:gd name="T19" fmla="*/ 25 h 157"/>
                <a:gd name="T20" fmla="*/ 40 w 162"/>
                <a:gd name="T21" fmla="*/ 0 h 157"/>
                <a:gd name="T22" fmla="*/ 13 w 162"/>
                <a:gd name="T23" fmla="*/ 18 h 157"/>
                <a:gd name="T24" fmla="*/ 0 w 162"/>
                <a:gd name="T25" fmla="*/ 53 h 157"/>
                <a:gd name="T26" fmla="*/ 6 w 162"/>
                <a:gd name="T27" fmla="*/ 58 h 157"/>
                <a:gd name="T28" fmla="*/ 13 w 162"/>
                <a:gd name="T29" fmla="*/ 47 h 157"/>
                <a:gd name="T30" fmla="*/ 39 w 162"/>
                <a:gd name="T31" fmla="*/ 10 h 157"/>
                <a:gd name="T32" fmla="*/ 50 w 162"/>
                <a:gd name="T33" fmla="*/ 27 h 157"/>
                <a:gd name="T34" fmla="*/ 45 w 162"/>
                <a:gd name="T35" fmla="*/ 56 h 157"/>
                <a:gd name="T36" fmla="*/ 37 w 162"/>
                <a:gd name="T37" fmla="*/ 87 h 157"/>
                <a:gd name="T38" fmla="*/ 26 w 162"/>
                <a:gd name="T39" fmla="*/ 132 h 157"/>
                <a:gd name="T40" fmla="*/ 22 w 162"/>
                <a:gd name="T41" fmla="*/ 146 h 157"/>
                <a:gd name="T42" fmla="*/ 34 w 162"/>
                <a:gd name="T43" fmla="*/ 157 h 157"/>
                <a:gd name="T44" fmla="*/ 49 w 162"/>
                <a:gd name="T45" fmla="*/ 147 h 157"/>
                <a:gd name="T46" fmla="*/ 56 w 162"/>
                <a:gd name="T47" fmla="*/ 121 h 157"/>
                <a:gd name="T48" fmla="*/ 65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5" y="83"/>
                  </a:moveTo>
                  <a:cubicBezTo>
                    <a:pt x="66" y="81"/>
                    <a:pt x="74" y="50"/>
                    <a:pt x="74" y="48"/>
                  </a:cubicBezTo>
                  <a:cubicBezTo>
                    <a:pt x="75" y="45"/>
                    <a:pt x="85" y="28"/>
                    <a:pt x="96" y="20"/>
                  </a:cubicBezTo>
                  <a:cubicBezTo>
                    <a:pt x="100" y="17"/>
                    <a:pt x="110" y="10"/>
                    <a:pt x="125" y="10"/>
                  </a:cubicBezTo>
                  <a:cubicBezTo>
                    <a:pt x="128" y="10"/>
                    <a:pt x="137" y="10"/>
                    <a:pt x="144" y="15"/>
                  </a:cubicBezTo>
                  <a:cubicBezTo>
                    <a:pt x="133" y="18"/>
                    <a:pt x="128" y="28"/>
                    <a:pt x="128" y="34"/>
                  </a:cubicBezTo>
                  <a:cubicBezTo>
                    <a:pt x="128" y="42"/>
                    <a:pt x="134" y="47"/>
                    <a:pt x="142" y="47"/>
                  </a:cubicBezTo>
                  <a:cubicBezTo>
                    <a:pt x="150" y="47"/>
                    <a:pt x="162" y="40"/>
                    <a:pt x="162" y="25"/>
                  </a:cubicBezTo>
                  <a:cubicBezTo>
                    <a:pt x="162" y="7"/>
                    <a:pt x="143" y="0"/>
                    <a:pt x="125" y="0"/>
                  </a:cubicBezTo>
                  <a:cubicBezTo>
                    <a:pt x="107" y="0"/>
                    <a:pt x="91" y="7"/>
                    <a:pt x="76" y="25"/>
                  </a:cubicBezTo>
                  <a:cubicBezTo>
                    <a:pt x="69" y="3"/>
                    <a:pt x="48" y="0"/>
                    <a:pt x="40" y="0"/>
                  </a:cubicBezTo>
                  <a:cubicBezTo>
                    <a:pt x="27" y="0"/>
                    <a:pt x="18" y="8"/>
                    <a:pt x="13" y="18"/>
                  </a:cubicBezTo>
                  <a:cubicBezTo>
                    <a:pt x="5" y="31"/>
                    <a:pt x="0" y="52"/>
                    <a:pt x="0" y="53"/>
                  </a:cubicBezTo>
                  <a:cubicBezTo>
                    <a:pt x="0" y="58"/>
                    <a:pt x="5" y="58"/>
                    <a:pt x="6" y="58"/>
                  </a:cubicBezTo>
                  <a:cubicBezTo>
                    <a:pt x="11" y="58"/>
                    <a:pt x="11" y="57"/>
                    <a:pt x="13" y="47"/>
                  </a:cubicBezTo>
                  <a:cubicBezTo>
                    <a:pt x="19" y="26"/>
                    <a:pt x="25" y="10"/>
                    <a:pt x="39" y="10"/>
                  </a:cubicBezTo>
                  <a:cubicBezTo>
                    <a:pt x="48" y="10"/>
                    <a:pt x="50" y="17"/>
                    <a:pt x="50" y="27"/>
                  </a:cubicBezTo>
                  <a:cubicBezTo>
                    <a:pt x="50" y="33"/>
                    <a:pt x="47" y="46"/>
                    <a:pt x="45" y="56"/>
                  </a:cubicBezTo>
                  <a:cubicBezTo>
                    <a:pt x="42" y="65"/>
                    <a:pt x="39" y="80"/>
                    <a:pt x="37" y="87"/>
                  </a:cubicBezTo>
                  <a:lnTo>
                    <a:pt x="26" y="132"/>
                  </a:lnTo>
                  <a:cubicBezTo>
                    <a:pt x="24" y="136"/>
                    <a:pt x="22" y="145"/>
                    <a:pt x="22" y="146"/>
                  </a:cubicBezTo>
                  <a:cubicBezTo>
                    <a:pt x="22" y="154"/>
                    <a:pt x="29" y="157"/>
                    <a:pt x="34" y="157"/>
                  </a:cubicBezTo>
                  <a:cubicBezTo>
                    <a:pt x="39" y="157"/>
                    <a:pt x="46" y="154"/>
                    <a:pt x="49" y="147"/>
                  </a:cubicBezTo>
                  <a:cubicBezTo>
                    <a:pt x="50" y="145"/>
                    <a:pt x="54" y="130"/>
                    <a:pt x="56" y="121"/>
                  </a:cubicBezTo>
                  <a:lnTo>
                    <a:pt x="65"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9" name="Freeform 471"/>
            <p:cNvSpPr>
              <a:spLocks noEditPoints="1"/>
            </p:cNvSpPr>
            <p:nvPr>
              <p:custDataLst>
                <p:tags r:id="rId58"/>
              </p:custDataLst>
            </p:nvPr>
          </p:nvSpPr>
          <p:spPr bwMode="auto">
            <a:xfrm>
              <a:off x="6953250" y="2489200"/>
              <a:ext cx="47625" cy="57150"/>
            </a:xfrm>
            <a:custGeom>
              <a:avLst/>
              <a:gdLst>
                <a:gd name="T0" fmla="*/ 55 w 150"/>
                <a:gd name="T1" fmla="*/ 74 h 157"/>
                <a:gd name="T2" fmla="*/ 111 w 150"/>
                <a:gd name="T3" fmla="*/ 67 h 157"/>
                <a:gd name="T4" fmla="*/ 142 w 150"/>
                <a:gd name="T5" fmla="*/ 31 h 157"/>
                <a:gd name="T6" fmla="*/ 99 w 150"/>
                <a:gd name="T7" fmla="*/ 0 h 157"/>
                <a:gd name="T8" fmla="*/ 0 w 150"/>
                <a:gd name="T9" fmla="*/ 92 h 157"/>
                <a:gd name="T10" fmla="*/ 63 w 150"/>
                <a:gd name="T11" fmla="*/ 157 h 157"/>
                <a:gd name="T12" fmla="*/ 150 w 150"/>
                <a:gd name="T13" fmla="*/ 118 h 157"/>
                <a:gd name="T14" fmla="*/ 144 w 150"/>
                <a:gd name="T15" fmla="*/ 112 h 157"/>
                <a:gd name="T16" fmla="*/ 138 w 150"/>
                <a:gd name="T17" fmla="*/ 115 h 157"/>
                <a:gd name="T18" fmla="*/ 64 w 150"/>
                <a:gd name="T19" fmla="*/ 148 h 157"/>
                <a:gd name="T20" fmla="*/ 29 w 150"/>
                <a:gd name="T21" fmla="*/ 105 h 157"/>
                <a:gd name="T22" fmla="*/ 33 w 150"/>
                <a:gd name="T23" fmla="*/ 74 h 157"/>
                <a:gd name="T24" fmla="*/ 55 w 150"/>
                <a:gd name="T25" fmla="*/ 74 h 157"/>
                <a:gd name="T26" fmla="*/ 36 w 150"/>
                <a:gd name="T27" fmla="*/ 65 h 157"/>
                <a:gd name="T28" fmla="*/ 99 w 150"/>
                <a:gd name="T29" fmla="*/ 10 h 157"/>
                <a:gd name="T30" fmla="*/ 127 w 150"/>
                <a:gd name="T31" fmla="*/ 31 h 157"/>
                <a:gd name="T32" fmla="*/ 53 w 150"/>
                <a:gd name="T33" fmla="*/ 65 h 157"/>
                <a:gd name="T34" fmla="*/ 36 w 150"/>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7">
                  <a:moveTo>
                    <a:pt x="55" y="74"/>
                  </a:moveTo>
                  <a:cubicBezTo>
                    <a:pt x="65" y="74"/>
                    <a:pt x="92" y="74"/>
                    <a:pt x="111" y="67"/>
                  </a:cubicBezTo>
                  <a:cubicBezTo>
                    <a:pt x="137" y="58"/>
                    <a:pt x="142" y="41"/>
                    <a:pt x="142" y="31"/>
                  </a:cubicBezTo>
                  <a:cubicBezTo>
                    <a:pt x="142" y="12"/>
                    <a:pt x="123" y="0"/>
                    <a:pt x="99" y="0"/>
                  </a:cubicBezTo>
                  <a:cubicBezTo>
                    <a:pt x="57" y="0"/>
                    <a:pt x="0" y="32"/>
                    <a:pt x="0" y="92"/>
                  </a:cubicBezTo>
                  <a:cubicBezTo>
                    <a:pt x="0" y="127"/>
                    <a:pt x="22" y="157"/>
                    <a:pt x="63" y="157"/>
                  </a:cubicBezTo>
                  <a:cubicBezTo>
                    <a:pt x="122" y="157"/>
                    <a:pt x="150" y="123"/>
                    <a:pt x="150" y="118"/>
                  </a:cubicBezTo>
                  <a:cubicBezTo>
                    <a:pt x="150" y="116"/>
                    <a:pt x="146" y="112"/>
                    <a:pt x="144" y="112"/>
                  </a:cubicBezTo>
                  <a:cubicBezTo>
                    <a:pt x="142" y="112"/>
                    <a:pt x="141" y="113"/>
                    <a:pt x="138" y="115"/>
                  </a:cubicBezTo>
                  <a:cubicBezTo>
                    <a:pt x="111" y="148"/>
                    <a:pt x="70" y="148"/>
                    <a:pt x="64" y="148"/>
                  </a:cubicBezTo>
                  <a:cubicBezTo>
                    <a:pt x="43" y="148"/>
                    <a:pt x="29" y="134"/>
                    <a:pt x="29" y="105"/>
                  </a:cubicBezTo>
                  <a:cubicBezTo>
                    <a:pt x="29" y="100"/>
                    <a:pt x="29" y="94"/>
                    <a:pt x="33" y="74"/>
                  </a:cubicBezTo>
                  <a:lnTo>
                    <a:pt x="55" y="74"/>
                  </a:lnTo>
                  <a:close/>
                  <a:moveTo>
                    <a:pt x="36" y="65"/>
                  </a:moveTo>
                  <a:cubicBezTo>
                    <a:pt x="50" y="14"/>
                    <a:pt x="89" y="10"/>
                    <a:pt x="99" y="10"/>
                  </a:cubicBezTo>
                  <a:cubicBezTo>
                    <a:pt x="114" y="10"/>
                    <a:pt x="127" y="17"/>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0" name="Freeform 472"/>
            <p:cNvSpPr>
              <a:spLocks/>
            </p:cNvSpPr>
            <p:nvPr>
              <p:custDataLst>
                <p:tags r:id="rId59"/>
              </p:custDataLst>
            </p:nvPr>
          </p:nvSpPr>
          <p:spPr bwMode="auto">
            <a:xfrm>
              <a:off x="7013575" y="2489200"/>
              <a:ext cx="50800" cy="57150"/>
            </a:xfrm>
            <a:custGeom>
              <a:avLst/>
              <a:gdLst>
                <a:gd name="T0" fmla="*/ 38 w 161"/>
                <a:gd name="T1" fmla="*/ 123 h 157"/>
                <a:gd name="T2" fmla="*/ 83 w 161"/>
                <a:gd name="T3" fmla="*/ 84 h 157"/>
                <a:gd name="T4" fmla="*/ 126 w 161"/>
                <a:gd name="T5" fmla="*/ 47 h 157"/>
                <a:gd name="T6" fmla="*/ 161 w 161"/>
                <a:gd name="T7" fmla="*/ 4 h 157"/>
                <a:gd name="T8" fmla="*/ 155 w 161"/>
                <a:gd name="T9" fmla="*/ 0 h 157"/>
                <a:gd name="T10" fmla="*/ 149 w 161"/>
                <a:gd name="T11" fmla="*/ 3 h 157"/>
                <a:gd name="T12" fmla="*/ 122 w 161"/>
                <a:gd name="T13" fmla="*/ 25 h 157"/>
                <a:gd name="T14" fmla="*/ 102 w 161"/>
                <a:gd name="T15" fmla="*/ 14 h 157"/>
                <a:gd name="T16" fmla="*/ 75 w 161"/>
                <a:gd name="T17" fmla="*/ 0 h 157"/>
                <a:gd name="T18" fmla="*/ 28 w 161"/>
                <a:gd name="T19" fmla="*/ 41 h 157"/>
                <a:gd name="T20" fmla="*/ 34 w 161"/>
                <a:gd name="T21" fmla="*/ 45 h 157"/>
                <a:gd name="T22" fmla="*/ 40 w 161"/>
                <a:gd name="T23" fmla="*/ 40 h 157"/>
                <a:gd name="T24" fmla="*/ 71 w 161"/>
                <a:gd name="T25" fmla="*/ 27 h 157"/>
                <a:gd name="T26" fmla="*/ 93 w 161"/>
                <a:gd name="T27" fmla="*/ 30 h 157"/>
                <a:gd name="T28" fmla="*/ 123 w 161"/>
                <a:gd name="T29" fmla="*/ 35 h 157"/>
                <a:gd name="T30" fmla="*/ 75 w 161"/>
                <a:gd name="T31" fmla="*/ 77 h 157"/>
                <a:gd name="T32" fmla="*/ 31 w 161"/>
                <a:gd name="T33" fmla="*/ 114 h 157"/>
                <a:gd name="T34" fmla="*/ 0 w 161"/>
                <a:gd name="T35" fmla="*/ 153 h 157"/>
                <a:gd name="T36" fmla="*/ 6 w 161"/>
                <a:gd name="T37" fmla="*/ 157 h 157"/>
                <a:gd name="T38" fmla="*/ 12 w 161"/>
                <a:gd name="T39" fmla="*/ 154 h 157"/>
                <a:gd name="T40" fmla="*/ 44 w 161"/>
                <a:gd name="T41" fmla="*/ 133 h 157"/>
                <a:gd name="T42" fmla="*/ 63 w 161"/>
                <a:gd name="T43" fmla="*/ 142 h 157"/>
                <a:gd name="T44" fmla="*/ 92 w 161"/>
                <a:gd name="T45" fmla="*/ 157 h 157"/>
                <a:gd name="T46" fmla="*/ 153 w 161"/>
                <a:gd name="T47" fmla="*/ 103 h 157"/>
                <a:gd name="T48" fmla="*/ 147 w 161"/>
                <a:gd name="T49" fmla="*/ 99 h 157"/>
                <a:gd name="T50" fmla="*/ 140 w 161"/>
                <a:gd name="T51" fmla="*/ 104 h 157"/>
                <a:gd name="T52" fmla="*/ 96 w 161"/>
                <a:gd name="T53" fmla="*/ 130 h 157"/>
                <a:gd name="T54" fmla="*/ 71 w 161"/>
                <a:gd name="T55" fmla="*/ 126 h 157"/>
                <a:gd name="T56" fmla="*/ 46 w 161"/>
                <a:gd name="T57" fmla="*/ 123 h 157"/>
                <a:gd name="T58" fmla="*/ 38 w 161"/>
                <a:gd name="T59" fmla="*/ 12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1" h="157">
                  <a:moveTo>
                    <a:pt x="38" y="123"/>
                  </a:moveTo>
                  <a:cubicBezTo>
                    <a:pt x="47" y="114"/>
                    <a:pt x="53" y="107"/>
                    <a:pt x="83" y="84"/>
                  </a:cubicBezTo>
                  <a:cubicBezTo>
                    <a:pt x="90" y="78"/>
                    <a:pt x="116" y="57"/>
                    <a:pt x="126" y="47"/>
                  </a:cubicBezTo>
                  <a:cubicBezTo>
                    <a:pt x="147" y="26"/>
                    <a:pt x="161" y="8"/>
                    <a:pt x="161" y="4"/>
                  </a:cubicBezTo>
                  <a:cubicBezTo>
                    <a:pt x="161" y="0"/>
                    <a:pt x="156" y="0"/>
                    <a:pt x="155" y="0"/>
                  </a:cubicBezTo>
                  <a:cubicBezTo>
                    <a:pt x="152" y="0"/>
                    <a:pt x="151" y="1"/>
                    <a:pt x="149" y="3"/>
                  </a:cubicBezTo>
                  <a:cubicBezTo>
                    <a:pt x="138" y="20"/>
                    <a:pt x="131" y="25"/>
                    <a:pt x="122" y="25"/>
                  </a:cubicBezTo>
                  <a:cubicBezTo>
                    <a:pt x="118" y="25"/>
                    <a:pt x="113" y="24"/>
                    <a:pt x="102" y="14"/>
                  </a:cubicBezTo>
                  <a:cubicBezTo>
                    <a:pt x="91" y="2"/>
                    <a:pt x="83" y="0"/>
                    <a:pt x="75" y="0"/>
                  </a:cubicBezTo>
                  <a:cubicBezTo>
                    <a:pt x="47" y="0"/>
                    <a:pt x="28" y="30"/>
                    <a:pt x="28" y="41"/>
                  </a:cubicBezTo>
                  <a:cubicBezTo>
                    <a:pt x="28" y="44"/>
                    <a:pt x="32" y="45"/>
                    <a:pt x="34" y="45"/>
                  </a:cubicBezTo>
                  <a:cubicBezTo>
                    <a:pt x="38" y="45"/>
                    <a:pt x="39" y="44"/>
                    <a:pt x="40" y="40"/>
                  </a:cubicBezTo>
                  <a:cubicBezTo>
                    <a:pt x="46" y="28"/>
                    <a:pt x="65" y="27"/>
                    <a:pt x="71" y="27"/>
                  </a:cubicBezTo>
                  <a:cubicBezTo>
                    <a:pt x="79" y="27"/>
                    <a:pt x="88" y="29"/>
                    <a:pt x="93" y="30"/>
                  </a:cubicBezTo>
                  <a:cubicBezTo>
                    <a:pt x="112" y="35"/>
                    <a:pt x="114" y="35"/>
                    <a:pt x="123" y="35"/>
                  </a:cubicBezTo>
                  <a:cubicBezTo>
                    <a:pt x="114" y="44"/>
                    <a:pt x="108" y="50"/>
                    <a:pt x="75" y="77"/>
                  </a:cubicBezTo>
                  <a:cubicBezTo>
                    <a:pt x="47" y="98"/>
                    <a:pt x="38" y="107"/>
                    <a:pt x="31" y="114"/>
                  </a:cubicBezTo>
                  <a:cubicBezTo>
                    <a:pt x="10" y="135"/>
                    <a:pt x="0" y="150"/>
                    <a:pt x="0" y="153"/>
                  </a:cubicBezTo>
                  <a:cubicBezTo>
                    <a:pt x="0" y="157"/>
                    <a:pt x="5" y="157"/>
                    <a:pt x="6" y="157"/>
                  </a:cubicBezTo>
                  <a:cubicBezTo>
                    <a:pt x="10" y="157"/>
                    <a:pt x="10" y="157"/>
                    <a:pt x="12" y="154"/>
                  </a:cubicBezTo>
                  <a:cubicBezTo>
                    <a:pt x="22" y="141"/>
                    <a:pt x="32" y="133"/>
                    <a:pt x="44" y="133"/>
                  </a:cubicBezTo>
                  <a:cubicBezTo>
                    <a:pt x="48" y="133"/>
                    <a:pt x="54" y="133"/>
                    <a:pt x="63" y="142"/>
                  </a:cubicBezTo>
                  <a:cubicBezTo>
                    <a:pt x="74" y="152"/>
                    <a:pt x="81" y="157"/>
                    <a:pt x="92" y="157"/>
                  </a:cubicBezTo>
                  <a:cubicBezTo>
                    <a:pt x="129" y="157"/>
                    <a:pt x="153" y="115"/>
                    <a:pt x="153" y="103"/>
                  </a:cubicBezTo>
                  <a:cubicBezTo>
                    <a:pt x="153" y="99"/>
                    <a:pt x="149" y="99"/>
                    <a:pt x="147" y="99"/>
                  </a:cubicBezTo>
                  <a:cubicBezTo>
                    <a:pt x="143" y="99"/>
                    <a:pt x="142" y="100"/>
                    <a:pt x="140" y="104"/>
                  </a:cubicBezTo>
                  <a:cubicBezTo>
                    <a:pt x="134" y="122"/>
                    <a:pt x="113" y="130"/>
                    <a:pt x="96" y="130"/>
                  </a:cubicBezTo>
                  <a:cubicBezTo>
                    <a:pt x="88" y="130"/>
                    <a:pt x="79" y="128"/>
                    <a:pt x="71" y="126"/>
                  </a:cubicBezTo>
                  <a:cubicBezTo>
                    <a:pt x="55" y="123"/>
                    <a:pt x="52" y="123"/>
                    <a:pt x="46" y="123"/>
                  </a:cubicBezTo>
                  <a:cubicBezTo>
                    <a:pt x="45" y="123"/>
                    <a:pt x="40" y="123"/>
                    <a:pt x="38"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1" name="Freeform 473"/>
            <p:cNvSpPr>
              <a:spLocks noEditPoints="1"/>
            </p:cNvSpPr>
            <p:nvPr>
              <p:custDataLst>
                <p:tags r:id="rId60"/>
              </p:custDataLst>
            </p:nvPr>
          </p:nvSpPr>
          <p:spPr bwMode="auto">
            <a:xfrm>
              <a:off x="7078663" y="2489200"/>
              <a:ext cx="46038" cy="57150"/>
            </a:xfrm>
            <a:custGeom>
              <a:avLst/>
              <a:gdLst>
                <a:gd name="T0" fmla="*/ 55 w 149"/>
                <a:gd name="T1" fmla="*/ 74 h 157"/>
                <a:gd name="T2" fmla="*/ 111 w 149"/>
                <a:gd name="T3" fmla="*/ 67 h 157"/>
                <a:gd name="T4" fmla="*/ 141 w 149"/>
                <a:gd name="T5" fmla="*/ 31 h 157"/>
                <a:gd name="T6" fmla="*/ 98 w 149"/>
                <a:gd name="T7" fmla="*/ 0 h 157"/>
                <a:gd name="T8" fmla="*/ 0 w 149"/>
                <a:gd name="T9" fmla="*/ 92 h 157"/>
                <a:gd name="T10" fmla="*/ 63 w 149"/>
                <a:gd name="T11" fmla="*/ 157 h 157"/>
                <a:gd name="T12" fmla="*/ 149 w 149"/>
                <a:gd name="T13" fmla="*/ 118 h 157"/>
                <a:gd name="T14" fmla="*/ 143 w 149"/>
                <a:gd name="T15" fmla="*/ 112 h 157"/>
                <a:gd name="T16" fmla="*/ 138 w 149"/>
                <a:gd name="T17" fmla="*/ 115 h 157"/>
                <a:gd name="T18" fmla="*/ 63 w 149"/>
                <a:gd name="T19" fmla="*/ 148 h 157"/>
                <a:gd name="T20" fmla="*/ 28 w 149"/>
                <a:gd name="T21" fmla="*/ 105 h 157"/>
                <a:gd name="T22" fmla="*/ 33 w 149"/>
                <a:gd name="T23" fmla="*/ 74 h 157"/>
                <a:gd name="T24" fmla="*/ 55 w 149"/>
                <a:gd name="T25" fmla="*/ 74 h 157"/>
                <a:gd name="T26" fmla="*/ 35 w 149"/>
                <a:gd name="T27" fmla="*/ 65 h 157"/>
                <a:gd name="T28" fmla="*/ 98 w 149"/>
                <a:gd name="T29" fmla="*/ 10 h 157"/>
                <a:gd name="T30" fmla="*/ 126 w 149"/>
                <a:gd name="T31" fmla="*/ 31 h 157"/>
                <a:gd name="T32" fmla="*/ 53 w 149"/>
                <a:gd name="T33" fmla="*/ 65 h 157"/>
                <a:gd name="T34" fmla="*/ 35 w 149"/>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5" y="74"/>
                  </a:moveTo>
                  <a:cubicBezTo>
                    <a:pt x="64" y="74"/>
                    <a:pt x="92" y="74"/>
                    <a:pt x="111" y="67"/>
                  </a:cubicBezTo>
                  <a:cubicBezTo>
                    <a:pt x="137" y="58"/>
                    <a:pt x="141" y="41"/>
                    <a:pt x="141" y="31"/>
                  </a:cubicBezTo>
                  <a:cubicBezTo>
                    <a:pt x="141" y="12"/>
                    <a:pt x="122" y="0"/>
                    <a:pt x="98" y="0"/>
                  </a:cubicBezTo>
                  <a:cubicBezTo>
                    <a:pt x="56" y="0"/>
                    <a:pt x="0" y="32"/>
                    <a:pt x="0" y="92"/>
                  </a:cubicBezTo>
                  <a:cubicBezTo>
                    <a:pt x="0" y="127"/>
                    <a:pt x="22" y="157"/>
                    <a:pt x="63" y="157"/>
                  </a:cubicBezTo>
                  <a:cubicBezTo>
                    <a:pt x="122" y="157"/>
                    <a:pt x="149" y="123"/>
                    <a:pt x="149" y="118"/>
                  </a:cubicBezTo>
                  <a:cubicBezTo>
                    <a:pt x="149" y="116"/>
                    <a:pt x="146" y="112"/>
                    <a:pt x="143" y="112"/>
                  </a:cubicBezTo>
                  <a:cubicBezTo>
                    <a:pt x="141" y="112"/>
                    <a:pt x="140" y="113"/>
                    <a:pt x="138" y="115"/>
                  </a:cubicBezTo>
                  <a:cubicBezTo>
                    <a:pt x="110" y="148"/>
                    <a:pt x="70" y="148"/>
                    <a:pt x="63" y="148"/>
                  </a:cubicBezTo>
                  <a:cubicBezTo>
                    <a:pt x="42" y="148"/>
                    <a:pt x="28" y="134"/>
                    <a:pt x="28" y="105"/>
                  </a:cubicBezTo>
                  <a:cubicBezTo>
                    <a:pt x="28" y="100"/>
                    <a:pt x="28" y="94"/>
                    <a:pt x="33" y="74"/>
                  </a:cubicBezTo>
                  <a:lnTo>
                    <a:pt x="55" y="74"/>
                  </a:lnTo>
                  <a:close/>
                  <a:moveTo>
                    <a:pt x="35" y="65"/>
                  </a:moveTo>
                  <a:cubicBezTo>
                    <a:pt x="50" y="14"/>
                    <a:pt x="88" y="10"/>
                    <a:pt x="98" y="10"/>
                  </a:cubicBezTo>
                  <a:cubicBezTo>
                    <a:pt x="114" y="10"/>
                    <a:pt x="126" y="17"/>
                    <a:pt x="126" y="31"/>
                  </a:cubicBezTo>
                  <a:cubicBezTo>
                    <a:pt x="126" y="65"/>
                    <a:pt x="68" y="65"/>
                    <a:pt x="53"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2" name="Freeform 474"/>
            <p:cNvSpPr>
              <a:spLocks/>
            </p:cNvSpPr>
            <p:nvPr>
              <p:custDataLst>
                <p:tags r:id="rId61"/>
              </p:custDataLst>
            </p:nvPr>
          </p:nvSpPr>
          <p:spPr bwMode="auto">
            <a:xfrm>
              <a:off x="7135813" y="2489200"/>
              <a:ext cx="50800" cy="57150"/>
            </a:xfrm>
            <a:custGeom>
              <a:avLst/>
              <a:gdLst>
                <a:gd name="T0" fmla="*/ 65 w 162"/>
                <a:gd name="T1" fmla="*/ 83 h 157"/>
                <a:gd name="T2" fmla="*/ 75 w 162"/>
                <a:gd name="T3" fmla="*/ 48 h 157"/>
                <a:gd name="T4" fmla="*/ 97 w 162"/>
                <a:gd name="T5" fmla="*/ 20 h 157"/>
                <a:gd name="T6" fmla="*/ 125 w 162"/>
                <a:gd name="T7" fmla="*/ 10 h 157"/>
                <a:gd name="T8" fmla="*/ 144 w 162"/>
                <a:gd name="T9" fmla="*/ 15 h 157"/>
                <a:gd name="T10" fmla="*/ 129 w 162"/>
                <a:gd name="T11" fmla="*/ 34 h 157"/>
                <a:gd name="T12" fmla="*/ 143 w 162"/>
                <a:gd name="T13" fmla="*/ 47 h 157"/>
                <a:gd name="T14" fmla="*/ 162 w 162"/>
                <a:gd name="T15" fmla="*/ 25 h 157"/>
                <a:gd name="T16" fmla="*/ 125 w 162"/>
                <a:gd name="T17" fmla="*/ 0 h 157"/>
                <a:gd name="T18" fmla="*/ 76 w 162"/>
                <a:gd name="T19" fmla="*/ 25 h 157"/>
                <a:gd name="T20" fmla="*/ 40 w 162"/>
                <a:gd name="T21" fmla="*/ 0 h 157"/>
                <a:gd name="T22" fmla="*/ 13 w 162"/>
                <a:gd name="T23" fmla="*/ 18 h 157"/>
                <a:gd name="T24" fmla="*/ 0 w 162"/>
                <a:gd name="T25" fmla="*/ 53 h 157"/>
                <a:gd name="T26" fmla="*/ 6 w 162"/>
                <a:gd name="T27" fmla="*/ 58 h 157"/>
                <a:gd name="T28" fmla="*/ 14 w 162"/>
                <a:gd name="T29" fmla="*/ 47 h 157"/>
                <a:gd name="T30" fmla="*/ 39 w 162"/>
                <a:gd name="T31" fmla="*/ 10 h 157"/>
                <a:gd name="T32" fmla="*/ 50 w 162"/>
                <a:gd name="T33" fmla="*/ 27 h 157"/>
                <a:gd name="T34" fmla="*/ 45 w 162"/>
                <a:gd name="T35" fmla="*/ 56 h 157"/>
                <a:gd name="T36" fmla="*/ 37 w 162"/>
                <a:gd name="T37" fmla="*/ 87 h 157"/>
                <a:gd name="T38" fmla="*/ 26 w 162"/>
                <a:gd name="T39" fmla="*/ 132 h 157"/>
                <a:gd name="T40" fmla="*/ 23 w 162"/>
                <a:gd name="T41" fmla="*/ 146 h 157"/>
                <a:gd name="T42" fmla="*/ 34 w 162"/>
                <a:gd name="T43" fmla="*/ 157 h 157"/>
                <a:gd name="T44" fmla="*/ 49 w 162"/>
                <a:gd name="T45" fmla="*/ 147 h 157"/>
                <a:gd name="T46" fmla="*/ 56 w 162"/>
                <a:gd name="T47" fmla="*/ 121 h 157"/>
                <a:gd name="T48" fmla="*/ 65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5" y="83"/>
                  </a:moveTo>
                  <a:cubicBezTo>
                    <a:pt x="66" y="81"/>
                    <a:pt x="74" y="50"/>
                    <a:pt x="75" y="48"/>
                  </a:cubicBezTo>
                  <a:cubicBezTo>
                    <a:pt x="75" y="45"/>
                    <a:pt x="85" y="28"/>
                    <a:pt x="97" y="20"/>
                  </a:cubicBezTo>
                  <a:cubicBezTo>
                    <a:pt x="100" y="17"/>
                    <a:pt x="110" y="10"/>
                    <a:pt x="125" y="10"/>
                  </a:cubicBezTo>
                  <a:cubicBezTo>
                    <a:pt x="128" y="10"/>
                    <a:pt x="137" y="10"/>
                    <a:pt x="144" y="15"/>
                  </a:cubicBezTo>
                  <a:cubicBezTo>
                    <a:pt x="133" y="18"/>
                    <a:pt x="129" y="28"/>
                    <a:pt x="129" y="34"/>
                  </a:cubicBezTo>
                  <a:cubicBezTo>
                    <a:pt x="129" y="42"/>
                    <a:pt x="135" y="47"/>
                    <a:pt x="143" y="47"/>
                  </a:cubicBezTo>
                  <a:cubicBezTo>
                    <a:pt x="151" y="47"/>
                    <a:pt x="162" y="40"/>
                    <a:pt x="162" y="25"/>
                  </a:cubicBezTo>
                  <a:cubicBezTo>
                    <a:pt x="162" y="7"/>
                    <a:pt x="143" y="0"/>
                    <a:pt x="125" y="0"/>
                  </a:cubicBezTo>
                  <a:cubicBezTo>
                    <a:pt x="107" y="0"/>
                    <a:pt x="91" y="7"/>
                    <a:pt x="76" y="25"/>
                  </a:cubicBezTo>
                  <a:cubicBezTo>
                    <a:pt x="70" y="3"/>
                    <a:pt x="48" y="0"/>
                    <a:pt x="40" y="0"/>
                  </a:cubicBezTo>
                  <a:cubicBezTo>
                    <a:pt x="27" y="0"/>
                    <a:pt x="18" y="8"/>
                    <a:pt x="13" y="18"/>
                  </a:cubicBezTo>
                  <a:cubicBezTo>
                    <a:pt x="5" y="31"/>
                    <a:pt x="0" y="52"/>
                    <a:pt x="0" y="53"/>
                  </a:cubicBezTo>
                  <a:cubicBezTo>
                    <a:pt x="0" y="58"/>
                    <a:pt x="5" y="58"/>
                    <a:pt x="6" y="58"/>
                  </a:cubicBezTo>
                  <a:cubicBezTo>
                    <a:pt x="11" y="58"/>
                    <a:pt x="11" y="57"/>
                    <a:pt x="14" y="47"/>
                  </a:cubicBezTo>
                  <a:cubicBezTo>
                    <a:pt x="19" y="26"/>
                    <a:pt x="25" y="10"/>
                    <a:pt x="39" y="10"/>
                  </a:cubicBezTo>
                  <a:cubicBezTo>
                    <a:pt x="48" y="10"/>
                    <a:pt x="50" y="17"/>
                    <a:pt x="50" y="27"/>
                  </a:cubicBezTo>
                  <a:cubicBezTo>
                    <a:pt x="50" y="33"/>
                    <a:pt x="47" y="46"/>
                    <a:pt x="45" y="56"/>
                  </a:cubicBezTo>
                  <a:cubicBezTo>
                    <a:pt x="42" y="65"/>
                    <a:pt x="39" y="80"/>
                    <a:pt x="37" y="87"/>
                  </a:cubicBezTo>
                  <a:lnTo>
                    <a:pt x="26" y="132"/>
                  </a:lnTo>
                  <a:cubicBezTo>
                    <a:pt x="25" y="136"/>
                    <a:pt x="23" y="145"/>
                    <a:pt x="23" y="146"/>
                  </a:cubicBezTo>
                  <a:cubicBezTo>
                    <a:pt x="23" y="154"/>
                    <a:pt x="29" y="157"/>
                    <a:pt x="34" y="157"/>
                  </a:cubicBezTo>
                  <a:cubicBezTo>
                    <a:pt x="40" y="157"/>
                    <a:pt x="47" y="154"/>
                    <a:pt x="49" y="147"/>
                  </a:cubicBezTo>
                  <a:cubicBezTo>
                    <a:pt x="50" y="145"/>
                    <a:pt x="54" y="130"/>
                    <a:pt x="56" y="121"/>
                  </a:cubicBezTo>
                  <a:lnTo>
                    <a:pt x="65"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3" name="Freeform 475"/>
            <p:cNvSpPr>
              <a:spLocks/>
            </p:cNvSpPr>
            <p:nvPr>
              <p:custDataLst>
                <p:tags r:id="rId62"/>
              </p:custDataLst>
            </p:nvPr>
          </p:nvSpPr>
          <p:spPr bwMode="auto">
            <a:xfrm>
              <a:off x="7197725" y="2489200"/>
              <a:ext cx="53975" cy="57150"/>
            </a:xfrm>
            <a:custGeom>
              <a:avLst/>
              <a:gdLst>
                <a:gd name="T0" fmla="*/ 170 w 170"/>
                <a:gd name="T1" fmla="*/ 27 h 157"/>
                <a:gd name="T2" fmla="*/ 152 w 170"/>
                <a:gd name="T3" fmla="*/ 0 h 157"/>
                <a:gd name="T4" fmla="*/ 133 w 170"/>
                <a:gd name="T5" fmla="*/ 18 h 157"/>
                <a:gd name="T6" fmla="*/ 139 w 170"/>
                <a:gd name="T7" fmla="*/ 29 h 157"/>
                <a:gd name="T8" fmla="*/ 152 w 170"/>
                <a:gd name="T9" fmla="*/ 57 h 157"/>
                <a:gd name="T10" fmla="*/ 88 w 170"/>
                <a:gd name="T11" fmla="*/ 148 h 157"/>
                <a:gd name="T12" fmla="*/ 59 w 170"/>
                <a:gd name="T13" fmla="*/ 117 h 157"/>
                <a:gd name="T14" fmla="*/ 79 w 170"/>
                <a:gd name="T15" fmla="*/ 48 h 157"/>
                <a:gd name="T16" fmla="*/ 83 w 170"/>
                <a:gd name="T17" fmla="*/ 30 h 157"/>
                <a:gd name="T18" fmla="*/ 50 w 170"/>
                <a:gd name="T19" fmla="*/ 0 h 157"/>
                <a:gd name="T20" fmla="*/ 0 w 170"/>
                <a:gd name="T21" fmla="*/ 53 h 157"/>
                <a:gd name="T22" fmla="*/ 6 w 170"/>
                <a:gd name="T23" fmla="*/ 58 h 157"/>
                <a:gd name="T24" fmla="*/ 12 w 170"/>
                <a:gd name="T25" fmla="*/ 52 h 157"/>
                <a:gd name="T26" fmla="*/ 49 w 170"/>
                <a:gd name="T27" fmla="*/ 10 h 157"/>
                <a:gd name="T28" fmla="*/ 58 w 170"/>
                <a:gd name="T29" fmla="*/ 22 h 157"/>
                <a:gd name="T30" fmla="*/ 52 w 170"/>
                <a:gd name="T31" fmla="*/ 45 h 157"/>
                <a:gd name="T32" fmla="*/ 33 w 170"/>
                <a:gd name="T33" fmla="*/ 112 h 157"/>
                <a:gd name="T34" fmla="*/ 87 w 170"/>
                <a:gd name="T35" fmla="*/ 157 h 157"/>
                <a:gd name="T36" fmla="*/ 170 w 170"/>
                <a:gd name="T37" fmla="*/ 2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7">
                  <a:moveTo>
                    <a:pt x="170" y="27"/>
                  </a:moveTo>
                  <a:cubicBezTo>
                    <a:pt x="170" y="0"/>
                    <a:pt x="153" y="0"/>
                    <a:pt x="152" y="0"/>
                  </a:cubicBezTo>
                  <a:cubicBezTo>
                    <a:pt x="143" y="0"/>
                    <a:pt x="133" y="9"/>
                    <a:pt x="133" y="18"/>
                  </a:cubicBezTo>
                  <a:cubicBezTo>
                    <a:pt x="133" y="24"/>
                    <a:pt x="137" y="27"/>
                    <a:pt x="139" y="29"/>
                  </a:cubicBezTo>
                  <a:cubicBezTo>
                    <a:pt x="145" y="34"/>
                    <a:pt x="152" y="43"/>
                    <a:pt x="152" y="57"/>
                  </a:cubicBezTo>
                  <a:cubicBezTo>
                    <a:pt x="152" y="73"/>
                    <a:pt x="129" y="148"/>
                    <a:pt x="88" y="148"/>
                  </a:cubicBezTo>
                  <a:cubicBezTo>
                    <a:pt x="59" y="148"/>
                    <a:pt x="59" y="122"/>
                    <a:pt x="59" y="117"/>
                  </a:cubicBezTo>
                  <a:cubicBezTo>
                    <a:pt x="59" y="100"/>
                    <a:pt x="66" y="81"/>
                    <a:pt x="79" y="48"/>
                  </a:cubicBezTo>
                  <a:cubicBezTo>
                    <a:pt x="81" y="41"/>
                    <a:pt x="83" y="36"/>
                    <a:pt x="83" y="30"/>
                  </a:cubicBezTo>
                  <a:cubicBezTo>
                    <a:pt x="83" y="12"/>
                    <a:pt x="68" y="0"/>
                    <a:pt x="50" y="0"/>
                  </a:cubicBezTo>
                  <a:cubicBezTo>
                    <a:pt x="15" y="0"/>
                    <a:pt x="0" y="48"/>
                    <a:pt x="0" y="53"/>
                  </a:cubicBezTo>
                  <a:cubicBezTo>
                    <a:pt x="0" y="58"/>
                    <a:pt x="5" y="58"/>
                    <a:pt x="6" y="58"/>
                  </a:cubicBezTo>
                  <a:cubicBezTo>
                    <a:pt x="11" y="58"/>
                    <a:pt x="11" y="56"/>
                    <a:pt x="12" y="52"/>
                  </a:cubicBezTo>
                  <a:cubicBezTo>
                    <a:pt x="20" y="24"/>
                    <a:pt x="35" y="10"/>
                    <a:pt x="49" y="10"/>
                  </a:cubicBezTo>
                  <a:cubicBezTo>
                    <a:pt x="55" y="10"/>
                    <a:pt x="58" y="14"/>
                    <a:pt x="58" y="22"/>
                  </a:cubicBezTo>
                  <a:cubicBezTo>
                    <a:pt x="58" y="30"/>
                    <a:pt x="55" y="37"/>
                    <a:pt x="52" y="45"/>
                  </a:cubicBezTo>
                  <a:cubicBezTo>
                    <a:pt x="37" y="84"/>
                    <a:pt x="33" y="99"/>
                    <a:pt x="33" y="112"/>
                  </a:cubicBezTo>
                  <a:cubicBezTo>
                    <a:pt x="33" y="146"/>
                    <a:pt x="60" y="157"/>
                    <a:pt x="87" y="157"/>
                  </a:cubicBezTo>
                  <a:cubicBezTo>
                    <a:pt x="145" y="157"/>
                    <a:pt x="170" y="56"/>
                    <a:pt x="170" y="27"/>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4" name="Freeform 476"/>
            <p:cNvSpPr>
              <a:spLocks noEditPoints="1"/>
            </p:cNvSpPr>
            <p:nvPr>
              <p:custDataLst>
                <p:tags r:id="rId63"/>
              </p:custDataLst>
            </p:nvPr>
          </p:nvSpPr>
          <p:spPr bwMode="auto">
            <a:xfrm>
              <a:off x="7265988" y="2489200"/>
              <a:ext cx="55563" cy="57150"/>
            </a:xfrm>
            <a:custGeom>
              <a:avLst/>
              <a:gdLst>
                <a:gd name="T0" fmla="*/ 126 w 178"/>
                <a:gd name="T1" fmla="*/ 21 h 157"/>
                <a:gd name="T2" fmla="*/ 90 w 178"/>
                <a:gd name="T3" fmla="*/ 0 h 157"/>
                <a:gd name="T4" fmla="*/ 0 w 178"/>
                <a:gd name="T5" fmla="*/ 99 h 157"/>
                <a:gd name="T6" fmla="*/ 53 w 178"/>
                <a:gd name="T7" fmla="*/ 157 h 157"/>
                <a:gd name="T8" fmla="*/ 103 w 178"/>
                <a:gd name="T9" fmla="*/ 133 h 157"/>
                <a:gd name="T10" fmla="*/ 138 w 178"/>
                <a:gd name="T11" fmla="*/ 157 h 157"/>
                <a:gd name="T12" fmla="*/ 166 w 178"/>
                <a:gd name="T13" fmla="*/ 139 h 157"/>
                <a:gd name="T14" fmla="*/ 178 w 178"/>
                <a:gd name="T15" fmla="*/ 104 h 157"/>
                <a:gd name="T16" fmla="*/ 173 w 178"/>
                <a:gd name="T17" fmla="*/ 99 h 157"/>
                <a:gd name="T18" fmla="*/ 165 w 178"/>
                <a:gd name="T19" fmla="*/ 110 h 157"/>
                <a:gd name="T20" fmla="*/ 139 w 178"/>
                <a:gd name="T21" fmla="*/ 148 h 157"/>
                <a:gd name="T22" fmla="*/ 128 w 178"/>
                <a:gd name="T23" fmla="*/ 130 h 157"/>
                <a:gd name="T24" fmla="*/ 133 w 178"/>
                <a:gd name="T25" fmla="*/ 103 h 157"/>
                <a:gd name="T26" fmla="*/ 141 w 178"/>
                <a:gd name="T27" fmla="*/ 72 h 157"/>
                <a:gd name="T28" fmla="*/ 148 w 178"/>
                <a:gd name="T29" fmla="*/ 45 h 157"/>
                <a:gd name="T30" fmla="*/ 154 w 178"/>
                <a:gd name="T31" fmla="*/ 18 h 157"/>
                <a:gd name="T32" fmla="*/ 142 w 178"/>
                <a:gd name="T33" fmla="*/ 7 h 157"/>
                <a:gd name="T34" fmla="*/ 126 w 178"/>
                <a:gd name="T35" fmla="*/ 21 h 157"/>
                <a:gd name="T36" fmla="*/ 104 w 178"/>
                <a:gd name="T37" fmla="*/ 110 h 157"/>
                <a:gd name="T38" fmla="*/ 86 w 178"/>
                <a:gd name="T39" fmla="*/ 134 h 157"/>
                <a:gd name="T40" fmla="*/ 54 w 178"/>
                <a:gd name="T41" fmla="*/ 148 h 157"/>
                <a:gd name="T42" fmla="*/ 29 w 178"/>
                <a:gd name="T43" fmla="*/ 114 h 157"/>
                <a:gd name="T44" fmla="*/ 47 w 178"/>
                <a:gd name="T45" fmla="*/ 43 h 157"/>
                <a:gd name="T46" fmla="*/ 90 w 178"/>
                <a:gd name="T47" fmla="*/ 10 h 157"/>
                <a:gd name="T48" fmla="*/ 121 w 178"/>
                <a:gd name="T49" fmla="*/ 40 h 157"/>
                <a:gd name="T50" fmla="*/ 120 w 178"/>
                <a:gd name="T51" fmla="*/ 45 h 157"/>
                <a:gd name="T52" fmla="*/ 104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1"/>
                  </a:moveTo>
                  <a:cubicBezTo>
                    <a:pt x="119" y="9"/>
                    <a:pt x="107" y="0"/>
                    <a:pt x="90" y="0"/>
                  </a:cubicBezTo>
                  <a:cubicBezTo>
                    <a:pt x="46" y="0"/>
                    <a:pt x="0" y="49"/>
                    <a:pt x="0" y="99"/>
                  </a:cubicBezTo>
                  <a:cubicBezTo>
                    <a:pt x="0" y="133"/>
                    <a:pt x="23" y="157"/>
                    <a:pt x="53" y="157"/>
                  </a:cubicBezTo>
                  <a:cubicBezTo>
                    <a:pt x="72" y="157"/>
                    <a:pt x="89" y="147"/>
                    <a:pt x="103" y="133"/>
                  </a:cubicBezTo>
                  <a:cubicBezTo>
                    <a:pt x="109" y="154"/>
                    <a:pt x="129" y="157"/>
                    <a:pt x="138" y="157"/>
                  </a:cubicBezTo>
                  <a:cubicBezTo>
                    <a:pt x="151" y="157"/>
                    <a:pt x="160" y="150"/>
                    <a:pt x="166" y="139"/>
                  </a:cubicBezTo>
                  <a:cubicBezTo>
                    <a:pt x="174" y="125"/>
                    <a:pt x="178" y="105"/>
                    <a:pt x="178" y="104"/>
                  </a:cubicBezTo>
                  <a:cubicBezTo>
                    <a:pt x="178" y="99"/>
                    <a:pt x="174" y="99"/>
                    <a:pt x="173" y="99"/>
                  </a:cubicBezTo>
                  <a:cubicBezTo>
                    <a:pt x="168" y="99"/>
                    <a:pt x="167" y="101"/>
                    <a:pt x="165" y="110"/>
                  </a:cubicBezTo>
                  <a:cubicBezTo>
                    <a:pt x="161" y="127"/>
                    <a:pt x="154" y="148"/>
                    <a:pt x="139" y="148"/>
                  </a:cubicBezTo>
                  <a:cubicBezTo>
                    <a:pt x="130" y="148"/>
                    <a:pt x="128" y="140"/>
                    <a:pt x="128" y="130"/>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6"/>
                    <a:pt x="69" y="148"/>
                    <a:pt x="54" y="148"/>
                  </a:cubicBezTo>
                  <a:cubicBezTo>
                    <a:pt x="41" y="148"/>
                    <a:pt x="29" y="138"/>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5" name="Freeform 477"/>
            <p:cNvSpPr>
              <a:spLocks/>
            </p:cNvSpPr>
            <p:nvPr>
              <p:custDataLst>
                <p:tags r:id="rId64"/>
              </p:custDataLst>
            </p:nvPr>
          </p:nvSpPr>
          <p:spPr bwMode="auto">
            <a:xfrm>
              <a:off x="7334250" y="2489200"/>
              <a:ext cx="47625" cy="57150"/>
            </a:xfrm>
            <a:custGeom>
              <a:avLst/>
              <a:gdLst>
                <a:gd name="T0" fmla="*/ 131 w 151"/>
                <a:gd name="T1" fmla="*/ 20 h 157"/>
                <a:gd name="T2" fmla="*/ 113 w 151"/>
                <a:gd name="T3" fmla="*/ 40 h 157"/>
                <a:gd name="T4" fmla="*/ 127 w 151"/>
                <a:gd name="T5" fmla="*/ 53 h 157"/>
                <a:gd name="T6" fmla="*/ 147 w 151"/>
                <a:gd name="T7" fmla="*/ 30 h 157"/>
                <a:gd name="T8" fmla="*/ 101 w 151"/>
                <a:gd name="T9" fmla="*/ 0 h 157"/>
                <a:gd name="T10" fmla="*/ 0 w 151"/>
                <a:gd name="T11" fmla="*/ 97 h 157"/>
                <a:gd name="T12" fmla="*/ 64 w 151"/>
                <a:gd name="T13" fmla="*/ 157 h 157"/>
                <a:gd name="T14" fmla="*/ 151 w 151"/>
                <a:gd name="T15" fmla="*/ 118 h 157"/>
                <a:gd name="T16" fmla="*/ 145 w 151"/>
                <a:gd name="T17" fmla="*/ 112 h 157"/>
                <a:gd name="T18" fmla="*/ 139 w 151"/>
                <a:gd name="T19" fmla="*/ 115 h 157"/>
                <a:gd name="T20" fmla="*/ 65 w 151"/>
                <a:gd name="T21" fmla="*/ 148 h 157"/>
                <a:gd name="T22" fmla="*/ 29 w 151"/>
                <a:gd name="T23" fmla="*/ 109 h 157"/>
                <a:gd name="T24" fmla="*/ 52 w 151"/>
                <a:gd name="T25" fmla="*/ 37 h 157"/>
                <a:gd name="T26" fmla="*/ 101 w 151"/>
                <a:gd name="T27" fmla="*/ 10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8" y="22"/>
                    <a:pt x="113" y="32"/>
                    <a:pt x="113" y="40"/>
                  </a:cubicBezTo>
                  <a:cubicBezTo>
                    <a:pt x="113" y="49"/>
                    <a:pt x="121" y="53"/>
                    <a:pt x="127" y="53"/>
                  </a:cubicBezTo>
                  <a:cubicBezTo>
                    <a:pt x="135" y="53"/>
                    <a:pt x="147" y="47"/>
                    <a:pt x="147" y="30"/>
                  </a:cubicBezTo>
                  <a:cubicBezTo>
                    <a:pt x="147" y="7"/>
                    <a:pt x="120" y="0"/>
                    <a:pt x="101" y="0"/>
                  </a:cubicBezTo>
                  <a:cubicBezTo>
                    <a:pt x="48" y="0"/>
                    <a:pt x="0" y="48"/>
                    <a:pt x="0" y="97"/>
                  </a:cubicBezTo>
                  <a:cubicBezTo>
                    <a:pt x="0" y="127"/>
                    <a:pt x="21" y="157"/>
                    <a:pt x="64" y="157"/>
                  </a:cubicBezTo>
                  <a:cubicBezTo>
                    <a:pt x="123" y="157"/>
                    <a:pt x="151" y="123"/>
                    <a:pt x="151" y="118"/>
                  </a:cubicBezTo>
                  <a:cubicBezTo>
                    <a:pt x="151" y="116"/>
                    <a:pt x="148" y="112"/>
                    <a:pt x="145" y="112"/>
                  </a:cubicBezTo>
                  <a:cubicBezTo>
                    <a:pt x="143" y="112"/>
                    <a:pt x="142" y="113"/>
                    <a:pt x="139" y="115"/>
                  </a:cubicBezTo>
                  <a:cubicBezTo>
                    <a:pt x="112" y="148"/>
                    <a:pt x="71" y="148"/>
                    <a:pt x="65" y="148"/>
                  </a:cubicBezTo>
                  <a:cubicBezTo>
                    <a:pt x="40" y="148"/>
                    <a:pt x="29" y="130"/>
                    <a:pt x="29" y="109"/>
                  </a:cubicBezTo>
                  <a:cubicBezTo>
                    <a:pt x="29" y="99"/>
                    <a:pt x="34" y="61"/>
                    <a:pt x="52" y="37"/>
                  </a:cubicBezTo>
                  <a:cubicBezTo>
                    <a:pt x="65" y="20"/>
                    <a:pt x="83" y="10"/>
                    <a:pt x="101" y="10"/>
                  </a:cubicBezTo>
                  <a:cubicBezTo>
                    <a:pt x="106" y="10"/>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6" name="Freeform 478"/>
            <p:cNvSpPr>
              <a:spLocks noEditPoints="1"/>
            </p:cNvSpPr>
            <p:nvPr>
              <p:custDataLst>
                <p:tags r:id="rId65"/>
              </p:custDataLst>
            </p:nvPr>
          </p:nvSpPr>
          <p:spPr bwMode="auto">
            <a:xfrm>
              <a:off x="7388225" y="2460625"/>
              <a:ext cx="33338" cy="85725"/>
            </a:xfrm>
            <a:custGeom>
              <a:avLst/>
              <a:gdLst>
                <a:gd name="T0" fmla="*/ 96 w 105"/>
                <a:gd name="T1" fmla="*/ 13 h 234"/>
                <a:gd name="T2" fmla="*/ 82 w 105"/>
                <a:gd name="T3" fmla="*/ 0 h 234"/>
                <a:gd name="T4" fmla="*/ 63 w 105"/>
                <a:gd name="T5" fmla="*/ 19 h 234"/>
                <a:gd name="T6" fmla="*/ 77 w 105"/>
                <a:gd name="T7" fmla="*/ 32 h 234"/>
                <a:gd name="T8" fmla="*/ 96 w 105"/>
                <a:gd name="T9" fmla="*/ 13 h 234"/>
                <a:gd name="T10" fmla="*/ 25 w 105"/>
                <a:gd name="T11" fmla="*/ 190 h 234"/>
                <a:gd name="T12" fmla="*/ 22 w 105"/>
                <a:gd name="T13" fmla="*/ 205 h 234"/>
                <a:gd name="T14" fmla="*/ 55 w 105"/>
                <a:gd name="T15" fmla="*/ 234 h 234"/>
                <a:gd name="T16" fmla="*/ 105 w 105"/>
                <a:gd name="T17" fmla="*/ 181 h 234"/>
                <a:gd name="T18" fmla="*/ 100 w 105"/>
                <a:gd name="T19" fmla="*/ 176 h 234"/>
                <a:gd name="T20" fmla="*/ 93 w 105"/>
                <a:gd name="T21" fmla="*/ 182 h 234"/>
                <a:gd name="T22" fmla="*/ 56 w 105"/>
                <a:gd name="T23" fmla="*/ 225 h 234"/>
                <a:gd name="T24" fmla="*/ 47 w 105"/>
                <a:gd name="T25" fmla="*/ 212 h 234"/>
                <a:gd name="T26" fmla="*/ 53 w 105"/>
                <a:gd name="T27" fmla="*/ 190 h 234"/>
                <a:gd name="T28" fmla="*/ 64 w 105"/>
                <a:gd name="T29" fmla="*/ 162 h 234"/>
                <a:gd name="T30" fmla="*/ 81 w 105"/>
                <a:gd name="T31" fmla="*/ 118 h 234"/>
                <a:gd name="T32" fmla="*/ 83 w 105"/>
                <a:gd name="T33" fmla="*/ 107 h 234"/>
                <a:gd name="T34" fmla="*/ 50 w 105"/>
                <a:gd name="T35" fmla="*/ 77 h 234"/>
                <a:gd name="T36" fmla="*/ 0 w 105"/>
                <a:gd name="T37" fmla="*/ 130 h 234"/>
                <a:gd name="T38" fmla="*/ 6 w 105"/>
                <a:gd name="T39" fmla="*/ 135 h 234"/>
                <a:gd name="T40" fmla="*/ 12 w 105"/>
                <a:gd name="T41" fmla="*/ 129 h 234"/>
                <a:gd name="T42" fmla="*/ 49 w 105"/>
                <a:gd name="T43" fmla="*/ 87 h 234"/>
                <a:gd name="T44" fmla="*/ 58 w 105"/>
                <a:gd name="T45" fmla="*/ 99 h 234"/>
                <a:gd name="T46" fmla="*/ 47 w 105"/>
                <a:gd name="T47" fmla="*/ 134 h 234"/>
                <a:gd name="T48" fmla="*/ 25 w 105"/>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4">
                  <a:moveTo>
                    <a:pt x="96" y="13"/>
                  </a:moveTo>
                  <a:cubicBezTo>
                    <a:pt x="96" y="7"/>
                    <a:pt x="92" y="0"/>
                    <a:pt x="82" y="0"/>
                  </a:cubicBezTo>
                  <a:cubicBezTo>
                    <a:pt x="73" y="0"/>
                    <a:pt x="63" y="9"/>
                    <a:pt x="63" y="19"/>
                  </a:cubicBezTo>
                  <a:cubicBezTo>
                    <a:pt x="63" y="25"/>
                    <a:pt x="67" y="32"/>
                    <a:pt x="77" y="32"/>
                  </a:cubicBezTo>
                  <a:cubicBezTo>
                    <a:pt x="87" y="32"/>
                    <a:pt x="96" y="22"/>
                    <a:pt x="96" y="13"/>
                  </a:cubicBezTo>
                  <a:close/>
                  <a:moveTo>
                    <a:pt x="25" y="190"/>
                  </a:moveTo>
                  <a:cubicBezTo>
                    <a:pt x="24" y="195"/>
                    <a:pt x="22" y="199"/>
                    <a:pt x="22" y="205"/>
                  </a:cubicBezTo>
                  <a:cubicBezTo>
                    <a:pt x="22" y="221"/>
                    <a:pt x="36" y="234"/>
                    <a:pt x="55" y="234"/>
                  </a:cubicBezTo>
                  <a:cubicBezTo>
                    <a:pt x="90" y="234"/>
                    <a:pt x="105" y="186"/>
                    <a:pt x="105" y="181"/>
                  </a:cubicBezTo>
                  <a:cubicBezTo>
                    <a:pt x="105" y="176"/>
                    <a:pt x="101" y="176"/>
                    <a:pt x="100" y="176"/>
                  </a:cubicBezTo>
                  <a:cubicBezTo>
                    <a:pt x="95" y="176"/>
                    <a:pt x="94" y="179"/>
                    <a:pt x="93" y="182"/>
                  </a:cubicBezTo>
                  <a:cubicBezTo>
                    <a:pt x="85" y="210"/>
                    <a:pt x="70" y="225"/>
                    <a:pt x="56" y="225"/>
                  </a:cubicBezTo>
                  <a:cubicBezTo>
                    <a:pt x="49" y="225"/>
                    <a:pt x="47" y="220"/>
                    <a:pt x="47" y="212"/>
                  </a:cubicBezTo>
                  <a:cubicBezTo>
                    <a:pt x="47" y="204"/>
                    <a:pt x="50" y="198"/>
                    <a:pt x="53" y="190"/>
                  </a:cubicBezTo>
                  <a:cubicBezTo>
                    <a:pt x="56" y="181"/>
                    <a:pt x="60" y="171"/>
                    <a:pt x="64" y="162"/>
                  </a:cubicBezTo>
                  <a:cubicBezTo>
                    <a:pt x="67" y="154"/>
                    <a:pt x="80" y="122"/>
                    <a:pt x="81" y="118"/>
                  </a:cubicBezTo>
                  <a:cubicBezTo>
                    <a:pt x="82" y="114"/>
                    <a:pt x="83" y="110"/>
                    <a:pt x="83" y="107"/>
                  </a:cubicBezTo>
                  <a:cubicBezTo>
                    <a:pt x="83" y="90"/>
                    <a:pt x="69" y="77"/>
                    <a:pt x="50" y="77"/>
                  </a:cubicBezTo>
                  <a:cubicBezTo>
                    <a:pt x="16" y="77"/>
                    <a:pt x="0" y="124"/>
                    <a:pt x="0" y="130"/>
                  </a:cubicBezTo>
                  <a:cubicBezTo>
                    <a:pt x="0" y="135"/>
                    <a:pt x="5" y="135"/>
                    <a:pt x="6" y="135"/>
                  </a:cubicBezTo>
                  <a:cubicBezTo>
                    <a:pt x="10" y="135"/>
                    <a:pt x="11" y="133"/>
                    <a:pt x="12" y="129"/>
                  </a:cubicBezTo>
                  <a:cubicBezTo>
                    <a:pt x="21" y="99"/>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7" name="Freeform 479"/>
            <p:cNvSpPr>
              <a:spLocks noEditPoints="1"/>
            </p:cNvSpPr>
            <p:nvPr>
              <p:custDataLst>
                <p:tags r:id="rId66"/>
              </p:custDataLst>
            </p:nvPr>
          </p:nvSpPr>
          <p:spPr bwMode="auto">
            <a:xfrm>
              <a:off x="7427913" y="2460625"/>
              <a:ext cx="47625" cy="109538"/>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4 w 153"/>
                <a:gd name="T17" fmla="*/ 272 h 302"/>
                <a:gd name="T18" fmla="*/ 20 w 153"/>
                <a:gd name="T19" fmla="*/ 259 h 302"/>
                <a:gd name="T20" fmla="*/ 0 w 153"/>
                <a:gd name="T21" fmla="*/ 280 h 302"/>
                <a:gd name="T22" fmla="*/ 35 w 153"/>
                <a:gd name="T23" fmla="*/ 302 h 302"/>
                <a:gd name="T24" fmla="*/ 107 w 153"/>
                <a:gd name="T25" fmla="*/ 247 h 302"/>
                <a:gd name="T26" fmla="*/ 139 w 153"/>
                <a:gd name="T27" fmla="*/ 122 h 302"/>
                <a:gd name="T28" fmla="*/ 140 w 153"/>
                <a:gd name="T29" fmla="*/ 110 h 302"/>
                <a:gd name="T30" fmla="*/ 103 w 153"/>
                <a:gd name="T31" fmla="*/ 77 h 302"/>
                <a:gd name="T32" fmla="*/ 42 w 153"/>
                <a:gd name="T33" fmla="*/ 130 h 302"/>
                <a:gd name="T34" fmla="*/ 48 w 153"/>
                <a:gd name="T35" fmla="*/ 135 h 302"/>
                <a:gd name="T36" fmla="*/ 55 w 153"/>
                <a:gd name="T37" fmla="*/ 129 h 302"/>
                <a:gd name="T38" fmla="*/ 102 w 153"/>
                <a:gd name="T39" fmla="*/ 87 h 302"/>
                <a:gd name="T40" fmla="*/ 114 w 153"/>
                <a:gd name="T41" fmla="*/ 104 h 302"/>
                <a:gd name="T42" fmla="*/ 113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6" y="292"/>
                    <a:pt x="22" y="290"/>
                  </a:cubicBezTo>
                  <a:cubicBezTo>
                    <a:pt x="31" y="286"/>
                    <a:pt x="34" y="278"/>
                    <a:pt x="34" y="272"/>
                  </a:cubicBezTo>
                  <a:cubicBezTo>
                    <a:pt x="34" y="264"/>
                    <a:pt x="27" y="259"/>
                    <a:pt x="20" y="259"/>
                  </a:cubicBezTo>
                  <a:cubicBezTo>
                    <a:pt x="9" y="259"/>
                    <a:pt x="0" y="269"/>
                    <a:pt x="0" y="280"/>
                  </a:cubicBezTo>
                  <a:cubicBezTo>
                    <a:pt x="0" y="293"/>
                    <a:pt x="14" y="302"/>
                    <a:pt x="35" y="302"/>
                  </a:cubicBezTo>
                  <a:cubicBezTo>
                    <a:pt x="56" y="302"/>
                    <a:pt x="96" y="289"/>
                    <a:pt x="107" y="247"/>
                  </a:cubicBezTo>
                  <a:lnTo>
                    <a:pt x="139" y="122"/>
                  </a:lnTo>
                  <a:cubicBezTo>
                    <a:pt x="140" y="118"/>
                    <a:pt x="140" y="115"/>
                    <a:pt x="140" y="110"/>
                  </a:cubicBezTo>
                  <a:cubicBezTo>
                    <a:pt x="140" y="91"/>
                    <a:pt x="124" y="77"/>
                    <a:pt x="103" y="77"/>
                  </a:cubicBezTo>
                  <a:cubicBezTo>
                    <a:pt x="64" y="77"/>
                    <a:pt x="42" y="125"/>
                    <a:pt x="42" y="130"/>
                  </a:cubicBezTo>
                  <a:cubicBezTo>
                    <a:pt x="42" y="135"/>
                    <a:pt x="47" y="135"/>
                    <a:pt x="48" y="135"/>
                  </a:cubicBezTo>
                  <a:cubicBezTo>
                    <a:pt x="52" y="135"/>
                    <a:pt x="53" y="134"/>
                    <a:pt x="55" y="129"/>
                  </a:cubicBezTo>
                  <a:cubicBezTo>
                    <a:pt x="64" y="108"/>
                    <a:pt x="82" y="87"/>
                    <a:pt x="102" y="87"/>
                  </a:cubicBezTo>
                  <a:cubicBezTo>
                    <a:pt x="111" y="87"/>
                    <a:pt x="114" y="93"/>
                    <a:pt x="114" y="104"/>
                  </a:cubicBezTo>
                  <a:cubicBezTo>
                    <a:pt x="114" y="108"/>
                    <a:pt x="113" y="113"/>
                    <a:pt x="113"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8" name="Freeform 480"/>
            <p:cNvSpPr>
              <a:spLocks noEditPoints="1"/>
            </p:cNvSpPr>
            <p:nvPr>
              <p:custDataLst>
                <p:tags r:id="rId67"/>
              </p:custDataLst>
            </p:nvPr>
          </p:nvSpPr>
          <p:spPr bwMode="auto">
            <a:xfrm>
              <a:off x="7493000" y="2489200"/>
              <a:ext cx="55563" cy="57150"/>
            </a:xfrm>
            <a:custGeom>
              <a:avLst/>
              <a:gdLst>
                <a:gd name="T0" fmla="*/ 126 w 178"/>
                <a:gd name="T1" fmla="*/ 21 h 157"/>
                <a:gd name="T2" fmla="*/ 90 w 178"/>
                <a:gd name="T3" fmla="*/ 0 h 157"/>
                <a:gd name="T4" fmla="*/ 0 w 178"/>
                <a:gd name="T5" fmla="*/ 99 h 157"/>
                <a:gd name="T6" fmla="*/ 53 w 178"/>
                <a:gd name="T7" fmla="*/ 157 h 157"/>
                <a:gd name="T8" fmla="*/ 102 w 178"/>
                <a:gd name="T9" fmla="*/ 133 h 157"/>
                <a:gd name="T10" fmla="*/ 138 w 178"/>
                <a:gd name="T11" fmla="*/ 157 h 157"/>
                <a:gd name="T12" fmla="*/ 166 w 178"/>
                <a:gd name="T13" fmla="*/ 139 h 157"/>
                <a:gd name="T14" fmla="*/ 178 w 178"/>
                <a:gd name="T15" fmla="*/ 104 h 157"/>
                <a:gd name="T16" fmla="*/ 172 w 178"/>
                <a:gd name="T17" fmla="*/ 99 h 157"/>
                <a:gd name="T18" fmla="*/ 165 w 178"/>
                <a:gd name="T19" fmla="*/ 110 h 157"/>
                <a:gd name="T20" fmla="*/ 139 w 178"/>
                <a:gd name="T21" fmla="*/ 148 h 157"/>
                <a:gd name="T22" fmla="*/ 128 w 178"/>
                <a:gd name="T23" fmla="*/ 130 h 157"/>
                <a:gd name="T24" fmla="*/ 133 w 178"/>
                <a:gd name="T25" fmla="*/ 103 h 157"/>
                <a:gd name="T26" fmla="*/ 141 w 178"/>
                <a:gd name="T27" fmla="*/ 72 h 157"/>
                <a:gd name="T28" fmla="*/ 148 w 178"/>
                <a:gd name="T29" fmla="*/ 45 h 157"/>
                <a:gd name="T30" fmla="*/ 154 w 178"/>
                <a:gd name="T31" fmla="*/ 18 h 157"/>
                <a:gd name="T32" fmla="*/ 142 w 178"/>
                <a:gd name="T33" fmla="*/ 7 h 157"/>
                <a:gd name="T34" fmla="*/ 126 w 178"/>
                <a:gd name="T35" fmla="*/ 21 h 157"/>
                <a:gd name="T36" fmla="*/ 104 w 178"/>
                <a:gd name="T37" fmla="*/ 110 h 157"/>
                <a:gd name="T38" fmla="*/ 86 w 178"/>
                <a:gd name="T39" fmla="*/ 134 h 157"/>
                <a:gd name="T40" fmla="*/ 54 w 178"/>
                <a:gd name="T41" fmla="*/ 148 h 157"/>
                <a:gd name="T42" fmla="*/ 28 w 178"/>
                <a:gd name="T43" fmla="*/ 114 h 157"/>
                <a:gd name="T44" fmla="*/ 47 w 178"/>
                <a:gd name="T45" fmla="*/ 43 h 157"/>
                <a:gd name="T46" fmla="*/ 90 w 178"/>
                <a:gd name="T47" fmla="*/ 10 h 157"/>
                <a:gd name="T48" fmla="*/ 121 w 178"/>
                <a:gd name="T49" fmla="*/ 40 h 157"/>
                <a:gd name="T50" fmla="*/ 120 w 178"/>
                <a:gd name="T51" fmla="*/ 45 h 157"/>
                <a:gd name="T52" fmla="*/ 104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1"/>
                  </a:moveTo>
                  <a:cubicBezTo>
                    <a:pt x="119" y="9"/>
                    <a:pt x="107" y="0"/>
                    <a:pt x="90" y="0"/>
                  </a:cubicBezTo>
                  <a:cubicBezTo>
                    <a:pt x="46" y="0"/>
                    <a:pt x="0" y="49"/>
                    <a:pt x="0" y="99"/>
                  </a:cubicBezTo>
                  <a:cubicBezTo>
                    <a:pt x="0" y="133"/>
                    <a:pt x="23" y="157"/>
                    <a:pt x="53" y="157"/>
                  </a:cubicBezTo>
                  <a:cubicBezTo>
                    <a:pt x="72" y="157"/>
                    <a:pt x="88" y="147"/>
                    <a:pt x="102" y="133"/>
                  </a:cubicBezTo>
                  <a:cubicBezTo>
                    <a:pt x="109" y="154"/>
                    <a:pt x="129" y="157"/>
                    <a:pt x="138" y="157"/>
                  </a:cubicBezTo>
                  <a:cubicBezTo>
                    <a:pt x="151" y="157"/>
                    <a:pt x="160" y="150"/>
                    <a:pt x="166" y="139"/>
                  </a:cubicBezTo>
                  <a:cubicBezTo>
                    <a:pt x="173" y="125"/>
                    <a:pt x="178" y="105"/>
                    <a:pt x="178" y="104"/>
                  </a:cubicBezTo>
                  <a:cubicBezTo>
                    <a:pt x="178" y="99"/>
                    <a:pt x="173" y="99"/>
                    <a:pt x="172" y="99"/>
                  </a:cubicBezTo>
                  <a:cubicBezTo>
                    <a:pt x="168" y="99"/>
                    <a:pt x="167" y="101"/>
                    <a:pt x="165" y="110"/>
                  </a:cubicBezTo>
                  <a:cubicBezTo>
                    <a:pt x="161" y="127"/>
                    <a:pt x="154" y="148"/>
                    <a:pt x="139" y="148"/>
                  </a:cubicBezTo>
                  <a:cubicBezTo>
                    <a:pt x="130" y="148"/>
                    <a:pt x="128" y="140"/>
                    <a:pt x="128" y="130"/>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6"/>
                    <a:pt x="69" y="148"/>
                    <a:pt x="54" y="148"/>
                  </a:cubicBezTo>
                  <a:cubicBezTo>
                    <a:pt x="41" y="148"/>
                    <a:pt x="28" y="138"/>
                    <a:pt x="28" y="114"/>
                  </a:cubicBezTo>
                  <a:cubicBezTo>
                    <a:pt x="28" y="95"/>
                    <a:pt x="39" y="57"/>
                    <a:pt x="47" y="43"/>
                  </a:cubicBezTo>
                  <a:cubicBezTo>
                    <a:pt x="63" y="15"/>
                    <a:pt x="80"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9" name="Freeform 481"/>
            <p:cNvSpPr>
              <a:spLocks/>
            </p:cNvSpPr>
            <p:nvPr>
              <p:custDataLst>
                <p:tags r:id="rId68"/>
              </p:custDataLst>
            </p:nvPr>
          </p:nvSpPr>
          <p:spPr bwMode="auto">
            <a:xfrm>
              <a:off x="7566025" y="2530475"/>
              <a:ext cx="12700" cy="14288"/>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7"/>
                    <a:pt x="30" y="0"/>
                    <a:pt x="20" y="0"/>
                  </a:cubicBezTo>
                  <a:cubicBezTo>
                    <a:pt x="9" y="0"/>
                    <a:pt x="0" y="9"/>
                    <a:pt x="0" y="20"/>
                  </a:cubicBezTo>
                  <a:cubicBezTo>
                    <a:pt x="0" y="32"/>
                    <a:pt x="10" y="40"/>
                    <a:pt x="20" y="40"/>
                  </a:cubicBezTo>
                  <a:cubicBezTo>
                    <a:pt x="31" y="40"/>
                    <a:pt x="40" y="30"/>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0" name="Freeform 482"/>
            <p:cNvSpPr>
              <a:spLocks/>
            </p:cNvSpPr>
            <p:nvPr>
              <p:custDataLst>
                <p:tags r:id="rId69"/>
              </p:custDataLst>
            </p:nvPr>
          </p:nvSpPr>
          <p:spPr bwMode="auto">
            <a:xfrm>
              <a:off x="7599363" y="2489200"/>
              <a:ext cx="47625" cy="57150"/>
            </a:xfrm>
            <a:custGeom>
              <a:avLst/>
              <a:gdLst>
                <a:gd name="T0" fmla="*/ 131 w 151"/>
                <a:gd name="T1" fmla="*/ 20 h 157"/>
                <a:gd name="T2" fmla="*/ 113 w 151"/>
                <a:gd name="T3" fmla="*/ 40 h 157"/>
                <a:gd name="T4" fmla="*/ 127 w 151"/>
                <a:gd name="T5" fmla="*/ 53 h 157"/>
                <a:gd name="T6" fmla="*/ 147 w 151"/>
                <a:gd name="T7" fmla="*/ 30 h 157"/>
                <a:gd name="T8" fmla="*/ 101 w 151"/>
                <a:gd name="T9" fmla="*/ 0 h 157"/>
                <a:gd name="T10" fmla="*/ 0 w 151"/>
                <a:gd name="T11" fmla="*/ 97 h 157"/>
                <a:gd name="T12" fmla="*/ 64 w 151"/>
                <a:gd name="T13" fmla="*/ 157 h 157"/>
                <a:gd name="T14" fmla="*/ 151 w 151"/>
                <a:gd name="T15" fmla="*/ 118 h 157"/>
                <a:gd name="T16" fmla="*/ 145 w 151"/>
                <a:gd name="T17" fmla="*/ 112 h 157"/>
                <a:gd name="T18" fmla="*/ 139 w 151"/>
                <a:gd name="T19" fmla="*/ 115 h 157"/>
                <a:gd name="T20" fmla="*/ 65 w 151"/>
                <a:gd name="T21" fmla="*/ 148 h 157"/>
                <a:gd name="T22" fmla="*/ 29 w 151"/>
                <a:gd name="T23" fmla="*/ 109 h 157"/>
                <a:gd name="T24" fmla="*/ 52 w 151"/>
                <a:gd name="T25" fmla="*/ 37 h 157"/>
                <a:gd name="T26" fmla="*/ 101 w 151"/>
                <a:gd name="T27" fmla="*/ 10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8" y="22"/>
                    <a:pt x="113" y="32"/>
                    <a:pt x="113" y="40"/>
                  </a:cubicBezTo>
                  <a:cubicBezTo>
                    <a:pt x="113" y="49"/>
                    <a:pt x="121" y="53"/>
                    <a:pt x="127" y="53"/>
                  </a:cubicBezTo>
                  <a:cubicBezTo>
                    <a:pt x="134" y="53"/>
                    <a:pt x="147" y="47"/>
                    <a:pt x="147" y="30"/>
                  </a:cubicBezTo>
                  <a:cubicBezTo>
                    <a:pt x="147" y="7"/>
                    <a:pt x="120" y="0"/>
                    <a:pt x="101" y="0"/>
                  </a:cubicBezTo>
                  <a:cubicBezTo>
                    <a:pt x="48" y="0"/>
                    <a:pt x="0" y="48"/>
                    <a:pt x="0" y="97"/>
                  </a:cubicBezTo>
                  <a:cubicBezTo>
                    <a:pt x="0" y="127"/>
                    <a:pt x="21" y="157"/>
                    <a:pt x="64" y="157"/>
                  </a:cubicBezTo>
                  <a:cubicBezTo>
                    <a:pt x="123" y="157"/>
                    <a:pt x="151" y="123"/>
                    <a:pt x="151" y="118"/>
                  </a:cubicBezTo>
                  <a:cubicBezTo>
                    <a:pt x="151" y="116"/>
                    <a:pt x="148" y="112"/>
                    <a:pt x="145" y="112"/>
                  </a:cubicBezTo>
                  <a:cubicBezTo>
                    <a:pt x="143" y="112"/>
                    <a:pt x="142" y="113"/>
                    <a:pt x="139" y="115"/>
                  </a:cubicBezTo>
                  <a:cubicBezTo>
                    <a:pt x="112" y="148"/>
                    <a:pt x="71" y="148"/>
                    <a:pt x="65" y="148"/>
                  </a:cubicBezTo>
                  <a:cubicBezTo>
                    <a:pt x="40" y="148"/>
                    <a:pt x="29" y="130"/>
                    <a:pt x="29" y="109"/>
                  </a:cubicBezTo>
                  <a:cubicBezTo>
                    <a:pt x="29" y="99"/>
                    <a:pt x="34" y="61"/>
                    <a:pt x="52" y="37"/>
                  </a:cubicBezTo>
                  <a:cubicBezTo>
                    <a:pt x="65" y="20"/>
                    <a:pt x="83" y="10"/>
                    <a:pt x="101" y="10"/>
                  </a:cubicBezTo>
                  <a:cubicBezTo>
                    <a:pt x="106" y="10"/>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1" name="Freeform 483"/>
            <p:cNvSpPr>
              <a:spLocks noEditPoints="1"/>
            </p:cNvSpPr>
            <p:nvPr>
              <p:custDataLst>
                <p:tags r:id="rId70"/>
              </p:custDataLst>
            </p:nvPr>
          </p:nvSpPr>
          <p:spPr bwMode="auto">
            <a:xfrm>
              <a:off x="7653338" y="2460625"/>
              <a:ext cx="33338" cy="85725"/>
            </a:xfrm>
            <a:custGeom>
              <a:avLst/>
              <a:gdLst>
                <a:gd name="T0" fmla="*/ 96 w 105"/>
                <a:gd name="T1" fmla="*/ 13 h 234"/>
                <a:gd name="T2" fmla="*/ 82 w 105"/>
                <a:gd name="T3" fmla="*/ 0 h 234"/>
                <a:gd name="T4" fmla="*/ 63 w 105"/>
                <a:gd name="T5" fmla="*/ 19 h 234"/>
                <a:gd name="T6" fmla="*/ 77 w 105"/>
                <a:gd name="T7" fmla="*/ 32 h 234"/>
                <a:gd name="T8" fmla="*/ 96 w 105"/>
                <a:gd name="T9" fmla="*/ 13 h 234"/>
                <a:gd name="T10" fmla="*/ 25 w 105"/>
                <a:gd name="T11" fmla="*/ 190 h 234"/>
                <a:gd name="T12" fmla="*/ 22 w 105"/>
                <a:gd name="T13" fmla="*/ 205 h 234"/>
                <a:gd name="T14" fmla="*/ 55 w 105"/>
                <a:gd name="T15" fmla="*/ 234 h 234"/>
                <a:gd name="T16" fmla="*/ 105 w 105"/>
                <a:gd name="T17" fmla="*/ 181 h 234"/>
                <a:gd name="T18" fmla="*/ 100 w 105"/>
                <a:gd name="T19" fmla="*/ 176 h 234"/>
                <a:gd name="T20" fmla="*/ 93 w 105"/>
                <a:gd name="T21" fmla="*/ 182 h 234"/>
                <a:gd name="T22" fmla="*/ 56 w 105"/>
                <a:gd name="T23" fmla="*/ 225 h 234"/>
                <a:gd name="T24" fmla="*/ 48 w 105"/>
                <a:gd name="T25" fmla="*/ 212 h 234"/>
                <a:gd name="T26" fmla="*/ 53 w 105"/>
                <a:gd name="T27" fmla="*/ 190 h 234"/>
                <a:gd name="T28" fmla="*/ 64 w 105"/>
                <a:gd name="T29" fmla="*/ 162 h 234"/>
                <a:gd name="T30" fmla="*/ 81 w 105"/>
                <a:gd name="T31" fmla="*/ 118 h 234"/>
                <a:gd name="T32" fmla="*/ 83 w 105"/>
                <a:gd name="T33" fmla="*/ 107 h 234"/>
                <a:gd name="T34" fmla="*/ 50 w 105"/>
                <a:gd name="T35" fmla="*/ 77 h 234"/>
                <a:gd name="T36" fmla="*/ 0 w 105"/>
                <a:gd name="T37" fmla="*/ 130 h 234"/>
                <a:gd name="T38" fmla="*/ 6 w 105"/>
                <a:gd name="T39" fmla="*/ 135 h 234"/>
                <a:gd name="T40" fmla="*/ 12 w 105"/>
                <a:gd name="T41" fmla="*/ 129 h 234"/>
                <a:gd name="T42" fmla="*/ 49 w 105"/>
                <a:gd name="T43" fmla="*/ 87 h 234"/>
                <a:gd name="T44" fmla="*/ 58 w 105"/>
                <a:gd name="T45" fmla="*/ 99 h 234"/>
                <a:gd name="T46" fmla="*/ 47 w 105"/>
                <a:gd name="T47" fmla="*/ 134 h 234"/>
                <a:gd name="T48" fmla="*/ 25 w 105"/>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4">
                  <a:moveTo>
                    <a:pt x="96" y="13"/>
                  </a:moveTo>
                  <a:cubicBezTo>
                    <a:pt x="96" y="7"/>
                    <a:pt x="92" y="0"/>
                    <a:pt x="82" y="0"/>
                  </a:cubicBezTo>
                  <a:cubicBezTo>
                    <a:pt x="73" y="0"/>
                    <a:pt x="63" y="9"/>
                    <a:pt x="63" y="19"/>
                  </a:cubicBezTo>
                  <a:cubicBezTo>
                    <a:pt x="63" y="25"/>
                    <a:pt x="67" y="32"/>
                    <a:pt x="77" y="32"/>
                  </a:cubicBezTo>
                  <a:cubicBezTo>
                    <a:pt x="87" y="32"/>
                    <a:pt x="96" y="22"/>
                    <a:pt x="96" y="13"/>
                  </a:cubicBezTo>
                  <a:close/>
                  <a:moveTo>
                    <a:pt x="25" y="190"/>
                  </a:moveTo>
                  <a:cubicBezTo>
                    <a:pt x="24" y="195"/>
                    <a:pt x="22" y="199"/>
                    <a:pt x="22" y="205"/>
                  </a:cubicBezTo>
                  <a:cubicBezTo>
                    <a:pt x="22" y="221"/>
                    <a:pt x="36" y="234"/>
                    <a:pt x="55" y="234"/>
                  </a:cubicBezTo>
                  <a:cubicBezTo>
                    <a:pt x="90" y="234"/>
                    <a:pt x="105" y="186"/>
                    <a:pt x="105" y="181"/>
                  </a:cubicBezTo>
                  <a:cubicBezTo>
                    <a:pt x="105" y="176"/>
                    <a:pt x="101" y="176"/>
                    <a:pt x="100" y="176"/>
                  </a:cubicBezTo>
                  <a:cubicBezTo>
                    <a:pt x="95" y="176"/>
                    <a:pt x="95" y="179"/>
                    <a:pt x="93" y="182"/>
                  </a:cubicBezTo>
                  <a:cubicBezTo>
                    <a:pt x="85" y="210"/>
                    <a:pt x="70" y="225"/>
                    <a:pt x="56" y="225"/>
                  </a:cubicBezTo>
                  <a:cubicBezTo>
                    <a:pt x="49" y="225"/>
                    <a:pt x="48" y="220"/>
                    <a:pt x="48" y="212"/>
                  </a:cubicBezTo>
                  <a:cubicBezTo>
                    <a:pt x="48" y="204"/>
                    <a:pt x="50" y="198"/>
                    <a:pt x="53" y="190"/>
                  </a:cubicBezTo>
                  <a:cubicBezTo>
                    <a:pt x="57" y="181"/>
                    <a:pt x="60" y="171"/>
                    <a:pt x="64" y="162"/>
                  </a:cubicBezTo>
                  <a:cubicBezTo>
                    <a:pt x="67" y="154"/>
                    <a:pt x="80" y="122"/>
                    <a:pt x="81" y="118"/>
                  </a:cubicBezTo>
                  <a:cubicBezTo>
                    <a:pt x="82" y="114"/>
                    <a:pt x="83" y="110"/>
                    <a:pt x="83" y="107"/>
                  </a:cubicBezTo>
                  <a:cubicBezTo>
                    <a:pt x="83" y="90"/>
                    <a:pt x="69" y="77"/>
                    <a:pt x="50" y="77"/>
                  </a:cubicBezTo>
                  <a:cubicBezTo>
                    <a:pt x="16" y="77"/>
                    <a:pt x="0" y="124"/>
                    <a:pt x="0" y="130"/>
                  </a:cubicBezTo>
                  <a:cubicBezTo>
                    <a:pt x="0" y="135"/>
                    <a:pt x="5" y="135"/>
                    <a:pt x="6" y="135"/>
                  </a:cubicBezTo>
                  <a:cubicBezTo>
                    <a:pt x="11" y="135"/>
                    <a:pt x="11" y="133"/>
                    <a:pt x="12" y="129"/>
                  </a:cubicBezTo>
                  <a:cubicBezTo>
                    <a:pt x="21" y="99"/>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2" name="Freeform 484"/>
            <p:cNvSpPr>
              <a:spLocks noEditPoints="1"/>
            </p:cNvSpPr>
            <p:nvPr>
              <p:custDataLst>
                <p:tags r:id="rId71"/>
              </p:custDataLst>
            </p:nvPr>
          </p:nvSpPr>
          <p:spPr bwMode="auto">
            <a:xfrm>
              <a:off x="7699375" y="2455863"/>
              <a:ext cx="57150" cy="90488"/>
            </a:xfrm>
            <a:custGeom>
              <a:avLst/>
              <a:gdLst>
                <a:gd name="T0" fmla="*/ 177 w 179"/>
                <a:gd name="T1" fmla="*/ 10 h 245"/>
                <a:gd name="T2" fmla="*/ 179 w 179"/>
                <a:gd name="T3" fmla="*/ 5 h 245"/>
                <a:gd name="T4" fmla="*/ 173 w 179"/>
                <a:gd name="T5" fmla="*/ 0 h 245"/>
                <a:gd name="T6" fmla="*/ 129 w 179"/>
                <a:gd name="T7" fmla="*/ 3 h 245"/>
                <a:gd name="T8" fmla="*/ 121 w 179"/>
                <a:gd name="T9" fmla="*/ 11 h 245"/>
                <a:gd name="T10" fmla="*/ 130 w 179"/>
                <a:gd name="T11" fmla="*/ 16 h 245"/>
                <a:gd name="T12" fmla="*/ 147 w 179"/>
                <a:gd name="T13" fmla="*/ 21 h 245"/>
                <a:gd name="T14" fmla="*/ 145 w 179"/>
                <a:gd name="T15" fmla="*/ 29 h 245"/>
                <a:gd name="T16" fmla="*/ 125 w 179"/>
                <a:gd name="T17" fmla="*/ 109 h 245"/>
                <a:gd name="T18" fmla="*/ 90 w 179"/>
                <a:gd name="T19" fmla="*/ 88 h 245"/>
                <a:gd name="T20" fmla="*/ 0 w 179"/>
                <a:gd name="T21" fmla="*/ 187 h 245"/>
                <a:gd name="T22" fmla="*/ 52 w 179"/>
                <a:gd name="T23" fmla="*/ 245 h 245"/>
                <a:gd name="T24" fmla="*/ 102 w 179"/>
                <a:gd name="T25" fmla="*/ 221 h 245"/>
                <a:gd name="T26" fmla="*/ 138 w 179"/>
                <a:gd name="T27" fmla="*/ 245 h 245"/>
                <a:gd name="T28" fmla="*/ 165 w 179"/>
                <a:gd name="T29" fmla="*/ 227 h 245"/>
                <a:gd name="T30" fmla="*/ 177 w 179"/>
                <a:gd name="T31" fmla="*/ 192 h 245"/>
                <a:gd name="T32" fmla="*/ 172 w 179"/>
                <a:gd name="T33" fmla="*/ 187 h 245"/>
                <a:gd name="T34" fmla="*/ 164 w 179"/>
                <a:gd name="T35" fmla="*/ 198 h 245"/>
                <a:gd name="T36" fmla="*/ 139 w 179"/>
                <a:gd name="T37" fmla="*/ 236 h 245"/>
                <a:gd name="T38" fmla="*/ 127 w 179"/>
                <a:gd name="T39" fmla="*/ 218 h 245"/>
                <a:gd name="T40" fmla="*/ 129 w 179"/>
                <a:gd name="T41" fmla="*/ 204 h 245"/>
                <a:gd name="T42" fmla="*/ 177 w 179"/>
                <a:gd name="T43" fmla="*/ 10 h 245"/>
                <a:gd name="T44" fmla="*/ 103 w 179"/>
                <a:gd name="T45" fmla="*/ 198 h 245"/>
                <a:gd name="T46" fmla="*/ 85 w 179"/>
                <a:gd name="T47" fmla="*/ 222 h 245"/>
                <a:gd name="T48" fmla="*/ 53 w 179"/>
                <a:gd name="T49" fmla="*/ 236 h 245"/>
                <a:gd name="T50" fmla="*/ 28 w 179"/>
                <a:gd name="T51" fmla="*/ 202 h 245"/>
                <a:gd name="T52" fmla="*/ 46 w 179"/>
                <a:gd name="T53" fmla="*/ 131 h 245"/>
                <a:gd name="T54" fmla="*/ 90 w 179"/>
                <a:gd name="T55" fmla="*/ 98 h 245"/>
                <a:gd name="T56" fmla="*/ 121 w 179"/>
                <a:gd name="T57" fmla="*/ 128 h 245"/>
                <a:gd name="T58" fmla="*/ 120 w 179"/>
                <a:gd name="T59" fmla="*/ 133 h 245"/>
                <a:gd name="T60" fmla="*/ 103 w 179"/>
                <a:gd name="T61"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5">
                  <a:moveTo>
                    <a:pt x="177" y="10"/>
                  </a:moveTo>
                  <a:cubicBezTo>
                    <a:pt x="178" y="9"/>
                    <a:pt x="179" y="5"/>
                    <a:pt x="179" y="5"/>
                  </a:cubicBezTo>
                  <a:cubicBezTo>
                    <a:pt x="179" y="3"/>
                    <a:pt x="177" y="0"/>
                    <a:pt x="173" y="0"/>
                  </a:cubicBezTo>
                  <a:cubicBezTo>
                    <a:pt x="166" y="0"/>
                    <a:pt x="137" y="3"/>
                    <a:pt x="129" y="3"/>
                  </a:cubicBezTo>
                  <a:cubicBezTo>
                    <a:pt x="126" y="4"/>
                    <a:pt x="121" y="4"/>
                    <a:pt x="121" y="11"/>
                  </a:cubicBezTo>
                  <a:cubicBezTo>
                    <a:pt x="121" y="16"/>
                    <a:pt x="126" y="16"/>
                    <a:pt x="130" y="16"/>
                  </a:cubicBezTo>
                  <a:cubicBezTo>
                    <a:pt x="147" y="16"/>
                    <a:pt x="147" y="19"/>
                    <a:pt x="147" y="21"/>
                  </a:cubicBezTo>
                  <a:cubicBezTo>
                    <a:pt x="147" y="24"/>
                    <a:pt x="146" y="26"/>
                    <a:pt x="145" y="29"/>
                  </a:cubicBezTo>
                  <a:lnTo>
                    <a:pt x="125" y="109"/>
                  </a:lnTo>
                  <a:cubicBezTo>
                    <a:pt x="118" y="97"/>
                    <a:pt x="106" y="88"/>
                    <a:pt x="90" y="88"/>
                  </a:cubicBezTo>
                  <a:cubicBezTo>
                    <a:pt x="45" y="88"/>
                    <a:pt x="0" y="137"/>
                    <a:pt x="0" y="187"/>
                  </a:cubicBezTo>
                  <a:cubicBezTo>
                    <a:pt x="0" y="221"/>
                    <a:pt x="22" y="245"/>
                    <a:pt x="52" y="245"/>
                  </a:cubicBezTo>
                  <a:cubicBezTo>
                    <a:pt x="71" y="245"/>
                    <a:pt x="88" y="235"/>
                    <a:pt x="102" y="221"/>
                  </a:cubicBezTo>
                  <a:cubicBezTo>
                    <a:pt x="108" y="242"/>
                    <a:pt x="129" y="245"/>
                    <a:pt x="138" y="245"/>
                  </a:cubicBezTo>
                  <a:cubicBezTo>
                    <a:pt x="150" y="245"/>
                    <a:pt x="159" y="238"/>
                    <a:pt x="165" y="227"/>
                  </a:cubicBezTo>
                  <a:cubicBezTo>
                    <a:pt x="173" y="213"/>
                    <a:pt x="177" y="193"/>
                    <a:pt x="177" y="192"/>
                  </a:cubicBezTo>
                  <a:cubicBezTo>
                    <a:pt x="177" y="187"/>
                    <a:pt x="173" y="187"/>
                    <a:pt x="172" y="187"/>
                  </a:cubicBezTo>
                  <a:cubicBezTo>
                    <a:pt x="167" y="187"/>
                    <a:pt x="167" y="189"/>
                    <a:pt x="164" y="198"/>
                  </a:cubicBezTo>
                  <a:cubicBezTo>
                    <a:pt x="160" y="215"/>
                    <a:pt x="153" y="236"/>
                    <a:pt x="139" y="236"/>
                  </a:cubicBezTo>
                  <a:cubicBezTo>
                    <a:pt x="130" y="236"/>
                    <a:pt x="127" y="228"/>
                    <a:pt x="127" y="218"/>
                  </a:cubicBezTo>
                  <a:cubicBezTo>
                    <a:pt x="127" y="212"/>
                    <a:pt x="128" y="209"/>
                    <a:pt x="129" y="204"/>
                  </a:cubicBezTo>
                  <a:lnTo>
                    <a:pt x="177" y="10"/>
                  </a:lnTo>
                  <a:close/>
                  <a:moveTo>
                    <a:pt x="103" y="198"/>
                  </a:moveTo>
                  <a:cubicBezTo>
                    <a:pt x="101" y="208"/>
                    <a:pt x="93" y="215"/>
                    <a:pt x="85" y="222"/>
                  </a:cubicBezTo>
                  <a:cubicBezTo>
                    <a:pt x="82" y="224"/>
                    <a:pt x="68" y="236"/>
                    <a:pt x="53" y="236"/>
                  </a:cubicBezTo>
                  <a:cubicBezTo>
                    <a:pt x="40" y="236"/>
                    <a:pt x="28" y="226"/>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3"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3" name="Freeform 485"/>
            <p:cNvSpPr>
              <a:spLocks noEditPoints="1"/>
            </p:cNvSpPr>
            <p:nvPr>
              <p:custDataLst>
                <p:tags r:id="rId72"/>
              </p:custDataLst>
            </p:nvPr>
          </p:nvSpPr>
          <p:spPr bwMode="auto">
            <a:xfrm>
              <a:off x="7766050" y="2495550"/>
              <a:ext cx="80963" cy="33338"/>
            </a:xfrm>
            <a:custGeom>
              <a:avLst/>
              <a:gdLst>
                <a:gd name="T0" fmla="*/ 243 w 257"/>
                <a:gd name="T1" fmla="*/ 17 h 93"/>
                <a:gd name="T2" fmla="*/ 257 w 257"/>
                <a:gd name="T3" fmla="*/ 8 h 93"/>
                <a:gd name="T4" fmla="*/ 244 w 257"/>
                <a:gd name="T5" fmla="*/ 0 h 93"/>
                <a:gd name="T6" fmla="*/ 13 w 257"/>
                <a:gd name="T7" fmla="*/ 0 h 93"/>
                <a:gd name="T8" fmla="*/ 0 w 257"/>
                <a:gd name="T9" fmla="*/ 8 h 93"/>
                <a:gd name="T10" fmla="*/ 13 w 257"/>
                <a:gd name="T11" fmla="*/ 17 h 93"/>
                <a:gd name="T12" fmla="*/ 243 w 257"/>
                <a:gd name="T13" fmla="*/ 17 h 93"/>
                <a:gd name="T14" fmla="*/ 244 w 257"/>
                <a:gd name="T15" fmla="*/ 93 h 93"/>
                <a:gd name="T16" fmla="*/ 257 w 257"/>
                <a:gd name="T17" fmla="*/ 85 h 93"/>
                <a:gd name="T18" fmla="*/ 243 w 257"/>
                <a:gd name="T19" fmla="*/ 76 h 93"/>
                <a:gd name="T20" fmla="*/ 13 w 257"/>
                <a:gd name="T21" fmla="*/ 76 h 93"/>
                <a:gd name="T22" fmla="*/ 0 w 257"/>
                <a:gd name="T23" fmla="*/ 85 h 93"/>
                <a:gd name="T24" fmla="*/ 13 w 257"/>
                <a:gd name="T25" fmla="*/ 93 h 93"/>
                <a:gd name="T26" fmla="*/ 244 w 257"/>
                <a:gd name="T27"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93">
                  <a:moveTo>
                    <a:pt x="243" y="17"/>
                  </a:moveTo>
                  <a:cubicBezTo>
                    <a:pt x="249" y="17"/>
                    <a:pt x="257" y="17"/>
                    <a:pt x="257" y="8"/>
                  </a:cubicBezTo>
                  <a:cubicBezTo>
                    <a:pt x="257" y="0"/>
                    <a:pt x="248" y="0"/>
                    <a:pt x="244" y="0"/>
                  </a:cubicBezTo>
                  <a:lnTo>
                    <a:pt x="13" y="0"/>
                  </a:lnTo>
                  <a:cubicBezTo>
                    <a:pt x="9" y="0"/>
                    <a:pt x="0" y="0"/>
                    <a:pt x="0" y="8"/>
                  </a:cubicBezTo>
                  <a:cubicBezTo>
                    <a:pt x="0" y="17"/>
                    <a:pt x="8" y="17"/>
                    <a:pt x="13" y="17"/>
                  </a:cubicBezTo>
                  <a:lnTo>
                    <a:pt x="243" y="17"/>
                  </a:lnTo>
                  <a:close/>
                  <a:moveTo>
                    <a:pt x="244" y="93"/>
                  </a:moveTo>
                  <a:cubicBezTo>
                    <a:pt x="248" y="93"/>
                    <a:pt x="257" y="93"/>
                    <a:pt x="257" y="85"/>
                  </a:cubicBezTo>
                  <a:cubicBezTo>
                    <a:pt x="257" y="76"/>
                    <a:pt x="249" y="76"/>
                    <a:pt x="243" y="76"/>
                  </a:cubicBezTo>
                  <a:lnTo>
                    <a:pt x="13" y="76"/>
                  </a:lnTo>
                  <a:cubicBezTo>
                    <a:pt x="8" y="76"/>
                    <a:pt x="0" y="76"/>
                    <a:pt x="0" y="85"/>
                  </a:cubicBezTo>
                  <a:cubicBezTo>
                    <a:pt x="0" y="93"/>
                    <a:pt x="9" y="93"/>
                    <a:pt x="13" y="93"/>
                  </a:cubicBezTo>
                  <a:lnTo>
                    <a:pt x="244" y="9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4" name="Freeform 486"/>
            <p:cNvSpPr>
              <a:spLocks/>
            </p:cNvSpPr>
            <p:nvPr>
              <p:custDataLst>
                <p:tags r:id="rId73"/>
              </p:custDataLst>
            </p:nvPr>
          </p:nvSpPr>
          <p:spPr bwMode="auto">
            <a:xfrm>
              <a:off x="7866063" y="2460625"/>
              <a:ext cx="39688" cy="84138"/>
            </a:xfrm>
            <a:custGeom>
              <a:avLst/>
              <a:gdLst>
                <a:gd name="T0" fmla="*/ 78 w 126"/>
                <a:gd name="T1" fmla="*/ 10 h 232"/>
                <a:gd name="T2" fmla="*/ 68 w 126"/>
                <a:gd name="T3" fmla="*/ 0 h 232"/>
                <a:gd name="T4" fmla="*/ 0 w 126"/>
                <a:gd name="T5" fmla="*/ 23 h 232"/>
                <a:gd name="T6" fmla="*/ 0 w 126"/>
                <a:gd name="T7" fmla="*/ 35 h 232"/>
                <a:gd name="T8" fmla="*/ 50 w 126"/>
                <a:gd name="T9" fmla="*/ 25 h 232"/>
                <a:gd name="T10" fmla="*/ 50 w 126"/>
                <a:gd name="T11" fmla="*/ 203 h 232"/>
                <a:gd name="T12" fmla="*/ 15 w 126"/>
                <a:gd name="T13" fmla="*/ 219 h 232"/>
                <a:gd name="T14" fmla="*/ 2 w 126"/>
                <a:gd name="T15" fmla="*/ 219 h 232"/>
                <a:gd name="T16" fmla="*/ 2 w 126"/>
                <a:gd name="T17" fmla="*/ 232 h 232"/>
                <a:gd name="T18" fmla="*/ 64 w 126"/>
                <a:gd name="T19" fmla="*/ 230 h 232"/>
                <a:gd name="T20" fmla="*/ 126 w 126"/>
                <a:gd name="T21" fmla="*/ 232 h 232"/>
                <a:gd name="T22" fmla="*/ 126 w 126"/>
                <a:gd name="T23" fmla="*/ 219 h 232"/>
                <a:gd name="T24" fmla="*/ 113 w 126"/>
                <a:gd name="T25" fmla="*/ 219 h 232"/>
                <a:gd name="T26" fmla="*/ 78 w 126"/>
                <a:gd name="T27" fmla="*/ 203 h 232"/>
                <a:gd name="T28" fmla="*/ 78 w 126"/>
                <a:gd name="T29" fmla="*/ 1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6" h="232">
                  <a:moveTo>
                    <a:pt x="78" y="10"/>
                  </a:moveTo>
                  <a:cubicBezTo>
                    <a:pt x="78" y="1"/>
                    <a:pt x="78" y="0"/>
                    <a:pt x="68" y="0"/>
                  </a:cubicBezTo>
                  <a:cubicBezTo>
                    <a:pt x="46" y="22"/>
                    <a:pt x="14" y="23"/>
                    <a:pt x="0" y="23"/>
                  </a:cubicBezTo>
                  <a:lnTo>
                    <a:pt x="0" y="35"/>
                  </a:lnTo>
                  <a:cubicBezTo>
                    <a:pt x="8" y="35"/>
                    <a:pt x="31" y="35"/>
                    <a:pt x="50" y="25"/>
                  </a:cubicBezTo>
                  <a:lnTo>
                    <a:pt x="50" y="203"/>
                  </a:lnTo>
                  <a:cubicBezTo>
                    <a:pt x="50" y="215"/>
                    <a:pt x="50" y="219"/>
                    <a:pt x="15" y="219"/>
                  </a:cubicBezTo>
                  <a:lnTo>
                    <a:pt x="2" y="219"/>
                  </a:lnTo>
                  <a:lnTo>
                    <a:pt x="2" y="232"/>
                  </a:lnTo>
                  <a:cubicBezTo>
                    <a:pt x="8" y="232"/>
                    <a:pt x="51" y="230"/>
                    <a:pt x="64" y="230"/>
                  </a:cubicBezTo>
                  <a:cubicBezTo>
                    <a:pt x="75" y="230"/>
                    <a:pt x="119" y="232"/>
                    <a:pt x="126" y="232"/>
                  </a:cubicBezTo>
                  <a:lnTo>
                    <a:pt x="126" y="219"/>
                  </a:lnTo>
                  <a:lnTo>
                    <a:pt x="113" y="219"/>
                  </a:lnTo>
                  <a:cubicBezTo>
                    <a:pt x="78" y="219"/>
                    <a:pt x="78" y="215"/>
                    <a:pt x="78" y="203"/>
                  </a:cubicBezTo>
                  <a:lnTo>
                    <a:pt x="78"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5" name="Freeform 487"/>
            <p:cNvSpPr>
              <a:spLocks noEditPoints="1"/>
            </p:cNvSpPr>
            <p:nvPr>
              <p:custDataLst>
                <p:tags r:id="rId74"/>
              </p:custDataLst>
            </p:nvPr>
          </p:nvSpPr>
          <p:spPr bwMode="auto">
            <a:xfrm>
              <a:off x="7923213" y="2460625"/>
              <a:ext cx="50800" cy="85725"/>
            </a:xfrm>
            <a:custGeom>
              <a:avLst/>
              <a:gdLst>
                <a:gd name="T0" fmla="*/ 162 w 162"/>
                <a:gd name="T1" fmla="*/ 121 h 239"/>
                <a:gd name="T2" fmla="*/ 142 w 162"/>
                <a:gd name="T3" fmla="*/ 30 h 239"/>
                <a:gd name="T4" fmla="*/ 81 w 162"/>
                <a:gd name="T5" fmla="*/ 0 h 239"/>
                <a:gd name="T6" fmla="*/ 0 w 162"/>
                <a:gd name="T7" fmla="*/ 121 h 239"/>
                <a:gd name="T8" fmla="*/ 81 w 162"/>
                <a:gd name="T9" fmla="*/ 239 h 239"/>
                <a:gd name="T10" fmla="*/ 162 w 162"/>
                <a:gd name="T11" fmla="*/ 121 h 239"/>
                <a:gd name="T12" fmla="*/ 81 w 162"/>
                <a:gd name="T13" fmla="*/ 229 h 239"/>
                <a:gd name="T14" fmla="*/ 37 w 162"/>
                <a:gd name="T15" fmla="*/ 191 h 239"/>
                <a:gd name="T16" fmla="*/ 32 w 162"/>
                <a:gd name="T17" fmla="*/ 116 h 239"/>
                <a:gd name="T18" fmla="*/ 37 w 162"/>
                <a:gd name="T19" fmla="*/ 45 h 239"/>
                <a:gd name="T20" fmla="*/ 81 w 162"/>
                <a:gd name="T21" fmla="*/ 10 h 239"/>
                <a:gd name="T22" fmla="*/ 125 w 162"/>
                <a:gd name="T23" fmla="*/ 42 h 239"/>
                <a:gd name="T24" fmla="*/ 130 w 162"/>
                <a:gd name="T25" fmla="*/ 116 h 239"/>
                <a:gd name="T26" fmla="*/ 126 w 162"/>
                <a:gd name="T27" fmla="*/ 190 h 239"/>
                <a:gd name="T28" fmla="*/ 81 w 162"/>
                <a:gd name="T29" fmla="*/ 229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2" h="239">
                  <a:moveTo>
                    <a:pt x="162" y="121"/>
                  </a:moveTo>
                  <a:cubicBezTo>
                    <a:pt x="162" y="82"/>
                    <a:pt x="158" y="55"/>
                    <a:pt x="142" y="30"/>
                  </a:cubicBezTo>
                  <a:cubicBezTo>
                    <a:pt x="131" y="14"/>
                    <a:pt x="109" y="0"/>
                    <a:pt x="81" y="0"/>
                  </a:cubicBezTo>
                  <a:cubicBezTo>
                    <a:pt x="0" y="0"/>
                    <a:pt x="0" y="95"/>
                    <a:pt x="0" y="121"/>
                  </a:cubicBezTo>
                  <a:cubicBezTo>
                    <a:pt x="0" y="146"/>
                    <a:pt x="0" y="239"/>
                    <a:pt x="81" y="239"/>
                  </a:cubicBezTo>
                  <a:cubicBezTo>
                    <a:pt x="162" y="239"/>
                    <a:pt x="162" y="146"/>
                    <a:pt x="162" y="121"/>
                  </a:cubicBezTo>
                  <a:close/>
                  <a:moveTo>
                    <a:pt x="81" y="229"/>
                  </a:moveTo>
                  <a:cubicBezTo>
                    <a:pt x="65" y="229"/>
                    <a:pt x="44" y="220"/>
                    <a:pt x="37" y="191"/>
                  </a:cubicBezTo>
                  <a:cubicBezTo>
                    <a:pt x="32" y="170"/>
                    <a:pt x="32" y="142"/>
                    <a:pt x="32" y="116"/>
                  </a:cubicBezTo>
                  <a:cubicBezTo>
                    <a:pt x="32" y="91"/>
                    <a:pt x="32" y="64"/>
                    <a:pt x="37" y="45"/>
                  </a:cubicBezTo>
                  <a:cubicBezTo>
                    <a:pt x="45" y="17"/>
                    <a:pt x="67" y="10"/>
                    <a:pt x="81" y="10"/>
                  </a:cubicBezTo>
                  <a:cubicBezTo>
                    <a:pt x="100" y="10"/>
                    <a:pt x="118" y="21"/>
                    <a:pt x="125" y="42"/>
                  </a:cubicBezTo>
                  <a:cubicBezTo>
                    <a:pt x="130" y="61"/>
                    <a:pt x="130" y="86"/>
                    <a:pt x="130" y="116"/>
                  </a:cubicBezTo>
                  <a:cubicBezTo>
                    <a:pt x="130" y="142"/>
                    <a:pt x="130" y="168"/>
                    <a:pt x="126" y="190"/>
                  </a:cubicBezTo>
                  <a:cubicBezTo>
                    <a:pt x="119" y="221"/>
                    <a:pt x="95" y="229"/>
                    <a:pt x="81" y="22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6" name="Freeform 488"/>
            <p:cNvSpPr>
              <a:spLocks/>
            </p:cNvSpPr>
            <p:nvPr>
              <p:custDataLst>
                <p:tags r:id="rId75"/>
              </p:custDataLst>
            </p:nvPr>
          </p:nvSpPr>
          <p:spPr bwMode="auto">
            <a:xfrm>
              <a:off x="7986713" y="2460625"/>
              <a:ext cx="49213" cy="85725"/>
            </a:xfrm>
            <a:custGeom>
              <a:avLst/>
              <a:gdLst>
                <a:gd name="T0" fmla="*/ 76 w 160"/>
                <a:gd name="T1" fmla="*/ 115 h 239"/>
                <a:gd name="T2" fmla="*/ 123 w 160"/>
                <a:gd name="T3" fmla="*/ 172 h 239"/>
                <a:gd name="T4" fmla="*/ 77 w 160"/>
                <a:gd name="T5" fmla="*/ 228 h 239"/>
                <a:gd name="T6" fmla="*/ 18 w 160"/>
                <a:gd name="T7" fmla="*/ 203 h 239"/>
                <a:gd name="T8" fmla="*/ 38 w 160"/>
                <a:gd name="T9" fmla="*/ 184 h 239"/>
                <a:gd name="T10" fmla="*/ 19 w 160"/>
                <a:gd name="T11" fmla="*/ 165 h 239"/>
                <a:gd name="T12" fmla="*/ 0 w 160"/>
                <a:gd name="T13" fmla="*/ 185 h 239"/>
                <a:gd name="T14" fmla="*/ 78 w 160"/>
                <a:gd name="T15" fmla="*/ 239 h 239"/>
                <a:gd name="T16" fmla="*/ 160 w 160"/>
                <a:gd name="T17" fmla="*/ 172 h 239"/>
                <a:gd name="T18" fmla="*/ 99 w 160"/>
                <a:gd name="T19" fmla="*/ 109 h 239"/>
                <a:gd name="T20" fmla="*/ 149 w 160"/>
                <a:gd name="T21" fmla="*/ 48 h 239"/>
                <a:gd name="T22" fmla="*/ 79 w 160"/>
                <a:gd name="T23" fmla="*/ 0 h 239"/>
                <a:gd name="T24" fmla="*/ 10 w 160"/>
                <a:gd name="T25" fmla="*/ 47 h 239"/>
                <a:gd name="T26" fmla="*/ 29 w 160"/>
                <a:gd name="T27" fmla="*/ 65 h 239"/>
                <a:gd name="T28" fmla="*/ 46 w 160"/>
                <a:gd name="T29" fmla="*/ 48 h 239"/>
                <a:gd name="T30" fmla="*/ 29 w 160"/>
                <a:gd name="T31" fmla="*/ 29 h 239"/>
                <a:gd name="T32" fmla="*/ 78 w 160"/>
                <a:gd name="T33" fmla="*/ 10 h 239"/>
                <a:gd name="T34" fmla="*/ 115 w 160"/>
                <a:gd name="T35" fmla="*/ 48 h 239"/>
                <a:gd name="T36" fmla="*/ 101 w 160"/>
                <a:gd name="T37" fmla="*/ 90 h 239"/>
                <a:gd name="T38" fmla="*/ 63 w 160"/>
                <a:gd name="T39" fmla="*/ 105 h 239"/>
                <a:gd name="T40" fmla="*/ 52 w 160"/>
                <a:gd name="T41" fmla="*/ 106 h 239"/>
                <a:gd name="T42" fmla="*/ 48 w 160"/>
                <a:gd name="T43" fmla="*/ 110 h 239"/>
                <a:gd name="T44" fmla="*/ 57 w 160"/>
                <a:gd name="T45" fmla="*/ 115 h 239"/>
                <a:gd name="T46" fmla="*/ 76 w 160"/>
                <a:gd name="T47" fmla="*/ 11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239">
                  <a:moveTo>
                    <a:pt x="76" y="115"/>
                  </a:moveTo>
                  <a:cubicBezTo>
                    <a:pt x="103" y="115"/>
                    <a:pt x="123" y="134"/>
                    <a:pt x="123" y="172"/>
                  </a:cubicBezTo>
                  <a:cubicBezTo>
                    <a:pt x="123" y="215"/>
                    <a:pt x="98" y="228"/>
                    <a:pt x="77" y="228"/>
                  </a:cubicBezTo>
                  <a:cubicBezTo>
                    <a:pt x="63" y="228"/>
                    <a:pt x="33" y="224"/>
                    <a:pt x="18" y="203"/>
                  </a:cubicBezTo>
                  <a:cubicBezTo>
                    <a:pt x="35" y="203"/>
                    <a:pt x="38" y="191"/>
                    <a:pt x="38" y="184"/>
                  </a:cubicBezTo>
                  <a:cubicBezTo>
                    <a:pt x="38" y="173"/>
                    <a:pt x="30" y="165"/>
                    <a:pt x="19" y="165"/>
                  </a:cubicBezTo>
                  <a:cubicBezTo>
                    <a:pt x="9" y="165"/>
                    <a:pt x="0" y="170"/>
                    <a:pt x="0" y="185"/>
                  </a:cubicBezTo>
                  <a:cubicBezTo>
                    <a:pt x="0" y="218"/>
                    <a:pt x="36" y="239"/>
                    <a:pt x="78" y="239"/>
                  </a:cubicBezTo>
                  <a:cubicBezTo>
                    <a:pt x="127" y="239"/>
                    <a:pt x="160" y="206"/>
                    <a:pt x="160" y="172"/>
                  </a:cubicBezTo>
                  <a:cubicBezTo>
                    <a:pt x="160" y="144"/>
                    <a:pt x="138" y="117"/>
                    <a:pt x="99" y="109"/>
                  </a:cubicBezTo>
                  <a:cubicBezTo>
                    <a:pt x="136" y="96"/>
                    <a:pt x="149" y="70"/>
                    <a:pt x="149" y="48"/>
                  </a:cubicBezTo>
                  <a:cubicBezTo>
                    <a:pt x="149" y="21"/>
                    <a:pt x="118" y="0"/>
                    <a:pt x="79" y="0"/>
                  </a:cubicBezTo>
                  <a:cubicBezTo>
                    <a:pt x="40" y="0"/>
                    <a:pt x="10" y="19"/>
                    <a:pt x="10" y="47"/>
                  </a:cubicBezTo>
                  <a:cubicBezTo>
                    <a:pt x="10" y="59"/>
                    <a:pt x="18" y="65"/>
                    <a:pt x="29" y="65"/>
                  </a:cubicBezTo>
                  <a:cubicBezTo>
                    <a:pt x="39" y="65"/>
                    <a:pt x="46" y="57"/>
                    <a:pt x="46" y="48"/>
                  </a:cubicBezTo>
                  <a:cubicBezTo>
                    <a:pt x="46" y="38"/>
                    <a:pt x="39" y="30"/>
                    <a:pt x="29" y="29"/>
                  </a:cubicBezTo>
                  <a:cubicBezTo>
                    <a:pt x="41" y="14"/>
                    <a:pt x="65" y="10"/>
                    <a:pt x="78" y="10"/>
                  </a:cubicBezTo>
                  <a:cubicBezTo>
                    <a:pt x="93" y="10"/>
                    <a:pt x="115" y="18"/>
                    <a:pt x="115" y="48"/>
                  </a:cubicBezTo>
                  <a:cubicBezTo>
                    <a:pt x="115" y="63"/>
                    <a:pt x="111" y="79"/>
                    <a:pt x="101" y="90"/>
                  </a:cubicBezTo>
                  <a:cubicBezTo>
                    <a:pt x="90" y="103"/>
                    <a:pt x="80" y="104"/>
                    <a:pt x="63" y="105"/>
                  </a:cubicBezTo>
                  <a:cubicBezTo>
                    <a:pt x="54" y="106"/>
                    <a:pt x="53" y="106"/>
                    <a:pt x="52" y="106"/>
                  </a:cubicBezTo>
                  <a:cubicBezTo>
                    <a:pt x="51" y="106"/>
                    <a:pt x="48" y="107"/>
                    <a:pt x="48" y="110"/>
                  </a:cubicBezTo>
                  <a:cubicBezTo>
                    <a:pt x="48" y="115"/>
                    <a:pt x="51" y="115"/>
                    <a:pt x="57" y="115"/>
                  </a:cubicBezTo>
                  <a:lnTo>
                    <a:pt x="76" y="11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7" name="Freeform 489"/>
            <p:cNvSpPr>
              <a:spLocks/>
            </p:cNvSpPr>
            <p:nvPr>
              <p:custDataLst>
                <p:tags r:id="rId76"/>
              </p:custDataLst>
            </p:nvPr>
          </p:nvSpPr>
          <p:spPr bwMode="auto">
            <a:xfrm>
              <a:off x="8066088" y="2381250"/>
              <a:ext cx="36513" cy="180975"/>
            </a:xfrm>
            <a:custGeom>
              <a:avLst/>
              <a:gdLst>
                <a:gd name="T0" fmla="*/ 115 w 115"/>
                <a:gd name="T1" fmla="*/ 494 h 499"/>
                <a:gd name="T2" fmla="*/ 107 w 115"/>
                <a:gd name="T3" fmla="*/ 483 h 499"/>
                <a:gd name="T4" fmla="*/ 28 w 115"/>
                <a:gd name="T5" fmla="*/ 249 h 499"/>
                <a:gd name="T6" fmla="*/ 109 w 115"/>
                <a:gd name="T7" fmla="*/ 13 h 499"/>
                <a:gd name="T8" fmla="*/ 115 w 115"/>
                <a:gd name="T9" fmla="*/ 5 h 499"/>
                <a:gd name="T10" fmla="*/ 110 w 115"/>
                <a:gd name="T11" fmla="*/ 0 h 499"/>
                <a:gd name="T12" fmla="*/ 31 w 115"/>
                <a:gd name="T13" fmla="*/ 97 h 499"/>
                <a:gd name="T14" fmla="*/ 0 w 115"/>
                <a:gd name="T15" fmla="*/ 249 h 499"/>
                <a:gd name="T16" fmla="*/ 32 w 115"/>
                <a:gd name="T17" fmla="*/ 405 h 499"/>
                <a:gd name="T18" fmla="*/ 110 w 115"/>
                <a:gd name="T19" fmla="*/ 499 h 499"/>
                <a:gd name="T20" fmla="*/ 115 w 115"/>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494"/>
                  </a:moveTo>
                  <a:cubicBezTo>
                    <a:pt x="115" y="492"/>
                    <a:pt x="115" y="491"/>
                    <a:pt x="107" y="483"/>
                  </a:cubicBezTo>
                  <a:cubicBezTo>
                    <a:pt x="44" y="420"/>
                    <a:pt x="28" y="326"/>
                    <a:pt x="28" y="249"/>
                  </a:cubicBezTo>
                  <a:cubicBezTo>
                    <a:pt x="28" y="163"/>
                    <a:pt x="47" y="76"/>
                    <a:pt x="109" y="13"/>
                  </a:cubicBezTo>
                  <a:cubicBezTo>
                    <a:pt x="115" y="7"/>
                    <a:pt x="115" y="6"/>
                    <a:pt x="115" y="5"/>
                  </a:cubicBezTo>
                  <a:cubicBezTo>
                    <a:pt x="115" y="1"/>
                    <a:pt x="113" y="0"/>
                    <a:pt x="110" y="0"/>
                  </a:cubicBezTo>
                  <a:cubicBezTo>
                    <a:pt x="105" y="0"/>
                    <a:pt x="60" y="34"/>
                    <a:pt x="31" y="97"/>
                  </a:cubicBezTo>
                  <a:cubicBezTo>
                    <a:pt x="6" y="152"/>
                    <a:pt x="0" y="208"/>
                    <a:pt x="0" y="249"/>
                  </a:cubicBezTo>
                  <a:cubicBezTo>
                    <a:pt x="0" y="288"/>
                    <a:pt x="5" y="349"/>
                    <a:pt x="32" y="405"/>
                  </a:cubicBezTo>
                  <a:cubicBezTo>
                    <a:pt x="62" y="466"/>
                    <a:pt x="105" y="499"/>
                    <a:pt x="110" y="499"/>
                  </a:cubicBezTo>
                  <a:cubicBezTo>
                    <a:pt x="113" y="499"/>
                    <a:pt x="115" y="497"/>
                    <a:pt x="115"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8" name="Freeform 490"/>
            <p:cNvSpPr>
              <a:spLocks/>
            </p:cNvSpPr>
            <p:nvPr>
              <p:custDataLst>
                <p:tags r:id="rId77"/>
              </p:custDataLst>
            </p:nvPr>
          </p:nvSpPr>
          <p:spPr bwMode="auto">
            <a:xfrm>
              <a:off x="8115300" y="2436813"/>
              <a:ext cx="65088" cy="82550"/>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6 h 226"/>
                <a:gd name="T34" fmla="*/ 6 w 203"/>
                <a:gd name="T35" fmla="*/ 81 h 226"/>
                <a:gd name="T36" fmla="*/ 15 w 203"/>
                <a:gd name="T37" fmla="*/ 70 h 226"/>
                <a:gd name="T38" fmla="*/ 51 w 203"/>
                <a:gd name="T39" fmla="*/ 11 h 226"/>
                <a:gd name="T40" fmla="*/ 67 w 203"/>
                <a:gd name="T41" fmla="*/ 34 h 226"/>
                <a:gd name="T42" fmla="*/ 59 w 203"/>
                <a:gd name="T43" fmla="*/ 75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6"/>
                    <a:pt x="91" y="81"/>
                    <a:pt x="94" y="68"/>
                  </a:cubicBezTo>
                  <a:cubicBezTo>
                    <a:pt x="96" y="62"/>
                    <a:pt x="110" y="38"/>
                    <a:pt x="122" y="27"/>
                  </a:cubicBezTo>
                  <a:cubicBezTo>
                    <a:pt x="126" y="24"/>
                    <a:pt x="140"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30" y="0"/>
                    <a:pt x="108" y="24"/>
                    <a:pt x="98" y="38"/>
                  </a:cubicBezTo>
                  <a:cubicBezTo>
                    <a:pt x="94" y="16"/>
                    <a:pt x="76" y="0"/>
                    <a:pt x="53" y="0"/>
                  </a:cubicBezTo>
                  <a:cubicBezTo>
                    <a:pt x="30" y="0"/>
                    <a:pt x="20" y="19"/>
                    <a:pt x="16" y="28"/>
                  </a:cubicBezTo>
                  <a:cubicBezTo>
                    <a:pt x="7" y="45"/>
                    <a:pt x="0" y="75"/>
                    <a:pt x="0" y="76"/>
                  </a:cubicBezTo>
                  <a:cubicBezTo>
                    <a:pt x="0" y="81"/>
                    <a:pt x="5" y="81"/>
                    <a:pt x="6" y="81"/>
                  </a:cubicBezTo>
                  <a:cubicBezTo>
                    <a:pt x="11" y="81"/>
                    <a:pt x="12" y="81"/>
                    <a:pt x="15" y="70"/>
                  </a:cubicBezTo>
                  <a:cubicBezTo>
                    <a:pt x="23" y="35"/>
                    <a:pt x="33" y="11"/>
                    <a:pt x="51" y="11"/>
                  </a:cubicBezTo>
                  <a:cubicBezTo>
                    <a:pt x="60" y="11"/>
                    <a:pt x="67" y="15"/>
                    <a:pt x="67" y="34"/>
                  </a:cubicBezTo>
                  <a:cubicBezTo>
                    <a:pt x="67" y="44"/>
                    <a:pt x="65" y="50"/>
                    <a:pt x="59" y="75"/>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9" name="Freeform 491"/>
            <p:cNvSpPr>
              <a:spLocks noEditPoints="1"/>
            </p:cNvSpPr>
            <p:nvPr>
              <p:custDataLst>
                <p:tags r:id="rId78"/>
              </p:custDataLst>
            </p:nvPr>
          </p:nvSpPr>
          <p:spPr bwMode="auto">
            <a:xfrm>
              <a:off x="8194675" y="2436813"/>
              <a:ext cx="60325" cy="82550"/>
            </a:xfrm>
            <a:custGeom>
              <a:avLst/>
              <a:gdLst>
                <a:gd name="T0" fmla="*/ 70 w 191"/>
                <a:gd name="T1" fmla="*/ 105 h 226"/>
                <a:gd name="T2" fmla="*/ 146 w 191"/>
                <a:gd name="T3" fmla="*/ 93 h 226"/>
                <a:gd name="T4" fmla="*/ 184 w 191"/>
                <a:gd name="T5" fmla="*/ 42 h 226"/>
                <a:gd name="T6" fmla="*/ 130 w 191"/>
                <a:gd name="T7" fmla="*/ 0 h 226"/>
                <a:gd name="T8" fmla="*/ 0 w 191"/>
                <a:gd name="T9" fmla="*/ 135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5 w 191"/>
                <a:gd name="T21" fmla="*/ 157 h 226"/>
                <a:gd name="T22" fmla="*/ 43 w 191"/>
                <a:gd name="T23" fmla="*/ 105 h 226"/>
                <a:gd name="T24" fmla="*/ 70 w 191"/>
                <a:gd name="T25" fmla="*/ 105 h 226"/>
                <a:gd name="T26" fmla="*/ 46 w 191"/>
                <a:gd name="T27" fmla="*/ 94 h 226"/>
                <a:gd name="T28" fmla="*/ 130 w 191"/>
                <a:gd name="T29" fmla="*/ 11 h 226"/>
                <a:gd name="T30" fmla="*/ 167 w 191"/>
                <a:gd name="T31" fmla="*/ 42 h 226"/>
                <a:gd name="T32" fmla="*/ 67 w 191"/>
                <a:gd name="T33" fmla="*/ 94 h 226"/>
                <a:gd name="T34" fmla="*/ 46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4" y="105"/>
                    <a:pt x="121" y="104"/>
                    <a:pt x="146" y="93"/>
                  </a:cubicBezTo>
                  <a:cubicBezTo>
                    <a:pt x="181" y="78"/>
                    <a:pt x="184" y="49"/>
                    <a:pt x="184" y="42"/>
                  </a:cubicBezTo>
                  <a:cubicBezTo>
                    <a:pt x="184" y="20"/>
                    <a:pt x="165" y="0"/>
                    <a:pt x="130" y="0"/>
                  </a:cubicBezTo>
                  <a:cubicBezTo>
                    <a:pt x="75" y="0"/>
                    <a:pt x="0" y="48"/>
                    <a:pt x="0" y="135"/>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39" y="215"/>
                    <a:pt x="85" y="215"/>
                    <a:pt x="79" y="215"/>
                  </a:cubicBezTo>
                  <a:cubicBezTo>
                    <a:pt x="40" y="215"/>
                    <a:pt x="35" y="173"/>
                    <a:pt x="35" y="157"/>
                  </a:cubicBezTo>
                  <a:cubicBezTo>
                    <a:pt x="35" y="151"/>
                    <a:pt x="36" y="135"/>
                    <a:pt x="43" y="105"/>
                  </a:cubicBezTo>
                  <a:lnTo>
                    <a:pt x="70" y="105"/>
                  </a:lnTo>
                  <a:close/>
                  <a:moveTo>
                    <a:pt x="46" y="94"/>
                  </a:moveTo>
                  <a:cubicBezTo>
                    <a:pt x="66" y="18"/>
                    <a:pt x="117" y="11"/>
                    <a:pt x="130" y="11"/>
                  </a:cubicBezTo>
                  <a:cubicBezTo>
                    <a:pt x="154" y="11"/>
                    <a:pt x="167" y="25"/>
                    <a:pt x="167" y="42"/>
                  </a:cubicBezTo>
                  <a:cubicBezTo>
                    <a:pt x="167" y="94"/>
                    <a:pt x="87" y="94"/>
                    <a:pt x="67" y="94"/>
                  </a:cubicBezTo>
                  <a:lnTo>
                    <a:pt x="46"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0" name="Freeform 492"/>
            <p:cNvSpPr>
              <a:spLocks/>
            </p:cNvSpPr>
            <p:nvPr>
              <p:custDataLst>
                <p:tags r:id="rId79"/>
              </p:custDataLst>
            </p:nvPr>
          </p:nvSpPr>
          <p:spPr bwMode="auto">
            <a:xfrm>
              <a:off x="8266113" y="2436813"/>
              <a:ext cx="66675" cy="82550"/>
            </a:xfrm>
            <a:custGeom>
              <a:avLst/>
              <a:gdLst>
                <a:gd name="T0" fmla="*/ 45 w 211"/>
                <a:gd name="T1" fmla="*/ 179 h 226"/>
                <a:gd name="T2" fmla="*/ 104 w 211"/>
                <a:gd name="T3" fmla="*/ 122 h 226"/>
                <a:gd name="T4" fmla="*/ 153 w 211"/>
                <a:gd name="T5" fmla="*/ 77 h 226"/>
                <a:gd name="T6" fmla="*/ 211 w 211"/>
                <a:gd name="T7" fmla="*/ 5 h 226"/>
                <a:gd name="T8" fmla="*/ 206 w 211"/>
                <a:gd name="T9" fmla="*/ 0 h 226"/>
                <a:gd name="T10" fmla="*/ 198 w 211"/>
                <a:gd name="T11" fmla="*/ 5 h 226"/>
                <a:gd name="T12" fmla="*/ 161 w 211"/>
                <a:gd name="T13" fmla="*/ 37 h 226"/>
                <a:gd name="T14" fmla="*/ 136 w 211"/>
                <a:gd name="T15" fmla="*/ 21 h 226"/>
                <a:gd name="T16" fmla="*/ 101 w 211"/>
                <a:gd name="T17" fmla="*/ 0 h 226"/>
                <a:gd name="T18" fmla="*/ 41 w 211"/>
                <a:gd name="T19" fmla="*/ 57 h 226"/>
                <a:gd name="T20" fmla="*/ 47 w 211"/>
                <a:gd name="T21" fmla="*/ 62 h 226"/>
                <a:gd name="T22" fmla="*/ 53 w 211"/>
                <a:gd name="T23" fmla="*/ 57 h 226"/>
                <a:gd name="T24" fmla="*/ 96 w 211"/>
                <a:gd name="T25" fmla="*/ 33 h 226"/>
                <a:gd name="T26" fmla="*/ 127 w 211"/>
                <a:gd name="T27" fmla="*/ 41 h 226"/>
                <a:gd name="T28" fmla="*/ 166 w 211"/>
                <a:gd name="T29" fmla="*/ 48 h 226"/>
                <a:gd name="T30" fmla="*/ 96 w 211"/>
                <a:gd name="T31" fmla="*/ 113 h 226"/>
                <a:gd name="T32" fmla="*/ 51 w 211"/>
                <a:gd name="T33" fmla="*/ 155 h 226"/>
                <a:gd name="T34" fmla="*/ 0 w 211"/>
                <a:gd name="T35" fmla="*/ 221 h 226"/>
                <a:gd name="T36" fmla="*/ 6 w 211"/>
                <a:gd name="T37" fmla="*/ 226 h 226"/>
                <a:gd name="T38" fmla="*/ 14 w 211"/>
                <a:gd name="T39" fmla="*/ 219 h 226"/>
                <a:gd name="T40" fmla="*/ 56 w 211"/>
                <a:gd name="T41" fmla="*/ 188 h 226"/>
                <a:gd name="T42" fmla="*/ 85 w 211"/>
                <a:gd name="T43" fmla="*/ 207 h 226"/>
                <a:gd name="T44" fmla="*/ 117 w 211"/>
                <a:gd name="T45" fmla="*/ 226 h 226"/>
                <a:gd name="T46" fmla="*/ 196 w 211"/>
                <a:gd name="T47" fmla="*/ 149 h 226"/>
                <a:gd name="T48" fmla="*/ 190 w 211"/>
                <a:gd name="T49" fmla="*/ 144 h 226"/>
                <a:gd name="T50" fmla="*/ 183 w 211"/>
                <a:gd name="T51" fmla="*/ 150 h 226"/>
                <a:gd name="T52" fmla="*/ 123 w 211"/>
                <a:gd name="T53" fmla="*/ 192 h 226"/>
                <a:gd name="T54" fmla="*/ 93 w 211"/>
                <a:gd name="T55" fmla="*/ 186 h 226"/>
                <a:gd name="T56" fmla="*/ 58 w 211"/>
                <a:gd name="T57" fmla="*/ 177 h 226"/>
                <a:gd name="T58" fmla="*/ 45 w 211"/>
                <a:gd name="T59" fmla="*/ 17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1" h="226">
                  <a:moveTo>
                    <a:pt x="45" y="179"/>
                  </a:moveTo>
                  <a:cubicBezTo>
                    <a:pt x="72" y="150"/>
                    <a:pt x="86" y="137"/>
                    <a:pt x="104" y="122"/>
                  </a:cubicBezTo>
                  <a:cubicBezTo>
                    <a:pt x="104" y="121"/>
                    <a:pt x="135" y="95"/>
                    <a:pt x="153" y="77"/>
                  </a:cubicBezTo>
                  <a:cubicBezTo>
                    <a:pt x="200" y="31"/>
                    <a:pt x="211" y="7"/>
                    <a:pt x="211" y="5"/>
                  </a:cubicBezTo>
                  <a:cubicBezTo>
                    <a:pt x="211" y="0"/>
                    <a:pt x="207" y="0"/>
                    <a:pt x="206" y="0"/>
                  </a:cubicBezTo>
                  <a:cubicBezTo>
                    <a:pt x="202" y="0"/>
                    <a:pt x="201" y="1"/>
                    <a:pt x="198" y="5"/>
                  </a:cubicBezTo>
                  <a:cubicBezTo>
                    <a:pt x="184" y="29"/>
                    <a:pt x="173" y="37"/>
                    <a:pt x="161" y="37"/>
                  </a:cubicBezTo>
                  <a:cubicBezTo>
                    <a:pt x="149" y="37"/>
                    <a:pt x="143" y="30"/>
                    <a:pt x="136" y="21"/>
                  </a:cubicBezTo>
                  <a:cubicBezTo>
                    <a:pt x="126" y="10"/>
                    <a:pt x="118" y="0"/>
                    <a:pt x="101" y="0"/>
                  </a:cubicBezTo>
                  <a:cubicBezTo>
                    <a:pt x="64" y="0"/>
                    <a:pt x="41" y="46"/>
                    <a:pt x="41" y="57"/>
                  </a:cubicBezTo>
                  <a:cubicBezTo>
                    <a:pt x="41" y="59"/>
                    <a:pt x="42" y="62"/>
                    <a:pt x="47" y="62"/>
                  </a:cubicBezTo>
                  <a:cubicBezTo>
                    <a:pt x="51" y="62"/>
                    <a:pt x="52" y="60"/>
                    <a:pt x="53" y="57"/>
                  </a:cubicBezTo>
                  <a:cubicBezTo>
                    <a:pt x="63" y="34"/>
                    <a:pt x="92" y="33"/>
                    <a:pt x="96" y="33"/>
                  </a:cubicBezTo>
                  <a:cubicBezTo>
                    <a:pt x="106" y="33"/>
                    <a:pt x="116" y="37"/>
                    <a:pt x="127" y="41"/>
                  </a:cubicBezTo>
                  <a:cubicBezTo>
                    <a:pt x="147" y="48"/>
                    <a:pt x="153" y="48"/>
                    <a:pt x="166" y="48"/>
                  </a:cubicBezTo>
                  <a:cubicBezTo>
                    <a:pt x="148" y="69"/>
                    <a:pt x="106" y="105"/>
                    <a:pt x="96" y="113"/>
                  </a:cubicBezTo>
                  <a:lnTo>
                    <a:pt x="51" y="155"/>
                  </a:lnTo>
                  <a:cubicBezTo>
                    <a:pt x="17" y="189"/>
                    <a:pt x="0" y="217"/>
                    <a:pt x="0" y="221"/>
                  </a:cubicBezTo>
                  <a:cubicBezTo>
                    <a:pt x="0" y="226"/>
                    <a:pt x="5" y="226"/>
                    <a:pt x="6" y="226"/>
                  </a:cubicBezTo>
                  <a:cubicBezTo>
                    <a:pt x="10" y="226"/>
                    <a:pt x="11" y="225"/>
                    <a:pt x="14" y="219"/>
                  </a:cubicBezTo>
                  <a:cubicBezTo>
                    <a:pt x="25" y="202"/>
                    <a:pt x="40" y="188"/>
                    <a:pt x="56" y="188"/>
                  </a:cubicBezTo>
                  <a:cubicBezTo>
                    <a:pt x="68" y="188"/>
                    <a:pt x="73" y="193"/>
                    <a:pt x="85" y="207"/>
                  </a:cubicBezTo>
                  <a:cubicBezTo>
                    <a:pt x="94" y="218"/>
                    <a:pt x="103" y="226"/>
                    <a:pt x="117" y="226"/>
                  </a:cubicBezTo>
                  <a:cubicBezTo>
                    <a:pt x="167" y="226"/>
                    <a:pt x="196" y="162"/>
                    <a:pt x="196" y="149"/>
                  </a:cubicBezTo>
                  <a:cubicBezTo>
                    <a:pt x="196" y="146"/>
                    <a:pt x="194" y="144"/>
                    <a:pt x="190" y="144"/>
                  </a:cubicBezTo>
                  <a:cubicBezTo>
                    <a:pt x="185" y="144"/>
                    <a:pt x="184" y="147"/>
                    <a:pt x="183" y="150"/>
                  </a:cubicBezTo>
                  <a:cubicBezTo>
                    <a:pt x="171" y="183"/>
                    <a:pt x="139" y="192"/>
                    <a:pt x="123" y="192"/>
                  </a:cubicBezTo>
                  <a:cubicBezTo>
                    <a:pt x="113" y="192"/>
                    <a:pt x="104" y="189"/>
                    <a:pt x="93" y="186"/>
                  </a:cubicBezTo>
                  <a:cubicBezTo>
                    <a:pt x="76" y="179"/>
                    <a:pt x="69" y="177"/>
                    <a:pt x="58" y="177"/>
                  </a:cubicBezTo>
                  <a:cubicBezTo>
                    <a:pt x="57" y="177"/>
                    <a:pt x="49" y="177"/>
                    <a:pt x="45" y="17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1" name="Freeform 493"/>
            <p:cNvSpPr>
              <a:spLocks noEditPoints="1"/>
            </p:cNvSpPr>
            <p:nvPr>
              <p:custDataLst>
                <p:tags r:id="rId80"/>
              </p:custDataLst>
            </p:nvPr>
          </p:nvSpPr>
          <p:spPr bwMode="auto">
            <a:xfrm>
              <a:off x="8347075" y="2436813"/>
              <a:ext cx="60325" cy="82550"/>
            </a:xfrm>
            <a:custGeom>
              <a:avLst/>
              <a:gdLst>
                <a:gd name="T0" fmla="*/ 70 w 192"/>
                <a:gd name="T1" fmla="*/ 105 h 226"/>
                <a:gd name="T2" fmla="*/ 147 w 192"/>
                <a:gd name="T3" fmla="*/ 93 h 226"/>
                <a:gd name="T4" fmla="*/ 184 w 192"/>
                <a:gd name="T5" fmla="*/ 42 h 226"/>
                <a:gd name="T6" fmla="*/ 131 w 192"/>
                <a:gd name="T7" fmla="*/ 0 h 226"/>
                <a:gd name="T8" fmla="*/ 0 w 192"/>
                <a:gd name="T9" fmla="*/ 135 h 226"/>
                <a:gd name="T10" fmla="*/ 78 w 192"/>
                <a:gd name="T11" fmla="*/ 226 h 226"/>
                <a:gd name="T12" fmla="*/ 192 w 192"/>
                <a:gd name="T13" fmla="*/ 167 h 226"/>
                <a:gd name="T14" fmla="*/ 186 w 192"/>
                <a:gd name="T15" fmla="*/ 160 h 226"/>
                <a:gd name="T16" fmla="*/ 179 w 192"/>
                <a:gd name="T17" fmla="*/ 165 h 226"/>
                <a:gd name="T18" fmla="*/ 79 w 192"/>
                <a:gd name="T19" fmla="*/ 215 h 226"/>
                <a:gd name="T20" fmla="*/ 36 w 192"/>
                <a:gd name="T21" fmla="*/ 157 h 226"/>
                <a:gd name="T22" fmla="*/ 44 w 192"/>
                <a:gd name="T23" fmla="*/ 105 h 226"/>
                <a:gd name="T24" fmla="*/ 70 w 192"/>
                <a:gd name="T25" fmla="*/ 105 h 226"/>
                <a:gd name="T26" fmla="*/ 47 w 192"/>
                <a:gd name="T27" fmla="*/ 94 h 226"/>
                <a:gd name="T28" fmla="*/ 131 w 192"/>
                <a:gd name="T29" fmla="*/ 11 h 226"/>
                <a:gd name="T30" fmla="*/ 168 w 192"/>
                <a:gd name="T31" fmla="*/ 42 h 226"/>
                <a:gd name="T32" fmla="*/ 67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0" y="105"/>
                  </a:moveTo>
                  <a:cubicBezTo>
                    <a:pt x="85" y="105"/>
                    <a:pt x="122" y="104"/>
                    <a:pt x="147" y="93"/>
                  </a:cubicBezTo>
                  <a:cubicBezTo>
                    <a:pt x="182" y="78"/>
                    <a:pt x="184" y="49"/>
                    <a:pt x="184" y="42"/>
                  </a:cubicBezTo>
                  <a:cubicBezTo>
                    <a:pt x="184" y="20"/>
                    <a:pt x="165" y="0"/>
                    <a:pt x="131" y="0"/>
                  </a:cubicBezTo>
                  <a:cubicBezTo>
                    <a:pt x="75" y="0"/>
                    <a:pt x="0" y="48"/>
                    <a:pt x="0" y="135"/>
                  </a:cubicBezTo>
                  <a:cubicBezTo>
                    <a:pt x="0" y="186"/>
                    <a:pt x="30" y="226"/>
                    <a:pt x="78" y="226"/>
                  </a:cubicBezTo>
                  <a:cubicBezTo>
                    <a:pt x="150" y="226"/>
                    <a:pt x="192" y="173"/>
                    <a:pt x="192" y="167"/>
                  </a:cubicBezTo>
                  <a:cubicBezTo>
                    <a:pt x="192" y="164"/>
                    <a:pt x="189" y="160"/>
                    <a:pt x="186" y="160"/>
                  </a:cubicBezTo>
                  <a:cubicBezTo>
                    <a:pt x="183" y="160"/>
                    <a:pt x="182" y="161"/>
                    <a:pt x="179" y="165"/>
                  </a:cubicBezTo>
                  <a:cubicBezTo>
                    <a:pt x="140" y="215"/>
                    <a:pt x="85" y="215"/>
                    <a:pt x="79" y="215"/>
                  </a:cubicBezTo>
                  <a:cubicBezTo>
                    <a:pt x="41" y="215"/>
                    <a:pt x="36" y="173"/>
                    <a:pt x="36" y="157"/>
                  </a:cubicBezTo>
                  <a:cubicBezTo>
                    <a:pt x="36" y="151"/>
                    <a:pt x="37" y="135"/>
                    <a:pt x="44" y="105"/>
                  </a:cubicBezTo>
                  <a:lnTo>
                    <a:pt x="70" y="105"/>
                  </a:lnTo>
                  <a:close/>
                  <a:moveTo>
                    <a:pt x="47" y="94"/>
                  </a:moveTo>
                  <a:cubicBezTo>
                    <a:pt x="66" y="18"/>
                    <a:pt x="118" y="11"/>
                    <a:pt x="131" y="11"/>
                  </a:cubicBezTo>
                  <a:cubicBezTo>
                    <a:pt x="154" y="11"/>
                    <a:pt x="168" y="25"/>
                    <a:pt x="168" y="42"/>
                  </a:cubicBezTo>
                  <a:cubicBezTo>
                    <a:pt x="168" y="94"/>
                    <a:pt x="88"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2" name="Freeform 494"/>
            <p:cNvSpPr>
              <a:spLocks/>
            </p:cNvSpPr>
            <p:nvPr>
              <p:custDataLst>
                <p:tags r:id="rId81"/>
              </p:custDataLst>
            </p:nvPr>
          </p:nvSpPr>
          <p:spPr bwMode="auto">
            <a:xfrm>
              <a:off x="8418513" y="2436813"/>
              <a:ext cx="63500" cy="82550"/>
            </a:xfrm>
            <a:custGeom>
              <a:avLst/>
              <a:gdLst>
                <a:gd name="T0" fmla="*/ 29 w 202"/>
                <a:gd name="T1" fmla="*/ 191 h 226"/>
                <a:gd name="T2" fmla="*/ 24 w 202"/>
                <a:gd name="T3" fmla="*/ 212 h 226"/>
                <a:gd name="T4" fmla="*/ 39 w 202"/>
                <a:gd name="T5" fmla="*/ 226 h 226"/>
                <a:gd name="T6" fmla="*/ 57 w 202"/>
                <a:gd name="T7" fmla="*/ 212 h 226"/>
                <a:gd name="T8" fmla="*/ 77 w 202"/>
                <a:gd name="T9" fmla="*/ 133 h 226"/>
                <a:gd name="T10" fmla="*/ 93 w 202"/>
                <a:gd name="T11" fmla="*/ 68 h 226"/>
                <a:gd name="T12" fmla="*/ 121 w 202"/>
                <a:gd name="T13" fmla="*/ 27 h 226"/>
                <a:gd name="T14" fmla="*/ 161 w 202"/>
                <a:gd name="T15" fmla="*/ 11 h 226"/>
                <a:gd name="T16" fmla="*/ 182 w 202"/>
                <a:gd name="T17" fmla="*/ 17 h 226"/>
                <a:gd name="T18" fmla="*/ 156 w 202"/>
                <a:gd name="T19" fmla="*/ 44 h 226"/>
                <a:gd name="T20" fmla="*/ 175 w 202"/>
                <a:gd name="T21" fmla="*/ 62 h 226"/>
                <a:gd name="T22" fmla="*/ 202 w 202"/>
                <a:gd name="T23" fmla="*/ 32 h 226"/>
                <a:gd name="T24" fmla="*/ 161 w 202"/>
                <a:gd name="T25" fmla="*/ 0 h 226"/>
                <a:gd name="T26" fmla="*/ 97 w 202"/>
                <a:gd name="T27" fmla="*/ 38 h 226"/>
                <a:gd name="T28" fmla="*/ 52 w 202"/>
                <a:gd name="T29" fmla="*/ 0 h 226"/>
                <a:gd name="T30" fmla="*/ 15 w 202"/>
                <a:gd name="T31" fmla="*/ 28 h 226"/>
                <a:gd name="T32" fmla="*/ 0 w 202"/>
                <a:gd name="T33" fmla="*/ 76 h 226"/>
                <a:gd name="T34" fmla="*/ 6 w 202"/>
                <a:gd name="T35" fmla="*/ 81 h 226"/>
                <a:gd name="T36" fmla="*/ 14 w 202"/>
                <a:gd name="T37" fmla="*/ 70 h 226"/>
                <a:gd name="T38" fmla="*/ 50 w 202"/>
                <a:gd name="T39" fmla="*/ 11 h 226"/>
                <a:gd name="T40" fmla="*/ 66 w 202"/>
                <a:gd name="T41" fmla="*/ 34 h 226"/>
                <a:gd name="T42" fmla="*/ 58 w 202"/>
                <a:gd name="T43" fmla="*/ 75 h 226"/>
                <a:gd name="T44" fmla="*/ 29 w 202"/>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2" h="226">
                  <a:moveTo>
                    <a:pt x="29" y="191"/>
                  </a:moveTo>
                  <a:cubicBezTo>
                    <a:pt x="27" y="198"/>
                    <a:pt x="24" y="210"/>
                    <a:pt x="24" y="212"/>
                  </a:cubicBezTo>
                  <a:cubicBezTo>
                    <a:pt x="24" y="221"/>
                    <a:pt x="31" y="226"/>
                    <a:pt x="39" y="226"/>
                  </a:cubicBezTo>
                  <a:cubicBezTo>
                    <a:pt x="45" y="226"/>
                    <a:pt x="54" y="222"/>
                    <a:pt x="57" y="212"/>
                  </a:cubicBezTo>
                  <a:cubicBezTo>
                    <a:pt x="58" y="210"/>
                    <a:pt x="75" y="142"/>
                    <a:pt x="77" y="133"/>
                  </a:cubicBezTo>
                  <a:cubicBezTo>
                    <a:pt x="81" y="116"/>
                    <a:pt x="90" y="81"/>
                    <a:pt x="93" y="68"/>
                  </a:cubicBezTo>
                  <a:cubicBezTo>
                    <a:pt x="95" y="62"/>
                    <a:pt x="109" y="38"/>
                    <a:pt x="121" y="27"/>
                  </a:cubicBezTo>
                  <a:cubicBezTo>
                    <a:pt x="125" y="24"/>
                    <a:pt x="140" y="11"/>
                    <a:pt x="161" y="11"/>
                  </a:cubicBezTo>
                  <a:cubicBezTo>
                    <a:pt x="174" y="11"/>
                    <a:pt x="182" y="17"/>
                    <a:pt x="182" y="17"/>
                  </a:cubicBezTo>
                  <a:cubicBezTo>
                    <a:pt x="167" y="19"/>
                    <a:pt x="156" y="31"/>
                    <a:pt x="156" y="44"/>
                  </a:cubicBezTo>
                  <a:cubicBezTo>
                    <a:pt x="156" y="52"/>
                    <a:pt x="162" y="62"/>
                    <a:pt x="175" y="62"/>
                  </a:cubicBezTo>
                  <a:cubicBezTo>
                    <a:pt x="188" y="62"/>
                    <a:pt x="202" y="50"/>
                    <a:pt x="202" y="32"/>
                  </a:cubicBezTo>
                  <a:cubicBezTo>
                    <a:pt x="202" y="15"/>
                    <a:pt x="187" y="0"/>
                    <a:pt x="161" y="0"/>
                  </a:cubicBezTo>
                  <a:cubicBezTo>
                    <a:pt x="129" y="0"/>
                    <a:pt x="107" y="24"/>
                    <a:pt x="97" y="38"/>
                  </a:cubicBezTo>
                  <a:cubicBezTo>
                    <a:pt x="93" y="16"/>
                    <a:pt x="75" y="0"/>
                    <a:pt x="52" y="0"/>
                  </a:cubicBezTo>
                  <a:cubicBezTo>
                    <a:pt x="29" y="0"/>
                    <a:pt x="19" y="19"/>
                    <a:pt x="15" y="28"/>
                  </a:cubicBezTo>
                  <a:cubicBezTo>
                    <a:pt x="6" y="45"/>
                    <a:pt x="0" y="75"/>
                    <a:pt x="0" y="76"/>
                  </a:cubicBezTo>
                  <a:cubicBezTo>
                    <a:pt x="0" y="81"/>
                    <a:pt x="4" y="81"/>
                    <a:pt x="6" y="81"/>
                  </a:cubicBezTo>
                  <a:cubicBezTo>
                    <a:pt x="10" y="81"/>
                    <a:pt x="11" y="81"/>
                    <a:pt x="14" y="70"/>
                  </a:cubicBezTo>
                  <a:cubicBezTo>
                    <a:pt x="22" y="35"/>
                    <a:pt x="32" y="11"/>
                    <a:pt x="50" y="11"/>
                  </a:cubicBezTo>
                  <a:cubicBezTo>
                    <a:pt x="59" y="11"/>
                    <a:pt x="66" y="15"/>
                    <a:pt x="66" y="34"/>
                  </a:cubicBezTo>
                  <a:cubicBezTo>
                    <a:pt x="66" y="44"/>
                    <a:pt x="64" y="50"/>
                    <a:pt x="58" y="75"/>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3" name="Freeform 495"/>
            <p:cNvSpPr>
              <a:spLocks/>
            </p:cNvSpPr>
            <p:nvPr>
              <p:custDataLst>
                <p:tags r:id="rId82"/>
              </p:custDataLst>
            </p:nvPr>
          </p:nvSpPr>
          <p:spPr bwMode="auto">
            <a:xfrm>
              <a:off x="8493125" y="2436813"/>
              <a:ext cx="69850" cy="82550"/>
            </a:xfrm>
            <a:custGeom>
              <a:avLst/>
              <a:gdLst>
                <a:gd name="T0" fmla="*/ 219 w 219"/>
                <a:gd name="T1" fmla="*/ 35 h 226"/>
                <a:gd name="T2" fmla="*/ 197 w 219"/>
                <a:gd name="T3" fmla="*/ 0 h 226"/>
                <a:gd name="T4" fmla="*/ 172 w 219"/>
                <a:gd name="T5" fmla="*/ 24 h 226"/>
                <a:gd name="T6" fmla="*/ 180 w 219"/>
                <a:gd name="T7" fmla="*/ 39 h 226"/>
                <a:gd name="T8" fmla="*/ 197 w 219"/>
                <a:gd name="T9" fmla="*/ 79 h 226"/>
                <a:gd name="T10" fmla="*/ 109 w 219"/>
                <a:gd name="T11" fmla="*/ 215 h 226"/>
                <a:gd name="T12" fmla="*/ 72 w 219"/>
                <a:gd name="T13" fmla="*/ 171 h 226"/>
                <a:gd name="T14" fmla="*/ 101 w 219"/>
                <a:gd name="T15" fmla="*/ 65 h 226"/>
                <a:gd name="T16" fmla="*/ 107 w 219"/>
                <a:gd name="T17" fmla="*/ 41 h 226"/>
                <a:gd name="T18" fmla="*/ 66 w 219"/>
                <a:gd name="T19" fmla="*/ 0 h 226"/>
                <a:gd name="T20" fmla="*/ 0 w 219"/>
                <a:gd name="T21" fmla="*/ 76 h 226"/>
                <a:gd name="T22" fmla="*/ 6 w 219"/>
                <a:gd name="T23" fmla="*/ 81 h 226"/>
                <a:gd name="T24" fmla="*/ 14 w 219"/>
                <a:gd name="T25" fmla="*/ 72 h 226"/>
                <a:gd name="T26" fmla="*/ 64 w 219"/>
                <a:gd name="T27" fmla="*/ 11 h 226"/>
                <a:gd name="T28" fmla="*/ 77 w 219"/>
                <a:gd name="T29" fmla="*/ 27 h 226"/>
                <a:gd name="T30" fmla="*/ 68 w 219"/>
                <a:gd name="T31" fmla="*/ 62 h 226"/>
                <a:gd name="T32" fmla="*/ 40 w 219"/>
                <a:gd name="T33" fmla="*/ 164 h 226"/>
                <a:gd name="T34" fmla="*/ 107 w 219"/>
                <a:gd name="T35" fmla="*/ 226 h 226"/>
                <a:gd name="T36" fmla="*/ 219 w 219"/>
                <a:gd name="T37" fmla="*/ 3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226">
                  <a:moveTo>
                    <a:pt x="219" y="35"/>
                  </a:moveTo>
                  <a:cubicBezTo>
                    <a:pt x="219" y="8"/>
                    <a:pt x="206" y="0"/>
                    <a:pt x="197" y="0"/>
                  </a:cubicBezTo>
                  <a:cubicBezTo>
                    <a:pt x="184" y="0"/>
                    <a:pt x="172" y="13"/>
                    <a:pt x="172" y="24"/>
                  </a:cubicBezTo>
                  <a:cubicBezTo>
                    <a:pt x="172" y="30"/>
                    <a:pt x="175" y="33"/>
                    <a:pt x="180" y="39"/>
                  </a:cubicBezTo>
                  <a:cubicBezTo>
                    <a:pt x="191" y="49"/>
                    <a:pt x="197" y="62"/>
                    <a:pt x="197" y="79"/>
                  </a:cubicBezTo>
                  <a:cubicBezTo>
                    <a:pt x="197" y="100"/>
                    <a:pt x="167" y="215"/>
                    <a:pt x="109" y="215"/>
                  </a:cubicBezTo>
                  <a:cubicBezTo>
                    <a:pt x="83" y="215"/>
                    <a:pt x="72" y="197"/>
                    <a:pt x="72" y="171"/>
                  </a:cubicBezTo>
                  <a:cubicBezTo>
                    <a:pt x="72" y="143"/>
                    <a:pt x="85" y="107"/>
                    <a:pt x="101" y="65"/>
                  </a:cubicBezTo>
                  <a:cubicBezTo>
                    <a:pt x="104" y="57"/>
                    <a:pt x="107" y="50"/>
                    <a:pt x="107" y="41"/>
                  </a:cubicBezTo>
                  <a:cubicBezTo>
                    <a:pt x="107" y="18"/>
                    <a:pt x="91" y="0"/>
                    <a:pt x="66" y="0"/>
                  </a:cubicBezTo>
                  <a:cubicBezTo>
                    <a:pt x="19" y="0"/>
                    <a:pt x="0" y="72"/>
                    <a:pt x="0" y="76"/>
                  </a:cubicBezTo>
                  <a:cubicBezTo>
                    <a:pt x="0" y="81"/>
                    <a:pt x="5" y="81"/>
                    <a:pt x="6" y="81"/>
                  </a:cubicBezTo>
                  <a:cubicBezTo>
                    <a:pt x="11" y="81"/>
                    <a:pt x="11" y="80"/>
                    <a:pt x="14" y="72"/>
                  </a:cubicBezTo>
                  <a:cubicBezTo>
                    <a:pt x="28" y="22"/>
                    <a:pt x="50" y="11"/>
                    <a:pt x="64" y="11"/>
                  </a:cubicBezTo>
                  <a:cubicBezTo>
                    <a:pt x="68" y="11"/>
                    <a:pt x="77" y="11"/>
                    <a:pt x="77" y="27"/>
                  </a:cubicBezTo>
                  <a:cubicBezTo>
                    <a:pt x="77" y="39"/>
                    <a:pt x="72" y="53"/>
                    <a:pt x="68" y="62"/>
                  </a:cubicBezTo>
                  <a:cubicBezTo>
                    <a:pt x="46" y="119"/>
                    <a:pt x="40" y="142"/>
                    <a:pt x="40" y="164"/>
                  </a:cubicBezTo>
                  <a:cubicBezTo>
                    <a:pt x="40" y="218"/>
                    <a:pt x="84" y="226"/>
                    <a:pt x="107" y="226"/>
                  </a:cubicBezTo>
                  <a:cubicBezTo>
                    <a:pt x="190" y="226"/>
                    <a:pt x="219" y="61"/>
                    <a:pt x="219" y="3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4" name="Freeform 496"/>
            <p:cNvSpPr>
              <a:spLocks noEditPoints="1"/>
            </p:cNvSpPr>
            <p:nvPr>
              <p:custDataLst>
                <p:tags r:id="rId83"/>
              </p:custDataLst>
            </p:nvPr>
          </p:nvSpPr>
          <p:spPr bwMode="auto">
            <a:xfrm>
              <a:off x="8577263" y="2436813"/>
              <a:ext cx="71438" cy="82550"/>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79 h 226"/>
                <a:gd name="T40" fmla="*/ 67 w 228"/>
                <a:gd name="T41" fmla="*/ 215 h 226"/>
                <a:gd name="T42" fmla="*/ 35 w 228"/>
                <a:gd name="T43" fmla="*/ 168 h 226"/>
                <a:gd name="T44" fmla="*/ 63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2"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79"/>
                  </a:cubicBezTo>
                  <a:cubicBezTo>
                    <a:pt x="101" y="207"/>
                    <a:pt x="81" y="215"/>
                    <a:pt x="67" y="215"/>
                  </a:cubicBezTo>
                  <a:cubicBezTo>
                    <a:pt x="42" y="215"/>
                    <a:pt x="35" y="187"/>
                    <a:pt x="35" y="168"/>
                  </a:cubicBezTo>
                  <a:cubicBezTo>
                    <a:pt x="35" y="143"/>
                    <a:pt x="51" y="81"/>
                    <a:pt x="63"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5" name="Freeform 497"/>
            <p:cNvSpPr>
              <a:spLocks/>
            </p:cNvSpPr>
            <p:nvPr>
              <p:custDataLst>
                <p:tags r:id="rId84"/>
              </p:custDataLst>
            </p:nvPr>
          </p:nvSpPr>
          <p:spPr bwMode="auto">
            <a:xfrm>
              <a:off x="8659813" y="2436813"/>
              <a:ext cx="61913" cy="82550"/>
            </a:xfrm>
            <a:custGeom>
              <a:avLst/>
              <a:gdLst>
                <a:gd name="T0" fmla="*/ 177 w 193"/>
                <a:gd name="T1" fmla="*/ 31 h 226"/>
                <a:gd name="T2" fmla="*/ 155 w 193"/>
                <a:gd name="T3" fmla="*/ 38 h 226"/>
                <a:gd name="T4" fmla="*/ 146 w 193"/>
                <a:gd name="T5" fmla="*/ 57 h 226"/>
                <a:gd name="T6" fmla="*/ 164 w 193"/>
                <a:gd name="T7" fmla="*/ 74 h 226"/>
                <a:gd name="T8" fmla="*/ 192 w 193"/>
                <a:gd name="T9" fmla="*/ 43 h 226"/>
                <a:gd name="T10" fmla="*/ 133 w 193"/>
                <a:gd name="T11" fmla="*/ 0 h 226"/>
                <a:gd name="T12" fmla="*/ 0 w 193"/>
                <a:gd name="T13" fmla="*/ 141 h 226"/>
                <a:gd name="T14" fmla="*/ 80 w 193"/>
                <a:gd name="T15" fmla="*/ 226 h 226"/>
                <a:gd name="T16" fmla="*/ 193 w 193"/>
                <a:gd name="T17" fmla="*/ 167 h 226"/>
                <a:gd name="T18" fmla="*/ 187 w 193"/>
                <a:gd name="T19" fmla="*/ 160 h 226"/>
                <a:gd name="T20" fmla="*/ 181 w 193"/>
                <a:gd name="T21" fmla="*/ 165 h 226"/>
                <a:gd name="T22" fmla="*/ 81 w 193"/>
                <a:gd name="T23" fmla="*/ 215 h 226"/>
                <a:gd name="T24" fmla="*/ 36 w 193"/>
                <a:gd name="T25" fmla="*/ 160 h 226"/>
                <a:gd name="T26" fmla="*/ 63 w 193"/>
                <a:gd name="T27" fmla="*/ 61 h 226"/>
                <a:gd name="T28" fmla="*/ 134 w 193"/>
                <a:gd name="T29" fmla="*/ 11 h 226"/>
                <a:gd name="T30" fmla="*/ 177 w 193"/>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226">
                  <a:moveTo>
                    <a:pt x="177" y="31"/>
                  </a:moveTo>
                  <a:cubicBezTo>
                    <a:pt x="169" y="31"/>
                    <a:pt x="162" y="31"/>
                    <a:pt x="155" y="38"/>
                  </a:cubicBezTo>
                  <a:cubicBezTo>
                    <a:pt x="147" y="45"/>
                    <a:pt x="146" y="54"/>
                    <a:pt x="146" y="57"/>
                  </a:cubicBezTo>
                  <a:cubicBezTo>
                    <a:pt x="146" y="69"/>
                    <a:pt x="155" y="74"/>
                    <a:pt x="164" y="74"/>
                  </a:cubicBezTo>
                  <a:cubicBezTo>
                    <a:pt x="179" y="74"/>
                    <a:pt x="192" y="62"/>
                    <a:pt x="192" y="43"/>
                  </a:cubicBezTo>
                  <a:cubicBezTo>
                    <a:pt x="192" y="18"/>
                    <a:pt x="169" y="0"/>
                    <a:pt x="133" y="0"/>
                  </a:cubicBezTo>
                  <a:cubicBezTo>
                    <a:pt x="66" y="0"/>
                    <a:pt x="0" y="71"/>
                    <a:pt x="0" y="141"/>
                  </a:cubicBezTo>
                  <a:cubicBezTo>
                    <a:pt x="0" y="186"/>
                    <a:pt x="28" y="226"/>
                    <a:pt x="80" y="226"/>
                  </a:cubicBezTo>
                  <a:cubicBezTo>
                    <a:pt x="152" y="226"/>
                    <a:pt x="193" y="173"/>
                    <a:pt x="193" y="167"/>
                  </a:cubicBezTo>
                  <a:cubicBezTo>
                    <a:pt x="193" y="164"/>
                    <a:pt x="190" y="160"/>
                    <a:pt x="187" y="160"/>
                  </a:cubicBezTo>
                  <a:cubicBezTo>
                    <a:pt x="185" y="160"/>
                    <a:pt x="184" y="161"/>
                    <a:pt x="181" y="165"/>
                  </a:cubicBezTo>
                  <a:cubicBezTo>
                    <a:pt x="142" y="215"/>
                    <a:pt x="87" y="215"/>
                    <a:pt x="81" y="215"/>
                  </a:cubicBezTo>
                  <a:cubicBezTo>
                    <a:pt x="50" y="215"/>
                    <a:pt x="36" y="190"/>
                    <a:pt x="36" y="160"/>
                  </a:cubicBezTo>
                  <a:cubicBezTo>
                    <a:pt x="36" y="140"/>
                    <a:pt x="46" y="91"/>
                    <a:pt x="63" y="61"/>
                  </a:cubicBezTo>
                  <a:cubicBezTo>
                    <a:pt x="79" y="32"/>
                    <a:pt x="106"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6" name="Freeform 498"/>
            <p:cNvSpPr>
              <a:spLocks noEditPoints="1"/>
            </p:cNvSpPr>
            <p:nvPr>
              <p:custDataLst>
                <p:tags r:id="rId85"/>
              </p:custDataLst>
            </p:nvPr>
          </p:nvSpPr>
          <p:spPr bwMode="auto">
            <a:xfrm>
              <a:off x="8726488" y="2397125"/>
              <a:ext cx="41275" cy="122238"/>
            </a:xfrm>
            <a:custGeom>
              <a:avLst/>
              <a:gdLst>
                <a:gd name="T0" fmla="*/ 127 w 132"/>
                <a:gd name="T1" fmla="*/ 18 h 336"/>
                <a:gd name="T2" fmla="*/ 109 w 132"/>
                <a:gd name="T3" fmla="*/ 0 h 336"/>
                <a:gd name="T4" fmla="*/ 82 w 132"/>
                <a:gd name="T5" fmla="*/ 27 h 336"/>
                <a:gd name="T6" fmla="*/ 101 w 132"/>
                <a:gd name="T7" fmla="*/ 45 h 336"/>
                <a:gd name="T8" fmla="*/ 127 w 132"/>
                <a:gd name="T9" fmla="*/ 18 h 336"/>
                <a:gd name="T10" fmla="*/ 89 w 132"/>
                <a:gd name="T11" fmla="*/ 206 h 336"/>
                <a:gd name="T12" fmla="*/ 100 w 132"/>
                <a:gd name="T13" fmla="*/ 177 h 336"/>
                <a:gd name="T14" fmla="*/ 107 w 132"/>
                <a:gd name="T15" fmla="*/ 151 h 336"/>
                <a:gd name="T16" fmla="*/ 66 w 132"/>
                <a:gd name="T17" fmla="*/ 110 h 336"/>
                <a:gd name="T18" fmla="*/ 0 w 132"/>
                <a:gd name="T19" fmla="*/ 186 h 336"/>
                <a:gd name="T20" fmla="*/ 6 w 132"/>
                <a:gd name="T21" fmla="*/ 191 h 336"/>
                <a:gd name="T22" fmla="*/ 14 w 132"/>
                <a:gd name="T23" fmla="*/ 182 h 336"/>
                <a:gd name="T24" fmla="*/ 64 w 132"/>
                <a:gd name="T25" fmla="*/ 121 h 336"/>
                <a:gd name="T26" fmla="*/ 77 w 132"/>
                <a:gd name="T27" fmla="*/ 137 h 336"/>
                <a:gd name="T28" fmla="*/ 71 w 132"/>
                <a:gd name="T29" fmla="*/ 163 h 336"/>
                <a:gd name="T30" fmla="*/ 37 w 132"/>
                <a:gd name="T31" fmla="*/ 255 h 336"/>
                <a:gd name="T32" fmla="*/ 25 w 132"/>
                <a:gd name="T33" fmla="*/ 295 h 336"/>
                <a:gd name="T34" fmla="*/ 66 w 132"/>
                <a:gd name="T35" fmla="*/ 336 h 336"/>
                <a:gd name="T36" fmla="*/ 132 w 132"/>
                <a:gd name="T37" fmla="*/ 259 h 336"/>
                <a:gd name="T38" fmla="*/ 126 w 132"/>
                <a:gd name="T39" fmla="*/ 254 h 336"/>
                <a:gd name="T40" fmla="*/ 118 w 132"/>
                <a:gd name="T41" fmla="*/ 263 h 336"/>
                <a:gd name="T42" fmla="*/ 67 w 132"/>
                <a:gd name="T43" fmla="*/ 325 h 336"/>
                <a:gd name="T44" fmla="*/ 55 w 132"/>
                <a:gd name="T45" fmla="*/ 308 h 336"/>
                <a:gd name="T46" fmla="*/ 70 w 132"/>
                <a:gd name="T47" fmla="*/ 258 h 336"/>
                <a:gd name="T48" fmla="*/ 89 w 132"/>
                <a:gd name="T49" fmla="*/ 20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2" h="336">
                  <a:moveTo>
                    <a:pt x="127" y="18"/>
                  </a:moveTo>
                  <a:cubicBezTo>
                    <a:pt x="127" y="8"/>
                    <a:pt x="120" y="0"/>
                    <a:pt x="109" y="0"/>
                  </a:cubicBezTo>
                  <a:cubicBezTo>
                    <a:pt x="95" y="0"/>
                    <a:pt x="82" y="13"/>
                    <a:pt x="82" y="27"/>
                  </a:cubicBezTo>
                  <a:cubicBezTo>
                    <a:pt x="82" y="36"/>
                    <a:pt x="89" y="45"/>
                    <a:pt x="101" y="45"/>
                  </a:cubicBezTo>
                  <a:cubicBezTo>
                    <a:pt x="112" y="45"/>
                    <a:pt x="127" y="33"/>
                    <a:pt x="127" y="18"/>
                  </a:cubicBezTo>
                  <a:close/>
                  <a:moveTo>
                    <a:pt x="89" y="206"/>
                  </a:moveTo>
                  <a:cubicBezTo>
                    <a:pt x="95" y="191"/>
                    <a:pt x="95" y="190"/>
                    <a:pt x="100" y="177"/>
                  </a:cubicBezTo>
                  <a:cubicBezTo>
                    <a:pt x="104" y="167"/>
                    <a:pt x="107" y="160"/>
                    <a:pt x="107" y="151"/>
                  </a:cubicBezTo>
                  <a:cubicBezTo>
                    <a:pt x="107" y="128"/>
                    <a:pt x="91" y="110"/>
                    <a:pt x="66" y="110"/>
                  </a:cubicBezTo>
                  <a:cubicBezTo>
                    <a:pt x="19" y="110"/>
                    <a:pt x="0" y="182"/>
                    <a:pt x="0" y="186"/>
                  </a:cubicBezTo>
                  <a:cubicBezTo>
                    <a:pt x="0" y="191"/>
                    <a:pt x="5" y="191"/>
                    <a:pt x="6" y="191"/>
                  </a:cubicBezTo>
                  <a:cubicBezTo>
                    <a:pt x="11" y="191"/>
                    <a:pt x="11" y="190"/>
                    <a:pt x="14" y="182"/>
                  </a:cubicBezTo>
                  <a:cubicBezTo>
                    <a:pt x="27" y="136"/>
                    <a:pt x="47" y="121"/>
                    <a:pt x="64" y="121"/>
                  </a:cubicBezTo>
                  <a:cubicBezTo>
                    <a:pt x="68" y="121"/>
                    <a:pt x="77" y="121"/>
                    <a:pt x="77" y="137"/>
                  </a:cubicBezTo>
                  <a:cubicBezTo>
                    <a:pt x="77" y="147"/>
                    <a:pt x="73" y="158"/>
                    <a:pt x="71" y="163"/>
                  </a:cubicBezTo>
                  <a:cubicBezTo>
                    <a:pt x="67" y="175"/>
                    <a:pt x="45" y="233"/>
                    <a:pt x="37" y="255"/>
                  </a:cubicBezTo>
                  <a:cubicBezTo>
                    <a:pt x="32" y="268"/>
                    <a:pt x="25" y="284"/>
                    <a:pt x="25" y="295"/>
                  </a:cubicBezTo>
                  <a:cubicBezTo>
                    <a:pt x="25" y="318"/>
                    <a:pt x="42" y="336"/>
                    <a:pt x="66" y="336"/>
                  </a:cubicBezTo>
                  <a:cubicBezTo>
                    <a:pt x="113" y="336"/>
                    <a:pt x="132" y="263"/>
                    <a:pt x="132" y="259"/>
                  </a:cubicBezTo>
                  <a:cubicBezTo>
                    <a:pt x="132" y="254"/>
                    <a:pt x="127" y="254"/>
                    <a:pt x="126" y="254"/>
                  </a:cubicBezTo>
                  <a:cubicBezTo>
                    <a:pt x="121" y="254"/>
                    <a:pt x="121" y="255"/>
                    <a:pt x="118" y="263"/>
                  </a:cubicBezTo>
                  <a:cubicBezTo>
                    <a:pt x="109" y="294"/>
                    <a:pt x="93" y="325"/>
                    <a:pt x="67" y="325"/>
                  </a:cubicBezTo>
                  <a:cubicBezTo>
                    <a:pt x="59" y="325"/>
                    <a:pt x="55" y="320"/>
                    <a:pt x="55" y="308"/>
                  </a:cubicBezTo>
                  <a:cubicBezTo>
                    <a:pt x="55" y="296"/>
                    <a:pt x="58" y="289"/>
                    <a:pt x="70" y="258"/>
                  </a:cubicBezTo>
                  <a:lnTo>
                    <a:pt x="89" y="20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7" name="Freeform 499"/>
            <p:cNvSpPr>
              <a:spLocks noEditPoints="1"/>
            </p:cNvSpPr>
            <p:nvPr>
              <p:custDataLst>
                <p:tags r:id="rId86"/>
              </p:custDataLst>
            </p:nvPr>
          </p:nvSpPr>
          <p:spPr bwMode="auto">
            <a:xfrm>
              <a:off x="8774113" y="2397125"/>
              <a:ext cx="63500" cy="157163"/>
            </a:xfrm>
            <a:custGeom>
              <a:avLst/>
              <a:gdLst>
                <a:gd name="T0" fmla="*/ 204 w 204"/>
                <a:gd name="T1" fmla="*/ 18 h 432"/>
                <a:gd name="T2" fmla="*/ 185 w 204"/>
                <a:gd name="T3" fmla="*/ 0 h 432"/>
                <a:gd name="T4" fmla="*/ 159 w 204"/>
                <a:gd name="T5" fmla="*/ 27 h 432"/>
                <a:gd name="T6" fmla="*/ 177 w 204"/>
                <a:gd name="T7" fmla="*/ 45 h 432"/>
                <a:gd name="T8" fmla="*/ 204 w 204"/>
                <a:gd name="T9" fmla="*/ 18 h 432"/>
                <a:gd name="T10" fmla="*/ 104 w 204"/>
                <a:gd name="T11" fmla="*/ 355 h 432"/>
                <a:gd name="T12" fmla="*/ 43 w 204"/>
                <a:gd name="T13" fmla="*/ 421 h 432"/>
                <a:gd name="T14" fmla="*/ 23 w 204"/>
                <a:gd name="T15" fmla="*/ 417 h 432"/>
                <a:gd name="T16" fmla="*/ 46 w 204"/>
                <a:gd name="T17" fmla="*/ 391 h 432"/>
                <a:gd name="T18" fmla="*/ 27 w 204"/>
                <a:gd name="T19" fmla="*/ 373 h 432"/>
                <a:gd name="T20" fmla="*/ 0 w 204"/>
                <a:gd name="T21" fmla="*/ 401 h 432"/>
                <a:gd name="T22" fmla="*/ 44 w 204"/>
                <a:gd name="T23" fmla="*/ 432 h 432"/>
                <a:gd name="T24" fmla="*/ 137 w 204"/>
                <a:gd name="T25" fmla="*/ 357 h 432"/>
                <a:gd name="T26" fmla="*/ 183 w 204"/>
                <a:gd name="T27" fmla="*/ 174 h 432"/>
                <a:gd name="T28" fmla="*/ 186 w 204"/>
                <a:gd name="T29" fmla="*/ 156 h 432"/>
                <a:gd name="T30" fmla="*/ 140 w 204"/>
                <a:gd name="T31" fmla="*/ 110 h 432"/>
                <a:gd name="T32" fmla="*/ 61 w 204"/>
                <a:gd name="T33" fmla="*/ 186 h 432"/>
                <a:gd name="T34" fmla="*/ 67 w 204"/>
                <a:gd name="T35" fmla="*/ 191 h 432"/>
                <a:gd name="T36" fmla="*/ 76 w 204"/>
                <a:gd name="T37" fmla="*/ 181 h 432"/>
                <a:gd name="T38" fmla="*/ 138 w 204"/>
                <a:gd name="T39" fmla="*/ 121 h 432"/>
                <a:gd name="T40" fmla="*/ 154 w 204"/>
                <a:gd name="T41" fmla="*/ 144 h 432"/>
                <a:gd name="T42" fmla="*/ 151 w 204"/>
                <a:gd name="T43" fmla="*/ 169 h 432"/>
                <a:gd name="T44" fmla="*/ 104 w 204"/>
                <a:gd name="T45" fmla="*/ 35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4" h="432">
                  <a:moveTo>
                    <a:pt x="204" y="18"/>
                  </a:moveTo>
                  <a:cubicBezTo>
                    <a:pt x="204" y="9"/>
                    <a:pt x="197" y="0"/>
                    <a:pt x="185" y="0"/>
                  </a:cubicBezTo>
                  <a:cubicBezTo>
                    <a:pt x="174" y="0"/>
                    <a:pt x="159" y="12"/>
                    <a:pt x="159" y="27"/>
                  </a:cubicBezTo>
                  <a:cubicBezTo>
                    <a:pt x="159" y="37"/>
                    <a:pt x="166" y="45"/>
                    <a:pt x="177" y="45"/>
                  </a:cubicBezTo>
                  <a:cubicBezTo>
                    <a:pt x="191" y="45"/>
                    <a:pt x="204" y="32"/>
                    <a:pt x="204" y="18"/>
                  </a:cubicBezTo>
                  <a:close/>
                  <a:moveTo>
                    <a:pt x="104" y="355"/>
                  </a:moveTo>
                  <a:cubicBezTo>
                    <a:pt x="95" y="393"/>
                    <a:pt x="71" y="421"/>
                    <a:pt x="43" y="421"/>
                  </a:cubicBezTo>
                  <a:cubicBezTo>
                    <a:pt x="40" y="421"/>
                    <a:pt x="32" y="421"/>
                    <a:pt x="23" y="417"/>
                  </a:cubicBezTo>
                  <a:cubicBezTo>
                    <a:pt x="38" y="413"/>
                    <a:pt x="46" y="401"/>
                    <a:pt x="46" y="391"/>
                  </a:cubicBezTo>
                  <a:cubicBezTo>
                    <a:pt x="46" y="383"/>
                    <a:pt x="40" y="373"/>
                    <a:pt x="27" y="373"/>
                  </a:cubicBezTo>
                  <a:cubicBezTo>
                    <a:pt x="14" y="373"/>
                    <a:pt x="0" y="384"/>
                    <a:pt x="0" y="401"/>
                  </a:cubicBezTo>
                  <a:cubicBezTo>
                    <a:pt x="0" y="421"/>
                    <a:pt x="20" y="432"/>
                    <a:pt x="44" y="432"/>
                  </a:cubicBezTo>
                  <a:cubicBezTo>
                    <a:pt x="79" y="432"/>
                    <a:pt x="125" y="406"/>
                    <a:pt x="137" y="357"/>
                  </a:cubicBezTo>
                  <a:lnTo>
                    <a:pt x="183" y="174"/>
                  </a:lnTo>
                  <a:cubicBezTo>
                    <a:pt x="186" y="164"/>
                    <a:pt x="186" y="157"/>
                    <a:pt x="186" y="156"/>
                  </a:cubicBezTo>
                  <a:cubicBezTo>
                    <a:pt x="186" y="127"/>
                    <a:pt x="165" y="110"/>
                    <a:pt x="140" y="110"/>
                  </a:cubicBezTo>
                  <a:cubicBezTo>
                    <a:pt x="89" y="110"/>
                    <a:pt x="61" y="182"/>
                    <a:pt x="61" y="186"/>
                  </a:cubicBezTo>
                  <a:cubicBezTo>
                    <a:pt x="61" y="191"/>
                    <a:pt x="66" y="191"/>
                    <a:pt x="67" y="191"/>
                  </a:cubicBezTo>
                  <a:cubicBezTo>
                    <a:pt x="71" y="191"/>
                    <a:pt x="72" y="191"/>
                    <a:pt x="76" y="181"/>
                  </a:cubicBezTo>
                  <a:cubicBezTo>
                    <a:pt x="88" y="151"/>
                    <a:pt x="111" y="121"/>
                    <a:pt x="138" y="121"/>
                  </a:cubicBezTo>
                  <a:cubicBezTo>
                    <a:pt x="145" y="121"/>
                    <a:pt x="154" y="123"/>
                    <a:pt x="154" y="144"/>
                  </a:cubicBezTo>
                  <a:cubicBezTo>
                    <a:pt x="154"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8" name="Freeform 500"/>
            <p:cNvSpPr>
              <a:spLocks noEditPoints="1"/>
            </p:cNvSpPr>
            <p:nvPr>
              <p:custDataLst>
                <p:tags r:id="rId87"/>
              </p:custDataLst>
            </p:nvPr>
          </p:nvSpPr>
          <p:spPr bwMode="auto">
            <a:xfrm>
              <a:off x="8855075" y="2436813"/>
              <a:ext cx="73025" cy="82550"/>
            </a:xfrm>
            <a:custGeom>
              <a:avLst/>
              <a:gdLst>
                <a:gd name="T0" fmla="*/ 166 w 229"/>
                <a:gd name="T1" fmla="*/ 32 h 226"/>
                <a:gd name="T2" fmla="*/ 120 w 229"/>
                <a:gd name="T3" fmla="*/ 0 h 226"/>
                <a:gd name="T4" fmla="*/ 0 w 229"/>
                <a:gd name="T5" fmla="*/ 146 h 226"/>
                <a:gd name="T6" fmla="*/ 67 w 229"/>
                <a:gd name="T7" fmla="*/ 226 h 226"/>
                <a:gd name="T8" fmla="*/ 131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0" y="0"/>
                  </a:cubicBezTo>
                  <a:cubicBezTo>
                    <a:pt x="62" y="0"/>
                    <a:pt x="0" y="73"/>
                    <a:pt x="0" y="146"/>
                  </a:cubicBezTo>
                  <a:cubicBezTo>
                    <a:pt x="0" y="193"/>
                    <a:pt x="28" y="226"/>
                    <a:pt x="67" y="226"/>
                  </a:cubicBezTo>
                  <a:cubicBezTo>
                    <a:pt x="77" y="226"/>
                    <a:pt x="101" y="224"/>
                    <a:pt x="131" y="188"/>
                  </a:cubicBezTo>
                  <a:cubicBezTo>
                    <a:pt x="135"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2" y="215"/>
                    <a:pt x="68" y="215"/>
                  </a:cubicBezTo>
                  <a:cubicBezTo>
                    <a:pt x="43" y="215"/>
                    <a:pt x="36" y="187"/>
                    <a:pt x="36" y="168"/>
                  </a:cubicBezTo>
                  <a:cubicBezTo>
                    <a:pt x="36" y="143"/>
                    <a:pt x="52" y="81"/>
                    <a:pt x="63" y="59"/>
                  </a:cubicBezTo>
                  <a:cubicBezTo>
                    <a:pt x="79"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9" name="Freeform 501"/>
            <p:cNvSpPr>
              <a:spLocks/>
            </p:cNvSpPr>
            <p:nvPr>
              <p:custDataLst>
                <p:tags r:id="rId88"/>
              </p:custDataLst>
            </p:nvPr>
          </p:nvSpPr>
          <p:spPr bwMode="auto">
            <a:xfrm>
              <a:off x="8942388" y="2381250"/>
              <a:ext cx="36513" cy="180975"/>
            </a:xfrm>
            <a:custGeom>
              <a:avLst/>
              <a:gdLst>
                <a:gd name="T0" fmla="*/ 116 w 116"/>
                <a:gd name="T1" fmla="*/ 249 h 499"/>
                <a:gd name="T2" fmla="*/ 83 w 116"/>
                <a:gd name="T3" fmla="*/ 94 h 499"/>
                <a:gd name="T4" fmla="*/ 5 w 116"/>
                <a:gd name="T5" fmla="*/ 0 h 499"/>
                <a:gd name="T6" fmla="*/ 0 w 116"/>
                <a:gd name="T7" fmla="*/ 5 h 499"/>
                <a:gd name="T8" fmla="*/ 9 w 116"/>
                <a:gd name="T9" fmla="*/ 16 h 499"/>
                <a:gd name="T10" fmla="*/ 87 w 116"/>
                <a:gd name="T11" fmla="*/ 249 h 499"/>
                <a:gd name="T12" fmla="*/ 6 w 116"/>
                <a:gd name="T13" fmla="*/ 485 h 499"/>
                <a:gd name="T14" fmla="*/ 0 w 116"/>
                <a:gd name="T15" fmla="*/ 494 h 499"/>
                <a:gd name="T16" fmla="*/ 5 w 116"/>
                <a:gd name="T17" fmla="*/ 499 h 499"/>
                <a:gd name="T18" fmla="*/ 84 w 116"/>
                <a:gd name="T19" fmla="*/ 402 h 499"/>
                <a:gd name="T20" fmla="*/ 116 w 116"/>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49"/>
                  </a:moveTo>
                  <a:cubicBezTo>
                    <a:pt x="116" y="211"/>
                    <a:pt x="110" y="150"/>
                    <a:pt x="83" y="94"/>
                  </a:cubicBezTo>
                  <a:cubicBezTo>
                    <a:pt x="53" y="32"/>
                    <a:pt x="10" y="0"/>
                    <a:pt x="5" y="0"/>
                  </a:cubicBezTo>
                  <a:cubicBezTo>
                    <a:pt x="2" y="0"/>
                    <a:pt x="0" y="2"/>
                    <a:pt x="0" y="5"/>
                  </a:cubicBezTo>
                  <a:cubicBezTo>
                    <a:pt x="0" y="6"/>
                    <a:pt x="0" y="7"/>
                    <a:pt x="9" y="16"/>
                  </a:cubicBezTo>
                  <a:cubicBezTo>
                    <a:pt x="58" y="66"/>
                    <a:pt x="87" y="145"/>
                    <a:pt x="87" y="249"/>
                  </a:cubicBezTo>
                  <a:cubicBezTo>
                    <a:pt x="87" y="335"/>
                    <a:pt x="68" y="423"/>
                    <a:pt x="6" y="485"/>
                  </a:cubicBezTo>
                  <a:cubicBezTo>
                    <a:pt x="0" y="491"/>
                    <a:pt x="0" y="492"/>
                    <a:pt x="0" y="494"/>
                  </a:cubicBezTo>
                  <a:cubicBezTo>
                    <a:pt x="0" y="497"/>
                    <a:pt x="2" y="499"/>
                    <a:pt x="5" y="499"/>
                  </a:cubicBezTo>
                  <a:cubicBezTo>
                    <a:pt x="10" y="499"/>
                    <a:pt x="55" y="465"/>
                    <a:pt x="84" y="402"/>
                  </a:cubicBezTo>
                  <a:cubicBezTo>
                    <a:pt x="110" y="347"/>
                    <a:pt x="116" y="291"/>
                    <a:pt x="116"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0" name="Freeform 502"/>
            <p:cNvSpPr>
              <a:spLocks/>
            </p:cNvSpPr>
            <p:nvPr>
              <p:custDataLst>
                <p:tags r:id="rId89"/>
              </p:custDataLst>
            </p:nvPr>
          </p:nvSpPr>
          <p:spPr bwMode="auto">
            <a:xfrm>
              <a:off x="9002713" y="2381250"/>
              <a:ext cx="36513" cy="180975"/>
            </a:xfrm>
            <a:custGeom>
              <a:avLst/>
              <a:gdLst>
                <a:gd name="T0" fmla="*/ 115 w 115"/>
                <a:gd name="T1" fmla="*/ 249 h 499"/>
                <a:gd name="T2" fmla="*/ 82 w 115"/>
                <a:gd name="T3" fmla="*/ 94 h 499"/>
                <a:gd name="T4" fmla="*/ 5 w 115"/>
                <a:gd name="T5" fmla="*/ 0 h 499"/>
                <a:gd name="T6" fmla="*/ 0 w 115"/>
                <a:gd name="T7" fmla="*/ 5 h 499"/>
                <a:gd name="T8" fmla="*/ 9 w 115"/>
                <a:gd name="T9" fmla="*/ 16 h 499"/>
                <a:gd name="T10" fmla="*/ 86 w 115"/>
                <a:gd name="T11" fmla="*/ 249 h 499"/>
                <a:gd name="T12" fmla="*/ 6 w 115"/>
                <a:gd name="T13" fmla="*/ 485 h 499"/>
                <a:gd name="T14" fmla="*/ 0 w 115"/>
                <a:gd name="T15" fmla="*/ 494 h 499"/>
                <a:gd name="T16" fmla="*/ 5 w 115"/>
                <a:gd name="T17" fmla="*/ 499 h 499"/>
                <a:gd name="T18" fmla="*/ 84 w 115"/>
                <a:gd name="T19" fmla="*/ 402 h 499"/>
                <a:gd name="T20" fmla="*/ 115 w 115"/>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249"/>
                  </a:moveTo>
                  <a:cubicBezTo>
                    <a:pt x="115" y="211"/>
                    <a:pt x="110" y="150"/>
                    <a:pt x="82" y="94"/>
                  </a:cubicBezTo>
                  <a:cubicBezTo>
                    <a:pt x="52" y="32"/>
                    <a:pt x="10" y="0"/>
                    <a:pt x="5" y="0"/>
                  </a:cubicBezTo>
                  <a:cubicBezTo>
                    <a:pt x="2" y="0"/>
                    <a:pt x="0" y="2"/>
                    <a:pt x="0" y="5"/>
                  </a:cubicBezTo>
                  <a:cubicBezTo>
                    <a:pt x="0" y="6"/>
                    <a:pt x="0" y="7"/>
                    <a:pt x="9" y="16"/>
                  </a:cubicBezTo>
                  <a:cubicBezTo>
                    <a:pt x="58" y="66"/>
                    <a:pt x="86" y="145"/>
                    <a:pt x="86" y="249"/>
                  </a:cubicBezTo>
                  <a:cubicBezTo>
                    <a:pt x="86" y="335"/>
                    <a:pt x="68" y="423"/>
                    <a:pt x="6" y="485"/>
                  </a:cubicBezTo>
                  <a:cubicBezTo>
                    <a:pt x="0" y="491"/>
                    <a:pt x="0" y="492"/>
                    <a:pt x="0" y="494"/>
                  </a:cubicBezTo>
                  <a:cubicBezTo>
                    <a:pt x="0" y="497"/>
                    <a:pt x="2" y="499"/>
                    <a:pt x="5" y="499"/>
                  </a:cubicBezTo>
                  <a:cubicBezTo>
                    <a:pt x="10" y="499"/>
                    <a:pt x="54" y="465"/>
                    <a:pt x="84" y="402"/>
                  </a:cubicBezTo>
                  <a:cubicBezTo>
                    <a:pt x="109" y="347"/>
                    <a:pt x="115" y="291"/>
                    <a:pt x="115"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022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42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42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42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42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3427">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427">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3427">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3427">
                                            <p:txEl>
                                              <p:pRg st="16" end="1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3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3426" name="AutoShape 2"/>
          <p:cNvSpPr>
            <a:spLocks noGrp="1" noChangeArrowheads="1"/>
          </p:cNvSpPr>
          <p:nvPr>
            <p:ph type="title"/>
          </p:nvPr>
        </p:nvSpPr>
        <p:spPr/>
        <p:txBody>
          <a:bodyPr/>
          <a:lstStyle/>
          <a:p>
            <a:r>
              <a:rPr lang="sl-SI" sz="3200"/>
              <a:t>Zunanji stiki</a:t>
            </a:r>
            <a:endParaRPr lang="en-US" sz="3200"/>
          </a:p>
        </p:txBody>
      </p:sp>
      <p:sp>
        <p:nvSpPr>
          <p:cNvPr id="103427" name="Rectangle 3"/>
          <p:cNvSpPr>
            <a:spLocks noGrp="1" noChangeArrowheads="1"/>
          </p:cNvSpPr>
          <p:nvPr>
            <p:ph type="body" idx="1"/>
          </p:nvPr>
        </p:nvSpPr>
        <p:spPr>
          <a:xfrm>
            <a:off x="838200" y="2362200"/>
            <a:ext cx="7693025" cy="4114800"/>
          </a:xfrm>
        </p:spPr>
        <p:txBody>
          <a:bodyPr/>
          <a:lstStyle/>
          <a:p>
            <a:pPr>
              <a:lnSpc>
                <a:spcPct val="80000"/>
              </a:lnSpc>
              <a:buNone/>
            </a:pPr>
            <a:r>
              <a:rPr lang="en-US" sz="1400" b="1" dirty="0">
                <a:latin typeface="Courier New"/>
              </a:rPr>
              <a:t>SELECT</a:t>
            </a:r>
            <a:r>
              <a:rPr lang="en-US" sz="1400" dirty="0">
                <a:latin typeface="Courier New"/>
              </a:rPr>
              <a:t> </a:t>
            </a:r>
            <a:r>
              <a:rPr lang="en-US" sz="1400" err="1">
                <a:latin typeface="Courier New"/>
              </a:rPr>
              <a:t>jadralec.ime</a:t>
            </a:r>
            <a:r>
              <a:rPr lang="sl-SI" sz="1400">
                <a:latin typeface="Courier New"/>
              </a:rPr>
              <a:t> -- levi zunanji stik</a:t>
            </a:r>
            <a:endParaRPr lang="en-US" sz="1400">
              <a:solidFill>
                <a:schemeClr val="bg1">
                  <a:lumMod val="50000"/>
                </a:schemeClr>
              </a:solidFill>
              <a:latin typeface="Courier New"/>
            </a:endParaRPr>
          </a:p>
          <a:p>
            <a:pPr>
              <a:lnSpc>
                <a:spcPct val="80000"/>
              </a:lnSpc>
              <a:buNone/>
            </a:pPr>
            <a:r>
              <a:rPr lang="en-US" sz="1400" b="1" dirty="0">
                <a:latin typeface="Courier New" pitchFamily="49" charset="0"/>
              </a:rPr>
              <a:t>FROM</a:t>
            </a:r>
            <a:r>
              <a:rPr lang="en-US" sz="1400" dirty="0">
                <a:latin typeface="Courier New" pitchFamily="49" charset="0"/>
              </a:rPr>
              <a:t>  </a:t>
            </a:r>
            <a:r>
              <a:rPr lang="en-US" sz="1400" dirty="0" err="1">
                <a:latin typeface="Courier New" pitchFamily="49" charset="0"/>
              </a:rPr>
              <a:t>jadralec</a:t>
            </a:r>
            <a:r>
              <a:rPr lang="en-US" sz="1400" dirty="0">
                <a:latin typeface="Courier New" pitchFamily="49" charset="0"/>
              </a:rPr>
              <a:t> </a:t>
            </a:r>
            <a:r>
              <a:rPr lang="sl-SI" sz="1400" b="1" dirty="0">
                <a:solidFill>
                  <a:schemeClr val="tx1">
                    <a:lumMod val="60000"/>
                    <a:lumOff val="40000"/>
                  </a:schemeClr>
                </a:solidFill>
                <a:latin typeface="Courier New" pitchFamily="49" charset="0"/>
              </a:rPr>
              <a:t>LEFT</a:t>
            </a:r>
            <a:r>
              <a:rPr lang="sl-SI" sz="1400" dirty="0">
                <a:latin typeface="Courier New" pitchFamily="49" charset="0"/>
              </a:rPr>
              <a:t> </a:t>
            </a:r>
            <a:r>
              <a:rPr lang="en-US" sz="1400" b="1" dirty="0">
                <a:solidFill>
                  <a:schemeClr val="tx1">
                    <a:lumMod val="60000"/>
                    <a:lumOff val="40000"/>
                  </a:schemeClr>
                </a:solidFill>
                <a:latin typeface="Courier New" pitchFamily="49" charset="0"/>
              </a:rPr>
              <a:t>JOIN</a:t>
            </a:r>
            <a:r>
              <a:rPr lang="en-US" sz="1400" dirty="0">
                <a:latin typeface="Courier New" pitchFamily="49" charset="0"/>
              </a:rPr>
              <a:t> </a:t>
            </a:r>
            <a:r>
              <a:rPr lang="en-US" sz="1400" dirty="0" err="1">
                <a:latin typeface="Courier New" pitchFamily="49" charset="0"/>
              </a:rPr>
              <a:t>rezervacija</a:t>
            </a:r>
            <a:r>
              <a:rPr lang="en-US" sz="1400" dirty="0">
                <a:latin typeface="Courier New" pitchFamily="49" charset="0"/>
              </a:rPr>
              <a:t> </a:t>
            </a:r>
            <a:r>
              <a:rPr lang="en-US" sz="1400" b="1" dirty="0">
                <a:solidFill>
                  <a:schemeClr val="tx1">
                    <a:lumMod val="60000"/>
                    <a:lumOff val="40000"/>
                  </a:schemeClr>
                </a:solidFill>
                <a:latin typeface="Courier New" pitchFamily="49" charset="0"/>
              </a:rPr>
              <a:t>USING(</a:t>
            </a:r>
            <a:r>
              <a:rPr lang="en-US" sz="1400" b="1" dirty="0" err="1">
                <a:solidFill>
                  <a:schemeClr val="tx1">
                    <a:lumMod val="60000"/>
                    <a:lumOff val="40000"/>
                  </a:schemeClr>
                </a:solidFill>
                <a:latin typeface="Courier New" pitchFamily="49" charset="0"/>
              </a:rPr>
              <a:t>jid</a:t>
            </a:r>
            <a:r>
              <a:rPr lang="en-US" sz="1400" dirty="0">
                <a:solidFill>
                  <a:schemeClr val="tx1">
                    <a:lumMod val="60000"/>
                    <a:lumOff val="40000"/>
                  </a:schemeClr>
                </a:solidFill>
                <a:latin typeface="Courier New" pitchFamily="49" charset="0"/>
              </a:rPr>
              <a:t>)</a:t>
            </a:r>
          </a:p>
          <a:p>
            <a:pPr>
              <a:lnSpc>
                <a:spcPct val="80000"/>
              </a:lnSpc>
              <a:buNone/>
            </a:pPr>
            <a:r>
              <a:rPr lang="en-US" sz="1400" b="1" dirty="0">
                <a:latin typeface="Courier New" pitchFamily="49" charset="0"/>
              </a:rPr>
              <a:t>WHERE</a:t>
            </a:r>
            <a:r>
              <a:rPr lang="en-US" sz="1400" dirty="0">
                <a:latin typeface="Courier New" pitchFamily="49" charset="0"/>
              </a:rPr>
              <a:t> </a:t>
            </a:r>
            <a:r>
              <a:rPr lang="en-US" sz="1400" dirty="0" err="1">
                <a:latin typeface="Courier New" pitchFamily="49" charset="0"/>
              </a:rPr>
              <a:t>rezervacija.cid</a:t>
            </a:r>
            <a:r>
              <a:rPr lang="en-US" sz="1400" dirty="0">
                <a:latin typeface="Courier New" pitchFamily="49" charset="0"/>
              </a:rPr>
              <a:t> = 103;</a:t>
            </a:r>
          </a:p>
          <a:p>
            <a:pPr>
              <a:lnSpc>
                <a:spcPct val="80000"/>
              </a:lnSpc>
              <a:buNone/>
            </a:pPr>
            <a:endParaRPr lang="en-US" sz="1400" dirty="0">
              <a:latin typeface="Courier New" pitchFamily="49" charset="0"/>
            </a:endParaRPr>
          </a:p>
          <a:p>
            <a:pPr>
              <a:lnSpc>
                <a:spcPct val="80000"/>
              </a:lnSpc>
              <a:buNone/>
            </a:pPr>
            <a:endParaRPr lang="en-US"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a:p>
            <a:pPr>
              <a:lnSpc>
                <a:spcPct val="80000"/>
              </a:lnSpc>
              <a:buNone/>
            </a:pPr>
            <a:r>
              <a:rPr lang="en-US" sz="1400" b="1" dirty="0">
                <a:latin typeface="Courier New"/>
              </a:rPr>
              <a:t>SELECT</a:t>
            </a:r>
            <a:r>
              <a:rPr lang="en-US" sz="1400" dirty="0">
                <a:latin typeface="Courier New"/>
              </a:rPr>
              <a:t> </a:t>
            </a:r>
            <a:r>
              <a:rPr lang="en-US" sz="1400" err="1">
                <a:latin typeface="Courier New"/>
              </a:rPr>
              <a:t>jadralec.ime</a:t>
            </a:r>
            <a:r>
              <a:rPr lang="sl-SI" sz="1400">
                <a:latin typeface="Courier New"/>
              </a:rPr>
              <a:t> -- desni zunanji stik</a:t>
            </a:r>
            <a:endParaRPr lang="en-US" sz="1400">
              <a:solidFill>
                <a:schemeClr val="bg1">
                  <a:lumMod val="50000"/>
                </a:schemeClr>
              </a:solidFill>
              <a:latin typeface="Courier New"/>
            </a:endParaRPr>
          </a:p>
          <a:p>
            <a:pPr>
              <a:lnSpc>
                <a:spcPct val="80000"/>
              </a:lnSpc>
              <a:buFont typeface="Wingdings" pitchFamily="2" charset="2"/>
              <a:buNone/>
            </a:pPr>
            <a:r>
              <a:rPr lang="en-US" sz="1400" b="1" dirty="0">
                <a:latin typeface="Courier New" pitchFamily="49" charset="0"/>
              </a:rPr>
              <a:t>FROM</a:t>
            </a:r>
            <a:r>
              <a:rPr lang="en-US" sz="1400" dirty="0">
                <a:latin typeface="Courier New" pitchFamily="49" charset="0"/>
              </a:rPr>
              <a:t>  </a:t>
            </a:r>
            <a:r>
              <a:rPr lang="en-US" sz="1400" dirty="0" err="1">
                <a:latin typeface="Courier New" pitchFamily="49" charset="0"/>
              </a:rPr>
              <a:t>jadralec</a:t>
            </a:r>
            <a:r>
              <a:rPr lang="en-US" sz="1400" dirty="0">
                <a:latin typeface="Courier New" pitchFamily="49" charset="0"/>
              </a:rPr>
              <a:t> </a:t>
            </a:r>
            <a:r>
              <a:rPr lang="sl-SI" sz="1400" b="1" dirty="0">
                <a:solidFill>
                  <a:schemeClr val="tx1">
                    <a:lumMod val="60000"/>
                    <a:lumOff val="40000"/>
                  </a:schemeClr>
                </a:solidFill>
                <a:latin typeface="Courier New" pitchFamily="49" charset="0"/>
              </a:rPr>
              <a:t>RIGHT OUTER </a:t>
            </a:r>
            <a:r>
              <a:rPr lang="en-US" sz="1400" b="1" dirty="0">
                <a:solidFill>
                  <a:schemeClr val="tx1">
                    <a:lumMod val="60000"/>
                    <a:lumOff val="40000"/>
                  </a:schemeClr>
                </a:solidFill>
                <a:latin typeface="Courier New" pitchFamily="49" charset="0"/>
              </a:rPr>
              <a:t>JOIN</a:t>
            </a:r>
            <a:r>
              <a:rPr lang="en-US" sz="1400" dirty="0">
                <a:solidFill>
                  <a:srgbClr val="FF0000"/>
                </a:solidFill>
                <a:latin typeface="Courier New" pitchFamily="49" charset="0"/>
              </a:rPr>
              <a:t> </a:t>
            </a:r>
            <a:r>
              <a:rPr lang="en-US" sz="1400" dirty="0" err="1">
                <a:latin typeface="Courier New" pitchFamily="49" charset="0"/>
              </a:rPr>
              <a:t>rezervacija</a:t>
            </a:r>
            <a:r>
              <a:rPr lang="en-US" sz="1400" dirty="0">
                <a:latin typeface="Courier New" pitchFamily="49" charset="0"/>
              </a:rPr>
              <a:t> </a:t>
            </a:r>
            <a:r>
              <a:rPr lang="en-US" sz="1400" b="1" dirty="0">
                <a:solidFill>
                  <a:schemeClr val="tx1">
                    <a:lumMod val="60000"/>
                    <a:lumOff val="40000"/>
                  </a:schemeClr>
                </a:solidFill>
                <a:latin typeface="Courier New" pitchFamily="49" charset="0"/>
              </a:rPr>
              <a:t>ON</a:t>
            </a:r>
            <a:r>
              <a:rPr lang="en-US" sz="1400" dirty="0">
                <a:solidFill>
                  <a:schemeClr val="tx1">
                    <a:lumMod val="60000"/>
                    <a:lumOff val="40000"/>
                  </a:schemeClr>
                </a:solidFill>
                <a:latin typeface="Courier New" pitchFamily="49" charset="0"/>
              </a:rPr>
              <a:t> (</a:t>
            </a:r>
            <a:r>
              <a:rPr lang="en-US" sz="1400" dirty="0" err="1">
                <a:solidFill>
                  <a:schemeClr val="tx1">
                    <a:lumMod val="60000"/>
                    <a:lumOff val="40000"/>
                  </a:schemeClr>
                </a:solidFill>
                <a:latin typeface="Courier New" pitchFamily="49" charset="0"/>
              </a:rPr>
              <a:t>rezervacija.jid</a:t>
            </a:r>
            <a:r>
              <a:rPr lang="en-US" sz="1400" dirty="0">
                <a:solidFill>
                  <a:schemeClr val="tx1">
                    <a:lumMod val="60000"/>
                    <a:lumOff val="40000"/>
                  </a:schemeClr>
                </a:solidFill>
                <a:latin typeface="Courier New" pitchFamily="49" charset="0"/>
              </a:rPr>
              <a:t> = </a:t>
            </a:r>
            <a:r>
              <a:rPr lang="en-US" sz="1400" dirty="0" err="1">
                <a:solidFill>
                  <a:schemeClr val="tx1">
                    <a:lumMod val="60000"/>
                    <a:lumOff val="40000"/>
                  </a:schemeClr>
                </a:solidFill>
                <a:latin typeface="Courier New" pitchFamily="49" charset="0"/>
              </a:rPr>
              <a:t>jadralec.jid</a:t>
            </a:r>
            <a:r>
              <a:rPr lang="en-US" sz="1400" dirty="0">
                <a:solidFill>
                  <a:schemeClr val="tx1">
                    <a:lumMod val="60000"/>
                    <a:lumOff val="40000"/>
                  </a:schemeClr>
                </a:solidFill>
                <a:latin typeface="Courier New" pitchFamily="49" charset="0"/>
              </a:rPr>
              <a:t>)</a:t>
            </a:r>
          </a:p>
          <a:p>
            <a:pPr>
              <a:lnSpc>
                <a:spcPct val="80000"/>
              </a:lnSpc>
              <a:buFont typeface="Wingdings" pitchFamily="2" charset="2"/>
              <a:buNone/>
            </a:pPr>
            <a:r>
              <a:rPr lang="en-US" sz="1400" b="1" dirty="0">
                <a:latin typeface="Courier New" pitchFamily="49" charset="0"/>
              </a:rPr>
              <a:t>WHERE</a:t>
            </a:r>
            <a:r>
              <a:rPr lang="en-US" sz="1400" dirty="0">
                <a:latin typeface="Courier New" pitchFamily="49" charset="0"/>
              </a:rPr>
              <a:t> </a:t>
            </a:r>
            <a:r>
              <a:rPr lang="en-US" sz="1400" dirty="0" err="1">
                <a:latin typeface="Courier New" pitchFamily="49" charset="0"/>
              </a:rPr>
              <a:t>rezervacija.cid</a:t>
            </a:r>
            <a:r>
              <a:rPr lang="en-US" sz="1400" dirty="0">
                <a:latin typeface="Courier New" pitchFamily="49" charset="0"/>
              </a:rPr>
              <a:t> = 103;</a:t>
            </a:r>
          </a:p>
          <a:p>
            <a:pPr>
              <a:lnSpc>
                <a:spcPct val="80000"/>
              </a:lnSpc>
              <a:buFont typeface="Wingdings" pitchFamily="2" charset="2"/>
              <a:buNone/>
            </a:pPr>
            <a:endParaRPr lang="en-US" sz="1400" dirty="0">
              <a:latin typeface="Courier New" pitchFamily="49" charset="0"/>
            </a:endParaRPr>
          </a:p>
          <a:p>
            <a:pPr>
              <a:lnSpc>
                <a:spcPct val="80000"/>
              </a:lnSpc>
              <a:buFont typeface="Wingdings" pitchFamily="2" charset="2"/>
              <a:buNone/>
            </a:pPr>
            <a:endParaRPr lang="en-US" sz="1400" dirty="0">
              <a:latin typeface="Courier New" pitchFamily="49" charset="0"/>
            </a:endParaRPr>
          </a:p>
          <a:p>
            <a:pPr>
              <a:lnSpc>
                <a:spcPct val="80000"/>
              </a:lnSpc>
              <a:buFont typeface="Wingdings" pitchFamily="2" charset="2"/>
              <a:buNone/>
            </a:pPr>
            <a:endParaRPr lang="sl-SI" sz="1400" dirty="0">
              <a:latin typeface="Courier New" pitchFamily="49" charset="0"/>
            </a:endParaRPr>
          </a:p>
          <a:p>
            <a:pPr>
              <a:lnSpc>
                <a:spcPct val="80000"/>
              </a:lnSpc>
              <a:buNone/>
            </a:pPr>
            <a:r>
              <a:rPr lang="en-US" sz="1400" b="1" dirty="0">
                <a:latin typeface="Courier New"/>
              </a:rPr>
              <a:t>SELECT</a:t>
            </a:r>
            <a:r>
              <a:rPr lang="en-US" sz="1400" dirty="0">
                <a:latin typeface="Courier New"/>
              </a:rPr>
              <a:t> </a:t>
            </a:r>
            <a:r>
              <a:rPr lang="en-US" sz="1400" err="1">
                <a:latin typeface="Courier New"/>
              </a:rPr>
              <a:t>jadralec.ime</a:t>
            </a:r>
            <a:r>
              <a:rPr lang="sl-SI" sz="1400">
                <a:latin typeface="Courier New"/>
              </a:rPr>
              <a:t> -- levi in desni zunanji stik skupaj</a:t>
            </a:r>
            <a:endParaRPr lang="en-US" sz="1400">
              <a:solidFill>
                <a:schemeClr val="bg1">
                  <a:lumMod val="50000"/>
                </a:schemeClr>
              </a:solidFill>
              <a:latin typeface="Courier New"/>
            </a:endParaRPr>
          </a:p>
          <a:p>
            <a:pPr>
              <a:lnSpc>
                <a:spcPct val="80000"/>
              </a:lnSpc>
              <a:buNone/>
            </a:pPr>
            <a:r>
              <a:rPr lang="en-US" sz="1400" b="1" dirty="0">
                <a:latin typeface="Courier New" pitchFamily="49" charset="0"/>
              </a:rPr>
              <a:t>FROM</a:t>
            </a:r>
            <a:r>
              <a:rPr lang="en-US" sz="1400" dirty="0">
                <a:latin typeface="Courier New" pitchFamily="49" charset="0"/>
              </a:rPr>
              <a:t>  </a:t>
            </a:r>
            <a:r>
              <a:rPr lang="en-US" sz="1400" dirty="0" err="1">
                <a:latin typeface="Courier New" pitchFamily="49" charset="0"/>
              </a:rPr>
              <a:t>jadralec</a:t>
            </a:r>
            <a:r>
              <a:rPr lang="en-US" sz="1400" dirty="0">
                <a:latin typeface="Courier New" pitchFamily="49" charset="0"/>
              </a:rPr>
              <a:t> </a:t>
            </a:r>
            <a:r>
              <a:rPr lang="sl-SI" sz="1400" b="1" dirty="0">
                <a:solidFill>
                  <a:schemeClr val="tx1">
                    <a:lumMod val="60000"/>
                    <a:lumOff val="40000"/>
                  </a:schemeClr>
                </a:solidFill>
                <a:latin typeface="Courier New" pitchFamily="49" charset="0"/>
              </a:rPr>
              <a:t>FULL OUTER </a:t>
            </a:r>
            <a:r>
              <a:rPr lang="en-US" sz="1400" b="1" dirty="0">
                <a:solidFill>
                  <a:schemeClr val="tx1">
                    <a:lumMod val="60000"/>
                    <a:lumOff val="40000"/>
                  </a:schemeClr>
                </a:solidFill>
                <a:latin typeface="Courier New" pitchFamily="49" charset="0"/>
              </a:rPr>
              <a:t>JOIN</a:t>
            </a:r>
            <a:r>
              <a:rPr lang="en-US" sz="1400" dirty="0">
                <a:latin typeface="Courier New" pitchFamily="49" charset="0"/>
              </a:rPr>
              <a:t> </a:t>
            </a:r>
            <a:r>
              <a:rPr lang="en-US" sz="1400" dirty="0" err="1">
                <a:latin typeface="Courier New" pitchFamily="49" charset="0"/>
              </a:rPr>
              <a:t>rezervacija</a:t>
            </a:r>
            <a:r>
              <a:rPr lang="en-US" sz="1400" dirty="0">
                <a:latin typeface="Courier New" pitchFamily="49" charset="0"/>
              </a:rPr>
              <a:t> </a:t>
            </a:r>
            <a:r>
              <a:rPr lang="en-US" sz="1400" b="1" dirty="0">
                <a:solidFill>
                  <a:schemeClr val="tx1">
                    <a:lumMod val="60000"/>
                    <a:lumOff val="40000"/>
                  </a:schemeClr>
                </a:solidFill>
                <a:latin typeface="Courier New" pitchFamily="49" charset="0"/>
              </a:rPr>
              <a:t>USING(</a:t>
            </a:r>
            <a:r>
              <a:rPr lang="en-US" sz="1400" b="1" dirty="0" err="1">
                <a:solidFill>
                  <a:schemeClr val="tx1">
                    <a:lumMod val="60000"/>
                    <a:lumOff val="40000"/>
                  </a:schemeClr>
                </a:solidFill>
                <a:latin typeface="Courier New" pitchFamily="49" charset="0"/>
              </a:rPr>
              <a:t>jid</a:t>
            </a:r>
            <a:r>
              <a:rPr lang="en-US" sz="1400" dirty="0">
                <a:solidFill>
                  <a:schemeClr val="tx1">
                    <a:lumMod val="60000"/>
                    <a:lumOff val="40000"/>
                  </a:schemeClr>
                </a:solidFill>
                <a:latin typeface="Courier New" pitchFamily="49" charset="0"/>
              </a:rPr>
              <a:t>)</a:t>
            </a:r>
          </a:p>
          <a:p>
            <a:pPr>
              <a:lnSpc>
                <a:spcPct val="80000"/>
              </a:lnSpc>
              <a:buNone/>
            </a:pPr>
            <a:r>
              <a:rPr lang="en-US" sz="1400" b="1" dirty="0">
                <a:latin typeface="Courier New" pitchFamily="49" charset="0"/>
              </a:rPr>
              <a:t>WHERE</a:t>
            </a:r>
            <a:r>
              <a:rPr lang="en-US" sz="1400" dirty="0">
                <a:latin typeface="Courier New" pitchFamily="49" charset="0"/>
              </a:rPr>
              <a:t> </a:t>
            </a:r>
            <a:r>
              <a:rPr lang="en-US" sz="1400" dirty="0" err="1">
                <a:latin typeface="Courier New" pitchFamily="49" charset="0"/>
              </a:rPr>
              <a:t>rezervacija.cid</a:t>
            </a:r>
            <a:r>
              <a:rPr lang="en-US" sz="1400" dirty="0">
                <a:latin typeface="Courier New" pitchFamily="49" charset="0"/>
              </a:rPr>
              <a:t> = 103;</a:t>
            </a:r>
          </a:p>
          <a:p>
            <a:pPr>
              <a:lnSpc>
                <a:spcPct val="80000"/>
              </a:lnSpc>
              <a:buFont typeface="Wingdings" pitchFamily="2" charset="2"/>
              <a:buNone/>
            </a:pPr>
            <a:endParaRPr lang="en-US" sz="1400" dirty="0">
              <a:latin typeface="Courier New" pitchFamily="49" charset="0"/>
            </a:endParaRPr>
          </a:p>
          <a:p>
            <a:pPr>
              <a:lnSpc>
                <a:spcPct val="80000"/>
              </a:lnSpc>
              <a:buNone/>
            </a:pPr>
            <a:r>
              <a:rPr lang="sl-SI" sz="1400" dirty="0">
                <a:latin typeface="Courier New"/>
              </a:rPr>
              <a:t>-- </a:t>
            </a:r>
            <a:r>
              <a:rPr lang="sl-SI" sz="1400" err="1">
                <a:latin typeface="Courier New"/>
              </a:rPr>
              <a:t>MariaDB</a:t>
            </a:r>
            <a:r>
              <a:rPr lang="sl-SI" sz="1400" dirty="0">
                <a:latin typeface="Courier New"/>
              </a:rPr>
              <a:t> ne podpira polnega zunanjega stika.</a:t>
            </a:r>
          </a:p>
          <a:p>
            <a:pPr>
              <a:lnSpc>
                <a:spcPct val="80000"/>
              </a:lnSpc>
              <a:buFont typeface="Wingdings" pitchFamily="2" charset="2"/>
              <a:buNone/>
            </a:pPr>
            <a:endParaRPr lang="en-US" sz="1400" dirty="0">
              <a:latin typeface="Courier New" pitchFamily="49" charset="0"/>
            </a:endParaRPr>
          </a:p>
        </p:txBody>
      </p:sp>
      <p:sp>
        <p:nvSpPr>
          <p:cNvPr id="103428" name="Text Box 4"/>
          <p:cNvSpPr txBox="1">
            <a:spLocks noChangeArrowheads="1"/>
          </p:cNvSpPr>
          <p:nvPr/>
        </p:nvSpPr>
        <p:spPr bwMode="auto">
          <a:xfrm>
            <a:off x="3191256" y="304006"/>
            <a:ext cx="6105525" cy="915988"/>
          </a:xfrm>
          <a:prstGeom prst="rect">
            <a:avLst/>
          </a:prstGeom>
          <a:noFill/>
          <a:ln w="9525">
            <a:noFill/>
            <a:miter lim="800000"/>
            <a:headEnd/>
            <a:tailEnd/>
          </a:ln>
          <a:effectLst/>
        </p:spPr>
        <p:txBody>
          <a:bodyPr>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grpSp>
        <p:nvGrpSpPr>
          <p:cNvPr id="765" name="Group 764"/>
          <p:cNvGrpSpPr>
            <a:grpSpLocks noChangeAspect="1"/>
          </p:cNvGrpSpPr>
          <p:nvPr>
            <p:custDataLst>
              <p:tags r:id="rId1"/>
            </p:custDataLst>
          </p:nvPr>
        </p:nvGrpSpPr>
        <p:grpSpPr>
          <a:xfrm>
            <a:off x="972312" y="3117217"/>
            <a:ext cx="5987839" cy="474662"/>
            <a:chOff x="990600" y="3432175"/>
            <a:chExt cx="3744913" cy="296863"/>
          </a:xfrm>
        </p:grpSpPr>
        <p:sp>
          <p:nvSpPr>
            <p:cNvPr id="619" name="Freeform 466"/>
            <p:cNvSpPr>
              <a:spLocks/>
            </p:cNvSpPr>
            <p:nvPr>
              <p:custDataLst>
                <p:tags r:id="rId91"/>
              </p:custDataLst>
            </p:nvPr>
          </p:nvSpPr>
          <p:spPr bwMode="auto">
            <a:xfrm>
              <a:off x="990600" y="3444875"/>
              <a:ext cx="109538" cy="130175"/>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0 h 339"/>
                <a:gd name="T34" fmla="*/ 96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8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8"/>
                    <a:pt x="96" y="300"/>
                  </a:cubicBezTo>
                  <a:lnTo>
                    <a:pt x="96" y="15"/>
                  </a:lnTo>
                  <a:lnTo>
                    <a:pt x="245" y="15"/>
                  </a:lnTo>
                  <a:lnTo>
                    <a:pt x="245" y="300"/>
                  </a:lnTo>
                  <a:cubicBezTo>
                    <a:pt x="245" y="318"/>
                    <a:pt x="244" y="324"/>
                    <a:pt x="205" y="324"/>
                  </a:cubicBezTo>
                  <a:lnTo>
                    <a:pt x="193" y="324"/>
                  </a:lnTo>
                  <a:lnTo>
                    <a:pt x="193" y="339"/>
                  </a:lnTo>
                  <a:cubicBezTo>
                    <a:pt x="211" y="338"/>
                    <a:pt x="248" y="338"/>
                    <a:pt x="267" y="338"/>
                  </a:cubicBezTo>
                  <a:cubicBezTo>
                    <a:pt x="286" y="338"/>
                    <a:pt x="323" y="338"/>
                    <a:pt x="340" y="339"/>
                  </a:cubicBezTo>
                  <a:lnTo>
                    <a:pt x="340" y="324"/>
                  </a:lnTo>
                  <a:lnTo>
                    <a:pt x="328"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0" name="Freeform 467"/>
            <p:cNvSpPr>
              <a:spLocks noEditPoints="1"/>
            </p:cNvSpPr>
            <p:nvPr>
              <p:custDataLst>
                <p:tags r:id="rId92"/>
              </p:custDataLst>
            </p:nvPr>
          </p:nvSpPr>
          <p:spPr bwMode="auto">
            <a:xfrm>
              <a:off x="1104900" y="3516313"/>
              <a:ext cx="49213" cy="115888"/>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3 h 302"/>
                <a:gd name="T18" fmla="*/ 20 w 153"/>
                <a:gd name="T19" fmla="*/ 260 h 302"/>
                <a:gd name="T20" fmla="*/ 0 w 153"/>
                <a:gd name="T21" fmla="*/ 280 h 302"/>
                <a:gd name="T22" fmla="*/ 35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0 h 302"/>
                <a:gd name="T34" fmla="*/ 48 w 153"/>
                <a:gd name="T35" fmla="*/ 135 h 302"/>
                <a:gd name="T36" fmla="*/ 55 w 153"/>
                <a:gd name="T37" fmla="*/ 129 h 302"/>
                <a:gd name="T38" fmla="*/ 102 w 153"/>
                <a:gd name="T39" fmla="*/ 87 h 302"/>
                <a:gd name="T40" fmla="*/ 114 w 153"/>
                <a:gd name="T41" fmla="*/ 104 h 302"/>
                <a:gd name="T42" fmla="*/ 113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3"/>
                  </a:cubicBezTo>
                  <a:cubicBezTo>
                    <a:pt x="33" y="264"/>
                    <a:pt x="27" y="260"/>
                    <a:pt x="20" y="260"/>
                  </a:cubicBezTo>
                  <a:cubicBezTo>
                    <a:pt x="9" y="260"/>
                    <a:pt x="0" y="269"/>
                    <a:pt x="0" y="280"/>
                  </a:cubicBezTo>
                  <a:cubicBezTo>
                    <a:pt x="0" y="294"/>
                    <a:pt x="14" y="302"/>
                    <a:pt x="35" y="302"/>
                  </a:cubicBezTo>
                  <a:cubicBezTo>
                    <a:pt x="55" y="302"/>
                    <a:pt x="96" y="290"/>
                    <a:pt x="107" y="247"/>
                  </a:cubicBezTo>
                  <a:lnTo>
                    <a:pt x="138" y="122"/>
                  </a:lnTo>
                  <a:cubicBezTo>
                    <a:pt x="139" y="118"/>
                    <a:pt x="140" y="115"/>
                    <a:pt x="140" y="110"/>
                  </a:cubicBezTo>
                  <a:cubicBezTo>
                    <a:pt x="140" y="91"/>
                    <a:pt x="124" y="77"/>
                    <a:pt x="103" y="77"/>
                  </a:cubicBezTo>
                  <a:cubicBezTo>
                    <a:pt x="64" y="77"/>
                    <a:pt x="42" y="126"/>
                    <a:pt x="42" y="130"/>
                  </a:cubicBezTo>
                  <a:cubicBezTo>
                    <a:pt x="42" y="135"/>
                    <a:pt x="47" y="135"/>
                    <a:pt x="48" y="135"/>
                  </a:cubicBezTo>
                  <a:cubicBezTo>
                    <a:pt x="52" y="135"/>
                    <a:pt x="52" y="134"/>
                    <a:pt x="55" y="129"/>
                  </a:cubicBezTo>
                  <a:cubicBezTo>
                    <a:pt x="63" y="109"/>
                    <a:pt x="82" y="87"/>
                    <a:pt x="102" y="87"/>
                  </a:cubicBezTo>
                  <a:cubicBezTo>
                    <a:pt x="111" y="87"/>
                    <a:pt x="114" y="93"/>
                    <a:pt x="114" y="104"/>
                  </a:cubicBezTo>
                  <a:cubicBezTo>
                    <a:pt x="114" y="108"/>
                    <a:pt x="113" y="113"/>
                    <a:pt x="113"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1" name="Freeform 468"/>
            <p:cNvSpPr>
              <a:spLocks noEditPoints="1"/>
            </p:cNvSpPr>
            <p:nvPr>
              <p:custDataLst>
                <p:tags r:id="rId93"/>
              </p:custDataLst>
            </p:nvPr>
          </p:nvSpPr>
          <p:spPr bwMode="auto">
            <a:xfrm>
              <a:off x="1171575" y="3544888"/>
              <a:ext cx="57150" cy="60325"/>
            </a:xfrm>
            <a:custGeom>
              <a:avLst/>
              <a:gdLst>
                <a:gd name="T0" fmla="*/ 126 w 178"/>
                <a:gd name="T1" fmla="*/ 21 h 158"/>
                <a:gd name="T2" fmla="*/ 90 w 178"/>
                <a:gd name="T3" fmla="*/ 0 h 158"/>
                <a:gd name="T4" fmla="*/ 0 w 178"/>
                <a:gd name="T5" fmla="*/ 100 h 158"/>
                <a:gd name="T6" fmla="*/ 53 w 178"/>
                <a:gd name="T7" fmla="*/ 158 h 158"/>
                <a:gd name="T8" fmla="*/ 103 w 178"/>
                <a:gd name="T9" fmla="*/ 133 h 158"/>
                <a:gd name="T10" fmla="*/ 138 w 178"/>
                <a:gd name="T11" fmla="*/ 158 h 158"/>
                <a:gd name="T12" fmla="*/ 166 w 178"/>
                <a:gd name="T13" fmla="*/ 139 h 158"/>
                <a:gd name="T14" fmla="*/ 178 w 178"/>
                <a:gd name="T15" fmla="*/ 104 h 158"/>
                <a:gd name="T16" fmla="*/ 173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9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9" y="147"/>
                    <a:pt x="103" y="133"/>
                  </a:cubicBezTo>
                  <a:cubicBezTo>
                    <a:pt x="109" y="154"/>
                    <a:pt x="129" y="158"/>
                    <a:pt x="138" y="158"/>
                  </a:cubicBezTo>
                  <a:cubicBezTo>
                    <a:pt x="151" y="158"/>
                    <a:pt x="160" y="150"/>
                    <a:pt x="166" y="139"/>
                  </a:cubicBezTo>
                  <a:cubicBezTo>
                    <a:pt x="174" y="125"/>
                    <a:pt x="178" y="106"/>
                    <a:pt x="178" y="104"/>
                  </a:cubicBezTo>
                  <a:cubicBezTo>
                    <a:pt x="178" y="100"/>
                    <a:pt x="174" y="100"/>
                    <a:pt x="173" y="100"/>
                  </a:cubicBezTo>
                  <a:cubicBezTo>
                    <a:pt x="168" y="100"/>
                    <a:pt x="167" y="101"/>
                    <a:pt x="165" y="110"/>
                  </a:cubicBezTo>
                  <a:cubicBezTo>
                    <a:pt x="161" y="127"/>
                    <a:pt x="154" y="148"/>
                    <a:pt x="139" y="148"/>
                  </a:cubicBezTo>
                  <a:cubicBezTo>
                    <a:pt x="130" y="148"/>
                    <a:pt x="128" y="140"/>
                    <a:pt x="128" y="131"/>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9" y="139"/>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2" name="Freeform 469"/>
            <p:cNvSpPr>
              <a:spLocks noEditPoints="1"/>
            </p:cNvSpPr>
            <p:nvPr>
              <p:custDataLst>
                <p:tags r:id="rId94"/>
              </p:custDataLst>
            </p:nvPr>
          </p:nvSpPr>
          <p:spPr bwMode="auto">
            <a:xfrm>
              <a:off x="1239838" y="3511550"/>
              <a:ext cx="57150" cy="93663"/>
            </a:xfrm>
            <a:custGeom>
              <a:avLst/>
              <a:gdLst>
                <a:gd name="T0" fmla="*/ 178 w 180"/>
                <a:gd name="T1" fmla="*/ 10 h 246"/>
                <a:gd name="T2" fmla="*/ 180 w 180"/>
                <a:gd name="T3" fmla="*/ 5 h 246"/>
                <a:gd name="T4" fmla="*/ 174 w 180"/>
                <a:gd name="T5" fmla="*/ 0 h 246"/>
                <a:gd name="T6" fmla="*/ 129 w 180"/>
                <a:gd name="T7" fmla="*/ 3 h 246"/>
                <a:gd name="T8" fmla="*/ 122 w 180"/>
                <a:gd name="T9" fmla="*/ 11 h 246"/>
                <a:gd name="T10" fmla="*/ 131 w 180"/>
                <a:gd name="T11" fmla="*/ 16 h 246"/>
                <a:gd name="T12" fmla="*/ 147 w 180"/>
                <a:gd name="T13" fmla="*/ 21 h 246"/>
                <a:gd name="T14" fmla="*/ 146 w 180"/>
                <a:gd name="T15" fmla="*/ 29 h 246"/>
                <a:gd name="T16" fmla="*/ 126 w 180"/>
                <a:gd name="T17" fmla="*/ 109 h 246"/>
                <a:gd name="T18" fmla="*/ 90 w 180"/>
                <a:gd name="T19" fmla="*/ 88 h 246"/>
                <a:gd name="T20" fmla="*/ 0 w 180"/>
                <a:gd name="T21" fmla="*/ 188 h 246"/>
                <a:gd name="T22" fmla="*/ 53 w 180"/>
                <a:gd name="T23" fmla="*/ 246 h 246"/>
                <a:gd name="T24" fmla="*/ 103 w 180"/>
                <a:gd name="T25" fmla="*/ 221 h 246"/>
                <a:gd name="T26" fmla="*/ 138 w 180"/>
                <a:gd name="T27" fmla="*/ 246 h 246"/>
                <a:gd name="T28" fmla="*/ 166 w 180"/>
                <a:gd name="T29" fmla="*/ 227 h 246"/>
                <a:gd name="T30" fmla="*/ 178 w 180"/>
                <a:gd name="T31" fmla="*/ 192 h 246"/>
                <a:gd name="T32" fmla="*/ 173 w 180"/>
                <a:gd name="T33" fmla="*/ 188 h 246"/>
                <a:gd name="T34" fmla="*/ 165 w 180"/>
                <a:gd name="T35" fmla="*/ 198 h 246"/>
                <a:gd name="T36" fmla="*/ 139 w 180"/>
                <a:gd name="T37" fmla="*/ 236 h 246"/>
                <a:gd name="T38" fmla="*/ 128 w 180"/>
                <a:gd name="T39" fmla="*/ 219 h 246"/>
                <a:gd name="T40" fmla="*/ 130 w 180"/>
                <a:gd name="T41" fmla="*/ 204 h 246"/>
                <a:gd name="T42" fmla="*/ 178 w 180"/>
                <a:gd name="T43" fmla="*/ 10 h 246"/>
                <a:gd name="T44" fmla="*/ 104 w 180"/>
                <a:gd name="T45" fmla="*/ 198 h 246"/>
                <a:gd name="T46" fmla="*/ 86 w 180"/>
                <a:gd name="T47" fmla="*/ 222 h 246"/>
                <a:gd name="T48" fmla="*/ 54 w 180"/>
                <a:gd name="T49" fmla="*/ 236 h 246"/>
                <a:gd name="T50" fmla="*/ 29 w 180"/>
                <a:gd name="T51" fmla="*/ 202 h 246"/>
                <a:gd name="T52" fmla="*/ 47 w 180"/>
                <a:gd name="T53" fmla="*/ 131 h 246"/>
                <a:gd name="T54" fmla="*/ 90 w 180"/>
                <a:gd name="T55" fmla="*/ 98 h 246"/>
                <a:gd name="T56" fmla="*/ 121 w 180"/>
                <a:gd name="T57" fmla="*/ 128 h 246"/>
                <a:gd name="T58" fmla="*/ 120 w 180"/>
                <a:gd name="T59" fmla="*/ 133 h 246"/>
                <a:gd name="T60" fmla="*/ 104 w 180"/>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6">
                  <a:moveTo>
                    <a:pt x="178" y="10"/>
                  </a:moveTo>
                  <a:cubicBezTo>
                    <a:pt x="179" y="10"/>
                    <a:pt x="180" y="5"/>
                    <a:pt x="180" y="5"/>
                  </a:cubicBezTo>
                  <a:cubicBezTo>
                    <a:pt x="180" y="3"/>
                    <a:pt x="178" y="0"/>
                    <a:pt x="174" y="0"/>
                  </a:cubicBezTo>
                  <a:cubicBezTo>
                    <a:pt x="167" y="0"/>
                    <a:pt x="138" y="3"/>
                    <a:pt x="129" y="3"/>
                  </a:cubicBezTo>
                  <a:cubicBezTo>
                    <a:pt x="127" y="4"/>
                    <a:pt x="122" y="4"/>
                    <a:pt x="122" y="11"/>
                  </a:cubicBezTo>
                  <a:cubicBezTo>
                    <a:pt x="122" y="16"/>
                    <a:pt x="127" y="16"/>
                    <a:pt x="131" y="16"/>
                  </a:cubicBezTo>
                  <a:cubicBezTo>
                    <a:pt x="147" y="16"/>
                    <a:pt x="147" y="19"/>
                    <a:pt x="147" y="21"/>
                  </a:cubicBezTo>
                  <a:cubicBezTo>
                    <a:pt x="147" y="24"/>
                    <a:pt x="147" y="26"/>
                    <a:pt x="146" y="29"/>
                  </a:cubicBezTo>
                  <a:lnTo>
                    <a:pt x="126" y="109"/>
                  </a:lnTo>
                  <a:cubicBezTo>
                    <a:pt x="119" y="97"/>
                    <a:pt x="107" y="88"/>
                    <a:pt x="90" y="88"/>
                  </a:cubicBezTo>
                  <a:cubicBezTo>
                    <a:pt x="46" y="88"/>
                    <a:pt x="0" y="137"/>
                    <a:pt x="0" y="188"/>
                  </a:cubicBezTo>
                  <a:cubicBezTo>
                    <a:pt x="0" y="221"/>
                    <a:pt x="23" y="246"/>
                    <a:pt x="53" y="246"/>
                  </a:cubicBezTo>
                  <a:cubicBezTo>
                    <a:pt x="72" y="246"/>
                    <a:pt x="89" y="235"/>
                    <a:pt x="103" y="221"/>
                  </a:cubicBezTo>
                  <a:cubicBezTo>
                    <a:pt x="109" y="242"/>
                    <a:pt x="129" y="246"/>
                    <a:pt x="138" y="246"/>
                  </a:cubicBezTo>
                  <a:cubicBezTo>
                    <a:pt x="151" y="246"/>
                    <a:pt x="160" y="238"/>
                    <a:pt x="166" y="227"/>
                  </a:cubicBezTo>
                  <a:cubicBezTo>
                    <a:pt x="174" y="213"/>
                    <a:pt x="178" y="194"/>
                    <a:pt x="178" y="192"/>
                  </a:cubicBezTo>
                  <a:cubicBezTo>
                    <a:pt x="178" y="188"/>
                    <a:pt x="174" y="188"/>
                    <a:pt x="173" y="188"/>
                  </a:cubicBezTo>
                  <a:cubicBezTo>
                    <a:pt x="168" y="188"/>
                    <a:pt x="167" y="189"/>
                    <a:pt x="165" y="198"/>
                  </a:cubicBezTo>
                  <a:cubicBezTo>
                    <a:pt x="161" y="215"/>
                    <a:pt x="154" y="236"/>
                    <a:pt x="139" y="236"/>
                  </a:cubicBezTo>
                  <a:cubicBezTo>
                    <a:pt x="130" y="236"/>
                    <a:pt x="128" y="228"/>
                    <a:pt x="128" y="219"/>
                  </a:cubicBezTo>
                  <a:cubicBezTo>
                    <a:pt x="128" y="212"/>
                    <a:pt x="129" y="209"/>
                    <a:pt x="130" y="204"/>
                  </a:cubicBezTo>
                  <a:lnTo>
                    <a:pt x="178" y="10"/>
                  </a:lnTo>
                  <a:close/>
                  <a:moveTo>
                    <a:pt x="104" y="198"/>
                  </a:moveTo>
                  <a:cubicBezTo>
                    <a:pt x="101" y="208"/>
                    <a:pt x="94" y="215"/>
                    <a:pt x="86" y="222"/>
                  </a:cubicBezTo>
                  <a:cubicBezTo>
                    <a:pt x="83" y="225"/>
                    <a:pt x="69" y="236"/>
                    <a:pt x="54" y="236"/>
                  </a:cubicBezTo>
                  <a:cubicBezTo>
                    <a:pt x="41" y="236"/>
                    <a:pt x="29" y="227"/>
                    <a:pt x="29" y="202"/>
                  </a:cubicBezTo>
                  <a:cubicBezTo>
                    <a:pt x="29" y="183"/>
                    <a:pt x="39" y="145"/>
                    <a:pt x="47" y="131"/>
                  </a:cubicBezTo>
                  <a:cubicBezTo>
                    <a:pt x="63" y="103"/>
                    <a:pt x="81"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3" name="Freeform 470"/>
            <p:cNvSpPr>
              <a:spLocks/>
            </p:cNvSpPr>
            <p:nvPr>
              <p:custDataLst>
                <p:tags r:id="rId95"/>
              </p:custDataLst>
            </p:nvPr>
          </p:nvSpPr>
          <p:spPr bwMode="auto">
            <a:xfrm>
              <a:off x="1304925" y="3544888"/>
              <a:ext cx="52388" cy="60325"/>
            </a:xfrm>
            <a:custGeom>
              <a:avLst/>
              <a:gdLst>
                <a:gd name="T0" fmla="*/ 65 w 162"/>
                <a:gd name="T1" fmla="*/ 84 h 158"/>
                <a:gd name="T2" fmla="*/ 74 w 162"/>
                <a:gd name="T3" fmla="*/ 48 h 158"/>
                <a:gd name="T4" fmla="*/ 96 w 162"/>
                <a:gd name="T5" fmla="*/ 20 h 158"/>
                <a:gd name="T6" fmla="*/ 125 w 162"/>
                <a:gd name="T7" fmla="*/ 10 h 158"/>
                <a:gd name="T8" fmla="*/ 144 w 162"/>
                <a:gd name="T9" fmla="*/ 15 h 158"/>
                <a:gd name="T10" fmla="*/ 129 w 162"/>
                <a:gd name="T11" fmla="*/ 34 h 158"/>
                <a:gd name="T12" fmla="*/ 142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3 h 158"/>
                <a:gd name="T26" fmla="*/ 6 w 162"/>
                <a:gd name="T27" fmla="*/ 58 h 158"/>
                <a:gd name="T28" fmla="*/ 13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3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6" y="81"/>
                    <a:pt x="74" y="50"/>
                    <a:pt x="74" y="48"/>
                  </a:cubicBezTo>
                  <a:cubicBezTo>
                    <a:pt x="75" y="45"/>
                    <a:pt x="85" y="28"/>
                    <a:pt x="96" y="20"/>
                  </a:cubicBezTo>
                  <a:cubicBezTo>
                    <a:pt x="100" y="17"/>
                    <a:pt x="110" y="10"/>
                    <a:pt x="125" y="10"/>
                  </a:cubicBezTo>
                  <a:cubicBezTo>
                    <a:pt x="128" y="10"/>
                    <a:pt x="137" y="10"/>
                    <a:pt x="144" y="15"/>
                  </a:cubicBezTo>
                  <a:cubicBezTo>
                    <a:pt x="133" y="18"/>
                    <a:pt x="129" y="28"/>
                    <a:pt x="129" y="34"/>
                  </a:cubicBezTo>
                  <a:cubicBezTo>
                    <a:pt x="129" y="42"/>
                    <a:pt x="134" y="47"/>
                    <a:pt x="142" y="47"/>
                  </a:cubicBezTo>
                  <a:cubicBezTo>
                    <a:pt x="151" y="47"/>
                    <a:pt x="162" y="40"/>
                    <a:pt x="162" y="26"/>
                  </a:cubicBezTo>
                  <a:cubicBezTo>
                    <a:pt x="162" y="7"/>
                    <a:pt x="143" y="0"/>
                    <a:pt x="125" y="0"/>
                  </a:cubicBezTo>
                  <a:cubicBezTo>
                    <a:pt x="107" y="0"/>
                    <a:pt x="91" y="7"/>
                    <a:pt x="76" y="25"/>
                  </a:cubicBezTo>
                  <a:cubicBezTo>
                    <a:pt x="70" y="4"/>
                    <a:pt x="48" y="0"/>
                    <a:pt x="40" y="0"/>
                  </a:cubicBezTo>
                  <a:cubicBezTo>
                    <a:pt x="27" y="0"/>
                    <a:pt x="18" y="8"/>
                    <a:pt x="13" y="18"/>
                  </a:cubicBezTo>
                  <a:cubicBezTo>
                    <a:pt x="5" y="32"/>
                    <a:pt x="0" y="52"/>
                    <a:pt x="0" y="53"/>
                  </a:cubicBezTo>
                  <a:cubicBezTo>
                    <a:pt x="0" y="58"/>
                    <a:pt x="5" y="58"/>
                    <a:pt x="6" y="58"/>
                  </a:cubicBezTo>
                  <a:cubicBezTo>
                    <a:pt x="11" y="58"/>
                    <a:pt x="11" y="57"/>
                    <a:pt x="13" y="48"/>
                  </a:cubicBezTo>
                  <a:cubicBezTo>
                    <a:pt x="19" y="26"/>
                    <a:pt x="25" y="10"/>
                    <a:pt x="39" y="10"/>
                  </a:cubicBezTo>
                  <a:cubicBezTo>
                    <a:pt x="48" y="10"/>
                    <a:pt x="50" y="18"/>
                    <a:pt x="50" y="27"/>
                  </a:cubicBezTo>
                  <a:cubicBezTo>
                    <a:pt x="50" y="34"/>
                    <a:pt x="47" y="47"/>
                    <a:pt x="45" y="56"/>
                  </a:cubicBezTo>
                  <a:cubicBezTo>
                    <a:pt x="42" y="65"/>
                    <a:pt x="39" y="80"/>
                    <a:pt x="37" y="87"/>
                  </a:cubicBezTo>
                  <a:lnTo>
                    <a:pt x="26" y="132"/>
                  </a:lnTo>
                  <a:cubicBezTo>
                    <a:pt x="25" y="137"/>
                    <a:pt x="23" y="145"/>
                    <a:pt x="23" y="146"/>
                  </a:cubicBezTo>
                  <a:cubicBezTo>
                    <a:pt x="23" y="154"/>
                    <a:pt x="29" y="158"/>
                    <a:pt x="34" y="158"/>
                  </a:cubicBezTo>
                  <a:cubicBezTo>
                    <a:pt x="40" y="158"/>
                    <a:pt x="47"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4" name="Freeform 471"/>
            <p:cNvSpPr>
              <a:spLocks noEditPoints="1"/>
            </p:cNvSpPr>
            <p:nvPr>
              <p:custDataLst>
                <p:tags r:id="rId96"/>
              </p:custDataLst>
            </p:nvPr>
          </p:nvSpPr>
          <p:spPr bwMode="auto">
            <a:xfrm>
              <a:off x="1370013" y="3544888"/>
              <a:ext cx="55563" cy="60325"/>
            </a:xfrm>
            <a:custGeom>
              <a:avLst/>
              <a:gdLst>
                <a:gd name="T0" fmla="*/ 125 w 177"/>
                <a:gd name="T1" fmla="*/ 21 h 158"/>
                <a:gd name="T2" fmla="*/ 90 w 177"/>
                <a:gd name="T3" fmla="*/ 0 h 158"/>
                <a:gd name="T4" fmla="*/ 0 w 177"/>
                <a:gd name="T5" fmla="*/ 100 h 158"/>
                <a:gd name="T6" fmla="*/ 52 w 177"/>
                <a:gd name="T7" fmla="*/ 158 h 158"/>
                <a:gd name="T8" fmla="*/ 102 w 177"/>
                <a:gd name="T9" fmla="*/ 133 h 158"/>
                <a:gd name="T10" fmla="*/ 138 w 177"/>
                <a:gd name="T11" fmla="*/ 158 h 158"/>
                <a:gd name="T12" fmla="*/ 165 w 177"/>
                <a:gd name="T13" fmla="*/ 139 h 158"/>
                <a:gd name="T14" fmla="*/ 177 w 177"/>
                <a:gd name="T15" fmla="*/ 104 h 158"/>
                <a:gd name="T16" fmla="*/ 172 w 177"/>
                <a:gd name="T17" fmla="*/ 100 h 158"/>
                <a:gd name="T18" fmla="*/ 164 w 177"/>
                <a:gd name="T19" fmla="*/ 110 h 158"/>
                <a:gd name="T20" fmla="*/ 139 w 177"/>
                <a:gd name="T21" fmla="*/ 148 h 158"/>
                <a:gd name="T22" fmla="*/ 127 w 177"/>
                <a:gd name="T23" fmla="*/ 131 h 158"/>
                <a:gd name="T24" fmla="*/ 132 w 177"/>
                <a:gd name="T25" fmla="*/ 103 h 158"/>
                <a:gd name="T26" fmla="*/ 140 w 177"/>
                <a:gd name="T27" fmla="*/ 72 h 158"/>
                <a:gd name="T28" fmla="*/ 147 w 177"/>
                <a:gd name="T29" fmla="*/ 45 h 158"/>
                <a:gd name="T30" fmla="*/ 153 w 177"/>
                <a:gd name="T31" fmla="*/ 18 h 158"/>
                <a:gd name="T32" fmla="*/ 142 w 177"/>
                <a:gd name="T33" fmla="*/ 7 h 158"/>
                <a:gd name="T34" fmla="*/ 125 w 177"/>
                <a:gd name="T35" fmla="*/ 21 h 158"/>
                <a:gd name="T36" fmla="*/ 103 w 177"/>
                <a:gd name="T37" fmla="*/ 110 h 158"/>
                <a:gd name="T38" fmla="*/ 85 w 177"/>
                <a:gd name="T39" fmla="*/ 134 h 158"/>
                <a:gd name="T40" fmla="*/ 53 w 177"/>
                <a:gd name="T41" fmla="*/ 148 h 158"/>
                <a:gd name="T42" fmla="*/ 28 w 177"/>
                <a:gd name="T43" fmla="*/ 114 h 158"/>
                <a:gd name="T44" fmla="*/ 46 w 177"/>
                <a:gd name="T45" fmla="*/ 43 h 158"/>
                <a:gd name="T46" fmla="*/ 90 w 177"/>
                <a:gd name="T47" fmla="*/ 10 h 158"/>
                <a:gd name="T48" fmla="*/ 121 w 177"/>
                <a:gd name="T49" fmla="*/ 40 h 158"/>
                <a:gd name="T50" fmla="*/ 120 w 177"/>
                <a:gd name="T51" fmla="*/ 45 h 158"/>
                <a:gd name="T52" fmla="*/ 103 w 177"/>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8">
                  <a:moveTo>
                    <a:pt x="125" y="21"/>
                  </a:moveTo>
                  <a:cubicBezTo>
                    <a:pt x="118" y="9"/>
                    <a:pt x="106" y="0"/>
                    <a:pt x="90" y="0"/>
                  </a:cubicBezTo>
                  <a:cubicBezTo>
                    <a:pt x="45" y="0"/>
                    <a:pt x="0" y="49"/>
                    <a:pt x="0" y="100"/>
                  </a:cubicBezTo>
                  <a:cubicBezTo>
                    <a:pt x="0" y="133"/>
                    <a:pt x="22" y="158"/>
                    <a:pt x="52" y="158"/>
                  </a:cubicBezTo>
                  <a:cubicBezTo>
                    <a:pt x="71" y="158"/>
                    <a:pt x="88" y="147"/>
                    <a:pt x="102" y="133"/>
                  </a:cubicBezTo>
                  <a:cubicBezTo>
                    <a:pt x="108" y="154"/>
                    <a:pt x="129" y="158"/>
                    <a:pt x="138" y="158"/>
                  </a:cubicBezTo>
                  <a:cubicBezTo>
                    <a:pt x="150" y="158"/>
                    <a:pt x="159" y="150"/>
                    <a:pt x="165" y="139"/>
                  </a:cubicBezTo>
                  <a:cubicBezTo>
                    <a:pt x="173" y="125"/>
                    <a:pt x="177" y="106"/>
                    <a:pt x="177" y="104"/>
                  </a:cubicBezTo>
                  <a:cubicBezTo>
                    <a:pt x="177" y="100"/>
                    <a:pt x="173" y="100"/>
                    <a:pt x="172" y="100"/>
                  </a:cubicBezTo>
                  <a:cubicBezTo>
                    <a:pt x="167" y="100"/>
                    <a:pt x="167" y="101"/>
                    <a:pt x="164" y="110"/>
                  </a:cubicBezTo>
                  <a:cubicBezTo>
                    <a:pt x="160" y="127"/>
                    <a:pt x="153" y="148"/>
                    <a:pt x="139" y="148"/>
                  </a:cubicBezTo>
                  <a:cubicBezTo>
                    <a:pt x="130" y="148"/>
                    <a:pt x="127" y="140"/>
                    <a:pt x="127" y="131"/>
                  </a:cubicBezTo>
                  <a:cubicBezTo>
                    <a:pt x="127" y="125"/>
                    <a:pt x="130" y="112"/>
                    <a:pt x="132" y="103"/>
                  </a:cubicBezTo>
                  <a:cubicBezTo>
                    <a:pt x="135" y="94"/>
                    <a:pt x="138" y="79"/>
                    <a:pt x="140" y="72"/>
                  </a:cubicBezTo>
                  <a:lnTo>
                    <a:pt x="147" y="45"/>
                  </a:lnTo>
                  <a:cubicBezTo>
                    <a:pt x="149" y="36"/>
                    <a:pt x="153" y="20"/>
                    <a:pt x="153" y="18"/>
                  </a:cubicBezTo>
                  <a:cubicBezTo>
                    <a:pt x="153" y="10"/>
                    <a:pt x="147" y="7"/>
                    <a:pt x="142" y="7"/>
                  </a:cubicBezTo>
                  <a:cubicBezTo>
                    <a:pt x="136" y="7"/>
                    <a:pt x="128" y="11"/>
                    <a:pt x="125" y="21"/>
                  </a:cubicBezTo>
                  <a:close/>
                  <a:moveTo>
                    <a:pt x="103" y="110"/>
                  </a:moveTo>
                  <a:cubicBezTo>
                    <a:pt x="101" y="120"/>
                    <a:pt x="93" y="127"/>
                    <a:pt x="85" y="134"/>
                  </a:cubicBezTo>
                  <a:cubicBezTo>
                    <a:pt x="82" y="137"/>
                    <a:pt x="68" y="148"/>
                    <a:pt x="53" y="148"/>
                  </a:cubicBezTo>
                  <a:cubicBezTo>
                    <a:pt x="40"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5" name="Freeform 472"/>
            <p:cNvSpPr>
              <a:spLocks/>
            </p:cNvSpPr>
            <p:nvPr>
              <p:custDataLst>
                <p:tags r:id="rId97"/>
              </p:custDataLst>
            </p:nvPr>
          </p:nvSpPr>
          <p:spPr bwMode="auto">
            <a:xfrm>
              <a:off x="1438275" y="3511550"/>
              <a:ext cx="25400" cy="93663"/>
            </a:xfrm>
            <a:custGeom>
              <a:avLst/>
              <a:gdLst>
                <a:gd name="T0" fmla="*/ 77 w 78"/>
                <a:gd name="T1" fmla="*/ 10 h 246"/>
                <a:gd name="T2" fmla="*/ 78 w 78"/>
                <a:gd name="T3" fmla="*/ 5 h 246"/>
                <a:gd name="T4" fmla="*/ 73 w 78"/>
                <a:gd name="T5" fmla="*/ 0 h 246"/>
                <a:gd name="T6" fmla="*/ 28 w 78"/>
                <a:gd name="T7" fmla="*/ 3 h 246"/>
                <a:gd name="T8" fmla="*/ 21 w 78"/>
                <a:gd name="T9" fmla="*/ 11 h 246"/>
                <a:gd name="T10" fmla="*/ 29 w 78"/>
                <a:gd name="T11" fmla="*/ 16 h 246"/>
                <a:gd name="T12" fmla="*/ 46 w 78"/>
                <a:gd name="T13" fmla="*/ 21 h 246"/>
                <a:gd name="T14" fmla="*/ 45 w 78"/>
                <a:gd name="T15" fmla="*/ 29 h 246"/>
                <a:gd name="T16" fmla="*/ 1 w 78"/>
                <a:gd name="T17" fmla="*/ 202 h 246"/>
                <a:gd name="T18" fmla="*/ 0 w 78"/>
                <a:gd name="T19" fmla="*/ 212 h 246"/>
                <a:gd name="T20" fmla="*/ 37 w 78"/>
                <a:gd name="T21" fmla="*/ 246 h 246"/>
                <a:gd name="T22" fmla="*/ 64 w 78"/>
                <a:gd name="T23" fmla="*/ 227 h 246"/>
                <a:gd name="T24" fmla="*/ 77 w 78"/>
                <a:gd name="T25" fmla="*/ 192 h 246"/>
                <a:gd name="T26" fmla="*/ 71 w 78"/>
                <a:gd name="T27" fmla="*/ 188 h 246"/>
                <a:gd name="T28" fmla="*/ 64 w 78"/>
                <a:gd name="T29" fmla="*/ 196 h 246"/>
                <a:gd name="T30" fmla="*/ 38 w 78"/>
                <a:gd name="T31" fmla="*/ 236 h 246"/>
                <a:gd name="T32" fmla="*/ 26 w 78"/>
                <a:gd name="T33" fmla="*/ 219 h 246"/>
                <a:gd name="T34" fmla="*/ 28 w 78"/>
                <a:gd name="T35" fmla="*/ 204 h 246"/>
                <a:gd name="T36" fmla="*/ 77 w 78"/>
                <a:gd name="T37" fmla="*/ 1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6">
                  <a:moveTo>
                    <a:pt x="77" y="10"/>
                  </a:moveTo>
                  <a:cubicBezTo>
                    <a:pt x="77" y="10"/>
                    <a:pt x="78" y="5"/>
                    <a:pt x="78" y="5"/>
                  </a:cubicBezTo>
                  <a:cubicBezTo>
                    <a:pt x="78" y="3"/>
                    <a:pt x="77" y="0"/>
                    <a:pt x="73" y="0"/>
                  </a:cubicBezTo>
                  <a:cubicBezTo>
                    <a:pt x="66" y="0"/>
                    <a:pt x="37" y="3"/>
                    <a:pt x="28" y="3"/>
                  </a:cubicBezTo>
                  <a:cubicBezTo>
                    <a:pt x="25" y="4"/>
                    <a:pt x="21" y="4"/>
                    <a:pt x="21" y="11"/>
                  </a:cubicBezTo>
                  <a:cubicBezTo>
                    <a:pt x="21" y="16"/>
                    <a:pt x="25" y="16"/>
                    <a:pt x="29" y="16"/>
                  </a:cubicBezTo>
                  <a:cubicBezTo>
                    <a:pt x="46" y="16"/>
                    <a:pt x="46" y="19"/>
                    <a:pt x="46" y="21"/>
                  </a:cubicBezTo>
                  <a:cubicBezTo>
                    <a:pt x="46" y="24"/>
                    <a:pt x="45" y="26"/>
                    <a:pt x="45" y="29"/>
                  </a:cubicBezTo>
                  <a:lnTo>
                    <a:pt x="1" y="202"/>
                  </a:lnTo>
                  <a:cubicBezTo>
                    <a:pt x="0" y="205"/>
                    <a:pt x="0" y="209"/>
                    <a:pt x="0" y="212"/>
                  </a:cubicBezTo>
                  <a:cubicBezTo>
                    <a:pt x="0" y="235"/>
                    <a:pt x="20" y="246"/>
                    <a:pt x="37" y="246"/>
                  </a:cubicBezTo>
                  <a:cubicBezTo>
                    <a:pt x="45" y="246"/>
                    <a:pt x="55" y="243"/>
                    <a:pt x="64" y="227"/>
                  </a:cubicBezTo>
                  <a:cubicBezTo>
                    <a:pt x="72" y="214"/>
                    <a:pt x="77" y="194"/>
                    <a:pt x="77" y="192"/>
                  </a:cubicBezTo>
                  <a:cubicBezTo>
                    <a:pt x="77" y="188"/>
                    <a:pt x="72" y="188"/>
                    <a:pt x="71" y="188"/>
                  </a:cubicBezTo>
                  <a:cubicBezTo>
                    <a:pt x="66" y="188"/>
                    <a:pt x="66" y="190"/>
                    <a:pt x="64" y="196"/>
                  </a:cubicBezTo>
                  <a:cubicBezTo>
                    <a:pt x="60" y="213"/>
                    <a:pt x="53" y="236"/>
                    <a:pt x="38" y="236"/>
                  </a:cubicBezTo>
                  <a:cubicBezTo>
                    <a:pt x="29" y="236"/>
                    <a:pt x="26" y="227"/>
                    <a:pt x="26" y="219"/>
                  </a:cubicBezTo>
                  <a:cubicBezTo>
                    <a:pt x="26" y="215"/>
                    <a:pt x="27" y="208"/>
                    <a:pt x="28" y="204"/>
                  </a:cubicBezTo>
                  <a:lnTo>
                    <a:pt x="77"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6" name="Freeform 473"/>
            <p:cNvSpPr>
              <a:spLocks noEditPoints="1"/>
            </p:cNvSpPr>
            <p:nvPr>
              <p:custDataLst>
                <p:tags r:id="rId98"/>
              </p:custDataLst>
            </p:nvPr>
          </p:nvSpPr>
          <p:spPr bwMode="auto">
            <a:xfrm>
              <a:off x="1479550" y="3544888"/>
              <a:ext cx="47625" cy="60325"/>
            </a:xfrm>
            <a:custGeom>
              <a:avLst/>
              <a:gdLst>
                <a:gd name="T0" fmla="*/ 55 w 150"/>
                <a:gd name="T1" fmla="*/ 74 h 158"/>
                <a:gd name="T2" fmla="*/ 111 w 150"/>
                <a:gd name="T3" fmla="*/ 67 h 158"/>
                <a:gd name="T4" fmla="*/ 142 w 150"/>
                <a:gd name="T5" fmla="*/ 31 h 158"/>
                <a:gd name="T6" fmla="*/ 99 w 150"/>
                <a:gd name="T7" fmla="*/ 0 h 158"/>
                <a:gd name="T8" fmla="*/ 0 w 150"/>
                <a:gd name="T9" fmla="*/ 92 h 158"/>
                <a:gd name="T10" fmla="*/ 63 w 150"/>
                <a:gd name="T11" fmla="*/ 158 h 158"/>
                <a:gd name="T12" fmla="*/ 150 w 150"/>
                <a:gd name="T13" fmla="*/ 118 h 158"/>
                <a:gd name="T14" fmla="*/ 144 w 150"/>
                <a:gd name="T15" fmla="*/ 112 h 158"/>
                <a:gd name="T16" fmla="*/ 138 w 150"/>
                <a:gd name="T17" fmla="*/ 116 h 158"/>
                <a:gd name="T18" fmla="*/ 64 w 150"/>
                <a:gd name="T19" fmla="*/ 148 h 158"/>
                <a:gd name="T20" fmla="*/ 29 w 150"/>
                <a:gd name="T21" fmla="*/ 106 h 158"/>
                <a:gd name="T22" fmla="*/ 33 w 150"/>
                <a:gd name="T23" fmla="*/ 74 h 158"/>
                <a:gd name="T24" fmla="*/ 55 w 150"/>
                <a:gd name="T25" fmla="*/ 74 h 158"/>
                <a:gd name="T26" fmla="*/ 36 w 150"/>
                <a:gd name="T27" fmla="*/ 65 h 158"/>
                <a:gd name="T28" fmla="*/ 99 w 150"/>
                <a:gd name="T29" fmla="*/ 10 h 158"/>
                <a:gd name="T30" fmla="*/ 127 w 150"/>
                <a:gd name="T31" fmla="*/ 31 h 158"/>
                <a:gd name="T32" fmla="*/ 53 w 150"/>
                <a:gd name="T33" fmla="*/ 65 h 158"/>
                <a:gd name="T34" fmla="*/ 36 w 150"/>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8">
                  <a:moveTo>
                    <a:pt x="55" y="74"/>
                  </a:moveTo>
                  <a:cubicBezTo>
                    <a:pt x="65" y="74"/>
                    <a:pt x="92" y="74"/>
                    <a:pt x="111" y="67"/>
                  </a:cubicBezTo>
                  <a:cubicBezTo>
                    <a:pt x="137" y="58"/>
                    <a:pt x="142" y="41"/>
                    <a:pt x="142" y="31"/>
                  </a:cubicBezTo>
                  <a:cubicBezTo>
                    <a:pt x="142" y="12"/>
                    <a:pt x="123" y="0"/>
                    <a:pt x="99" y="0"/>
                  </a:cubicBezTo>
                  <a:cubicBezTo>
                    <a:pt x="57" y="0"/>
                    <a:pt x="0" y="32"/>
                    <a:pt x="0" y="92"/>
                  </a:cubicBezTo>
                  <a:cubicBezTo>
                    <a:pt x="0" y="127"/>
                    <a:pt x="22" y="158"/>
                    <a:pt x="63" y="158"/>
                  </a:cubicBezTo>
                  <a:cubicBezTo>
                    <a:pt x="122" y="158"/>
                    <a:pt x="150" y="123"/>
                    <a:pt x="150" y="118"/>
                  </a:cubicBezTo>
                  <a:cubicBezTo>
                    <a:pt x="150" y="116"/>
                    <a:pt x="147" y="112"/>
                    <a:pt x="144" y="112"/>
                  </a:cubicBezTo>
                  <a:cubicBezTo>
                    <a:pt x="142" y="112"/>
                    <a:pt x="141" y="113"/>
                    <a:pt x="138" y="116"/>
                  </a:cubicBezTo>
                  <a:cubicBezTo>
                    <a:pt x="111" y="148"/>
                    <a:pt x="70" y="148"/>
                    <a:pt x="64" y="148"/>
                  </a:cubicBezTo>
                  <a:cubicBezTo>
                    <a:pt x="43" y="148"/>
                    <a:pt x="29" y="134"/>
                    <a:pt x="29" y="106"/>
                  </a:cubicBezTo>
                  <a:cubicBezTo>
                    <a:pt x="29" y="101"/>
                    <a:pt x="29" y="94"/>
                    <a:pt x="33" y="74"/>
                  </a:cubicBezTo>
                  <a:lnTo>
                    <a:pt x="55" y="74"/>
                  </a:lnTo>
                  <a:close/>
                  <a:moveTo>
                    <a:pt x="36" y="65"/>
                  </a:moveTo>
                  <a:cubicBezTo>
                    <a:pt x="50" y="14"/>
                    <a:pt x="89" y="10"/>
                    <a:pt x="99"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7" name="Freeform 474"/>
            <p:cNvSpPr>
              <a:spLocks/>
            </p:cNvSpPr>
            <p:nvPr>
              <p:custDataLst>
                <p:tags r:id="rId99"/>
              </p:custDataLst>
            </p:nvPr>
          </p:nvSpPr>
          <p:spPr bwMode="auto">
            <a:xfrm>
              <a:off x="1539875" y="3544888"/>
              <a:ext cx="47625" cy="60325"/>
            </a:xfrm>
            <a:custGeom>
              <a:avLst/>
              <a:gdLst>
                <a:gd name="T0" fmla="*/ 131 w 151"/>
                <a:gd name="T1" fmla="*/ 20 h 158"/>
                <a:gd name="T2" fmla="*/ 113 w 151"/>
                <a:gd name="T3" fmla="*/ 40 h 158"/>
                <a:gd name="T4" fmla="*/ 127 w 151"/>
                <a:gd name="T5" fmla="*/ 53 h 158"/>
                <a:gd name="T6" fmla="*/ 147 w 151"/>
                <a:gd name="T7" fmla="*/ 30 h 158"/>
                <a:gd name="T8" fmla="*/ 100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0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2"/>
                    <a:pt x="113" y="32"/>
                    <a:pt x="113" y="40"/>
                  </a:cubicBezTo>
                  <a:cubicBezTo>
                    <a:pt x="113" y="49"/>
                    <a:pt x="120" y="53"/>
                    <a:pt x="127" y="53"/>
                  </a:cubicBezTo>
                  <a:cubicBezTo>
                    <a:pt x="134" y="53"/>
                    <a:pt x="147" y="47"/>
                    <a:pt x="147" y="30"/>
                  </a:cubicBezTo>
                  <a:cubicBezTo>
                    <a:pt x="147" y="7"/>
                    <a:pt x="119" y="0"/>
                    <a:pt x="100" y="0"/>
                  </a:cubicBezTo>
                  <a:cubicBezTo>
                    <a:pt x="48" y="0"/>
                    <a:pt x="0" y="48"/>
                    <a:pt x="0" y="97"/>
                  </a:cubicBezTo>
                  <a:cubicBezTo>
                    <a:pt x="0" y="127"/>
                    <a:pt x="21" y="158"/>
                    <a:pt x="64" y="158"/>
                  </a:cubicBezTo>
                  <a:cubicBezTo>
                    <a:pt x="123" y="158"/>
                    <a:pt x="151" y="123"/>
                    <a:pt x="151" y="118"/>
                  </a:cubicBezTo>
                  <a:cubicBezTo>
                    <a:pt x="151" y="116"/>
                    <a:pt x="148" y="112"/>
                    <a:pt x="145" y="112"/>
                  </a:cubicBezTo>
                  <a:cubicBezTo>
                    <a:pt x="143" y="112"/>
                    <a:pt x="142" y="113"/>
                    <a:pt x="139" y="116"/>
                  </a:cubicBezTo>
                  <a:cubicBezTo>
                    <a:pt x="112" y="148"/>
                    <a:pt x="71" y="148"/>
                    <a:pt x="65" y="148"/>
                  </a:cubicBezTo>
                  <a:cubicBezTo>
                    <a:pt x="40" y="148"/>
                    <a:pt x="29" y="131"/>
                    <a:pt x="29" y="109"/>
                  </a:cubicBezTo>
                  <a:cubicBezTo>
                    <a:pt x="29" y="99"/>
                    <a:pt x="34" y="61"/>
                    <a:pt x="52" y="37"/>
                  </a:cubicBezTo>
                  <a:cubicBezTo>
                    <a:pt x="65" y="20"/>
                    <a:pt x="83" y="10"/>
                    <a:pt x="100" y="10"/>
                  </a:cubicBezTo>
                  <a:cubicBezTo>
                    <a:pt x="105"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8" name="Freeform 475"/>
            <p:cNvSpPr>
              <a:spLocks/>
            </p:cNvSpPr>
            <p:nvPr>
              <p:custDataLst>
                <p:tags r:id="rId100"/>
              </p:custDataLst>
            </p:nvPr>
          </p:nvSpPr>
          <p:spPr bwMode="auto">
            <a:xfrm>
              <a:off x="1601788" y="3589338"/>
              <a:ext cx="12700" cy="15875"/>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9"/>
                    <a:pt x="0" y="20"/>
                  </a:cubicBezTo>
                  <a:cubicBezTo>
                    <a:pt x="0" y="32"/>
                    <a:pt x="11" y="40"/>
                    <a:pt x="20" y="40"/>
                  </a:cubicBezTo>
                  <a:cubicBezTo>
                    <a:pt x="32"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9" name="Freeform 476"/>
            <p:cNvSpPr>
              <a:spLocks noEditPoints="1"/>
            </p:cNvSpPr>
            <p:nvPr>
              <p:custDataLst>
                <p:tags r:id="rId101"/>
              </p:custDataLst>
            </p:nvPr>
          </p:nvSpPr>
          <p:spPr bwMode="auto">
            <a:xfrm>
              <a:off x="1631950" y="3516313"/>
              <a:ext cx="34925" cy="88900"/>
            </a:xfrm>
            <a:custGeom>
              <a:avLst/>
              <a:gdLst>
                <a:gd name="T0" fmla="*/ 96 w 106"/>
                <a:gd name="T1" fmla="*/ 13 h 235"/>
                <a:gd name="T2" fmla="*/ 83 w 106"/>
                <a:gd name="T3" fmla="*/ 0 h 235"/>
                <a:gd name="T4" fmla="*/ 63 w 106"/>
                <a:gd name="T5" fmla="*/ 19 h 235"/>
                <a:gd name="T6" fmla="*/ 77 w 106"/>
                <a:gd name="T7" fmla="*/ 32 h 235"/>
                <a:gd name="T8" fmla="*/ 96 w 106"/>
                <a:gd name="T9" fmla="*/ 13 h 235"/>
                <a:gd name="T10" fmla="*/ 25 w 106"/>
                <a:gd name="T11" fmla="*/ 190 h 235"/>
                <a:gd name="T12" fmla="*/ 22 w 106"/>
                <a:gd name="T13" fmla="*/ 205 h 235"/>
                <a:gd name="T14" fmla="*/ 55 w 106"/>
                <a:gd name="T15" fmla="*/ 235 h 235"/>
                <a:gd name="T16" fmla="*/ 106 w 106"/>
                <a:gd name="T17" fmla="*/ 181 h 235"/>
                <a:gd name="T18" fmla="*/ 100 w 106"/>
                <a:gd name="T19" fmla="*/ 177 h 235"/>
                <a:gd name="T20" fmla="*/ 93 w 106"/>
                <a:gd name="T21" fmla="*/ 183 h 235"/>
                <a:gd name="T22" fmla="*/ 56 w 106"/>
                <a:gd name="T23" fmla="*/ 225 h 235"/>
                <a:gd name="T24" fmla="*/ 48 w 106"/>
                <a:gd name="T25" fmla="*/ 213 h 235"/>
                <a:gd name="T26" fmla="*/ 53 w 106"/>
                <a:gd name="T27" fmla="*/ 190 h 235"/>
                <a:gd name="T28" fmla="*/ 64 w 106"/>
                <a:gd name="T29" fmla="*/ 162 h 235"/>
                <a:gd name="T30" fmla="*/ 81 w 106"/>
                <a:gd name="T31" fmla="*/ 118 h 235"/>
                <a:gd name="T32" fmla="*/ 84 w 106"/>
                <a:gd name="T33" fmla="*/ 107 h 235"/>
                <a:gd name="T34" fmla="*/ 50 w 106"/>
                <a:gd name="T35" fmla="*/ 77 h 235"/>
                <a:gd name="T36" fmla="*/ 0 w 106"/>
                <a:gd name="T37" fmla="*/ 130 h 235"/>
                <a:gd name="T38" fmla="*/ 6 w 106"/>
                <a:gd name="T39" fmla="*/ 135 h 235"/>
                <a:gd name="T40" fmla="*/ 12 w 106"/>
                <a:gd name="T41" fmla="*/ 129 h 235"/>
                <a:gd name="T42" fmla="*/ 49 w 106"/>
                <a:gd name="T43" fmla="*/ 87 h 235"/>
                <a:gd name="T44" fmla="*/ 58 w 106"/>
                <a:gd name="T45" fmla="*/ 99 h 235"/>
                <a:gd name="T46" fmla="*/ 47 w 106"/>
                <a:gd name="T47" fmla="*/ 134 h 235"/>
                <a:gd name="T48" fmla="*/ 25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6" y="13"/>
                  </a:moveTo>
                  <a:cubicBezTo>
                    <a:pt x="96" y="7"/>
                    <a:pt x="92" y="0"/>
                    <a:pt x="83" y="0"/>
                  </a:cubicBezTo>
                  <a:cubicBezTo>
                    <a:pt x="73" y="0"/>
                    <a:pt x="63" y="9"/>
                    <a:pt x="63" y="19"/>
                  </a:cubicBezTo>
                  <a:cubicBezTo>
                    <a:pt x="63" y="25"/>
                    <a:pt x="68"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6" y="186"/>
                    <a:pt x="106" y="181"/>
                  </a:cubicBezTo>
                  <a:cubicBezTo>
                    <a:pt x="106"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1" y="171"/>
                    <a:pt x="64" y="162"/>
                  </a:cubicBezTo>
                  <a:cubicBezTo>
                    <a:pt x="68" y="154"/>
                    <a:pt x="80" y="122"/>
                    <a:pt x="81" y="118"/>
                  </a:cubicBezTo>
                  <a:cubicBezTo>
                    <a:pt x="83" y="114"/>
                    <a:pt x="84" y="110"/>
                    <a:pt x="84" y="107"/>
                  </a:cubicBezTo>
                  <a:cubicBezTo>
                    <a:pt x="84" y="90"/>
                    <a:pt x="70" y="77"/>
                    <a:pt x="50" y="77"/>
                  </a:cubicBezTo>
                  <a:cubicBezTo>
                    <a:pt x="16" y="77"/>
                    <a:pt x="0" y="125"/>
                    <a:pt x="0" y="130"/>
                  </a:cubicBezTo>
                  <a:cubicBezTo>
                    <a:pt x="0" y="135"/>
                    <a:pt x="5" y="135"/>
                    <a:pt x="6" y="135"/>
                  </a:cubicBezTo>
                  <a:cubicBezTo>
                    <a:pt x="11" y="135"/>
                    <a:pt x="11" y="133"/>
                    <a:pt x="12" y="129"/>
                  </a:cubicBezTo>
                  <a:cubicBezTo>
                    <a:pt x="21" y="99"/>
                    <a:pt x="37"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0" name="Freeform 477"/>
            <p:cNvSpPr>
              <a:spLocks/>
            </p:cNvSpPr>
            <p:nvPr>
              <p:custDataLst>
                <p:tags r:id="rId102"/>
              </p:custDataLst>
            </p:nvPr>
          </p:nvSpPr>
          <p:spPr bwMode="auto">
            <a:xfrm>
              <a:off x="1677988" y="3544888"/>
              <a:ext cx="101600" cy="60325"/>
            </a:xfrm>
            <a:custGeom>
              <a:avLst/>
              <a:gdLst>
                <a:gd name="T0" fmla="*/ 135 w 320"/>
                <a:gd name="T1" fmla="*/ 126 h 158"/>
                <a:gd name="T2" fmla="*/ 130 w 320"/>
                <a:gd name="T3" fmla="*/ 146 h 158"/>
                <a:gd name="T4" fmla="*/ 142 w 320"/>
                <a:gd name="T5" fmla="*/ 158 h 158"/>
                <a:gd name="T6" fmla="*/ 155 w 320"/>
                <a:gd name="T7" fmla="*/ 150 h 158"/>
                <a:gd name="T8" fmla="*/ 162 w 320"/>
                <a:gd name="T9" fmla="*/ 128 h 158"/>
                <a:gd name="T10" fmla="*/ 169 w 320"/>
                <a:gd name="T11" fmla="*/ 97 h 158"/>
                <a:gd name="T12" fmla="*/ 175 w 320"/>
                <a:gd name="T13" fmla="*/ 73 h 158"/>
                <a:gd name="T14" fmla="*/ 186 w 320"/>
                <a:gd name="T15" fmla="*/ 47 h 158"/>
                <a:gd name="T16" fmla="*/ 242 w 320"/>
                <a:gd name="T17" fmla="*/ 10 h 158"/>
                <a:gd name="T18" fmla="*/ 262 w 320"/>
                <a:gd name="T19" fmla="*/ 34 h 158"/>
                <a:gd name="T20" fmla="*/ 242 w 320"/>
                <a:gd name="T21" fmla="*/ 109 h 158"/>
                <a:gd name="T22" fmla="*/ 236 w 320"/>
                <a:gd name="T23" fmla="*/ 128 h 158"/>
                <a:gd name="T24" fmla="*/ 270 w 320"/>
                <a:gd name="T25" fmla="*/ 158 h 158"/>
                <a:gd name="T26" fmla="*/ 320 w 320"/>
                <a:gd name="T27" fmla="*/ 104 h 158"/>
                <a:gd name="T28" fmla="*/ 314 w 320"/>
                <a:gd name="T29" fmla="*/ 100 h 158"/>
                <a:gd name="T30" fmla="*/ 308 w 320"/>
                <a:gd name="T31" fmla="*/ 106 h 158"/>
                <a:gd name="T32" fmla="*/ 271 w 320"/>
                <a:gd name="T33" fmla="*/ 148 h 158"/>
                <a:gd name="T34" fmla="*/ 262 w 320"/>
                <a:gd name="T35" fmla="*/ 136 h 158"/>
                <a:gd name="T36" fmla="*/ 270 w 320"/>
                <a:gd name="T37" fmla="*/ 107 h 158"/>
                <a:gd name="T38" fmla="*/ 288 w 320"/>
                <a:gd name="T39" fmla="*/ 40 h 158"/>
                <a:gd name="T40" fmla="*/ 276 w 320"/>
                <a:gd name="T41" fmla="*/ 10 h 158"/>
                <a:gd name="T42" fmla="*/ 243 w 320"/>
                <a:gd name="T43" fmla="*/ 0 h 158"/>
                <a:gd name="T44" fmla="*/ 181 w 320"/>
                <a:gd name="T45" fmla="*/ 35 h 158"/>
                <a:gd name="T46" fmla="*/ 136 w 320"/>
                <a:gd name="T47" fmla="*/ 0 h 158"/>
                <a:gd name="T48" fmla="*/ 77 w 320"/>
                <a:gd name="T49" fmla="*/ 32 h 158"/>
                <a:gd name="T50" fmla="*/ 40 w 320"/>
                <a:gd name="T51" fmla="*/ 0 h 158"/>
                <a:gd name="T52" fmla="*/ 12 w 320"/>
                <a:gd name="T53" fmla="*/ 19 h 158"/>
                <a:gd name="T54" fmla="*/ 0 w 320"/>
                <a:gd name="T55" fmla="*/ 53 h 158"/>
                <a:gd name="T56" fmla="*/ 6 w 320"/>
                <a:gd name="T57" fmla="*/ 58 h 158"/>
                <a:gd name="T58" fmla="*/ 13 w 320"/>
                <a:gd name="T59" fmla="*/ 48 h 158"/>
                <a:gd name="T60" fmla="*/ 39 w 320"/>
                <a:gd name="T61" fmla="*/ 10 h 158"/>
                <a:gd name="T62" fmla="*/ 50 w 320"/>
                <a:gd name="T63" fmla="*/ 27 h 158"/>
                <a:gd name="T64" fmla="*/ 45 w 320"/>
                <a:gd name="T65" fmla="*/ 56 h 158"/>
                <a:gd name="T66" fmla="*/ 37 w 320"/>
                <a:gd name="T67" fmla="*/ 87 h 158"/>
                <a:gd name="T68" fmla="*/ 26 w 320"/>
                <a:gd name="T69" fmla="*/ 132 h 158"/>
                <a:gd name="T70" fmla="*/ 22 w 320"/>
                <a:gd name="T71" fmla="*/ 146 h 158"/>
                <a:gd name="T72" fmla="*/ 34 w 320"/>
                <a:gd name="T73" fmla="*/ 158 h 158"/>
                <a:gd name="T74" fmla="*/ 48 w 320"/>
                <a:gd name="T75" fmla="*/ 150 h 158"/>
                <a:gd name="T76" fmla="*/ 54 w 320"/>
                <a:gd name="T77" fmla="*/ 128 h 158"/>
                <a:gd name="T78" fmla="*/ 62 w 320"/>
                <a:gd name="T79" fmla="*/ 97 h 158"/>
                <a:gd name="T80" fmla="*/ 68 w 320"/>
                <a:gd name="T81" fmla="*/ 73 h 158"/>
                <a:gd name="T82" fmla="*/ 82 w 320"/>
                <a:gd name="T83" fmla="*/ 42 h 158"/>
                <a:gd name="T84" fmla="*/ 135 w 320"/>
                <a:gd name="T85" fmla="*/ 10 h 158"/>
                <a:gd name="T86" fmla="*/ 155 w 320"/>
                <a:gd name="T87" fmla="*/ 34 h 158"/>
                <a:gd name="T88" fmla="*/ 149 w 320"/>
                <a:gd name="T89" fmla="*/ 67 h 158"/>
                <a:gd name="T90" fmla="*/ 135 w 320"/>
                <a:gd name="T91" fmla="*/ 12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158">
                  <a:moveTo>
                    <a:pt x="135" y="126"/>
                  </a:moveTo>
                  <a:cubicBezTo>
                    <a:pt x="133" y="133"/>
                    <a:pt x="130" y="145"/>
                    <a:pt x="130" y="146"/>
                  </a:cubicBezTo>
                  <a:cubicBezTo>
                    <a:pt x="130" y="154"/>
                    <a:pt x="136" y="158"/>
                    <a:pt x="142" y="158"/>
                  </a:cubicBezTo>
                  <a:cubicBezTo>
                    <a:pt x="148" y="158"/>
                    <a:pt x="154" y="153"/>
                    <a:pt x="155" y="150"/>
                  </a:cubicBezTo>
                  <a:cubicBezTo>
                    <a:pt x="157" y="147"/>
                    <a:pt x="160" y="136"/>
                    <a:pt x="162" y="128"/>
                  </a:cubicBezTo>
                  <a:cubicBezTo>
                    <a:pt x="163" y="122"/>
                    <a:pt x="167" y="106"/>
                    <a:pt x="169" y="97"/>
                  </a:cubicBezTo>
                  <a:cubicBezTo>
                    <a:pt x="171" y="89"/>
                    <a:pt x="173" y="81"/>
                    <a:pt x="175" y="73"/>
                  </a:cubicBezTo>
                  <a:cubicBezTo>
                    <a:pt x="179" y="58"/>
                    <a:pt x="179" y="58"/>
                    <a:pt x="186" y="47"/>
                  </a:cubicBezTo>
                  <a:cubicBezTo>
                    <a:pt x="197" y="30"/>
                    <a:pt x="215" y="10"/>
                    <a:pt x="242" y="10"/>
                  </a:cubicBezTo>
                  <a:cubicBezTo>
                    <a:pt x="261" y="10"/>
                    <a:pt x="262" y="26"/>
                    <a:pt x="262" y="34"/>
                  </a:cubicBezTo>
                  <a:cubicBezTo>
                    <a:pt x="262" y="55"/>
                    <a:pt x="247" y="94"/>
                    <a:pt x="242" y="109"/>
                  </a:cubicBezTo>
                  <a:cubicBezTo>
                    <a:pt x="238" y="118"/>
                    <a:pt x="236" y="122"/>
                    <a:pt x="236" y="128"/>
                  </a:cubicBezTo>
                  <a:cubicBezTo>
                    <a:pt x="236" y="146"/>
                    <a:pt x="252" y="158"/>
                    <a:pt x="270" y="158"/>
                  </a:cubicBezTo>
                  <a:cubicBezTo>
                    <a:pt x="304" y="158"/>
                    <a:pt x="320" y="109"/>
                    <a:pt x="320" y="104"/>
                  </a:cubicBezTo>
                  <a:cubicBezTo>
                    <a:pt x="320" y="100"/>
                    <a:pt x="315" y="100"/>
                    <a:pt x="314" y="100"/>
                  </a:cubicBezTo>
                  <a:cubicBezTo>
                    <a:pt x="309" y="100"/>
                    <a:pt x="309" y="102"/>
                    <a:pt x="308" y="106"/>
                  </a:cubicBezTo>
                  <a:cubicBezTo>
                    <a:pt x="300" y="133"/>
                    <a:pt x="285" y="148"/>
                    <a:pt x="271" y="148"/>
                  </a:cubicBezTo>
                  <a:cubicBezTo>
                    <a:pt x="263" y="148"/>
                    <a:pt x="262" y="143"/>
                    <a:pt x="262" y="136"/>
                  </a:cubicBezTo>
                  <a:cubicBezTo>
                    <a:pt x="262" y="128"/>
                    <a:pt x="264" y="123"/>
                    <a:pt x="270" y="107"/>
                  </a:cubicBezTo>
                  <a:cubicBezTo>
                    <a:pt x="274" y="96"/>
                    <a:pt x="288" y="59"/>
                    <a:pt x="288" y="40"/>
                  </a:cubicBezTo>
                  <a:cubicBezTo>
                    <a:pt x="288" y="34"/>
                    <a:pt x="288" y="20"/>
                    <a:pt x="276" y="10"/>
                  </a:cubicBezTo>
                  <a:cubicBezTo>
                    <a:pt x="270" y="5"/>
                    <a:pt x="259" y="0"/>
                    <a:pt x="243" y="0"/>
                  </a:cubicBezTo>
                  <a:cubicBezTo>
                    <a:pt x="212" y="0"/>
                    <a:pt x="193" y="21"/>
                    <a:pt x="181" y="35"/>
                  </a:cubicBezTo>
                  <a:cubicBezTo>
                    <a:pt x="179" y="6"/>
                    <a:pt x="154" y="0"/>
                    <a:pt x="136" y="0"/>
                  </a:cubicBezTo>
                  <a:cubicBezTo>
                    <a:pt x="107" y="0"/>
                    <a:pt x="88" y="18"/>
                    <a:pt x="77" y="32"/>
                  </a:cubicBezTo>
                  <a:cubicBezTo>
                    <a:pt x="75" y="8"/>
                    <a:pt x="54" y="0"/>
                    <a:pt x="40" y="0"/>
                  </a:cubicBezTo>
                  <a:cubicBezTo>
                    <a:pt x="25" y="0"/>
                    <a:pt x="17" y="11"/>
                    <a:pt x="12" y="19"/>
                  </a:cubicBezTo>
                  <a:cubicBezTo>
                    <a:pt x="5" y="32"/>
                    <a:pt x="0" y="52"/>
                    <a:pt x="0" y="53"/>
                  </a:cubicBezTo>
                  <a:cubicBezTo>
                    <a:pt x="0" y="58"/>
                    <a:pt x="5" y="58"/>
                    <a:pt x="6" y="58"/>
                  </a:cubicBezTo>
                  <a:cubicBezTo>
                    <a:pt x="11" y="58"/>
                    <a:pt x="11" y="57"/>
                    <a:pt x="13" y="48"/>
                  </a:cubicBezTo>
                  <a:cubicBezTo>
                    <a:pt x="19" y="27"/>
                    <a:pt x="25" y="10"/>
                    <a:pt x="39" y="10"/>
                  </a:cubicBezTo>
                  <a:cubicBezTo>
                    <a:pt x="48" y="10"/>
                    <a:pt x="50" y="18"/>
                    <a:pt x="50" y="27"/>
                  </a:cubicBezTo>
                  <a:cubicBezTo>
                    <a:pt x="50" y="34"/>
                    <a:pt x="47" y="47"/>
                    <a:pt x="45" y="56"/>
                  </a:cubicBezTo>
                  <a:cubicBezTo>
                    <a:pt x="42" y="65"/>
                    <a:pt x="39" y="80"/>
                    <a:pt x="37" y="87"/>
                  </a:cubicBezTo>
                  <a:lnTo>
                    <a:pt x="26" y="132"/>
                  </a:lnTo>
                  <a:cubicBezTo>
                    <a:pt x="25" y="137"/>
                    <a:pt x="22" y="145"/>
                    <a:pt x="22" y="146"/>
                  </a:cubicBezTo>
                  <a:cubicBezTo>
                    <a:pt x="22" y="154"/>
                    <a:pt x="29" y="158"/>
                    <a:pt x="34" y="158"/>
                  </a:cubicBezTo>
                  <a:cubicBezTo>
                    <a:pt x="41" y="158"/>
                    <a:pt x="46" y="153"/>
                    <a:pt x="48" y="150"/>
                  </a:cubicBezTo>
                  <a:cubicBezTo>
                    <a:pt x="50" y="147"/>
                    <a:pt x="52" y="136"/>
                    <a:pt x="54" y="128"/>
                  </a:cubicBezTo>
                  <a:cubicBezTo>
                    <a:pt x="56" y="122"/>
                    <a:pt x="60" y="106"/>
                    <a:pt x="62" y="97"/>
                  </a:cubicBezTo>
                  <a:cubicBezTo>
                    <a:pt x="64" y="89"/>
                    <a:pt x="66" y="81"/>
                    <a:pt x="68" y="73"/>
                  </a:cubicBezTo>
                  <a:cubicBezTo>
                    <a:pt x="72" y="59"/>
                    <a:pt x="72" y="56"/>
                    <a:pt x="82" y="42"/>
                  </a:cubicBezTo>
                  <a:cubicBezTo>
                    <a:pt x="92" y="28"/>
                    <a:pt x="109" y="10"/>
                    <a:pt x="135" y="10"/>
                  </a:cubicBezTo>
                  <a:cubicBezTo>
                    <a:pt x="155" y="10"/>
                    <a:pt x="155" y="28"/>
                    <a:pt x="155" y="34"/>
                  </a:cubicBezTo>
                  <a:cubicBezTo>
                    <a:pt x="155" y="43"/>
                    <a:pt x="154" y="48"/>
                    <a:pt x="149" y="67"/>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1" name="Freeform 478"/>
            <p:cNvSpPr>
              <a:spLocks noEditPoints="1"/>
            </p:cNvSpPr>
            <p:nvPr>
              <p:custDataLst>
                <p:tags r:id="rId103"/>
              </p:custDataLst>
            </p:nvPr>
          </p:nvSpPr>
          <p:spPr bwMode="auto">
            <a:xfrm>
              <a:off x="1792288" y="3544888"/>
              <a:ext cx="47625" cy="60325"/>
            </a:xfrm>
            <a:custGeom>
              <a:avLst/>
              <a:gdLst>
                <a:gd name="T0" fmla="*/ 55 w 149"/>
                <a:gd name="T1" fmla="*/ 74 h 158"/>
                <a:gd name="T2" fmla="*/ 111 w 149"/>
                <a:gd name="T3" fmla="*/ 67 h 158"/>
                <a:gd name="T4" fmla="*/ 142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4 w 149"/>
                <a:gd name="T19" fmla="*/ 148 h 158"/>
                <a:gd name="T20" fmla="*/ 29 w 149"/>
                <a:gd name="T21" fmla="*/ 106 h 158"/>
                <a:gd name="T22" fmla="*/ 33 w 149"/>
                <a:gd name="T23" fmla="*/ 74 h 158"/>
                <a:gd name="T24" fmla="*/ 55 w 149"/>
                <a:gd name="T25" fmla="*/ 74 h 158"/>
                <a:gd name="T26" fmla="*/ 36 w 149"/>
                <a:gd name="T27" fmla="*/ 65 h 158"/>
                <a:gd name="T28" fmla="*/ 98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4"/>
                  </a:moveTo>
                  <a:cubicBezTo>
                    <a:pt x="65" y="74"/>
                    <a:pt x="92" y="74"/>
                    <a:pt x="111" y="67"/>
                  </a:cubicBezTo>
                  <a:cubicBezTo>
                    <a:pt x="137" y="58"/>
                    <a:pt x="142" y="41"/>
                    <a:pt x="142" y="31"/>
                  </a:cubicBezTo>
                  <a:cubicBezTo>
                    <a:pt x="142" y="12"/>
                    <a:pt x="123" y="0"/>
                    <a:pt x="98" y="0"/>
                  </a:cubicBezTo>
                  <a:cubicBezTo>
                    <a:pt x="57" y="0"/>
                    <a:pt x="0" y="32"/>
                    <a:pt x="0" y="92"/>
                  </a:cubicBezTo>
                  <a:cubicBezTo>
                    <a:pt x="0" y="127"/>
                    <a:pt x="22" y="158"/>
                    <a:pt x="63" y="158"/>
                  </a:cubicBezTo>
                  <a:cubicBezTo>
                    <a:pt x="122" y="158"/>
                    <a:pt x="149" y="123"/>
                    <a:pt x="149" y="118"/>
                  </a:cubicBezTo>
                  <a:cubicBezTo>
                    <a:pt x="149" y="116"/>
                    <a:pt x="146" y="112"/>
                    <a:pt x="143" y="112"/>
                  </a:cubicBezTo>
                  <a:cubicBezTo>
                    <a:pt x="141" y="112"/>
                    <a:pt x="141" y="113"/>
                    <a:pt x="138" y="116"/>
                  </a:cubicBezTo>
                  <a:cubicBezTo>
                    <a:pt x="111" y="148"/>
                    <a:pt x="70" y="148"/>
                    <a:pt x="64" y="148"/>
                  </a:cubicBezTo>
                  <a:cubicBezTo>
                    <a:pt x="43" y="148"/>
                    <a:pt x="29" y="134"/>
                    <a:pt x="29" y="106"/>
                  </a:cubicBezTo>
                  <a:cubicBezTo>
                    <a:pt x="29" y="101"/>
                    <a:pt x="29" y="94"/>
                    <a:pt x="33" y="74"/>
                  </a:cubicBezTo>
                  <a:lnTo>
                    <a:pt x="55" y="74"/>
                  </a:lnTo>
                  <a:close/>
                  <a:moveTo>
                    <a:pt x="36" y="65"/>
                  </a:moveTo>
                  <a:cubicBezTo>
                    <a:pt x="50" y="14"/>
                    <a:pt x="89" y="10"/>
                    <a:pt x="98"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2" name="Freeform 479"/>
            <p:cNvSpPr>
              <a:spLocks/>
            </p:cNvSpPr>
            <p:nvPr>
              <p:custDataLst>
                <p:tags r:id="rId104"/>
              </p:custDataLst>
            </p:nvPr>
          </p:nvSpPr>
          <p:spPr bwMode="auto">
            <a:xfrm>
              <a:off x="1868488" y="3432175"/>
              <a:ext cx="38100" cy="192088"/>
            </a:xfrm>
            <a:custGeom>
              <a:avLst/>
              <a:gdLst>
                <a:gd name="T0" fmla="*/ 116 w 116"/>
                <a:gd name="T1" fmla="*/ 494 h 499"/>
                <a:gd name="T2" fmla="*/ 107 w 116"/>
                <a:gd name="T3" fmla="*/ 483 h 499"/>
                <a:gd name="T4" fmla="*/ 29 w 116"/>
                <a:gd name="T5" fmla="*/ 249 h 499"/>
                <a:gd name="T6" fmla="*/ 109 w 116"/>
                <a:gd name="T7" fmla="*/ 13 h 499"/>
                <a:gd name="T8" fmla="*/ 116 w 116"/>
                <a:gd name="T9" fmla="*/ 5 h 499"/>
                <a:gd name="T10" fmla="*/ 111 w 116"/>
                <a:gd name="T11" fmla="*/ 0 h 499"/>
                <a:gd name="T12" fmla="*/ 32 w 116"/>
                <a:gd name="T13" fmla="*/ 97 h 499"/>
                <a:gd name="T14" fmla="*/ 0 w 116"/>
                <a:gd name="T15" fmla="*/ 249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3"/>
                    <a:pt x="116" y="492"/>
                    <a:pt x="107" y="483"/>
                  </a:cubicBezTo>
                  <a:cubicBezTo>
                    <a:pt x="45" y="420"/>
                    <a:pt x="29" y="326"/>
                    <a:pt x="29" y="249"/>
                  </a:cubicBezTo>
                  <a:cubicBezTo>
                    <a:pt x="29" y="163"/>
                    <a:pt x="48" y="76"/>
                    <a:pt x="109" y="13"/>
                  </a:cubicBezTo>
                  <a:cubicBezTo>
                    <a:pt x="116" y="7"/>
                    <a:pt x="116" y="6"/>
                    <a:pt x="116" y="5"/>
                  </a:cubicBezTo>
                  <a:cubicBezTo>
                    <a:pt x="116" y="1"/>
                    <a:pt x="114" y="0"/>
                    <a:pt x="111" y="0"/>
                  </a:cubicBezTo>
                  <a:cubicBezTo>
                    <a:pt x="106" y="0"/>
                    <a:pt x="61" y="34"/>
                    <a:pt x="32" y="97"/>
                  </a:cubicBezTo>
                  <a:cubicBezTo>
                    <a:pt x="6" y="152"/>
                    <a:pt x="0" y="208"/>
                    <a:pt x="0" y="249"/>
                  </a:cubicBezTo>
                  <a:cubicBezTo>
                    <a:pt x="0" y="288"/>
                    <a:pt x="6" y="349"/>
                    <a:pt x="33" y="405"/>
                  </a:cubicBezTo>
                  <a:cubicBezTo>
                    <a:pt x="63" y="467"/>
                    <a:pt x="106" y="499"/>
                    <a:pt x="111" y="499"/>
                  </a:cubicBezTo>
                  <a:cubicBezTo>
                    <a:pt x="114" y="499"/>
                    <a:pt x="116" y="498"/>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3" name="Freeform 480"/>
            <p:cNvSpPr>
              <a:spLocks noEditPoints="1"/>
            </p:cNvSpPr>
            <p:nvPr>
              <p:custDataLst>
                <p:tags r:id="rId105"/>
              </p:custDataLst>
            </p:nvPr>
          </p:nvSpPr>
          <p:spPr bwMode="auto">
            <a:xfrm>
              <a:off x="1912938" y="3448050"/>
              <a:ext cx="65088" cy="166688"/>
            </a:xfrm>
            <a:custGeom>
              <a:avLst/>
              <a:gdLst>
                <a:gd name="T0" fmla="*/ 205 w 205"/>
                <a:gd name="T1" fmla="*/ 18 h 433"/>
                <a:gd name="T2" fmla="*/ 186 w 205"/>
                <a:gd name="T3" fmla="*/ 0 h 433"/>
                <a:gd name="T4" fmla="*/ 159 w 205"/>
                <a:gd name="T5" fmla="*/ 27 h 433"/>
                <a:gd name="T6" fmla="*/ 178 w 205"/>
                <a:gd name="T7" fmla="*/ 45 h 433"/>
                <a:gd name="T8" fmla="*/ 205 w 205"/>
                <a:gd name="T9" fmla="*/ 18 h 433"/>
                <a:gd name="T10" fmla="*/ 104 w 205"/>
                <a:gd name="T11" fmla="*/ 355 h 433"/>
                <a:gd name="T12" fmla="*/ 43 w 205"/>
                <a:gd name="T13" fmla="*/ 422 h 433"/>
                <a:gd name="T14" fmla="*/ 24 w 205"/>
                <a:gd name="T15" fmla="*/ 417 h 433"/>
                <a:gd name="T16" fmla="*/ 46 w 205"/>
                <a:gd name="T17" fmla="*/ 391 h 433"/>
                <a:gd name="T18" fmla="*/ 27 w 205"/>
                <a:gd name="T19" fmla="*/ 373 h 433"/>
                <a:gd name="T20" fmla="*/ 0 w 205"/>
                <a:gd name="T21" fmla="*/ 402 h 433"/>
                <a:gd name="T22" fmla="*/ 44 w 205"/>
                <a:gd name="T23" fmla="*/ 433 h 433"/>
                <a:gd name="T24" fmla="*/ 138 w 205"/>
                <a:gd name="T25" fmla="*/ 357 h 433"/>
                <a:gd name="T26" fmla="*/ 184 w 205"/>
                <a:gd name="T27" fmla="*/ 174 h 433"/>
                <a:gd name="T28" fmla="*/ 186 w 205"/>
                <a:gd name="T29" fmla="*/ 156 h 433"/>
                <a:gd name="T30" fmla="*/ 140 w 205"/>
                <a:gd name="T31" fmla="*/ 110 h 433"/>
                <a:gd name="T32" fmla="*/ 61 w 205"/>
                <a:gd name="T33" fmla="*/ 187 h 433"/>
                <a:gd name="T34" fmla="*/ 67 w 205"/>
                <a:gd name="T35" fmla="*/ 192 h 433"/>
                <a:gd name="T36" fmla="*/ 76 w 205"/>
                <a:gd name="T37" fmla="*/ 182 h 433"/>
                <a:gd name="T38" fmla="*/ 139 w 205"/>
                <a:gd name="T39" fmla="*/ 121 h 433"/>
                <a:gd name="T40" fmla="*/ 155 w 205"/>
                <a:gd name="T41" fmla="*/ 144 h 433"/>
                <a:gd name="T42" fmla="*/ 151 w 205"/>
                <a:gd name="T43" fmla="*/ 169 h 433"/>
                <a:gd name="T44" fmla="*/ 104 w 205"/>
                <a:gd name="T45" fmla="*/ 355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3">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4" y="355"/>
                  </a:moveTo>
                  <a:cubicBezTo>
                    <a:pt x="95" y="393"/>
                    <a:pt x="71" y="422"/>
                    <a:pt x="43" y="422"/>
                  </a:cubicBezTo>
                  <a:cubicBezTo>
                    <a:pt x="40" y="422"/>
                    <a:pt x="33" y="422"/>
                    <a:pt x="24" y="417"/>
                  </a:cubicBezTo>
                  <a:cubicBezTo>
                    <a:pt x="39" y="414"/>
                    <a:pt x="46" y="401"/>
                    <a:pt x="46" y="391"/>
                  </a:cubicBezTo>
                  <a:cubicBezTo>
                    <a:pt x="46" y="383"/>
                    <a:pt x="41" y="373"/>
                    <a:pt x="27" y="373"/>
                  </a:cubicBezTo>
                  <a:cubicBezTo>
                    <a:pt x="15" y="373"/>
                    <a:pt x="0" y="384"/>
                    <a:pt x="0" y="402"/>
                  </a:cubicBezTo>
                  <a:cubicBezTo>
                    <a:pt x="0" y="422"/>
                    <a:pt x="20" y="433"/>
                    <a:pt x="44" y="433"/>
                  </a:cubicBezTo>
                  <a:cubicBezTo>
                    <a:pt x="79" y="433"/>
                    <a:pt x="125" y="406"/>
                    <a:pt x="138" y="357"/>
                  </a:cubicBezTo>
                  <a:lnTo>
                    <a:pt x="184" y="174"/>
                  </a:lnTo>
                  <a:cubicBezTo>
                    <a:pt x="186" y="164"/>
                    <a:pt x="186" y="157"/>
                    <a:pt x="186" y="156"/>
                  </a:cubicBezTo>
                  <a:cubicBezTo>
                    <a:pt x="186" y="127"/>
                    <a:pt x="165" y="110"/>
                    <a:pt x="140" y="110"/>
                  </a:cubicBezTo>
                  <a:cubicBezTo>
                    <a:pt x="89" y="110"/>
                    <a:pt x="61" y="182"/>
                    <a:pt x="61" y="187"/>
                  </a:cubicBezTo>
                  <a:cubicBezTo>
                    <a:pt x="61" y="192"/>
                    <a:pt x="66" y="192"/>
                    <a:pt x="67" y="192"/>
                  </a:cubicBezTo>
                  <a:cubicBezTo>
                    <a:pt x="72" y="192"/>
                    <a:pt x="72" y="191"/>
                    <a:pt x="76" y="182"/>
                  </a:cubicBezTo>
                  <a:cubicBezTo>
                    <a:pt x="88" y="151"/>
                    <a:pt x="111" y="121"/>
                    <a:pt x="139" y="121"/>
                  </a:cubicBezTo>
                  <a:cubicBezTo>
                    <a:pt x="146" y="121"/>
                    <a:pt x="155" y="123"/>
                    <a:pt x="155" y="144"/>
                  </a:cubicBezTo>
                  <a:cubicBezTo>
                    <a:pt x="155"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4" name="Freeform 481"/>
            <p:cNvSpPr>
              <a:spLocks noEditPoints="1"/>
            </p:cNvSpPr>
            <p:nvPr>
              <p:custDataLst>
                <p:tags r:id="rId106"/>
              </p:custDataLst>
            </p:nvPr>
          </p:nvSpPr>
          <p:spPr bwMode="auto">
            <a:xfrm>
              <a:off x="1997075" y="3490913"/>
              <a:ext cx="73025" cy="87313"/>
            </a:xfrm>
            <a:custGeom>
              <a:avLst/>
              <a:gdLst>
                <a:gd name="T0" fmla="*/ 166 w 229"/>
                <a:gd name="T1" fmla="*/ 32 h 226"/>
                <a:gd name="T2" fmla="*/ 120 w 229"/>
                <a:gd name="T3" fmla="*/ 0 h 226"/>
                <a:gd name="T4" fmla="*/ 0 w 229"/>
                <a:gd name="T5" fmla="*/ 146 h 226"/>
                <a:gd name="T6" fmla="*/ 66 w 229"/>
                <a:gd name="T7" fmla="*/ 226 h 226"/>
                <a:gd name="T8" fmla="*/ 131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7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0" y="0"/>
                  </a:cubicBezTo>
                  <a:cubicBezTo>
                    <a:pt x="62" y="0"/>
                    <a:pt x="0" y="73"/>
                    <a:pt x="0" y="146"/>
                  </a:cubicBezTo>
                  <a:cubicBezTo>
                    <a:pt x="0" y="193"/>
                    <a:pt x="28" y="226"/>
                    <a:pt x="66" y="226"/>
                  </a:cubicBezTo>
                  <a:cubicBezTo>
                    <a:pt x="76" y="226"/>
                    <a:pt x="101" y="224"/>
                    <a:pt x="131" y="188"/>
                  </a:cubicBezTo>
                  <a:cubicBezTo>
                    <a:pt x="135"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1" y="215"/>
                    <a:pt x="67" y="215"/>
                  </a:cubicBezTo>
                  <a:cubicBezTo>
                    <a:pt x="43" y="215"/>
                    <a:pt x="36" y="187"/>
                    <a:pt x="36" y="168"/>
                  </a:cubicBezTo>
                  <a:cubicBezTo>
                    <a:pt x="36" y="143"/>
                    <a:pt x="51" y="82"/>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5" name="Freeform 482"/>
            <p:cNvSpPr>
              <a:spLocks noEditPoints="1"/>
            </p:cNvSpPr>
            <p:nvPr>
              <p:custDataLst>
                <p:tags r:id="rId107"/>
              </p:custDataLst>
            </p:nvPr>
          </p:nvSpPr>
          <p:spPr bwMode="auto">
            <a:xfrm>
              <a:off x="2079625" y="3443288"/>
              <a:ext cx="76200" cy="134938"/>
            </a:xfrm>
            <a:custGeom>
              <a:avLst/>
              <a:gdLst>
                <a:gd name="T0" fmla="*/ 238 w 238"/>
                <a:gd name="T1" fmla="*/ 5 h 352"/>
                <a:gd name="T2" fmla="*/ 231 w 238"/>
                <a:gd name="T3" fmla="*/ 0 h 352"/>
                <a:gd name="T4" fmla="*/ 168 w 238"/>
                <a:gd name="T5" fmla="*/ 5 h 352"/>
                <a:gd name="T6" fmla="*/ 161 w 238"/>
                <a:gd name="T7" fmla="*/ 15 h 352"/>
                <a:gd name="T8" fmla="*/ 173 w 238"/>
                <a:gd name="T9" fmla="*/ 21 h 352"/>
                <a:gd name="T10" fmla="*/ 198 w 238"/>
                <a:gd name="T11" fmla="*/ 29 h 352"/>
                <a:gd name="T12" fmla="*/ 196 w 238"/>
                <a:gd name="T13" fmla="*/ 39 h 352"/>
                <a:gd name="T14" fmla="*/ 166 w 238"/>
                <a:gd name="T15" fmla="*/ 158 h 352"/>
                <a:gd name="T16" fmla="*/ 121 w 238"/>
                <a:gd name="T17" fmla="*/ 126 h 352"/>
                <a:gd name="T18" fmla="*/ 0 w 238"/>
                <a:gd name="T19" fmla="*/ 272 h 352"/>
                <a:gd name="T20" fmla="*/ 67 w 238"/>
                <a:gd name="T21" fmla="*/ 352 h 352"/>
                <a:gd name="T22" fmla="*/ 132 w 238"/>
                <a:gd name="T23" fmla="*/ 314 h 352"/>
                <a:gd name="T24" fmla="*/ 177 w 238"/>
                <a:gd name="T25" fmla="*/ 352 h 352"/>
                <a:gd name="T26" fmla="*/ 214 w 238"/>
                <a:gd name="T27" fmla="*/ 324 h 352"/>
                <a:gd name="T28" fmla="*/ 229 w 238"/>
                <a:gd name="T29" fmla="*/ 275 h 352"/>
                <a:gd name="T30" fmla="*/ 223 w 238"/>
                <a:gd name="T31" fmla="*/ 270 h 352"/>
                <a:gd name="T32" fmla="*/ 216 w 238"/>
                <a:gd name="T33" fmla="*/ 279 h 352"/>
                <a:gd name="T34" fmla="*/ 178 w 238"/>
                <a:gd name="T35" fmla="*/ 341 h 352"/>
                <a:gd name="T36" fmla="*/ 163 w 238"/>
                <a:gd name="T37" fmla="*/ 318 h 352"/>
                <a:gd name="T38" fmla="*/ 166 w 238"/>
                <a:gd name="T39" fmla="*/ 294 h 352"/>
                <a:gd name="T40" fmla="*/ 238 w 238"/>
                <a:gd name="T41" fmla="*/ 5 h 352"/>
                <a:gd name="T42" fmla="*/ 134 w 238"/>
                <a:gd name="T43" fmla="*/ 287 h 352"/>
                <a:gd name="T44" fmla="*/ 124 w 238"/>
                <a:gd name="T45" fmla="*/ 305 h 352"/>
                <a:gd name="T46" fmla="*/ 68 w 238"/>
                <a:gd name="T47" fmla="*/ 341 h 352"/>
                <a:gd name="T48" fmla="*/ 36 w 238"/>
                <a:gd name="T49" fmla="*/ 294 h 352"/>
                <a:gd name="T50" fmla="*/ 63 w 238"/>
                <a:gd name="T51" fmla="*/ 185 h 352"/>
                <a:gd name="T52" fmla="*/ 121 w 238"/>
                <a:gd name="T53" fmla="*/ 137 h 352"/>
                <a:gd name="T54" fmla="*/ 161 w 238"/>
                <a:gd name="T55" fmla="*/ 181 h 352"/>
                <a:gd name="T56" fmla="*/ 159 w 238"/>
                <a:gd name="T57" fmla="*/ 189 h 352"/>
                <a:gd name="T58" fmla="*/ 134 w 238"/>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352">
                  <a:moveTo>
                    <a:pt x="238" y="5"/>
                  </a:moveTo>
                  <a:cubicBezTo>
                    <a:pt x="238" y="5"/>
                    <a:pt x="238" y="0"/>
                    <a:pt x="231" y="0"/>
                  </a:cubicBezTo>
                  <a:cubicBezTo>
                    <a:pt x="224" y="0"/>
                    <a:pt x="176" y="4"/>
                    <a:pt x="168" y="5"/>
                  </a:cubicBezTo>
                  <a:cubicBezTo>
                    <a:pt x="164" y="6"/>
                    <a:pt x="161" y="8"/>
                    <a:pt x="161" y="15"/>
                  </a:cubicBezTo>
                  <a:cubicBezTo>
                    <a:pt x="161" y="21"/>
                    <a:pt x="166" y="21"/>
                    <a:pt x="173" y="21"/>
                  </a:cubicBezTo>
                  <a:cubicBezTo>
                    <a:pt x="197" y="21"/>
                    <a:pt x="198" y="24"/>
                    <a:pt x="198" y="29"/>
                  </a:cubicBezTo>
                  <a:lnTo>
                    <a:pt x="196" y="39"/>
                  </a:lnTo>
                  <a:lnTo>
                    <a:pt x="166" y="158"/>
                  </a:lnTo>
                  <a:cubicBezTo>
                    <a:pt x="158" y="139"/>
                    <a:pt x="143" y="126"/>
                    <a:pt x="121" y="126"/>
                  </a:cubicBezTo>
                  <a:cubicBezTo>
                    <a:pt x="62" y="126"/>
                    <a:pt x="0" y="199"/>
                    <a:pt x="0" y="272"/>
                  </a:cubicBezTo>
                  <a:cubicBezTo>
                    <a:pt x="0" y="319"/>
                    <a:pt x="28" y="352"/>
                    <a:pt x="67" y="352"/>
                  </a:cubicBezTo>
                  <a:cubicBezTo>
                    <a:pt x="77" y="352"/>
                    <a:pt x="102" y="350"/>
                    <a:pt x="132" y="314"/>
                  </a:cubicBezTo>
                  <a:cubicBezTo>
                    <a:pt x="136" y="335"/>
                    <a:pt x="153" y="352"/>
                    <a:pt x="177" y="352"/>
                  </a:cubicBezTo>
                  <a:cubicBezTo>
                    <a:pt x="194" y="352"/>
                    <a:pt x="206" y="340"/>
                    <a:pt x="214" y="324"/>
                  </a:cubicBezTo>
                  <a:cubicBezTo>
                    <a:pt x="222" y="306"/>
                    <a:pt x="229" y="276"/>
                    <a:pt x="229" y="275"/>
                  </a:cubicBezTo>
                  <a:cubicBezTo>
                    <a:pt x="229" y="270"/>
                    <a:pt x="224" y="270"/>
                    <a:pt x="223" y="270"/>
                  </a:cubicBezTo>
                  <a:cubicBezTo>
                    <a:pt x="218" y="270"/>
                    <a:pt x="217" y="272"/>
                    <a:pt x="216" y="279"/>
                  </a:cubicBezTo>
                  <a:cubicBezTo>
                    <a:pt x="207" y="311"/>
                    <a:pt x="198" y="341"/>
                    <a:pt x="178" y="341"/>
                  </a:cubicBezTo>
                  <a:cubicBezTo>
                    <a:pt x="165" y="341"/>
                    <a:pt x="163" y="328"/>
                    <a:pt x="163" y="318"/>
                  </a:cubicBezTo>
                  <a:cubicBezTo>
                    <a:pt x="163" y="306"/>
                    <a:pt x="164" y="302"/>
                    <a:pt x="166" y="294"/>
                  </a:cubicBezTo>
                  <a:lnTo>
                    <a:pt x="238" y="5"/>
                  </a:lnTo>
                  <a:close/>
                  <a:moveTo>
                    <a:pt x="134" y="287"/>
                  </a:moveTo>
                  <a:cubicBezTo>
                    <a:pt x="132" y="296"/>
                    <a:pt x="132" y="297"/>
                    <a:pt x="124" y="305"/>
                  </a:cubicBezTo>
                  <a:cubicBezTo>
                    <a:pt x="102" y="333"/>
                    <a:pt x="82" y="341"/>
                    <a:pt x="68" y="341"/>
                  </a:cubicBezTo>
                  <a:cubicBezTo>
                    <a:pt x="43" y="341"/>
                    <a:pt x="36" y="313"/>
                    <a:pt x="36" y="294"/>
                  </a:cubicBezTo>
                  <a:cubicBezTo>
                    <a:pt x="36" y="269"/>
                    <a:pt x="52" y="208"/>
                    <a:pt x="63" y="185"/>
                  </a:cubicBezTo>
                  <a:cubicBezTo>
                    <a:pt x="79" y="155"/>
                    <a:pt x="101" y="137"/>
                    <a:pt x="121" y="137"/>
                  </a:cubicBezTo>
                  <a:cubicBezTo>
                    <a:pt x="154" y="137"/>
                    <a:pt x="161" y="178"/>
                    <a:pt x="161" y="181"/>
                  </a:cubicBezTo>
                  <a:cubicBezTo>
                    <a:pt x="161" y="184"/>
                    <a:pt x="160" y="187"/>
                    <a:pt x="159" y="189"/>
                  </a:cubicBezTo>
                  <a:lnTo>
                    <a:pt x="134"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6" name="Freeform 483"/>
            <p:cNvSpPr>
              <a:spLocks/>
            </p:cNvSpPr>
            <p:nvPr>
              <p:custDataLst>
                <p:tags r:id="rId108"/>
              </p:custDataLst>
            </p:nvPr>
          </p:nvSpPr>
          <p:spPr bwMode="auto">
            <a:xfrm>
              <a:off x="2162175" y="3490913"/>
              <a:ext cx="63500" cy="87313"/>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7 h 226"/>
                <a:gd name="T34" fmla="*/ 6 w 203"/>
                <a:gd name="T35" fmla="*/ 82 h 226"/>
                <a:gd name="T36" fmla="*/ 15 w 203"/>
                <a:gd name="T37" fmla="*/ 70 h 226"/>
                <a:gd name="T38" fmla="*/ 51 w 203"/>
                <a:gd name="T39" fmla="*/ 11 h 226"/>
                <a:gd name="T40" fmla="*/ 67 w 203"/>
                <a:gd name="T41" fmla="*/ 34 h 226"/>
                <a:gd name="T42" fmla="*/ 59 w 203"/>
                <a:gd name="T43" fmla="*/ 76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6"/>
                    <a:pt x="91" y="82"/>
                    <a:pt x="94" y="68"/>
                  </a:cubicBezTo>
                  <a:cubicBezTo>
                    <a:pt x="96" y="62"/>
                    <a:pt x="110" y="38"/>
                    <a:pt x="122" y="27"/>
                  </a:cubicBezTo>
                  <a:cubicBezTo>
                    <a:pt x="126" y="24"/>
                    <a:pt x="140"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29" y="0"/>
                    <a:pt x="108" y="24"/>
                    <a:pt x="98" y="38"/>
                  </a:cubicBezTo>
                  <a:cubicBezTo>
                    <a:pt x="94" y="16"/>
                    <a:pt x="76" y="0"/>
                    <a:pt x="53" y="0"/>
                  </a:cubicBezTo>
                  <a:cubicBezTo>
                    <a:pt x="30" y="0"/>
                    <a:pt x="20" y="19"/>
                    <a:pt x="16" y="28"/>
                  </a:cubicBezTo>
                  <a:cubicBezTo>
                    <a:pt x="7" y="45"/>
                    <a:pt x="0" y="75"/>
                    <a:pt x="0" y="77"/>
                  </a:cubicBezTo>
                  <a:cubicBezTo>
                    <a:pt x="0" y="82"/>
                    <a:pt x="5" y="82"/>
                    <a:pt x="6" y="82"/>
                  </a:cubicBezTo>
                  <a:cubicBezTo>
                    <a:pt x="11" y="82"/>
                    <a:pt x="12" y="81"/>
                    <a:pt x="15" y="70"/>
                  </a:cubicBezTo>
                  <a:cubicBezTo>
                    <a:pt x="23" y="35"/>
                    <a:pt x="33" y="11"/>
                    <a:pt x="51" y="11"/>
                  </a:cubicBezTo>
                  <a:cubicBezTo>
                    <a:pt x="60" y="11"/>
                    <a:pt x="67" y="15"/>
                    <a:pt x="67" y="34"/>
                  </a:cubicBezTo>
                  <a:cubicBezTo>
                    <a:pt x="67" y="44"/>
                    <a:pt x="65" y="50"/>
                    <a:pt x="59" y="76"/>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7" name="Freeform 484"/>
            <p:cNvSpPr>
              <a:spLocks noEditPoints="1"/>
            </p:cNvSpPr>
            <p:nvPr>
              <p:custDataLst>
                <p:tags r:id="rId109"/>
              </p:custDataLst>
            </p:nvPr>
          </p:nvSpPr>
          <p:spPr bwMode="auto">
            <a:xfrm>
              <a:off x="2239963" y="3490913"/>
              <a:ext cx="73025" cy="87313"/>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7 w 228"/>
                <a:gd name="T29" fmla="*/ 40 h 226"/>
                <a:gd name="T30" fmla="*/ 201 w 228"/>
                <a:gd name="T31" fmla="*/ 23 h 226"/>
                <a:gd name="T32" fmla="*/ 186 w 228"/>
                <a:gd name="T33" fmla="*/ 10 h 226"/>
                <a:gd name="T34" fmla="*/ 166 w 228"/>
                <a:gd name="T35" fmla="*/ 32 h 226"/>
                <a:gd name="T36" fmla="*/ 133 w 228"/>
                <a:gd name="T37" fmla="*/ 161 h 226"/>
                <a:gd name="T38" fmla="*/ 123 w 228"/>
                <a:gd name="T39" fmla="*/ 179 h 226"/>
                <a:gd name="T40" fmla="*/ 67 w 228"/>
                <a:gd name="T41" fmla="*/ 215 h 226"/>
                <a:gd name="T42" fmla="*/ 35 w 228"/>
                <a:gd name="T43" fmla="*/ 168 h 226"/>
                <a:gd name="T44" fmla="*/ 62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1" y="0"/>
                    <a:pt x="0" y="73"/>
                    <a:pt x="0" y="146"/>
                  </a:cubicBezTo>
                  <a:cubicBezTo>
                    <a:pt x="0" y="193"/>
                    <a:pt x="27" y="226"/>
                    <a:pt x="66" y="226"/>
                  </a:cubicBezTo>
                  <a:cubicBezTo>
                    <a:pt x="76" y="226"/>
                    <a:pt x="101" y="224"/>
                    <a:pt x="131" y="188"/>
                  </a:cubicBezTo>
                  <a:cubicBezTo>
                    <a:pt x="135" y="209"/>
                    <a:pt x="152" y="226"/>
                    <a:pt x="176" y="226"/>
                  </a:cubicBezTo>
                  <a:cubicBezTo>
                    <a:pt x="193" y="226"/>
                    <a:pt x="205" y="214"/>
                    <a:pt x="213" y="198"/>
                  </a:cubicBezTo>
                  <a:cubicBezTo>
                    <a:pt x="221" y="180"/>
                    <a:pt x="228" y="150"/>
                    <a:pt x="228" y="149"/>
                  </a:cubicBezTo>
                  <a:cubicBezTo>
                    <a:pt x="228" y="144"/>
                    <a:pt x="223" y="144"/>
                    <a:pt x="222" y="144"/>
                  </a:cubicBezTo>
                  <a:cubicBezTo>
                    <a:pt x="217" y="144"/>
                    <a:pt x="216" y="146"/>
                    <a:pt x="215" y="153"/>
                  </a:cubicBezTo>
                  <a:cubicBezTo>
                    <a:pt x="206" y="185"/>
                    <a:pt x="197" y="215"/>
                    <a:pt x="177" y="215"/>
                  </a:cubicBezTo>
                  <a:cubicBezTo>
                    <a:pt x="164" y="215"/>
                    <a:pt x="162" y="202"/>
                    <a:pt x="162" y="192"/>
                  </a:cubicBezTo>
                  <a:cubicBezTo>
                    <a:pt x="162" y="181"/>
                    <a:pt x="163" y="177"/>
                    <a:pt x="169" y="155"/>
                  </a:cubicBezTo>
                  <a:cubicBezTo>
                    <a:pt x="174" y="134"/>
                    <a:pt x="175" y="129"/>
                    <a:pt x="180" y="110"/>
                  </a:cubicBezTo>
                  <a:lnTo>
                    <a:pt x="197" y="40"/>
                  </a:lnTo>
                  <a:cubicBezTo>
                    <a:pt x="201" y="26"/>
                    <a:pt x="201" y="25"/>
                    <a:pt x="201" y="23"/>
                  </a:cubicBezTo>
                  <a:cubicBezTo>
                    <a:pt x="201" y="15"/>
                    <a:pt x="195" y="10"/>
                    <a:pt x="186" y="10"/>
                  </a:cubicBezTo>
                  <a:cubicBezTo>
                    <a:pt x="175" y="10"/>
                    <a:pt x="167" y="21"/>
                    <a:pt x="166" y="32"/>
                  </a:cubicBezTo>
                  <a:close/>
                  <a:moveTo>
                    <a:pt x="133" y="161"/>
                  </a:moveTo>
                  <a:cubicBezTo>
                    <a:pt x="131" y="170"/>
                    <a:pt x="131" y="171"/>
                    <a:pt x="123" y="179"/>
                  </a:cubicBezTo>
                  <a:cubicBezTo>
                    <a:pt x="101" y="207"/>
                    <a:pt x="81" y="215"/>
                    <a:pt x="67" y="215"/>
                  </a:cubicBezTo>
                  <a:cubicBezTo>
                    <a:pt x="42" y="215"/>
                    <a:pt x="35" y="187"/>
                    <a:pt x="35" y="168"/>
                  </a:cubicBezTo>
                  <a:cubicBezTo>
                    <a:pt x="35" y="143"/>
                    <a:pt x="51" y="82"/>
                    <a:pt x="62"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8" name="Freeform 485"/>
            <p:cNvSpPr>
              <a:spLocks/>
            </p:cNvSpPr>
            <p:nvPr>
              <p:custDataLst>
                <p:tags r:id="rId110"/>
              </p:custDataLst>
            </p:nvPr>
          </p:nvSpPr>
          <p:spPr bwMode="auto">
            <a:xfrm>
              <a:off x="2324100" y="3443288"/>
              <a:ext cx="34925" cy="134938"/>
            </a:xfrm>
            <a:custGeom>
              <a:avLst/>
              <a:gdLst>
                <a:gd name="T0" fmla="*/ 107 w 107"/>
                <a:gd name="T1" fmla="*/ 5 h 352"/>
                <a:gd name="T2" fmla="*/ 100 w 107"/>
                <a:gd name="T3" fmla="*/ 0 h 352"/>
                <a:gd name="T4" fmla="*/ 39 w 107"/>
                <a:gd name="T5" fmla="*/ 5 h 352"/>
                <a:gd name="T6" fmla="*/ 30 w 107"/>
                <a:gd name="T7" fmla="*/ 15 h 352"/>
                <a:gd name="T8" fmla="*/ 42 w 107"/>
                <a:gd name="T9" fmla="*/ 21 h 352"/>
                <a:gd name="T10" fmla="*/ 67 w 107"/>
                <a:gd name="T11" fmla="*/ 29 h 352"/>
                <a:gd name="T12" fmla="*/ 65 w 107"/>
                <a:gd name="T13" fmla="*/ 39 h 352"/>
                <a:gd name="T14" fmla="*/ 2 w 107"/>
                <a:gd name="T15" fmla="*/ 289 h 352"/>
                <a:gd name="T16" fmla="*/ 0 w 107"/>
                <a:gd name="T17" fmla="*/ 306 h 352"/>
                <a:gd name="T18" fmla="*/ 45 w 107"/>
                <a:gd name="T19" fmla="*/ 352 h 352"/>
                <a:gd name="T20" fmla="*/ 83 w 107"/>
                <a:gd name="T21" fmla="*/ 324 h 352"/>
                <a:gd name="T22" fmla="*/ 98 w 107"/>
                <a:gd name="T23" fmla="*/ 275 h 352"/>
                <a:gd name="T24" fmla="*/ 92 w 107"/>
                <a:gd name="T25" fmla="*/ 270 h 352"/>
                <a:gd name="T26" fmla="*/ 85 w 107"/>
                <a:gd name="T27" fmla="*/ 279 h 352"/>
                <a:gd name="T28" fmla="*/ 47 w 107"/>
                <a:gd name="T29" fmla="*/ 341 h 352"/>
                <a:gd name="T30" fmla="*/ 32 w 107"/>
                <a:gd name="T31" fmla="*/ 318 h 352"/>
                <a:gd name="T32" fmla="*/ 35 w 107"/>
                <a:gd name="T33" fmla="*/ 294 h 352"/>
                <a:gd name="T34" fmla="*/ 107 w 107"/>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352">
                  <a:moveTo>
                    <a:pt x="107" y="5"/>
                  </a:moveTo>
                  <a:cubicBezTo>
                    <a:pt x="107" y="5"/>
                    <a:pt x="107" y="0"/>
                    <a:pt x="100" y="0"/>
                  </a:cubicBezTo>
                  <a:cubicBezTo>
                    <a:pt x="89" y="0"/>
                    <a:pt x="52" y="4"/>
                    <a:pt x="39" y="5"/>
                  </a:cubicBezTo>
                  <a:cubicBezTo>
                    <a:pt x="35" y="5"/>
                    <a:pt x="30" y="6"/>
                    <a:pt x="30" y="15"/>
                  </a:cubicBezTo>
                  <a:cubicBezTo>
                    <a:pt x="30" y="21"/>
                    <a:pt x="35" y="21"/>
                    <a:pt x="42" y="21"/>
                  </a:cubicBezTo>
                  <a:cubicBezTo>
                    <a:pt x="66" y="21"/>
                    <a:pt x="67" y="25"/>
                    <a:pt x="67" y="29"/>
                  </a:cubicBezTo>
                  <a:lnTo>
                    <a:pt x="65" y="39"/>
                  </a:lnTo>
                  <a:lnTo>
                    <a:pt x="2" y="289"/>
                  </a:lnTo>
                  <a:cubicBezTo>
                    <a:pt x="1" y="294"/>
                    <a:pt x="0" y="298"/>
                    <a:pt x="0" y="306"/>
                  </a:cubicBezTo>
                  <a:cubicBezTo>
                    <a:pt x="0" y="334"/>
                    <a:pt x="22" y="352"/>
                    <a:pt x="45" y="352"/>
                  </a:cubicBezTo>
                  <a:cubicBezTo>
                    <a:pt x="62" y="352"/>
                    <a:pt x="74" y="342"/>
                    <a:pt x="83" y="324"/>
                  </a:cubicBezTo>
                  <a:cubicBezTo>
                    <a:pt x="92" y="305"/>
                    <a:pt x="98" y="276"/>
                    <a:pt x="98" y="275"/>
                  </a:cubicBezTo>
                  <a:cubicBezTo>
                    <a:pt x="98" y="270"/>
                    <a:pt x="93" y="270"/>
                    <a:pt x="92" y="270"/>
                  </a:cubicBezTo>
                  <a:cubicBezTo>
                    <a:pt x="87" y="270"/>
                    <a:pt x="86" y="272"/>
                    <a:pt x="85" y="279"/>
                  </a:cubicBezTo>
                  <a:cubicBezTo>
                    <a:pt x="76" y="311"/>
                    <a:pt x="67" y="341"/>
                    <a:pt x="47" y="341"/>
                  </a:cubicBezTo>
                  <a:cubicBezTo>
                    <a:pt x="32" y="341"/>
                    <a:pt x="32" y="325"/>
                    <a:pt x="32" y="318"/>
                  </a:cubicBezTo>
                  <a:cubicBezTo>
                    <a:pt x="32" y="306"/>
                    <a:pt x="32" y="303"/>
                    <a:pt x="35" y="294"/>
                  </a:cubicBezTo>
                  <a:lnTo>
                    <a:pt x="107"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9" name="Freeform 486"/>
            <p:cNvSpPr>
              <a:spLocks noEditPoints="1"/>
            </p:cNvSpPr>
            <p:nvPr>
              <p:custDataLst>
                <p:tags r:id="rId111"/>
              </p:custDataLst>
            </p:nvPr>
          </p:nvSpPr>
          <p:spPr bwMode="auto">
            <a:xfrm>
              <a:off x="2374900" y="3490913"/>
              <a:ext cx="61913" cy="87313"/>
            </a:xfrm>
            <a:custGeom>
              <a:avLst/>
              <a:gdLst>
                <a:gd name="T0" fmla="*/ 71 w 192"/>
                <a:gd name="T1" fmla="*/ 105 h 226"/>
                <a:gd name="T2" fmla="*/ 147 w 192"/>
                <a:gd name="T3" fmla="*/ 94 h 226"/>
                <a:gd name="T4" fmla="*/ 184 w 192"/>
                <a:gd name="T5" fmla="*/ 42 h 226"/>
                <a:gd name="T6" fmla="*/ 131 w 192"/>
                <a:gd name="T7" fmla="*/ 0 h 226"/>
                <a:gd name="T8" fmla="*/ 0 w 192"/>
                <a:gd name="T9" fmla="*/ 135 h 226"/>
                <a:gd name="T10" fmla="*/ 79 w 192"/>
                <a:gd name="T11" fmla="*/ 226 h 226"/>
                <a:gd name="T12" fmla="*/ 192 w 192"/>
                <a:gd name="T13" fmla="*/ 167 h 226"/>
                <a:gd name="T14" fmla="*/ 186 w 192"/>
                <a:gd name="T15" fmla="*/ 160 h 226"/>
                <a:gd name="T16" fmla="*/ 179 w 192"/>
                <a:gd name="T17" fmla="*/ 165 h 226"/>
                <a:gd name="T18" fmla="*/ 80 w 192"/>
                <a:gd name="T19" fmla="*/ 215 h 226"/>
                <a:gd name="T20" fmla="*/ 36 w 192"/>
                <a:gd name="T21" fmla="*/ 157 h 226"/>
                <a:gd name="T22" fmla="*/ 44 w 192"/>
                <a:gd name="T23" fmla="*/ 105 h 226"/>
                <a:gd name="T24" fmla="*/ 71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1" y="105"/>
                  </a:moveTo>
                  <a:cubicBezTo>
                    <a:pt x="85" y="105"/>
                    <a:pt x="122" y="104"/>
                    <a:pt x="147" y="94"/>
                  </a:cubicBezTo>
                  <a:cubicBezTo>
                    <a:pt x="182" y="79"/>
                    <a:pt x="184" y="49"/>
                    <a:pt x="184" y="42"/>
                  </a:cubicBezTo>
                  <a:cubicBezTo>
                    <a:pt x="184" y="20"/>
                    <a:pt x="165" y="0"/>
                    <a:pt x="131" y="0"/>
                  </a:cubicBezTo>
                  <a:cubicBezTo>
                    <a:pt x="76" y="0"/>
                    <a:pt x="0" y="48"/>
                    <a:pt x="0" y="135"/>
                  </a:cubicBezTo>
                  <a:cubicBezTo>
                    <a:pt x="0" y="186"/>
                    <a:pt x="30" y="226"/>
                    <a:pt x="79" y="226"/>
                  </a:cubicBezTo>
                  <a:cubicBezTo>
                    <a:pt x="150" y="226"/>
                    <a:pt x="192" y="173"/>
                    <a:pt x="192" y="167"/>
                  </a:cubicBezTo>
                  <a:cubicBezTo>
                    <a:pt x="192" y="164"/>
                    <a:pt x="189" y="160"/>
                    <a:pt x="186" y="160"/>
                  </a:cubicBezTo>
                  <a:cubicBezTo>
                    <a:pt x="183" y="160"/>
                    <a:pt x="182" y="161"/>
                    <a:pt x="179" y="165"/>
                  </a:cubicBezTo>
                  <a:cubicBezTo>
                    <a:pt x="140" y="215"/>
                    <a:pt x="86" y="215"/>
                    <a:pt x="80" y="215"/>
                  </a:cubicBezTo>
                  <a:cubicBezTo>
                    <a:pt x="41" y="215"/>
                    <a:pt x="36" y="173"/>
                    <a:pt x="36" y="157"/>
                  </a:cubicBezTo>
                  <a:cubicBezTo>
                    <a:pt x="36" y="151"/>
                    <a:pt x="37" y="135"/>
                    <a:pt x="44" y="105"/>
                  </a:cubicBezTo>
                  <a:lnTo>
                    <a:pt x="71" y="105"/>
                  </a:lnTo>
                  <a:close/>
                  <a:moveTo>
                    <a:pt x="47" y="94"/>
                  </a:moveTo>
                  <a:cubicBezTo>
                    <a:pt x="67" y="18"/>
                    <a:pt x="118" y="11"/>
                    <a:pt x="131" y="11"/>
                  </a:cubicBezTo>
                  <a:cubicBezTo>
                    <a:pt x="155"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0" name="Freeform 487"/>
            <p:cNvSpPr>
              <a:spLocks/>
            </p:cNvSpPr>
            <p:nvPr>
              <p:custDataLst>
                <p:tags r:id="rId112"/>
              </p:custDataLst>
            </p:nvPr>
          </p:nvSpPr>
          <p:spPr bwMode="auto">
            <a:xfrm>
              <a:off x="2447925" y="3490913"/>
              <a:ext cx="63500" cy="87313"/>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3 w 194"/>
                <a:gd name="T11" fmla="*/ 0 h 226"/>
                <a:gd name="T12" fmla="*/ 0 w 194"/>
                <a:gd name="T13" fmla="*/ 141 h 226"/>
                <a:gd name="T14" fmla="*/ 81 w 194"/>
                <a:gd name="T15" fmla="*/ 226 h 226"/>
                <a:gd name="T16" fmla="*/ 194 w 194"/>
                <a:gd name="T17" fmla="*/ 167 h 226"/>
                <a:gd name="T18" fmla="*/ 188 w 194"/>
                <a:gd name="T19" fmla="*/ 160 h 226"/>
                <a:gd name="T20" fmla="*/ 181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3" y="0"/>
                  </a:cubicBezTo>
                  <a:cubicBezTo>
                    <a:pt x="66" y="0"/>
                    <a:pt x="0" y="71"/>
                    <a:pt x="0" y="141"/>
                  </a:cubicBezTo>
                  <a:cubicBezTo>
                    <a:pt x="0" y="186"/>
                    <a:pt x="29" y="226"/>
                    <a:pt x="81" y="226"/>
                  </a:cubicBezTo>
                  <a:cubicBezTo>
                    <a:pt x="152" y="226"/>
                    <a:pt x="194" y="173"/>
                    <a:pt x="194" y="167"/>
                  </a:cubicBezTo>
                  <a:cubicBezTo>
                    <a:pt x="194" y="164"/>
                    <a:pt x="191" y="160"/>
                    <a:pt x="188" y="160"/>
                  </a:cubicBezTo>
                  <a:cubicBezTo>
                    <a:pt x="185" y="160"/>
                    <a:pt x="184" y="161"/>
                    <a:pt x="181" y="165"/>
                  </a:cubicBezTo>
                  <a:cubicBezTo>
                    <a:pt x="142" y="215"/>
                    <a:pt x="88" y="215"/>
                    <a:pt x="82" y="215"/>
                  </a:cubicBezTo>
                  <a:cubicBezTo>
                    <a:pt x="50" y="215"/>
                    <a:pt x="37" y="190"/>
                    <a:pt x="37" y="160"/>
                  </a:cubicBezTo>
                  <a:cubicBezTo>
                    <a:pt x="37" y="140"/>
                    <a:pt x="47" y="92"/>
                    <a:pt x="64" y="61"/>
                  </a:cubicBezTo>
                  <a:cubicBezTo>
                    <a:pt x="79" y="32"/>
                    <a:pt x="107"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1" name="Rectangle 488"/>
            <p:cNvSpPr>
              <a:spLocks noChangeArrowheads="1"/>
            </p:cNvSpPr>
            <p:nvPr>
              <p:custDataLst>
                <p:tags r:id="rId113"/>
              </p:custDataLst>
            </p:nvPr>
          </p:nvSpPr>
          <p:spPr bwMode="auto">
            <a:xfrm>
              <a:off x="2547938" y="3570288"/>
              <a:ext cx="41275" cy="7938"/>
            </a:xfrm>
            <a:prstGeom prst="rect">
              <a:avLst/>
            </a:pr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2" name="Rectangle 489"/>
            <p:cNvSpPr>
              <a:spLocks noChangeArrowheads="1"/>
            </p:cNvSpPr>
            <p:nvPr>
              <p:custDataLst>
                <p:tags r:id="rId114"/>
              </p:custDataLst>
            </p:nvPr>
          </p:nvSpPr>
          <p:spPr bwMode="auto">
            <a:xfrm>
              <a:off x="2547938" y="3478213"/>
              <a:ext cx="41275" cy="7938"/>
            </a:xfrm>
            <a:prstGeom prst="rect">
              <a:avLst/>
            </a:pr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3" name="Freeform 490"/>
            <p:cNvSpPr>
              <a:spLocks noEditPoints="1"/>
            </p:cNvSpPr>
            <p:nvPr>
              <p:custDataLst>
                <p:tags r:id="rId115"/>
              </p:custDataLst>
            </p:nvPr>
          </p:nvSpPr>
          <p:spPr bwMode="auto">
            <a:xfrm>
              <a:off x="2586038" y="3478213"/>
              <a:ext cx="71438" cy="98425"/>
            </a:xfrm>
            <a:custGeom>
              <a:avLst/>
              <a:gdLst>
                <a:gd name="T0" fmla="*/ 214 w 223"/>
                <a:gd name="T1" fmla="*/ 138 h 255"/>
                <a:gd name="T2" fmla="*/ 223 w 223"/>
                <a:gd name="T3" fmla="*/ 127 h 255"/>
                <a:gd name="T4" fmla="*/ 214 w 223"/>
                <a:gd name="T5" fmla="*/ 117 h 255"/>
                <a:gd name="T6" fmla="*/ 20 w 223"/>
                <a:gd name="T7" fmla="*/ 4 h 255"/>
                <a:gd name="T8" fmla="*/ 10 w 223"/>
                <a:gd name="T9" fmla="*/ 0 h 255"/>
                <a:gd name="T10" fmla="*/ 0 w 223"/>
                <a:gd name="T11" fmla="*/ 18 h 255"/>
                <a:gd name="T12" fmla="*/ 0 w 223"/>
                <a:gd name="T13" fmla="*/ 237 h 255"/>
                <a:gd name="T14" fmla="*/ 10 w 223"/>
                <a:gd name="T15" fmla="*/ 255 h 255"/>
                <a:gd name="T16" fmla="*/ 19 w 223"/>
                <a:gd name="T17" fmla="*/ 251 h 255"/>
                <a:gd name="T18" fmla="*/ 214 w 223"/>
                <a:gd name="T19" fmla="*/ 138 h 255"/>
                <a:gd name="T20" fmla="*/ 193 w 223"/>
                <a:gd name="T21" fmla="*/ 127 h 255"/>
                <a:gd name="T22" fmla="*/ 20 w 223"/>
                <a:gd name="T23" fmla="*/ 227 h 255"/>
                <a:gd name="T24" fmla="*/ 20 w 223"/>
                <a:gd name="T25" fmla="*/ 28 h 255"/>
                <a:gd name="T26" fmla="*/ 193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214" y="138"/>
                  </a:moveTo>
                  <a:cubicBezTo>
                    <a:pt x="222" y="134"/>
                    <a:pt x="223" y="130"/>
                    <a:pt x="223" y="127"/>
                  </a:cubicBezTo>
                  <a:cubicBezTo>
                    <a:pt x="223" y="125"/>
                    <a:pt x="222" y="121"/>
                    <a:pt x="214" y="117"/>
                  </a:cubicBezTo>
                  <a:lnTo>
                    <a:pt x="20" y="4"/>
                  </a:lnTo>
                  <a:cubicBezTo>
                    <a:pt x="13" y="0"/>
                    <a:pt x="11" y="0"/>
                    <a:pt x="10" y="0"/>
                  </a:cubicBezTo>
                  <a:cubicBezTo>
                    <a:pt x="0" y="0"/>
                    <a:pt x="0" y="11"/>
                    <a:pt x="0" y="18"/>
                  </a:cubicBezTo>
                  <a:lnTo>
                    <a:pt x="0" y="237"/>
                  </a:lnTo>
                  <a:cubicBezTo>
                    <a:pt x="0" y="244"/>
                    <a:pt x="0" y="255"/>
                    <a:pt x="10" y="255"/>
                  </a:cubicBezTo>
                  <a:cubicBezTo>
                    <a:pt x="11" y="255"/>
                    <a:pt x="13" y="255"/>
                    <a:pt x="19" y="251"/>
                  </a:cubicBezTo>
                  <a:lnTo>
                    <a:pt x="214" y="138"/>
                  </a:lnTo>
                  <a:close/>
                  <a:moveTo>
                    <a:pt x="193" y="127"/>
                  </a:moveTo>
                  <a:lnTo>
                    <a:pt x="20" y="227"/>
                  </a:lnTo>
                  <a:lnTo>
                    <a:pt x="20" y="28"/>
                  </a:lnTo>
                  <a:lnTo>
                    <a:pt x="193"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4" name="Freeform 491"/>
            <p:cNvSpPr>
              <a:spLocks noEditPoints="1"/>
            </p:cNvSpPr>
            <p:nvPr>
              <p:custDataLst>
                <p:tags r:id="rId116"/>
              </p:custDataLst>
            </p:nvPr>
          </p:nvSpPr>
          <p:spPr bwMode="auto">
            <a:xfrm>
              <a:off x="2638425" y="3478213"/>
              <a:ext cx="71438" cy="98425"/>
            </a:xfrm>
            <a:custGeom>
              <a:avLst/>
              <a:gdLst>
                <a:gd name="T0" fmla="*/ 10 w 223"/>
                <a:gd name="T1" fmla="*/ 116 h 255"/>
                <a:gd name="T2" fmla="*/ 0 w 223"/>
                <a:gd name="T3" fmla="*/ 127 h 255"/>
                <a:gd name="T4" fmla="*/ 9 w 223"/>
                <a:gd name="T5" fmla="*/ 139 h 255"/>
                <a:gd name="T6" fmla="*/ 203 w 223"/>
                <a:gd name="T7" fmla="*/ 251 h 255"/>
                <a:gd name="T8" fmla="*/ 213 w 223"/>
                <a:gd name="T9" fmla="*/ 255 h 255"/>
                <a:gd name="T10" fmla="*/ 223 w 223"/>
                <a:gd name="T11" fmla="*/ 237 h 255"/>
                <a:gd name="T12" fmla="*/ 223 w 223"/>
                <a:gd name="T13" fmla="*/ 18 h 255"/>
                <a:gd name="T14" fmla="*/ 213 w 223"/>
                <a:gd name="T15" fmla="*/ 0 h 255"/>
                <a:gd name="T16" fmla="*/ 204 w 223"/>
                <a:gd name="T17" fmla="*/ 4 h 255"/>
                <a:gd name="T18" fmla="*/ 10 w 223"/>
                <a:gd name="T19" fmla="*/ 116 h 255"/>
                <a:gd name="T20" fmla="*/ 30 w 223"/>
                <a:gd name="T21" fmla="*/ 127 h 255"/>
                <a:gd name="T22" fmla="*/ 203 w 223"/>
                <a:gd name="T23" fmla="*/ 28 h 255"/>
                <a:gd name="T24" fmla="*/ 203 w 223"/>
                <a:gd name="T25" fmla="*/ 227 h 255"/>
                <a:gd name="T26" fmla="*/ 30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10" y="116"/>
                  </a:moveTo>
                  <a:cubicBezTo>
                    <a:pt x="3" y="120"/>
                    <a:pt x="0" y="122"/>
                    <a:pt x="0" y="127"/>
                  </a:cubicBezTo>
                  <a:cubicBezTo>
                    <a:pt x="0" y="131"/>
                    <a:pt x="2" y="135"/>
                    <a:pt x="9" y="139"/>
                  </a:cubicBezTo>
                  <a:lnTo>
                    <a:pt x="203" y="251"/>
                  </a:lnTo>
                  <a:cubicBezTo>
                    <a:pt x="208" y="253"/>
                    <a:pt x="210" y="255"/>
                    <a:pt x="213" y="255"/>
                  </a:cubicBezTo>
                  <a:cubicBezTo>
                    <a:pt x="223" y="255"/>
                    <a:pt x="223" y="246"/>
                    <a:pt x="223" y="237"/>
                  </a:cubicBezTo>
                  <a:lnTo>
                    <a:pt x="223" y="18"/>
                  </a:lnTo>
                  <a:cubicBezTo>
                    <a:pt x="223" y="9"/>
                    <a:pt x="223" y="0"/>
                    <a:pt x="213" y="0"/>
                  </a:cubicBezTo>
                  <a:cubicBezTo>
                    <a:pt x="210" y="0"/>
                    <a:pt x="208" y="2"/>
                    <a:pt x="204" y="4"/>
                  </a:cubicBezTo>
                  <a:lnTo>
                    <a:pt x="10" y="116"/>
                  </a:lnTo>
                  <a:close/>
                  <a:moveTo>
                    <a:pt x="30" y="127"/>
                  </a:moveTo>
                  <a:lnTo>
                    <a:pt x="203" y="28"/>
                  </a:lnTo>
                  <a:lnTo>
                    <a:pt x="203" y="227"/>
                  </a:lnTo>
                  <a:lnTo>
                    <a:pt x="30"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5" name="Freeform 492"/>
            <p:cNvSpPr>
              <a:spLocks noEditPoints="1"/>
            </p:cNvSpPr>
            <p:nvPr>
              <p:custDataLst>
                <p:tags r:id="rId117"/>
              </p:custDataLst>
            </p:nvPr>
          </p:nvSpPr>
          <p:spPr bwMode="auto">
            <a:xfrm>
              <a:off x="2546350" y="3613150"/>
              <a:ext cx="49213" cy="115888"/>
            </a:xfrm>
            <a:custGeom>
              <a:avLst/>
              <a:gdLst>
                <a:gd name="T0" fmla="*/ 154 w 154"/>
                <a:gd name="T1" fmla="*/ 13 h 302"/>
                <a:gd name="T2" fmla="*/ 140 w 154"/>
                <a:gd name="T3" fmla="*/ 0 h 302"/>
                <a:gd name="T4" fmla="*/ 120 w 154"/>
                <a:gd name="T5" fmla="*/ 19 h 302"/>
                <a:gd name="T6" fmla="*/ 134 w 154"/>
                <a:gd name="T7" fmla="*/ 32 h 302"/>
                <a:gd name="T8" fmla="*/ 154 w 154"/>
                <a:gd name="T9" fmla="*/ 13 h 302"/>
                <a:gd name="T10" fmla="*/ 80 w 154"/>
                <a:gd name="T11" fmla="*/ 248 h 302"/>
                <a:gd name="T12" fmla="*/ 35 w 154"/>
                <a:gd name="T13" fmla="*/ 292 h 302"/>
                <a:gd name="T14" fmla="*/ 22 w 154"/>
                <a:gd name="T15" fmla="*/ 290 h 302"/>
                <a:gd name="T16" fmla="*/ 34 w 154"/>
                <a:gd name="T17" fmla="*/ 273 h 302"/>
                <a:gd name="T18" fmla="*/ 20 w 154"/>
                <a:gd name="T19" fmla="*/ 260 h 302"/>
                <a:gd name="T20" fmla="*/ 0 w 154"/>
                <a:gd name="T21" fmla="*/ 280 h 302"/>
                <a:gd name="T22" fmla="*/ 35 w 154"/>
                <a:gd name="T23" fmla="*/ 302 h 302"/>
                <a:gd name="T24" fmla="*/ 107 w 154"/>
                <a:gd name="T25" fmla="*/ 247 h 302"/>
                <a:gd name="T26" fmla="*/ 139 w 154"/>
                <a:gd name="T27" fmla="*/ 122 h 302"/>
                <a:gd name="T28" fmla="*/ 141 w 154"/>
                <a:gd name="T29" fmla="*/ 110 h 302"/>
                <a:gd name="T30" fmla="*/ 103 w 154"/>
                <a:gd name="T31" fmla="*/ 77 h 302"/>
                <a:gd name="T32" fmla="*/ 42 w 154"/>
                <a:gd name="T33" fmla="*/ 131 h 302"/>
                <a:gd name="T34" fmla="*/ 48 w 154"/>
                <a:gd name="T35" fmla="*/ 135 h 302"/>
                <a:gd name="T36" fmla="*/ 55 w 154"/>
                <a:gd name="T37" fmla="*/ 129 h 302"/>
                <a:gd name="T38" fmla="*/ 102 w 154"/>
                <a:gd name="T39" fmla="*/ 87 h 302"/>
                <a:gd name="T40" fmla="*/ 114 w 154"/>
                <a:gd name="T41" fmla="*/ 104 h 302"/>
                <a:gd name="T42" fmla="*/ 113 w 154"/>
                <a:gd name="T43" fmla="*/ 114 h 302"/>
                <a:gd name="T44" fmla="*/ 80 w 154"/>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302">
                  <a:moveTo>
                    <a:pt x="154" y="13"/>
                  </a:moveTo>
                  <a:cubicBezTo>
                    <a:pt x="154" y="7"/>
                    <a:pt x="149" y="0"/>
                    <a:pt x="140" y="0"/>
                  </a:cubicBezTo>
                  <a:cubicBezTo>
                    <a:pt x="129" y="0"/>
                    <a:pt x="120" y="9"/>
                    <a:pt x="120" y="19"/>
                  </a:cubicBezTo>
                  <a:cubicBezTo>
                    <a:pt x="120" y="24"/>
                    <a:pt x="124" y="32"/>
                    <a:pt x="134" y="32"/>
                  </a:cubicBezTo>
                  <a:cubicBezTo>
                    <a:pt x="143" y="32"/>
                    <a:pt x="154" y="23"/>
                    <a:pt x="154" y="13"/>
                  </a:cubicBezTo>
                  <a:close/>
                  <a:moveTo>
                    <a:pt x="80" y="248"/>
                  </a:moveTo>
                  <a:cubicBezTo>
                    <a:pt x="74" y="272"/>
                    <a:pt x="55" y="292"/>
                    <a:pt x="35" y="292"/>
                  </a:cubicBezTo>
                  <a:cubicBezTo>
                    <a:pt x="30" y="292"/>
                    <a:pt x="26" y="292"/>
                    <a:pt x="22" y="290"/>
                  </a:cubicBezTo>
                  <a:cubicBezTo>
                    <a:pt x="31" y="286"/>
                    <a:pt x="34" y="278"/>
                    <a:pt x="34" y="273"/>
                  </a:cubicBezTo>
                  <a:cubicBezTo>
                    <a:pt x="34" y="264"/>
                    <a:pt x="27" y="260"/>
                    <a:pt x="20" y="260"/>
                  </a:cubicBezTo>
                  <a:cubicBezTo>
                    <a:pt x="10" y="260"/>
                    <a:pt x="0" y="269"/>
                    <a:pt x="0" y="280"/>
                  </a:cubicBezTo>
                  <a:cubicBezTo>
                    <a:pt x="0" y="294"/>
                    <a:pt x="14" y="302"/>
                    <a:pt x="35" y="302"/>
                  </a:cubicBezTo>
                  <a:cubicBezTo>
                    <a:pt x="56" y="302"/>
                    <a:pt x="97" y="290"/>
                    <a:pt x="107" y="247"/>
                  </a:cubicBezTo>
                  <a:lnTo>
                    <a:pt x="139" y="122"/>
                  </a:lnTo>
                  <a:cubicBezTo>
                    <a:pt x="140" y="118"/>
                    <a:pt x="141" y="115"/>
                    <a:pt x="141" y="110"/>
                  </a:cubicBezTo>
                  <a:cubicBezTo>
                    <a:pt x="141" y="91"/>
                    <a:pt x="124" y="77"/>
                    <a:pt x="103" y="77"/>
                  </a:cubicBezTo>
                  <a:cubicBezTo>
                    <a:pt x="65" y="77"/>
                    <a:pt x="42" y="126"/>
                    <a:pt x="42" y="131"/>
                  </a:cubicBezTo>
                  <a:cubicBezTo>
                    <a:pt x="42" y="135"/>
                    <a:pt x="47" y="135"/>
                    <a:pt x="48" y="135"/>
                  </a:cubicBezTo>
                  <a:cubicBezTo>
                    <a:pt x="52" y="135"/>
                    <a:pt x="53" y="134"/>
                    <a:pt x="55" y="129"/>
                  </a:cubicBezTo>
                  <a:cubicBezTo>
                    <a:pt x="64" y="109"/>
                    <a:pt x="82" y="87"/>
                    <a:pt x="102" y="87"/>
                  </a:cubicBezTo>
                  <a:cubicBezTo>
                    <a:pt x="111" y="87"/>
                    <a:pt x="114" y="93"/>
                    <a:pt x="114" y="104"/>
                  </a:cubicBezTo>
                  <a:cubicBezTo>
                    <a:pt x="114" y="108"/>
                    <a:pt x="113" y="113"/>
                    <a:pt x="113" y="114"/>
                  </a:cubicBezTo>
                  <a:lnTo>
                    <a:pt x="80"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6" name="Freeform 493"/>
            <p:cNvSpPr>
              <a:spLocks noEditPoints="1"/>
            </p:cNvSpPr>
            <p:nvPr>
              <p:custDataLst>
                <p:tags r:id="rId118"/>
              </p:custDataLst>
            </p:nvPr>
          </p:nvSpPr>
          <p:spPr bwMode="auto">
            <a:xfrm>
              <a:off x="2611438" y="3613150"/>
              <a:ext cx="33338" cy="90488"/>
            </a:xfrm>
            <a:custGeom>
              <a:avLst/>
              <a:gdLst>
                <a:gd name="T0" fmla="*/ 96 w 106"/>
                <a:gd name="T1" fmla="*/ 13 h 235"/>
                <a:gd name="T2" fmla="*/ 83 w 106"/>
                <a:gd name="T3" fmla="*/ 0 h 235"/>
                <a:gd name="T4" fmla="*/ 63 w 106"/>
                <a:gd name="T5" fmla="*/ 19 h 235"/>
                <a:gd name="T6" fmla="*/ 77 w 106"/>
                <a:gd name="T7" fmla="*/ 32 h 235"/>
                <a:gd name="T8" fmla="*/ 96 w 106"/>
                <a:gd name="T9" fmla="*/ 13 h 235"/>
                <a:gd name="T10" fmla="*/ 25 w 106"/>
                <a:gd name="T11" fmla="*/ 190 h 235"/>
                <a:gd name="T12" fmla="*/ 22 w 106"/>
                <a:gd name="T13" fmla="*/ 205 h 235"/>
                <a:gd name="T14" fmla="*/ 55 w 106"/>
                <a:gd name="T15" fmla="*/ 235 h 235"/>
                <a:gd name="T16" fmla="*/ 106 w 106"/>
                <a:gd name="T17" fmla="*/ 181 h 235"/>
                <a:gd name="T18" fmla="*/ 100 w 106"/>
                <a:gd name="T19" fmla="*/ 177 h 235"/>
                <a:gd name="T20" fmla="*/ 93 w 106"/>
                <a:gd name="T21" fmla="*/ 183 h 235"/>
                <a:gd name="T22" fmla="*/ 56 w 106"/>
                <a:gd name="T23" fmla="*/ 225 h 235"/>
                <a:gd name="T24" fmla="*/ 48 w 106"/>
                <a:gd name="T25" fmla="*/ 213 h 235"/>
                <a:gd name="T26" fmla="*/ 53 w 106"/>
                <a:gd name="T27" fmla="*/ 190 h 235"/>
                <a:gd name="T28" fmla="*/ 64 w 106"/>
                <a:gd name="T29" fmla="*/ 162 h 235"/>
                <a:gd name="T30" fmla="*/ 82 w 106"/>
                <a:gd name="T31" fmla="*/ 118 h 235"/>
                <a:gd name="T32" fmla="*/ 84 w 106"/>
                <a:gd name="T33" fmla="*/ 107 h 235"/>
                <a:gd name="T34" fmla="*/ 50 w 106"/>
                <a:gd name="T35" fmla="*/ 77 h 235"/>
                <a:gd name="T36" fmla="*/ 0 w 106"/>
                <a:gd name="T37" fmla="*/ 131 h 235"/>
                <a:gd name="T38" fmla="*/ 6 w 106"/>
                <a:gd name="T39" fmla="*/ 135 h 235"/>
                <a:gd name="T40" fmla="*/ 12 w 106"/>
                <a:gd name="T41" fmla="*/ 129 h 235"/>
                <a:gd name="T42" fmla="*/ 49 w 106"/>
                <a:gd name="T43" fmla="*/ 87 h 235"/>
                <a:gd name="T44" fmla="*/ 58 w 106"/>
                <a:gd name="T45" fmla="*/ 99 h 235"/>
                <a:gd name="T46" fmla="*/ 47 w 106"/>
                <a:gd name="T47" fmla="*/ 134 h 235"/>
                <a:gd name="T48" fmla="*/ 25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6" y="13"/>
                  </a:moveTo>
                  <a:cubicBezTo>
                    <a:pt x="96" y="7"/>
                    <a:pt x="92" y="0"/>
                    <a:pt x="83" y="0"/>
                  </a:cubicBezTo>
                  <a:cubicBezTo>
                    <a:pt x="73" y="0"/>
                    <a:pt x="63" y="9"/>
                    <a:pt x="63" y="19"/>
                  </a:cubicBezTo>
                  <a:cubicBezTo>
                    <a:pt x="63" y="25"/>
                    <a:pt x="68"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6" y="186"/>
                    <a:pt x="106" y="181"/>
                  </a:cubicBezTo>
                  <a:cubicBezTo>
                    <a:pt x="106"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1" y="171"/>
                    <a:pt x="64" y="162"/>
                  </a:cubicBezTo>
                  <a:cubicBezTo>
                    <a:pt x="68" y="154"/>
                    <a:pt x="80" y="122"/>
                    <a:pt x="82" y="118"/>
                  </a:cubicBezTo>
                  <a:cubicBezTo>
                    <a:pt x="83" y="114"/>
                    <a:pt x="84" y="110"/>
                    <a:pt x="84" y="107"/>
                  </a:cubicBezTo>
                  <a:cubicBezTo>
                    <a:pt x="84" y="90"/>
                    <a:pt x="70" y="77"/>
                    <a:pt x="50" y="77"/>
                  </a:cubicBezTo>
                  <a:cubicBezTo>
                    <a:pt x="16" y="77"/>
                    <a:pt x="0" y="125"/>
                    <a:pt x="0" y="131"/>
                  </a:cubicBezTo>
                  <a:cubicBezTo>
                    <a:pt x="0" y="135"/>
                    <a:pt x="5" y="135"/>
                    <a:pt x="6" y="135"/>
                  </a:cubicBezTo>
                  <a:cubicBezTo>
                    <a:pt x="11" y="135"/>
                    <a:pt x="11" y="133"/>
                    <a:pt x="12" y="129"/>
                  </a:cubicBezTo>
                  <a:cubicBezTo>
                    <a:pt x="21" y="99"/>
                    <a:pt x="37"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7" name="Freeform 494"/>
            <p:cNvSpPr>
              <a:spLocks noEditPoints="1"/>
            </p:cNvSpPr>
            <p:nvPr>
              <p:custDataLst>
                <p:tags r:id="rId119"/>
              </p:custDataLst>
            </p:nvPr>
          </p:nvSpPr>
          <p:spPr bwMode="auto">
            <a:xfrm>
              <a:off x="2657475" y="3609975"/>
              <a:ext cx="57150" cy="93663"/>
            </a:xfrm>
            <a:custGeom>
              <a:avLst/>
              <a:gdLst>
                <a:gd name="T0" fmla="*/ 178 w 179"/>
                <a:gd name="T1" fmla="*/ 10 h 246"/>
                <a:gd name="T2" fmla="*/ 179 w 179"/>
                <a:gd name="T3" fmla="*/ 5 h 246"/>
                <a:gd name="T4" fmla="*/ 173 w 179"/>
                <a:gd name="T5" fmla="*/ 0 h 246"/>
                <a:gd name="T6" fmla="*/ 129 w 179"/>
                <a:gd name="T7" fmla="*/ 3 h 246"/>
                <a:gd name="T8" fmla="*/ 121 w 179"/>
                <a:gd name="T9" fmla="*/ 11 h 246"/>
                <a:gd name="T10" fmla="*/ 130 w 179"/>
                <a:gd name="T11" fmla="*/ 16 h 246"/>
                <a:gd name="T12" fmla="*/ 147 w 179"/>
                <a:gd name="T13" fmla="*/ 21 h 246"/>
                <a:gd name="T14" fmla="*/ 146 w 179"/>
                <a:gd name="T15" fmla="*/ 29 h 246"/>
                <a:gd name="T16" fmla="*/ 126 w 179"/>
                <a:gd name="T17" fmla="*/ 109 h 246"/>
                <a:gd name="T18" fmla="*/ 90 w 179"/>
                <a:gd name="T19" fmla="*/ 88 h 246"/>
                <a:gd name="T20" fmla="*/ 0 w 179"/>
                <a:gd name="T21" fmla="*/ 188 h 246"/>
                <a:gd name="T22" fmla="*/ 52 w 179"/>
                <a:gd name="T23" fmla="*/ 246 h 246"/>
                <a:gd name="T24" fmla="*/ 102 w 179"/>
                <a:gd name="T25" fmla="*/ 221 h 246"/>
                <a:gd name="T26" fmla="*/ 138 w 179"/>
                <a:gd name="T27" fmla="*/ 246 h 246"/>
                <a:gd name="T28" fmla="*/ 165 w 179"/>
                <a:gd name="T29" fmla="*/ 227 h 246"/>
                <a:gd name="T30" fmla="*/ 178 w 179"/>
                <a:gd name="T31" fmla="*/ 192 h 246"/>
                <a:gd name="T32" fmla="*/ 172 w 179"/>
                <a:gd name="T33" fmla="*/ 188 h 246"/>
                <a:gd name="T34" fmla="*/ 164 w 179"/>
                <a:gd name="T35" fmla="*/ 198 h 246"/>
                <a:gd name="T36" fmla="*/ 139 w 179"/>
                <a:gd name="T37" fmla="*/ 236 h 246"/>
                <a:gd name="T38" fmla="*/ 127 w 179"/>
                <a:gd name="T39" fmla="*/ 219 h 246"/>
                <a:gd name="T40" fmla="*/ 129 w 179"/>
                <a:gd name="T41" fmla="*/ 204 h 246"/>
                <a:gd name="T42" fmla="*/ 178 w 179"/>
                <a:gd name="T43" fmla="*/ 10 h 246"/>
                <a:gd name="T44" fmla="*/ 103 w 179"/>
                <a:gd name="T45" fmla="*/ 198 h 246"/>
                <a:gd name="T46" fmla="*/ 86 w 179"/>
                <a:gd name="T47" fmla="*/ 222 h 246"/>
                <a:gd name="T48" fmla="*/ 54 w 179"/>
                <a:gd name="T49" fmla="*/ 236 h 246"/>
                <a:gd name="T50" fmla="*/ 28 w 179"/>
                <a:gd name="T51" fmla="*/ 202 h 246"/>
                <a:gd name="T52" fmla="*/ 46 w 179"/>
                <a:gd name="T53" fmla="*/ 131 h 246"/>
                <a:gd name="T54" fmla="*/ 90 w 179"/>
                <a:gd name="T55" fmla="*/ 98 h 246"/>
                <a:gd name="T56" fmla="*/ 121 w 179"/>
                <a:gd name="T57" fmla="*/ 128 h 246"/>
                <a:gd name="T58" fmla="*/ 120 w 179"/>
                <a:gd name="T59" fmla="*/ 133 h 246"/>
                <a:gd name="T60" fmla="*/ 103 w 179"/>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0"/>
                  </a:moveTo>
                  <a:cubicBezTo>
                    <a:pt x="178" y="10"/>
                    <a:pt x="179" y="5"/>
                    <a:pt x="179" y="5"/>
                  </a:cubicBezTo>
                  <a:cubicBezTo>
                    <a:pt x="179" y="3"/>
                    <a:pt x="178" y="0"/>
                    <a:pt x="173" y="0"/>
                  </a:cubicBezTo>
                  <a:cubicBezTo>
                    <a:pt x="166" y="0"/>
                    <a:pt x="138" y="3"/>
                    <a:pt x="129" y="3"/>
                  </a:cubicBezTo>
                  <a:cubicBezTo>
                    <a:pt x="126" y="4"/>
                    <a:pt x="121" y="4"/>
                    <a:pt x="121" y="11"/>
                  </a:cubicBezTo>
                  <a:cubicBezTo>
                    <a:pt x="121" y="16"/>
                    <a:pt x="126" y="16"/>
                    <a:pt x="130" y="16"/>
                  </a:cubicBezTo>
                  <a:cubicBezTo>
                    <a:pt x="147" y="16"/>
                    <a:pt x="147" y="19"/>
                    <a:pt x="147" y="21"/>
                  </a:cubicBezTo>
                  <a:cubicBezTo>
                    <a:pt x="147" y="24"/>
                    <a:pt x="146" y="26"/>
                    <a:pt x="146" y="29"/>
                  </a:cubicBezTo>
                  <a:lnTo>
                    <a:pt x="126" y="109"/>
                  </a:lnTo>
                  <a:cubicBezTo>
                    <a:pt x="118" y="97"/>
                    <a:pt x="106" y="88"/>
                    <a:pt x="90" y="88"/>
                  </a:cubicBezTo>
                  <a:cubicBezTo>
                    <a:pt x="45" y="88"/>
                    <a:pt x="0" y="137"/>
                    <a:pt x="0" y="188"/>
                  </a:cubicBezTo>
                  <a:cubicBezTo>
                    <a:pt x="0" y="221"/>
                    <a:pt x="22" y="246"/>
                    <a:pt x="52" y="246"/>
                  </a:cubicBezTo>
                  <a:cubicBezTo>
                    <a:pt x="71" y="246"/>
                    <a:pt x="88" y="235"/>
                    <a:pt x="102" y="221"/>
                  </a:cubicBezTo>
                  <a:cubicBezTo>
                    <a:pt x="109" y="242"/>
                    <a:pt x="129" y="246"/>
                    <a:pt x="138" y="246"/>
                  </a:cubicBezTo>
                  <a:cubicBezTo>
                    <a:pt x="150" y="246"/>
                    <a:pt x="159" y="238"/>
                    <a:pt x="165" y="227"/>
                  </a:cubicBezTo>
                  <a:cubicBezTo>
                    <a:pt x="173" y="213"/>
                    <a:pt x="178" y="194"/>
                    <a:pt x="178" y="192"/>
                  </a:cubicBezTo>
                  <a:cubicBezTo>
                    <a:pt x="178" y="188"/>
                    <a:pt x="173" y="188"/>
                    <a:pt x="172" y="188"/>
                  </a:cubicBezTo>
                  <a:cubicBezTo>
                    <a:pt x="167" y="188"/>
                    <a:pt x="167" y="189"/>
                    <a:pt x="164" y="198"/>
                  </a:cubicBezTo>
                  <a:cubicBezTo>
                    <a:pt x="160" y="215"/>
                    <a:pt x="154" y="236"/>
                    <a:pt x="139" y="236"/>
                  </a:cubicBezTo>
                  <a:cubicBezTo>
                    <a:pt x="130" y="236"/>
                    <a:pt x="127" y="228"/>
                    <a:pt x="127" y="219"/>
                  </a:cubicBezTo>
                  <a:cubicBezTo>
                    <a:pt x="127" y="212"/>
                    <a:pt x="128" y="209"/>
                    <a:pt x="129" y="204"/>
                  </a:cubicBezTo>
                  <a:lnTo>
                    <a:pt x="178" y="10"/>
                  </a:lnTo>
                  <a:close/>
                  <a:moveTo>
                    <a:pt x="103" y="198"/>
                  </a:moveTo>
                  <a:cubicBezTo>
                    <a:pt x="101" y="208"/>
                    <a:pt x="93" y="215"/>
                    <a:pt x="86" y="222"/>
                  </a:cubicBezTo>
                  <a:cubicBezTo>
                    <a:pt x="82" y="225"/>
                    <a:pt x="68" y="236"/>
                    <a:pt x="54" y="236"/>
                  </a:cubicBezTo>
                  <a:cubicBezTo>
                    <a:pt x="41" y="236"/>
                    <a:pt x="28" y="227"/>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3"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8" name="Freeform 495"/>
            <p:cNvSpPr>
              <a:spLocks noEditPoints="1"/>
            </p:cNvSpPr>
            <p:nvPr>
              <p:custDataLst>
                <p:tags r:id="rId120"/>
              </p:custDataLst>
            </p:nvPr>
          </p:nvSpPr>
          <p:spPr bwMode="auto">
            <a:xfrm>
              <a:off x="2757488" y="3492500"/>
              <a:ext cx="84138" cy="85725"/>
            </a:xfrm>
            <a:custGeom>
              <a:avLst/>
              <a:gdLst>
                <a:gd name="T0" fmla="*/ 240 w 264"/>
                <a:gd name="T1" fmla="*/ 29 h 221"/>
                <a:gd name="T2" fmla="*/ 264 w 264"/>
                <a:gd name="T3" fmla="*/ 12 h 221"/>
                <a:gd name="T4" fmla="*/ 245 w 264"/>
                <a:gd name="T5" fmla="*/ 0 h 221"/>
                <a:gd name="T6" fmla="*/ 131 w 264"/>
                <a:gd name="T7" fmla="*/ 0 h 221"/>
                <a:gd name="T8" fmla="*/ 0 w 264"/>
                <a:gd name="T9" fmla="*/ 142 h 221"/>
                <a:gd name="T10" fmla="*/ 75 w 264"/>
                <a:gd name="T11" fmla="*/ 221 h 221"/>
                <a:gd name="T12" fmla="*/ 200 w 264"/>
                <a:gd name="T13" fmla="*/ 83 h 221"/>
                <a:gd name="T14" fmla="*/ 185 w 264"/>
                <a:gd name="T15" fmla="*/ 29 h 221"/>
                <a:gd name="T16" fmla="*/ 240 w 264"/>
                <a:gd name="T17" fmla="*/ 29 h 221"/>
                <a:gd name="T18" fmla="*/ 76 w 264"/>
                <a:gd name="T19" fmla="*/ 210 h 221"/>
                <a:gd name="T20" fmla="*/ 31 w 264"/>
                <a:gd name="T21" fmla="*/ 156 h 221"/>
                <a:gd name="T22" fmla="*/ 55 w 264"/>
                <a:gd name="T23" fmla="*/ 71 h 221"/>
                <a:gd name="T24" fmla="*/ 123 w 264"/>
                <a:gd name="T25" fmla="*/ 29 h 221"/>
                <a:gd name="T26" fmla="*/ 169 w 264"/>
                <a:gd name="T27" fmla="*/ 78 h 221"/>
                <a:gd name="T28" fmla="*/ 142 w 264"/>
                <a:gd name="T29" fmla="*/ 167 h 221"/>
                <a:gd name="T30" fmla="*/ 76 w 264"/>
                <a:gd name="T31" fmla="*/ 21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4" h="221">
                  <a:moveTo>
                    <a:pt x="240" y="29"/>
                  </a:moveTo>
                  <a:cubicBezTo>
                    <a:pt x="246" y="29"/>
                    <a:pt x="264" y="29"/>
                    <a:pt x="264" y="12"/>
                  </a:cubicBezTo>
                  <a:cubicBezTo>
                    <a:pt x="264" y="0"/>
                    <a:pt x="254" y="0"/>
                    <a:pt x="245" y="0"/>
                  </a:cubicBezTo>
                  <a:lnTo>
                    <a:pt x="131" y="0"/>
                  </a:lnTo>
                  <a:cubicBezTo>
                    <a:pt x="56" y="0"/>
                    <a:pt x="0" y="82"/>
                    <a:pt x="0" y="142"/>
                  </a:cubicBezTo>
                  <a:cubicBezTo>
                    <a:pt x="0" y="186"/>
                    <a:pt x="30" y="221"/>
                    <a:pt x="75" y="221"/>
                  </a:cubicBezTo>
                  <a:cubicBezTo>
                    <a:pt x="134" y="221"/>
                    <a:pt x="200" y="160"/>
                    <a:pt x="200" y="83"/>
                  </a:cubicBezTo>
                  <a:cubicBezTo>
                    <a:pt x="200" y="75"/>
                    <a:pt x="200" y="51"/>
                    <a:pt x="185" y="29"/>
                  </a:cubicBezTo>
                  <a:lnTo>
                    <a:pt x="240" y="29"/>
                  </a:lnTo>
                  <a:close/>
                  <a:moveTo>
                    <a:pt x="76" y="210"/>
                  </a:moveTo>
                  <a:cubicBezTo>
                    <a:pt x="51" y="210"/>
                    <a:pt x="31" y="192"/>
                    <a:pt x="31" y="156"/>
                  </a:cubicBezTo>
                  <a:cubicBezTo>
                    <a:pt x="31" y="141"/>
                    <a:pt x="37" y="100"/>
                    <a:pt x="55" y="71"/>
                  </a:cubicBezTo>
                  <a:cubicBezTo>
                    <a:pt x="76" y="36"/>
                    <a:pt x="106" y="29"/>
                    <a:pt x="123" y="29"/>
                  </a:cubicBezTo>
                  <a:cubicBezTo>
                    <a:pt x="165" y="29"/>
                    <a:pt x="169" y="62"/>
                    <a:pt x="169" y="78"/>
                  </a:cubicBezTo>
                  <a:cubicBezTo>
                    <a:pt x="169" y="101"/>
                    <a:pt x="159" y="142"/>
                    <a:pt x="142" y="167"/>
                  </a:cubicBezTo>
                  <a:cubicBezTo>
                    <a:pt x="122" y="197"/>
                    <a:pt x="95" y="210"/>
                    <a:pt x="76" y="21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9" name="Freeform 496"/>
            <p:cNvSpPr>
              <a:spLocks/>
            </p:cNvSpPr>
            <p:nvPr>
              <p:custDataLst>
                <p:tags r:id="rId121"/>
              </p:custDataLst>
            </p:nvPr>
          </p:nvSpPr>
          <p:spPr bwMode="auto">
            <a:xfrm>
              <a:off x="2847975" y="3544888"/>
              <a:ext cx="52388" cy="60325"/>
            </a:xfrm>
            <a:custGeom>
              <a:avLst/>
              <a:gdLst>
                <a:gd name="T0" fmla="*/ 66 w 163"/>
                <a:gd name="T1" fmla="*/ 84 h 158"/>
                <a:gd name="T2" fmla="*/ 75 w 163"/>
                <a:gd name="T3" fmla="*/ 48 h 158"/>
                <a:gd name="T4" fmla="*/ 97 w 163"/>
                <a:gd name="T5" fmla="*/ 20 h 158"/>
                <a:gd name="T6" fmla="*/ 125 w 163"/>
                <a:gd name="T7" fmla="*/ 10 h 158"/>
                <a:gd name="T8" fmla="*/ 144 w 163"/>
                <a:gd name="T9" fmla="*/ 15 h 158"/>
                <a:gd name="T10" fmla="*/ 129 w 163"/>
                <a:gd name="T11" fmla="*/ 34 h 158"/>
                <a:gd name="T12" fmla="*/ 143 w 163"/>
                <a:gd name="T13" fmla="*/ 47 h 158"/>
                <a:gd name="T14" fmla="*/ 163 w 163"/>
                <a:gd name="T15" fmla="*/ 26 h 158"/>
                <a:gd name="T16" fmla="*/ 126 w 163"/>
                <a:gd name="T17" fmla="*/ 0 h 158"/>
                <a:gd name="T18" fmla="*/ 77 w 163"/>
                <a:gd name="T19" fmla="*/ 25 h 158"/>
                <a:gd name="T20" fmla="*/ 41 w 163"/>
                <a:gd name="T21" fmla="*/ 0 h 158"/>
                <a:gd name="T22" fmla="*/ 13 w 163"/>
                <a:gd name="T23" fmla="*/ 18 h 158"/>
                <a:gd name="T24" fmla="*/ 0 w 163"/>
                <a:gd name="T25" fmla="*/ 53 h 158"/>
                <a:gd name="T26" fmla="*/ 6 w 163"/>
                <a:gd name="T27" fmla="*/ 58 h 158"/>
                <a:gd name="T28" fmla="*/ 14 w 163"/>
                <a:gd name="T29" fmla="*/ 48 h 158"/>
                <a:gd name="T30" fmla="*/ 39 w 163"/>
                <a:gd name="T31" fmla="*/ 10 h 158"/>
                <a:gd name="T32" fmla="*/ 51 w 163"/>
                <a:gd name="T33" fmla="*/ 27 h 158"/>
                <a:gd name="T34" fmla="*/ 45 w 163"/>
                <a:gd name="T35" fmla="*/ 56 h 158"/>
                <a:gd name="T36" fmla="*/ 38 w 163"/>
                <a:gd name="T37" fmla="*/ 87 h 158"/>
                <a:gd name="T38" fmla="*/ 27 w 163"/>
                <a:gd name="T39" fmla="*/ 132 h 158"/>
                <a:gd name="T40" fmla="*/ 23 w 163"/>
                <a:gd name="T41" fmla="*/ 146 h 158"/>
                <a:gd name="T42" fmla="*/ 35 w 163"/>
                <a:gd name="T43" fmla="*/ 158 h 158"/>
                <a:gd name="T44" fmla="*/ 50 w 163"/>
                <a:gd name="T45" fmla="*/ 147 h 158"/>
                <a:gd name="T46" fmla="*/ 57 w 163"/>
                <a:gd name="T47" fmla="*/ 121 h 158"/>
                <a:gd name="T48" fmla="*/ 66 w 163"/>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3" h="158">
                  <a:moveTo>
                    <a:pt x="66" y="84"/>
                  </a:moveTo>
                  <a:cubicBezTo>
                    <a:pt x="66" y="81"/>
                    <a:pt x="74" y="50"/>
                    <a:pt x="75" y="48"/>
                  </a:cubicBezTo>
                  <a:cubicBezTo>
                    <a:pt x="76" y="45"/>
                    <a:pt x="86" y="28"/>
                    <a:pt x="97" y="20"/>
                  </a:cubicBezTo>
                  <a:cubicBezTo>
                    <a:pt x="101" y="17"/>
                    <a:pt x="110" y="10"/>
                    <a:pt x="125" y="10"/>
                  </a:cubicBezTo>
                  <a:cubicBezTo>
                    <a:pt x="129" y="10"/>
                    <a:pt x="138" y="10"/>
                    <a:pt x="144" y="15"/>
                  </a:cubicBezTo>
                  <a:cubicBezTo>
                    <a:pt x="133" y="18"/>
                    <a:pt x="129" y="28"/>
                    <a:pt x="129" y="34"/>
                  </a:cubicBezTo>
                  <a:cubicBezTo>
                    <a:pt x="129" y="42"/>
                    <a:pt x="135" y="47"/>
                    <a:pt x="143" y="47"/>
                  </a:cubicBezTo>
                  <a:cubicBezTo>
                    <a:pt x="151" y="47"/>
                    <a:pt x="163" y="40"/>
                    <a:pt x="163" y="26"/>
                  </a:cubicBezTo>
                  <a:cubicBezTo>
                    <a:pt x="163" y="7"/>
                    <a:pt x="143" y="0"/>
                    <a:pt x="126" y="0"/>
                  </a:cubicBezTo>
                  <a:cubicBezTo>
                    <a:pt x="108" y="0"/>
                    <a:pt x="92" y="7"/>
                    <a:pt x="77" y="25"/>
                  </a:cubicBezTo>
                  <a:cubicBezTo>
                    <a:pt x="70" y="4"/>
                    <a:pt x="49" y="0"/>
                    <a:pt x="41" y="0"/>
                  </a:cubicBezTo>
                  <a:cubicBezTo>
                    <a:pt x="28" y="0"/>
                    <a:pt x="19" y="8"/>
                    <a:pt x="13" y="18"/>
                  </a:cubicBezTo>
                  <a:cubicBezTo>
                    <a:pt x="5" y="32"/>
                    <a:pt x="0" y="52"/>
                    <a:pt x="0" y="53"/>
                  </a:cubicBezTo>
                  <a:cubicBezTo>
                    <a:pt x="0" y="58"/>
                    <a:pt x="5" y="58"/>
                    <a:pt x="6" y="58"/>
                  </a:cubicBezTo>
                  <a:cubicBezTo>
                    <a:pt x="11" y="58"/>
                    <a:pt x="12" y="57"/>
                    <a:pt x="14" y="48"/>
                  </a:cubicBezTo>
                  <a:cubicBezTo>
                    <a:pt x="19" y="26"/>
                    <a:pt x="26" y="10"/>
                    <a:pt x="39" y="10"/>
                  </a:cubicBezTo>
                  <a:cubicBezTo>
                    <a:pt x="49" y="10"/>
                    <a:pt x="51" y="18"/>
                    <a:pt x="51" y="27"/>
                  </a:cubicBezTo>
                  <a:cubicBezTo>
                    <a:pt x="51" y="34"/>
                    <a:pt x="48" y="47"/>
                    <a:pt x="45" y="56"/>
                  </a:cubicBezTo>
                  <a:cubicBezTo>
                    <a:pt x="43" y="65"/>
                    <a:pt x="39" y="80"/>
                    <a:pt x="38" y="87"/>
                  </a:cubicBezTo>
                  <a:lnTo>
                    <a:pt x="27" y="132"/>
                  </a:lnTo>
                  <a:cubicBezTo>
                    <a:pt x="25" y="137"/>
                    <a:pt x="23" y="145"/>
                    <a:pt x="23" y="146"/>
                  </a:cubicBezTo>
                  <a:cubicBezTo>
                    <a:pt x="23" y="154"/>
                    <a:pt x="29" y="158"/>
                    <a:pt x="35" y="158"/>
                  </a:cubicBezTo>
                  <a:cubicBezTo>
                    <a:pt x="40" y="158"/>
                    <a:pt x="47" y="154"/>
                    <a:pt x="50" y="147"/>
                  </a:cubicBezTo>
                  <a:cubicBezTo>
                    <a:pt x="51" y="145"/>
                    <a:pt x="55" y="130"/>
                    <a:pt x="57" y="121"/>
                  </a:cubicBezTo>
                  <a:lnTo>
                    <a:pt x="66"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0" name="Freeform 497"/>
            <p:cNvSpPr>
              <a:spLocks noEditPoints="1"/>
            </p:cNvSpPr>
            <p:nvPr>
              <p:custDataLst>
                <p:tags r:id="rId122"/>
              </p:custDataLst>
            </p:nvPr>
          </p:nvSpPr>
          <p:spPr bwMode="auto">
            <a:xfrm>
              <a:off x="2913063" y="3544888"/>
              <a:ext cx="47625" cy="60325"/>
            </a:xfrm>
            <a:custGeom>
              <a:avLst/>
              <a:gdLst>
                <a:gd name="T0" fmla="*/ 55 w 150"/>
                <a:gd name="T1" fmla="*/ 74 h 158"/>
                <a:gd name="T2" fmla="*/ 111 w 150"/>
                <a:gd name="T3" fmla="*/ 67 h 158"/>
                <a:gd name="T4" fmla="*/ 142 w 150"/>
                <a:gd name="T5" fmla="*/ 31 h 158"/>
                <a:gd name="T6" fmla="*/ 99 w 150"/>
                <a:gd name="T7" fmla="*/ 0 h 158"/>
                <a:gd name="T8" fmla="*/ 0 w 150"/>
                <a:gd name="T9" fmla="*/ 92 h 158"/>
                <a:gd name="T10" fmla="*/ 63 w 150"/>
                <a:gd name="T11" fmla="*/ 158 h 158"/>
                <a:gd name="T12" fmla="*/ 150 w 150"/>
                <a:gd name="T13" fmla="*/ 118 h 158"/>
                <a:gd name="T14" fmla="*/ 144 w 150"/>
                <a:gd name="T15" fmla="*/ 112 h 158"/>
                <a:gd name="T16" fmla="*/ 138 w 150"/>
                <a:gd name="T17" fmla="*/ 116 h 158"/>
                <a:gd name="T18" fmla="*/ 64 w 150"/>
                <a:gd name="T19" fmla="*/ 148 h 158"/>
                <a:gd name="T20" fmla="*/ 29 w 150"/>
                <a:gd name="T21" fmla="*/ 106 h 158"/>
                <a:gd name="T22" fmla="*/ 33 w 150"/>
                <a:gd name="T23" fmla="*/ 74 h 158"/>
                <a:gd name="T24" fmla="*/ 55 w 150"/>
                <a:gd name="T25" fmla="*/ 74 h 158"/>
                <a:gd name="T26" fmla="*/ 36 w 150"/>
                <a:gd name="T27" fmla="*/ 65 h 158"/>
                <a:gd name="T28" fmla="*/ 99 w 150"/>
                <a:gd name="T29" fmla="*/ 10 h 158"/>
                <a:gd name="T30" fmla="*/ 127 w 150"/>
                <a:gd name="T31" fmla="*/ 31 h 158"/>
                <a:gd name="T32" fmla="*/ 53 w 150"/>
                <a:gd name="T33" fmla="*/ 65 h 158"/>
                <a:gd name="T34" fmla="*/ 36 w 150"/>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8">
                  <a:moveTo>
                    <a:pt x="55" y="74"/>
                  </a:moveTo>
                  <a:cubicBezTo>
                    <a:pt x="65" y="74"/>
                    <a:pt x="92" y="74"/>
                    <a:pt x="111" y="67"/>
                  </a:cubicBezTo>
                  <a:cubicBezTo>
                    <a:pt x="137" y="58"/>
                    <a:pt x="142" y="41"/>
                    <a:pt x="142" y="31"/>
                  </a:cubicBezTo>
                  <a:cubicBezTo>
                    <a:pt x="142" y="12"/>
                    <a:pt x="123" y="0"/>
                    <a:pt x="99" y="0"/>
                  </a:cubicBezTo>
                  <a:cubicBezTo>
                    <a:pt x="57" y="0"/>
                    <a:pt x="0" y="32"/>
                    <a:pt x="0" y="92"/>
                  </a:cubicBezTo>
                  <a:cubicBezTo>
                    <a:pt x="0" y="127"/>
                    <a:pt x="22" y="158"/>
                    <a:pt x="63" y="158"/>
                  </a:cubicBezTo>
                  <a:cubicBezTo>
                    <a:pt x="122" y="158"/>
                    <a:pt x="150" y="123"/>
                    <a:pt x="150" y="118"/>
                  </a:cubicBezTo>
                  <a:cubicBezTo>
                    <a:pt x="150" y="116"/>
                    <a:pt x="146" y="112"/>
                    <a:pt x="144" y="112"/>
                  </a:cubicBezTo>
                  <a:cubicBezTo>
                    <a:pt x="142" y="112"/>
                    <a:pt x="141" y="113"/>
                    <a:pt x="138" y="116"/>
                  </a:cubicBezTo>
                  <a:cubicBezTo>
                    <a:pt x="111" y="148"/>
                    <a:pt x="70" y="148"/>
                    <a:pt x="64" y="148"/>
                  </a:cubicBezTo>
                  <a:cubicBezTo>
                    <a:pt x="43" y="148"/>
                    <a:pt x="29" y="134"/>
                    <a:pt x="29" y="106"/>
                  </a:cubicBezTo>
                  <a:cubicBezTo>
                    <a:pt x="29" y="101"/>
                    <a:pt x="29" y="94"/>
                    <a:pt x="33" y="74"/>
                  </a:cubicBezTo>
                  <a:lnTo>
                    <a:pt x="55" y="74"/>
                  </a:lnTo>
                  <a:close/>
                  <a:moveTo>
                    <a:pt x="36" y="65"/>
                  </a:moveTo>
                  <a:cubicBezTo>
                    <a:pt x="50" y="14"/>
                    <a:pt x="89" y="10"/>
                    <a:pt x="99"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1" name="Freeform 498"/>
            <p:cNvSpPr>
              <a:spLocks/>
            </p:cNvSpPr>
            <p:nvPr>
              <p:custDataLst>
                <p:tags r:id="rId123"/>
              </p:custDataLst>
            </p:nvPr>
          </p:nvSpPr>
          <p:spPr bwMode="auto">
            <a:xfrm>
              <a:off x="2973388" y="3544888"/>
              <a:ext cx="50800" cy="60325"/>
            </a:xfrm>
            <a:custGeom>
              <a:avLst/>
              <a:gdLst>
                <a:gd name="T0" fmla="*/ 38 w 161"/>
                <a:gd name="T1" fmla="*/ 123 h 158"/>
                <a:gd name="T2" fmla="*/ 83 w 161"/>
                <a:gd name="T3" fmla="*/ 84 h 158"/>
                <a:gd name="T4" fmla="*/ 126 w 161"/>
                <a:gd name="T5" fmla="*/ 47 h 158"/>
                <a:gd name="T6" fmla="*/ 161 w 161"/>
                <a:gd name="T7" fmla="*/ 4 h 158"/>
                <a:gd name="T8" fmla="*/ 155 w 161"/>
                <a:gd name="T9" fmla="*/ 0 h 158"/>
                <a:gd name="T10" fmla="*/ 149 w 161"/>
                <a:gd name="T11" fmla="*/ 4 h 158"/>
                <a:gd name="T12" fmla="*/ 122 w 161"/>
                <a:gd name="T13" fmla="*/ 25 h 158"/>
                <a:gd name="T14" fmla="*/ 102 w 161"/>
                <a:gd name="T15" fmla="*/ 14 h 158"/>
                <a:gd name="T16" fmla="*/ 75 w 161"/>
                <a:gd name="T17" fmla="*/ 0 h 158"/>
                <a:gd name="T18" fmla="*/ 28 w 161"/>
                <a:gd name="T19" fmla="*/ 41 h 158"/>
                <a:gd name="T20" fmla="*/ 34 w 161"/>
                <a:gd name="T21" fmla="*/ 45 h 158"/>
                <a:gd name="T22" fmla="*/ 40 w 161"/>
                <a:gd name="T23" fmla="*/ 40 h 158"/>
                <a:gd name="T24" fmla="*/ 71 w 161"/>
                <a:gd name="T25" fmla="*/ 27 h 158"/>
                <a:gd name="T26" fmla="*/ 93 w 161"/>
                <a:gd name="T27" fmla="*/ 30 h 158"/>
                <a:gd name="T28" fmla="*/ 123 w 161"/>
                <a:gd name="T29" fmla="*/ 35 h 158"/>
                <a:gd name="T30" fmla="*/ 75 w 161"/>
                <a:gd name="T31" fmla="*/ 77 h 158"/>
                <a:gd name="T32" fmla="*/ 31 w 161"/>
                <a:gd name="T33" fmla="*/ 114 h 158"/>
                <a:gd name="T34" fmla="*/ 0 w 161"/>
                <a:gd name="T35" fmla="*/ 153 h 158"/>
                <a:gd name="T36" fmla="*/ 6 w 161"/>
                <a:gd name="T37" fmla="*/ 158 h 158"/>
                <a:gd name="T38" fmla="*/ 12 w 161"/>
                <a:gd name="T39" fmla="*/ 154 h 158"/>
                <a:gd name="T40" fmla="*/ 44 w 161"/>
                <a:gd name="T41" fmla="*/ 133 h 158"/>
                <a:gd name="T42" fmla="*/ 63 w 161"/>
                <a:gd name="T43" fmla="*/ 142 h 158"/>
                <a:gd name="T44" fmla="*/ 92 w 161"/>
                <a:gd name="T45" fmla="*/ 158 h 158"/>
                <a:gd name="T46" fmla="*/ 153 w 161"/>
                <a:gd name="T47" fmla="*/ 103 h 158"/>
                <a:gd name="T48" fmla="*/ 147 w 161"/>
                <a:gd name="T49" fmla="*/ 99 h 158"/>
                <a:gd name="T50" fmla="*/ 140 w 161"/>
                <a:gd name="T51" fmla="*/ 104 h 158"/>
                <a:gd name="T52" fmla="*/ 96 w 161"/>
                <a:gd name="T53" fmla="*/ 130 h 158"/>
                <a:gd name="T54" fmla="*/ 71 w 161"/>
                <a:gd name="T55" fmla="*/ 126 h 158"/>
                <a:gd name="T56" fmla="*/ 46 w 161"/>
                <a:gd name="T57" fmla="*/ 123 h 158"/>
                <a:gd name="T58" fmla="*/ 38 w 161"/>
                <a:gd name="T59" fmla="*/ 12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1" h="158">
                  <a:moveTo>
                    <a:pt x="38" y="123"/>
                  </a:moveTo>
                  <a:cubicBezTo>
                    <a:pt x="47" y="114"/>
                    <a:pt x="53" y="108"/>
                    <a:pt x="83" y="84"/>
                  </a:cubicBezTo>
                  <a:cubicBezTo>
                    <a:pt x="90" y="78"/>
                    <a:pt x="116" y="57"/>
                    <a:pt x="126" y="47"/>
                  </a:cubicBezTo>
                  <a:cubicBezTo>
                    <a:pt x="147" y="26"/>
                    <a:pt x="161" y="8"/>
                    <a:pt x="161" y="4"/>
                  </a:cubicBezTo>
                  <a:cubicBezTo>
                    <a:pt x="161" y="0"/>
                    <a:pt x="156" y="0"/>
                    <a:pt x="155" y="0"/>
                  </a:cubicBezTo>
                  <a:cubicBezTo>
                    <a:pt x="152" y="0"/>
                    <a:pt x="151" y="1"/>
                    <a:pt x="149" y="4"/>
                  </a:cubicBezTo>
                  <a:cubicBezTo>
                    <a:pt x="138" y="20"/>
                    <a:pt x="131" y="25"/>
                    <a:pt x="122" y="25"/>
                  </a:cubicBezTo>
                  <a:cubicBezTo>
                    <a:pt x="118" y="25"/>
                    <a:pt x="113" y="25"/>
                    <a:pt x="102" y="14"/>
                  </a:cubicBezTo>
                  <a:cubicBezTo>
                    <a:pt x="91" y="3"/>
                    <a:pt x="83" y="0"/>
                    <a:pt x="75" y="0"/>
                  </a:cubicBezTo>
                  <a:cubicBezTo>
                    <a:pt x="47" y="0"/>
                    <a:pt x="28" y="30"/>
                    <a:pt x="28" y="41"/>
                  </a:cubicBezTo>
                  <a:cubicBezTo>
                    <a:pt x="28" y="44"/>
                    <a:pt x="32" y="45"/>
                    <a:pt x="34" y="45"/>
                  </a:cubicBezTo>
                  <a:cubicBezTo>
                    <a:pt x="38" y="45"/>
                    <a:pt x="39" y="44"/>
                    <a:pt x="40" y="40"/>
                  </a:cubicBezTo>
                  <a:cubicBezTo>
                    <a:pt x="46" y="28"/>
                    <a:pt x="65" y="27"/>
                    <a:pt x="71" y="27"/>
                  </a:cubicBezTo>
                  <a:cubicBezTo>
                    <a:pt x="79" y="27"/>
                    <a:pt x="88" y="29"/>
                    <a:pt x="93" y="30"/>
                  </a:cubicBezTo>
                  <a:cubicBezTo>
                    <a:pt x="112" y="35"/>
                    <a:pt x="114" y="35"/>
                    <a:pt x="123" y="35"/>
                  </a:cubicBezTo>
                  <a:cubicBezTo>
                    <a:pt x="114" y="44"/>
                    <a:pt x="108" y="50"/>
                    <a:pt x="75" y="77"/>
                  </a:cubicBezTo>
                  <a:cubicBezTo>
                    <a:pt x="47" y="99"/>
                    <a:pt x="38" y="107"/>
                    <a:pt x="31" y="114"/>
                  </a:cubicBezTo>
                  <a:cubicBezTo>
                    <a:pt x="10" y="135"/>
                    <a:pt x="0" y="150"/>
                    <a:pt x="0" y="153"/>
                  </a:cubicBezTo>
                  <a:cubicBezTo>
                    <a:pt x="0" y="158"/>
                    <a:pt x="5" y="158"/>
                    <a:pt x="6" y="158"/>
                  </a:cubicBezTo>
                  <a:cubicBezTo>
                    <a:pt x="10" y="158"/>
                    <a:pt x="10" y="157"/>
                    <a:pt x="12" y="154"/>
                  </a:cubicBezTo>
                  <a:cubicBezTo>
                    <a:pt x="22" y="141"/>
                    <a:pt x="32" y="133"/>
                    <a:pt x="44" y="133"/>
                  </a:cubicBezTo>
                  <a:cubicBezTo>
                    <a:pt x="48" y="133"/>
                    <a:pt x="54" y="133"/>
                    <a:pt x="63" y="142"/>
                  </a:cubicBezTo>
                  <a:cubicBezTo>
                    <a:pt x="74" y="152"/>
                    <a:pt x="81" y="158"/>
                    <a:pt x="92" y="158"/>
                  </a:cubicBezTo>
                  <a:cubicBezTo>
                    <a:pt x="129" y="158"/>
                    <a:pt x="153" y="115"/>
                    <a:pt x="153" y="103"/>
                  </a:cubicBezTo>
                  <a:cubicBezTo>
                    <a:pt x="153" y="99"/>
                    <a:pt x="149" y="99"/>
                    <a:pt x="147" y="99"/>
                  </a:cubicBezTo>
                  <a:cubicBezTo>
                    <a:pt x="143" y="99"/>
                    <a:pt x="142" y="101"/>
                    <a:pt x="140" y="104"/>
                  </a:cubicBezTo>
                  <a:cubicBezTo>
                    <a:pt x="134" y="122"/>
                    <a:pt x="113" y="130"/>
                    <a:pt x="96" y="130"/>
                  </a:cubicBezTo>
                  <a:cubicBezTo>
                    <a:pt x="88" y="130"/>
                    <a:pt x="79" y="129"/>
                    <a:pt x="71" y="126"/>
                  </a:cubicBezTo>
                  <a:cubicBezTo>
                    <a:pt x="55" y="123"/>
                    <a:pt x="52" y="123"/>
                    <a:pt x="46" y="123"/>
                  </a:cubicBezTo>
                  <a:cubicBezTo>
                    <a:pt x="45" y="123"/>
                    <a:pt x="40" y="123"/>
                    <a:pt x="38"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2" name="Freeform 499"/>
            <p:cNvSpPr>
              <a:spLocks noEditPoints="1"/>
            </p:cNvSpPr>
            <p:nvPr>
              <p:custDataLst>
                <p:tags r:id="rId124"/>
              </p:custDataLst>
            </p:nvPr>
          </p:nvSpPr>
          <p:spPr bwMode="auto">
            <a:xfrm>
              <a:off x="3038475" y="3544888"/>
              <a:ext cx="47625" cy="60325"/>
            </a:xfrm>
            <a:custGeom>
              <a:avLst/>
              <a:gdLst>
                <a:gd name="T0" fmla="*/ 55 w 149"/>
                <a:gd name="T1" fmla="*/ 74 h 158"/>
                <a:gd name="T2" fmla="*/ 111 w 149"/>
                <a:gd name="T3" fmla="*/ 67 h 158"/>
                <a:gd name="T4" fmla="*/ 141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3 w 149"/>
                <a:gd name="T19" fmla="*/ 148 h 158"/>
                <a:gd name="T20" fmla="*/ 28 w 149"/>
                <a:gd name="T21" fmla="*/ 106 h 158"/>
                <a:gd name="T22" fmla="*/ 33 w 149"/>
                <a:gd name="T23" fmla="*/ 74 h 158"/>
                <a:gd name="T24" fmla="*/ 55 w 149"/>
                <a:gd name="T25" fmla="*/ 74 h 158"/>
                <a:gd name="T26" fmla="*/ 35 w 149"/>
                <a:gd name="T27" fmla="*/ 65 h 158"/>
                <a:gd name="T28" fmla="*/ 98 w 149"/>
                <a:gd name="T29" fmla="*/ 10 h 158"/>
                <a:gd name="T30" fmla="*/ 126 w 149"/>
                <a:gd name="T31" fmla="*/ 31 h 158"/>
                <a:gd name="T32" fmla="*/ 53 w 149"/>
                <a:gd name="T33" fmla="*/ 65 h 158"/>
                <a:gd name="T34" fmla="*/ 35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4"/>
                  </a:moveTo>
                  <a:cubicBezTo>
                    <a:pt x="64" y="74"/>
                    <a:pt x="92" y="74"/>
                    <a:pt x="111" y="67"/>
                  </a:cubicBezTo>
                  <a:cubicBezTo>
                    <a:pt x="137" y="58"/>
                    <a:pt x="141" y="41"/>
                    <a:pt x="141" y="31"/>
                  </a:cubicBezTo>
                  <a:cubicBezTo>
                    <a:pt x="141" y="12"/>
                    <a:pt x="122" y="0"/>
                    <a:pt x="98" y="0"/>
                  </a:cubicBezTo>
                  <a:cubicBezTo>
                    <a:pt x="56" y="0"/>
                    <a:pt x="0" y="32"/>
                    <a:pt x="0" y="92"/>
                  </a:cubicBezTo>
                  <a:cubicBezTo>
                    <a:pt x="0" y="127"/>
                    <a:pt x="22" y="158"/>
                    <a:pt x="63" y="158"/>
                  </a:cubicBezTo>
                  <a:cubicBezTo>
                    <a:pt x="122" y="158"/>
                    <a:pt x="149" y="123"/>
                    <a:pt x="149" y="118"/>
                  </a:cubicBezTo>
                  <a:cubicBezTo>
                    <a:pt x="149" y="116"/>
                    <a:pt x="146" y="112"/>
                    <a:pt x="143" y="112"/>
                  </a:cubicBezTo>
                  <a:cubicBezTo>
                    <a:pt x="141" y="112"/>
                    <a:pt x="140" y="113"/>
                    <a:pt x="138" y="116"/>
                  </a:cubicBezTo>
                  <a:cubicBezTo>
                    <a:pt x="110" y="148"/>
                    <a:pt x="70" y="148"/>
                    <a:pt x="63" y="148"/>
                  </a:cubicBezTo>
                  <a:cubicBezTo>
                    <a:pt x="42" y="148"/>
                    <a:pt x="28" y="134"/>
                    <a:pt x="28" y="106"/>
                  </a:cubicBezTo>
                  <a:cubicBezTo>
                    <a:pt x="28" y="101"/>
                    <a:pt x="28" y="94"/>
                    <a:pt x="33" y="74"/>
                  </a:cubicBezTo>
                  <a:lnTo>
                    <a:pt x="55" y="74"/>
                  </a:lnTo>
                  <a:close/>
                  <a:moveTo>
                    <a:pt x="35" y="65"/>
                  </a:moveTo>
                  <a:cubicBezTo>
                    <a:pt x="50" y="14"/>
                    <a:pt x="88" y="10"/>
                    <a:pt x="98" y="10"/>
                  </a:cubicBezTo>
                  <a:cubicBezTo>
                    <a:pt x="114" y="10"/>
                    <a:pt x="126" y="18"/>
                    <a:pt x="126" y="31"/>
                  </a:cubicBezTo>
                  <a:cubicBezTo>
                    <a:pt x="126" y="65"/>
                    <a:pt x="67" y="65"/>
                    <a:pt x="53"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3" name="Freeform 500"/>
            <p:cNvSpPr>
              <a:spLocks/>
            </p:cNvSpPr>
            <p:nvPr>
              <p:custDataLst>
                <p:tags r:id="rId125"/>
              </p:custDataLst>
            </p:nvPr>
          </p:nvSpPr>
          <p:spPr bwMode="auto">
            <a:xfrm>
              <a:off x="3097213" y="3544888"/>
              <a:ext cx="50800" cy="60325"/>
            </a:xfrm>
            <a:custGeom>
              <a:avLst/>
              <a:gdLst>
                <a:gd name="T0" fmla="*/ 65 w 162"/>
                <a:gd name="T1" fmla="*/ 84 h 158"/>
                <a:gd name="T2" fmla="*/ 75 w 162"/>
                <a:gd name="T3" fmla="*/ 48 h 158"/>
                <a:gd name="T4" fmla="*/ 96 w 162"/>
                <a:gd name="T5" fmla="*/ 20 h 158"/>
                <a:gd name="T6" fmla="*/ 125 w 162"/>
                <a:gd name="T7" fmla="*/ 10 h 158"/>
                <a:gd name="T8" fmla="*/ 144 w 162"/>
                <a:gd name="T9" fmla="*/ 15 h 158"/>
                <a:gd name="T10" fmla="*/ 129 w 162"/>
                <a:gd name="T11" fmla="*/ 34 h 158"/>
                <a:gd name="T12" fmla="*/ 143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3 h 158"/>
                <a:gd name="T26" fmla="*/ 6 w 162"/>
                <a:gd name="T27" fmla="*/ 58 h 158"/>
                <a:gd name="T28" fmla="*/ 14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3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6" y="81"/>
                    <a:pt x="74" y="50"/>
                    <a:pt x="75" y="48"/>
                  </a:cubicBezTo>
                  <a:cubicBezTo>
                    <a:pt x="75" y="45"/>
                    <a:pt x="85" y="28"/>
                    <a:pt x="96" y="20"/>
                  </a:cubicBezTo>
                  <a:cubicBezTo>
                    <a:pt x="100" y="17"/>
                    <a:pt x="110" y="10"/>
                    <a:pt x="125" y="10"/>
                  </a:cubicBezTo>
                  <a:cubicBezTo>
                    <a:pt x="128" y="10"/>
                    <a:pt x="137" y="10"/>
                    <a:pt x="144" y="15"/>
                  </a:cubicBezTo>
                  <a:cubicBezTo>
                    <a:pt x="133" y="18"/>
                    <a:pt x="129" y="28"/>
                    <a:pt x="129" y="34"/>
                  </a:cubicBezTo>
                  <a:cubicBezTo>
                    <a:pt x="129" y="42"/>
                    <a:pt x="134" y="47"/>
                    <a:pt x="143" y="47"/>
                  </a:cubicBezTo>
                  <a:cubicBezTo>
                    <a:pt x="151" y="47"/>
                    <a:pt x="162" y="40"/>
                    <a:pt x="162" y="26"/>
                  </a:cubicBezTo>
                  <a:cubicBezTo>
                    <a:pt x="162" y="7"/>
                    <a:pt x="143" y="0"/>
                    <a:pt x="125" y="0"/>
                  </a:cubicBezTo>
                  <a:cubicBezTo>
                    <a:pt x="107" y="0"/>
                    <a:pt x="91" y="7"/>
                    <a:pt x="76" y="25"/>
                  </a:cubicBezTo>
                  <a:cubicBezTo>
                    <a:pt x="70" y="4"/>
                    <a:pt x="48" y="0"/>
                    <a:pt x="40" y="0"/>
                  </a:cubicBezTo>
                  <a:cubicBezTo>
                    <a:pt x="27" y="0"/>
                    <a:pt x="18" y="8"/>
                    <a:pt x="13" y="18"/>
                  </a:cubicBezTo>
                  <a:cubicBezTo>
                    <a:pt x="5" y="32"/>
                    <a:pt x="0" y="52"/>
                    <a:pt x="0" y="53"/>
                  </a:cubicBezTo>
                  <a:cubicBezTo>
                    <a:pt x="0" y="58"/>
                    <a:pt x="5" y="58"/>
                    <a:pt x="6" y="58"/>
                  </a:cubicBezTo>
                  <a:cubicBezTo>
                    <a:pt x="11" y="58"/>
                    <a:pt x="11" y="57"/>
                    <a:pt x="14" y="48"/>
                  </a:cubicBezTo>
                  <a:cubicBezTo>
                    <a:pt x="19" y="26"/>
                    <a:pt x="25" y="10"/>
                    <a:pt x="39" y="10"/>
                  </a:cubicBezTo>
                  <a:cubicBezTo>
                    <a:pt x="48" y="10"/>
                    <a:pt x="50" y="18"/>
                    <a:pt x="50" y="27"/>
                  </a:cubicBezTo>
                  <a:cubicBezTo>
                    <a:pt x="50" y="34"/>
                    <a:pt x="47" y="47"/>
                    <a:pt x="45" y="56"/>
                  </a:cubicBezTo>
                  <a:cubicBezTo>
                    <a:pt x="42" y="65"/>
                    <a:pt x="39" y="80"/>
                    <a:pt x="37" y="87"/>
                  </a:cubicBezTo>
                  <a:lnTo>
                    <a:pt x="26" y="132"/>
                  </a:lnTo>
                  <a:cubicBezTo>
                    <a:pt x="25" y="137"/>
                    <a:pt x="23" y="145"/>
                    <a:pt x="23" y="146"/>
                  </a:cubicBezTo>
                  <a:cubicBezTo>
                    <a:pt x="23" y="154"/>
                    <a:pt x="29" y="158"/>
                    <a:pt x="34" y="158"/>
                  </a:cubicBezTo>
                  <a:cubicBezTo>
                    <a:pt x="40" y="158"/>
                    <a:pt x="47"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4" name="Freeform 501"/>
            <p:cNvSpPr>
              <a:spLocks/>
            </p:cNvSpPr>
            <p:nvPr>
              <p:custDataLst>
                <p:tags r:id="rId126"/>
              </p:custDataLst>
            </p:nvPr>
          </p:nvSpPr>
          <p:spPr bwMode="auto">
            <a:xfrm>
              <a:off x="3159125" y="3544888"/>
              <a:ext cx="53975" cy="60325"/>
            </a:xfrm>
            <a:custGeom>
              <a:avLst/>
              <a:gdLst>
                <a:gd name="T0" fmla="*/ 169 w 169"/>
                <a:gd name="T1" fmla="*/ 27 h 158"/>
                <a:gd name="T2" fmla="*/ 152 w 169"/>
                <a:gd name="T3" fmla="*/ 0 h 158"/>
                <a:gd name="T4" fmla="*/ 133 w 169"/>
                <a:gd name="T5" fmla="*/ 18 h 158"/>
                <a:gd name="T6" fmla="*/ 139 w 169"/>
                <a:gd name="T7" fmla="*/ 29 h 158"/>
                <a:gd name="T8" fmla="*/ 152 w 169"/>
                <a:gd name="T9" fmla="*/ 57 h 158"/>
                <a:gd name="T10" fmla="*/ 87 w 169"/>
                <a:gd name="T11" fmla="*/ 148 h 158"/>
                <a:gd name="T12" fmla="*/ 59 w 169"/>
                <a:gd name="T13" fmla="*/ 117 h 158"/>
                <a:gd name="T14" fmla="*/ 78 w 169"/>
                <a:gd name="T15" fmla="*/ 49 h 158"/>
                <a:gd name="T16" fmla="*/ 83 w 169"/>
                <a:gd name="T17" fmla="*/ 30 h 158"/>
                <a:gd name="T18" fmla="*/ 50 w 169"/>
                <a:gd name="T19" fmla="*/ 0 h 158"/>
                <a:gd name="T20" fmla="*/ 0 w 169"/>
                <a:gd name="T21" fmla="*/ 53 h 158"/>
                <a:gd name="T22" fmla="*/ 6 w 169"/>
                <a:gd name="T23" fmla="*/ 58 h 158"/>
                <a:gd name="T24" fmla="*/ 12 w 169"/>
                <a:gd name="T25" fmla="*/ 52 h 158"/>
                <a:gd name="T26" fmla="*/ 49 w 169"/>
                <a:gd name="T27" fmla="*/ 10 h 158"/>
                <a:gd name="T28" fmla="*/ 58 w 169"/>
                <a:gd name="T29" fmla="*/ 22 h 158"/>
                <a:gd name="T30" fmla="*/ 52 w 169"/>
                <a:gd name="T31" fmla="*/ 45 h 158"/>
                <a:gd name="T32" fmla="*/ 33 w 169"/>
                <a:gd name="T33" fmla="*/ 112 h 158"/>
                <a:gd name="T34" fmla="*/ 86 w 169"/>
                <a:gd name="T35" fmla="*/ 158 h 158"/>
                <a:gd name="T36" fmla="*/ 169 w 169"/>
                <a:gd name="T37" fmla="*/ 27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9" h="158">
                  <a:moveTo>
                    <a:pt x="169" y="27"/>
                  </a:moveTo>
                  <a:cubicBezTo>
                    <a:pt x="169" y="0"/>
                    <a:pt x="153" y="0"/>
                    <a:pt x="152" y="0"/>
                  </a:cubicBezTo>
                  <a:cubicBezTo>
                    <a:pt x="143" y="0"/>
                    <a:pt x="133" y="9"/>
                    <a:pt x="133" y="18"/>
                  </a:cubicBezTo>
                  <a:cubicBezTo>
                    <a:pt x="133" y="24"/>
                    <a:pt x="137" y="27"/>
                    <a:pt x="139" y="29"/>
                  </a:cubicBezTo>
                  <a:cubicBezTo>
                    <a:pt x="145" y="34"/>
                    <a:pt x="152" y="43"/>
                    <a:pt x="152" y="57"/>
                  </a:cubicBezTo>
                  <a:cubicBezTo>
                    <a:pt x="152" y="73"/>
                    <a:pt x="129" y="148"/>
                    <a:pt x="87" y="148"/>
                  </a:cubicBezTo>
                  <a:cubicBezTo>
                    <a:pt x="59" y="148"/>
                    <a:pt x="59" y="123"/>
                    <a:pt x="59" y="117"/>
                  </a:cubicBezTo>
                  <a:cubicBezTo>
                    <a:pt x="59" y="101"/>
                    <a:pt x="65" y="81"/>
                    <a:pt x="78" y="49"/>
                  </a:cubicBezTo>
                  <a:cubicBezTo>
                    <a:pt x="81" y="41"/>
                    <a:pt x="83" y="36"/>
                    <a:pt x="83" y="30"/>
                  </a:cubicBezTo>
                  <a:cubicBezTo>
                    <a:pt x="83" y="12"/>
                    <a:pt x="68" y="0"/>
                    <a:pt x="50" y="0"/>
                  </a:cubicBezTo>
                  <a:cubicBezTo>
                    <a:pt x="15" y="0"/>
                    <a:pt x="0" y="48"/>
                    <a:pt x="0" y="53"/>
                  </a:cubicBezTo>
                  <a:cubicBezTo>
                    <a:pt x="0" y="58"/>
                    <a:pt x="4" y="58"/>
                    <a:pt x="6" y="58"/>
                  </a:cubicBezTo>
                  <a:cubicBezTo>
                    <a:pt x="10" y="58"/>
                    <a:pt x="11" y="56"/>
                    <a:pt x="12" y="52"/>
                  </a:cubicBezTo>
                  <a:cubicBezTo>
                    <a:pt x="20" y="24"/>
                    <a:pt x="35" y="10"/>
                    <a:pt x="49" y="10"/>
                  </a:cubicBezTo>
                  <a:cubicBezTo>
                    <a:pt x="55" y="10"/>
                    <a:pt x="58" y="14"/>
                    <a:pt x="58" y="22"/>
                  </a:cubicBezTo>
                  <a:cubicBezTo>
                    <a:pt x="58" y="30"/>
                    <a:pt x="55" y="37"/>
                    <a:pt x="52" y="45"/>
                  </a:cubicBezTo>
                  <a:cubicBezTo>
                    <a:pt x="37" y="84"/>
                    <a:pt x="33" y="99"/>
                    <a:pt x="33" y="112"/>
                  </a:cubicBezTo>
                  <a:cubicBezTo>
                    <a:pt x="33" y="146"/>
                    <a:pt x="60" y="158"/>
                    <a:pt x="86" y="158"/>
                  </a:cubicBezTo>
                  <a:cubicBezTo>
                    <a:pt x="145" y="158"/>
                    <a:pt x="169" y="56"/>
                    <a:pt x="169" y="27"/>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5" name="Freeform 502"/>
            <p:cNvSpPr>
              <a:spLocks noEditPoints="1"/>
            </p:cNvSpPr>
            <p:nvPr>
              <p:custDataLst>
                <p:tags r:id="rId127"/>
              </p:custDataLst>
            </p:nvPr>
          </p:nvSpPr>
          <p:spPr bwMode="auto">
            <a:xfrm>
              <a:off x="3228975" y="3544888"/>
              <a:ext cx="57150" cy="60325"/>
            </a:xfrm>
            <a:custGeom>
              <a:avLst/>
              <a:gdLst>
                <a:gd name="T0" fmla="*/ 126 w 178"/>
                <a:gd name="T1" fmla="*/ 21 h 158"/>
                <a:gd name="T2" fmla="*/ 90 w 178"/>
                <a:gd name="T3" fmla="*/ 0 h 158"/>
                <a:gd name="T4" fmla="*/ 0 w 178"/>
                <a:gd name="T5" fmla="*/ 100 h 158"/>
                <a:gd name="T6" fmla="*/ 53 w 178"/>
                <a:gd name="T7" fmla="*/ 158 h 158"/>
                <a:gd name="T8" fmla="*/ 103 w 178"/>
                <a:gd name="T9" fmla="*/ 133 h 158"/>
                <a:gd name="T10" fmla="*/ 138 w 178"/>
                <a:gd name="T11" fmla="*/ 158 h 158"/>
                <a:gd name="T12" fmla="*/ 166 w 178"/>
                <a:gd name="T13" fmla="*/ 139 h 158"/>
                <a:gd name="T14" fmla="*/ 178 w 178"/>
                <a:gd name="T15" fmla="*/ 104 h 158"/>
                <a:gd name="T16" fmla="*/ 173 w 178"/>
                <a:gd name="T17" fmla="*/ 100 h 158"/>
                <a:gd name="T18" fmla="*/ 165 w 178"/>
                <a:gd name="T19" fmla="*/ 110 h 158"/>
                <a:gd name="T20" fmla="*/ 140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9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9" y="147"/>
                    <a:pt x="103" y="133"/>
                  </a:cubicBezTo>
                  <a:cubicBezTo>
                    <a:pt x="109" y="154"/>
                    <a:pt x="129" y="158"/>
                    <a:pt x="138" y="158"/>
                  </a:cubicBezTo>
                  <a:cubicBezTo>
                    <a:pt x="151" y="158"/>
                    <a:pt x="160" y="150"/>
                    <a:pt x="166" y="139"/>
                  </a:cubicBezTo>
                  <a:cubicBezTo>
                    <a:pt x="174" y="125"/>
                    <a:pt x="178" y="106"/>
                    <a:pt x="178" y="104"/>
                  </a:cubicBezTo>
                  <a:cubicBezTo>
                    <a:pt x="178" y="100"/>
                    <a:pt x="174" y="100"/>
                    <a:pt x="173" y="100"/>
                  </a:cubicBezTo>
                  <a:cubicBezTo>
                    <a:pt x="168" y="100"/>
                    <a:pt x="167" y="101"/>
                    <a:pt x="165" y="110"/>
                  </a:cubicBezTo>
                  <a:cubicBezTo>
                    <a:pt x="161" y="127"/>
                    <a:pt x="154" y="148"/>
                    <a:pt x="140" y="148"/>
                  </a:cubicBezTo>
                  <a:cubicBezTo>
                    <a:pt x="130" y="148"/>
                    <a:pt x="128" y="140"/>
                    <a:pt x="128" y="131"/>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2" y="120"/>
                    <a:pt x="94" y="127"/>
                    <a:pt x="86" y="134"/>
                  </a:cubicBezTo>
                  <a:cubicBezTo>
                    <a:pt x="83" y="137"/>
                    <a:pt x="69" y="148"/>
                    <a:pt x="54" y="148"/>
                  </a:cubicBezTo>
                  <a:cubicBezTo>
                    <a:pt x="41" y="148"/>
                    <a:pt x="29" y="139"/>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6" name="Freeform 503"/>
            <p:cNvSpPr>
              <a:spLocks/>
            </p:cNvSpPr>
            <p:nvPr>
              <p:custDataLst>
                <p:tags r:id="rId128"/>
              </p:custDataLst>
            </p:nvPr>
          </p:nvSpPr>
          <p:spPr bwMode="auto">
            <a:xfrm>
              <a:off x="3297238" y="3544888"/>
              <a:ext cx="49213" cy="60325"/>
            </a:xfrm>
            <a:custGeom>
              <a:avLst/>
              <a:gdLst>
                <a:gd name="T0" fmla="*/ 131 w 151"/>
                <a:gd name="T1" fmla="*/ 20 h 158"/>
                <a:gd name="T2" fmla="*/ 113 w 151"/>
                <a:gd name="T3" fmla="*/ 40 h 158"/>
                <a:gd name="T4" fmla="*/ 127 w 151"/>
                <a:gd name="T5" fmla="*/ 53 h 158"/>
                <a:gd name="T6" fmla="*/ 147 w 151"/>
                <a:gd name="T7" fmla="*/ 30 h 158"/>
                <a:gd name="T8" fmla="*/ 101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1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2"/>
                    <a:pt x="113" y="32"/>
                    <a:pt x="113" y="40"/>
                  </a:cubicBezTo>
                  <a:cubicBezTo>
                    <a:pt x="113" y="49"/>
                    <a:pt x="120" y="53"/>
                    <a:pt x="127" y="53"/>
                  </a:cubicBezTo>
                  <a:cubicBezTo>
                    <a:pt x="134" y="53"/>
                    <a:pt x="147" y="47"/>
                    <a:pt x="147" y="30"/>
                  </a:cubicBezTo>
                  <a:cubicBezTo>
                    <a:pt x="147" y="7"/>
                    <a:pt x="119" y="0"/>
                    <a:pt x="101" y="0"/>
                  </a:cubicBezTo>
                  <a:cubicBezTo>
                    <a:pt x="48" y="0"/>
                    <a:pt x="0" y="48"/>
                    <a:pt x="0" y="97"/>
                  </a:cubicBezTo>
                  <a:cubicBezTo>
                    <a:pt x="0" y="127"/>
                    <a:pt x="21" y="158"/>
                    <a:pt x="64" y="158"/>
                  </a:cubicBezTo>
                  <a:cubicBezTo>
                    <a:pt x="123" y="158"/>
                    <a:pt x="151" y="123"/>
                    <a:pt x="151" y="118"/>
                  </a:cubicBezTo>
                  <a:cubicBezTo>
                    <a:pt x="151" y="116"/>
                    <a:pt x="148" y="112"/>
                    <a:pt x="145" y="112"/>
                  </a:cubicBezTo>
                  <a:cubicBezTo>
                    <a:pt x="143" y="112"/>
                    <a:pt x="142" y="113"/>
                    <a:pt x="139" y="116"/>
                  </a:cubicBezTo>
                  <a:cubicBezTo>
                    <a:pt x="112" y="148"/>
                    <a:pt x="71" y="148"/>
                    <a:pt x="65" y="148"/>
                  </a:cubicBezTo>
                  <a:cubicBezTo>
                    <a:pt x="40" y="148"/>
                    <a:pt x="29" y="131"/>
                    <a:pt x="29" y="109"/>
                  </a:cubicBezTo>
                  <a:cubicBezTo>
                    <a:pt x="29" y="99"/>
                    <a:pt x="34" y="61"/>
                    <a:pt x="52" y="37"/>
                  </a:cubicBezTo>
                  <a:cubicBezTo>
                    <a:pt x="65" y="20"/>
                    <a:pt x="83" y="10"/>
                    <a:pt x="101" y="10"/>
                  </a:cubicBezTo>
                  <a:cubicBezTo>
                    <a:pt x="105"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7" name="Freeform 504"/>
            <p:cNvSpPr>
              <a:spLocks noEditPoints="1"/>
            </p:cNvSpPr>
            <p:nvPr>
              <p:custDataLst>
                <p:tags r:id="rId129"/>
              </p:custDataLst>
            </p:nvPr>
          </p:nvSpPr>
          <p:spPr bwMode="auto">
            <a:xfrm>
              <a:off x="3352800" y="3516313"/>
              <a:ext cx="33338" cy="88900"/>
            </a:xfrm>
            <a:custGeom>
              <a:avLst/>
              <a:gdLst>
                <a:gd name="T0" fmla="*/ 96 w 105"/>
                <a:gd name="T1" fmla="*/ 13 h 235"/>
                <a:gd name="T2" fmla="*/ 82 w 105"/>
                <a:gd name="T3" fmla="*/ 0 h 235"/>
                <a:gd name="T4" fmla="*/ 63 w 105"/>
                <a:gd name="T5" fmla="*/ 19 h 235"/>
                <a:gd name="T6" fmla="*/ 77 w 105"/>
                <a:gd name="T7" fmla="*/ 32 h 235"/>
                <a:gd name="T8" fmla="*/ 96 w 105"/>
                <a:gd name="T9" fmla="*/ 13 h 235"/>
                <a:gd name="T10" fmla="*/ 25 w 105"/>
                <a:gd name="T11" fmla="*/ 190 h 235"/>
                <a:gd name="T12" fmla="*/ 22 w 105"/>
                <a:gd name="T13" fmla="*/ 205 h 235"/>
                <a:gd name="T14" fmla="*/ 55 w 105"/>
                <a:gd name="T15" fmla="*/ 235 h 235"/>
                <a:gd name="T16" fmla="*/ 105 w 105"/>
                <a:gd name="T17" fmla="*/ 181 h 235"/>
                <a:gd name="T18" fmla="*/ 100 w 105"/>
                <a:gd name="T19" fmla="*/ 177 h 235"/>
                <a:gd name="T20" fmla="*/ 93 w 105"/>
                <a:gd name="T21" fmla="*/ 183 h 235"/>
                <a:gd name="T22" fmla="*/ 56 w 105"/>
                <a:gd name="T23" fmla="*/ 225 h 235"/>
                <a:gd name="T24" fmla="*/ 47 w 105"/>
                <a:gd name="T25" fmla="*/ 213 h 235"/>
                <a:gd name="T26" fmla="*/ 53 w 105"/>
                <a:gd name="T27" fmla="*/ 190 h 235"/>
                <a:gd name="T28" fmla="*/ 64 w 105"/>
                <a:gd name="T29" fmla="*/ 162 h 235"/>
                <a:gd name="T30" fmla="*/ 81 w 105"/>
                <a:gd name="T31" fmla="*/ 118 h 235"/>
                <a:gd name="T32" fmla="*/ 83 w 105"/>
                <a:gd name="T33" fmla="*/ 107 h 235"/>
                <a:gd name="T34" fmla="*/ 50 w 105"/>
                <a:gd name="T35" fmla="*/ 77 h 235"/>
                <a:gd name="T36" fmla="*/ 0 w 105"/>
                <a:gd name="T37" fmla="*/ 130 h 235"/>
                <a:gd name="T38" fmla="*/ 6 w 105"/>
                <a:gd name="T39" fmla="*/ 135 h 235"/>
                <a:gd name="T40" fmla="*/ 12 w 105"/>
                <a:gd name="T41" fmla="*/ 129 h 235"/>
                <a:gd name="T42" fmla="*/ 49 w 105"/>
                <a:gd name="T43" fmla="*/ 87 h 235"/>
                <a:gd name="T44" fmla="*/ 58 w 105"/>
                <a:gd name="T45" fmla="*/ 99 h 235"/>
                <a:gd name="T46" fmla="*/ 47 w 105"/>
                <a:gd name="T47" fmla="*/ 134 h 235"/>
                <a:gd name="T48" fmla="*/ 25 w 105"/>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3"/>
                  </a:moveTo>
                  <a:cubicBezTo>
                    <a:pt x="96" y="7"/>
                    <a:pt x="92" y="0"/>
                    <a:pt x="82" y="0"/>
                  </a:cubicBezTo>
                  <a:cubicBezTo>
                    <a:pt x="73" y="0"/>
                    <a:pt x="63" y="9"/>
                    <a:pt x="63" y="19"/>
                  </a:cubicBezTo>
                  <a:cubicBezTo>
                    <a:pt x="63" y="25"/>
                    <a:pt x="67"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5" y="186"/>
                    <a:pt x="105" y="181"/>
                  </a:cubicBezTo>
                  <a:cubicBezTo>
                    <a:pt x="105" y="177"/>
                    <a:pt x="101" y="177"/>
                    <a:pt x="100" y="177"/>
                  </a:cubicBezTo>
                  <a:cubicBezTo>
                    <a:pt x="95" y="177"/>
                    <a:pt x="94" y="179"/>
                    <a:pt x="93" y="183"/>
                  </a:cubicBezTo>
                  <a:cubicBezTo>
                    <a:pt x="85" y="210"/>
                    <a:pt x="70" y="225"/>
                    <a:pt x="56" y="225"/>
                  </a:cubicBezTo>
                  <a:cubicBezTo>
                    <a:pt x="49" y="225"/>
                    <a:pt x="47" y="220"/>
                    <a:pt x="47" y="213"/>
                  </a:cubicBezTo>
                  <a:cubicBezTo>
                    <a:pt x="47" y="205"/>
                    <a:pt x="50" y="198"/>
                    <a:pt x="53" y="190"/>
                  </a:cubicBezTo>
                  <a:cubicBezTo>
                    <a:pt x="56" y="181"/>
                    <a:pt x="60" y="171"/>
                    <a:pt x="64" y="162"/>
                  </a:cubicBezTo>
                  <a:cubicBezTo>
                    <a:pt x="67" y="154"/>
                    <a:pt x="80" y="122"/>
                    <a:pt x="81" y="118"/>
                  </a:cubicBezTo>
                  <a:cubicBezTo>
                    <a:pt x="82" y="114"/>
                    <a:pt x="83" y="110"/>
                    <a:pt x="83" y="107"/>
                  </a:cubicBezTo>
                  <a:cubicBezTo>
                    <a:pt x="83" y="90"/>
                    <a:pt x="69" y="77"/>
                    <a:pt x="50" y="77"/>
                  </a:cubicBezTo>
                  <a:cubicBezTo>
                    <a:pt x="16" y="77"/>
                    <a:pt x="0" y="125"/>
                    <a:pt x="0" y="130"/>
                  </a:cubicBezTo>
                  <a:cubicBezTo>
                    <a:pt x="0" y="135"/>
                    <a:pt x="4" y="135"/>
                    <a:pt x="6" y="135"/>
                  </a:cubicBezTo>
                  <a:cubicBezTo>
                    <a:pt x="10" y="135"/>
                    <a:pt x="11" y="133"/>
                    <a:pt x="12" y="129"/>
                  </a:cubicBezTo>
                  <a:cubicBezTo>
                    <a:pt x="21" y="99"/>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8" name="Freeform 505"/>
            <p:cNvSpPr>
              <a:spLocks noEditPoints="1"/>
            </p:cNvSpPr>
            <p:nvPr>
              <p:custDataLst>
                <p:tags r:id="rId130"/>
              </p:custDataLst>
            </p:nvPr>
          </p:nvSpPr>
          <p:spPr bwMode="auto">
            <a:xfrm>
              <a:off x="3392488" y="3516313"/>
              <a:ext cx="49213" cy="115888"/>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4 w 153"/>
                <a:gd name="T17" fmla="*/ 273 h 302"/>
                <a:gd name="T18" fmla="*/ 20 w 153"/>
                <a:gd name="T19" fmla="*/ 260 h 302"/>
                <a:gd name="T20" fmla="*/ 0 w 153"/>
                <a:gd name="T21" fmla="*/ 280 h 302"/>
                <a:gd name="T22" fmla="*/ 35 w 153"/>
                <a:gd name="T23" fmla="*/ 302 h 302"/>
                <a:gd name="T24" fmla="*/ 107 w 153"/>
                <a:gd name="T25" fmla="*/ 247 h 302"/>
                <a:gd name="T26" fmla="*/ 139 w 153"/>
                <a:gd name="T27" fmla="*/ 122 h 302"/>
                <a:gd name="T28" fmla="*/ 140 w 153"/>
                <a:gd name="T29" fmla="*/ 110 h 302"/>
                <a:gd name="T30" fmla="*/ 103 w 153"/>
                <a:gd name="T31" fmla="*/ 77 h 302"/>
                <a:gd name="T32" fmla="*/ 42 w 153"/>
                <a:gd name="T33" fmla="*/ 130 h 302"/>
                <a:gd name="T34" fmla="*/ 48 w 153"/>
                <a:gd name="T35" fmla="*/ 135 h 302"/>
                <a:gd name="T36" fmla="*/ 55 w 153"/>
                <a:gd name="T37" fmla="*/ 129 h 302"/>
                <a:gd name="T38" fmla="*/ 102 w 153"/>
                <a:gd name="T39" fmla="*/ 87 h 302"/>
                <a:gd name="T40" fmla="*/ 114 w 153"/>
                <a:gd name="T41" fmla="*/ 104 h 302"/>
                <a:gd name="T42" fmla="*/ 113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6" y="292"/>
                    <a:pt x="22" y="290"/>
                  </a:cubicBezTo>
                  <a:cubicBezTo>
                    <a:pt x="31" y="286"/>
                    <a:pt x="34" y="278"/>
                    <a:pt x="34" y="273"/>
                  </a:cubicBezTo>
                  <a:cubicBezTo>
                    <a:pt x="34" y="264"/>
                    <a:pt x="27" y="260"/>
                    <a:pt x="20" y="260"/>
                  </a:cubicBezTo>
                  <a:cubicBezTo>
                    <a:pt x="9" y="260"/>
                    <a:pt x="0" y="269"/>
                    <a:pt x="0" y="280"/>
                  </a:cubicBezTo>
                  <a:cubicBezTo>
                    <a:pt x="0" y="294"/>
                    <a:pt x="14" y="302"/>
                    <a:pt x="35" y="302"/>
                  </a:cubicBezTo>
                  <a:cubicBezTo>
                    <a:pt x="56" y="302"/>
                    <a:pt x="96" y="290"/>
                    <a:pt x="107" y="247"/>
                  </a:cubicBezTo>
                  <a:lnTo>
                    <a:pt x="139" y="122"/>
                  </a:lnTo>
                  <a:cubicBezTo>
                    <a:pt x="140" y="118"/>
                    <a:pt x="140" y="115"/>
                    <a:pt x="140" y="110"/>
                  </a:cubicBezTo>
                  <a:cubicBezTo>
                    <a:pt x="140" y="91"/>
                    <a:pt x="124" y="77"/>
                    <a:pt x="103" y="77"/>
                  </a:cubicBezTo>
                  <a:cubicBezTo>
                    <a:pt x="64" y="77"/>
                    <a:pt x="42" y="126"/>
                    <a:pt x="42" y="130"/>
                  </a:cubicBezTo>
                  <a:cubicBezTo>
                    <a:pt x="42" y="135"/>
                    <a:pt x="47" y="135"/>
                    <a:pt x="48" y="135"/>
                  </a:cubicBezTo>
                  <a:cubicBezTo>
                    <a:pt x="52" y="135"/>
                    <a:pt x="53" y="134"/>
                    <a:pt x="55" y="129"/>
                  </a:cubicBezTo>
                  <a:cubicBezTo>
                    <a:pt x="64" y="109"/>
                    <a:pt x="82" y="87"/>
                    <a:pt x="102" y="87"/>
                  </a:cubicBezTo>
                  <a:cubicBezTo>
                    <a:pt x="111" y="87"/>
                    <a:pt x="114" y="93"/>
                    <a:pt x="114" y="104"/>
                  </a:cubicBezTo>
                  <a:cubicBezTo>
                    <a:pt x="114" y="108"/>
                    <a:pt x="113" y="113"/>
                    <a:pt x="113"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9" name="Freeform 506"/>
            <p:cNvSpPr>
              <a:spLocks noEditPoints="1"/>
            </p:cNvSpPr>
            <p:nvPr>
              <p:custDataLst>
                <p:tags r:id="rId131"/>
              </p:custDataLst>
            </p:nvPr>
          </p:nvSpPr>
          <p:spPr bwMode="auto">
            <a:xfrm>
              <a:off x="3459163" y="3544888"/>
              <a:ext cx="55563" cy="60325"/>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2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8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8" y="147"/>
                    <a:pt x="102" y="133"/>
                  </a:cubicBezTo>
                  <a:cubicBezTo>
                    <a:pt x="109" y="154"/>
                    <a:pt x="129" y="158"/>
                    <a:pt x="138" y="158"/>
                  </a:cubicBezTo>
                  <a:cubicBezTo>
                    <a:pt x="151" y="158"/>
                    <a:pt x="160" y="150"/>
                    <a:pt x="166" y="139"/>
                  </a:cubicBezTo>
                  <a:cubicBezTo>
                    <a:pt x="173" y="125"/>
                    <a:pt x="178" y="106"/>
                    <a:pt x="178" y="104"/>
                  </a:cubicBezTo>
                  <a:cubicBezTo>
                    <a:pt x="178" y="100"/>
                    <a:pt x="173" y="100"/>
                    <a:pt x="172" y="100"/>
                  </a:cubicBezTo>
                  <a:cubicBezTo>
                    <a:pt x="168" y="100"/>
                    <a:pt x="167" y="101"/>
                    <a:pt x="165" y="110"/>
                  </a:cubicBezTo>
                  <a:cubicBezTo>
                    <a:pt x="161" y="127"/>
                    <a:pt x="154" y="148"/>
                    <a:pt x="139" y="148"/>
                  </a:cubicBezTo>
                  <a:cubicBezTo>
                    <a:pt x="130" y="148"/>
                    <a:pt x="128" y="140"/>
                    <a:pt x="128" y="131"/>
                  </a:cubicBezTo>
                  <a:cubicBezTo>
                    <a:pt x="128" y="125"/>
                    <a:pt x="131" y="112"/>
                    <a:pt x="133" y="103"/>
                  </a:cubicBezTo>
                  <a:cubicBezTo>
                    <a:pt x="135"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8" y="139"/>
                    <a:pt x="28" y="114"/>
                  </a:cubicBezTo>
                  <a:cubicBezTo>
                    <a:pt x="28" y="95"/>
                    <a:pt x="39" y="57"/>
                    <a:pt x="47" y="43"/>
                  </a:cubicBezTo>
                  <a:cubicBezTo>
                    <a:pt x="63" y="15"/>
                    <a:pt x="80" y="10"/>
                    <a:pt x="90" y="10"/>
                  </a:cubicBezTo>
                  <a:cubicBezTo>
                    <a:pt x="115" y="10"/>
                    <a:pt x="121" y="36"/>
                    <a:pt x="121" y="40"/>
                  </a:cubicBezTo>
                  <a:cubicBezTo>
                    <a:pt x="121" y="42"/>
                    <a:pt x="120"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0" name="Freeform 507"/>
            <p:cNvSpPr>
              <a:spLocks/>
            </p:cNvSpPr>
            <p:nvPr>
              <p:custDataLst>
                <p:tags r:id="rId132"/>
              </p:custDataLst>
            </p:nvPr>
          </p:nvSpPr>
          <p:spPr bwMode="auto">
            <a:xfrm>
              <a:off x="3533775" y="3589338"/>
              <a:ext cx="12700" cy="15875"/>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9"/>
                    <a:pt x="0" y="20"/>
                  </a:cubicBezTo>
                  <a:cubicBezTo>
                    <a:pt x="0" y="32"/>
                    <a:pt x="10" y="40"/>
                    <a:pt x="20" y="40"/>
                  </a:cubicBezTo>
                  <a:cubicBezTo>
                    <a:pt x="31"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1" name="Freeform 508"/>
            <p:cNvSpPr>
              <a:spLocks/>
            </p:cNvSpPr>
            <p:nvPr>
              <p:custDataLst>
                <p:tags r:id="rId133"/>
              </p:custDataLst>
            </p:nvPr>
          </p:nvSpPr>
          <p:spPr bwMode="auto">
            <a:xfrm>
              <a:off x="3565525" y="3544888"/>
              <a:ext cx="47625" cy="60325"/>
            </a:xfrm>
            <a:custGeom>
              <a:avLst/>
              <a:gdLst>
                <a:gd name="T0" fmla="*/ 131 w 151"/>
                <a:gd name="T1" fmla="*/ 20 h 158"/>
                <a:gd name="T2" fmla="*/ 113 w 151"/>
                <a:gd name="T3" fmla="*/ 40 h 158"/>
                <a:gd name="T4" fmla="*/ 127 w 151"/>
                <a:gd name="T5" fmla="*/ 53 h 158"/>
                <a:gd name="T6" fmla="*/ 147 w 151"/>
                <a:gd name="T7" fmla="*/ 30 h 158"/>
                <a:gd name="T8" fmla="*/ 101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1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2"/>
                    <a:pt x="113" y="32"/>
                    <a:pt x="113" y="40"/>
                  </a:cubicBezTo>
                  <a:cubicBezTo>
                    <a:pt x="113" y="49"/>
                    <a:pt x="121" y="53"/>
                    <a:pt x="127" y="53"/>
                  </a:cubicBezTo>
                  <a:cubicBezTo>
                    <a:pt x="135" y="53"/>
                    <a:pt x="147" y="47"/>
                    <a:pt x="147" y="30"/>
                  </a:cubicBezTo>
                  <a:cubicBezTo>
                    <a:pt x="147" y="7"/>
                    <a:pt x="119" y="0"/>
                    <a:pt x="101" y="0"/>
                  </a:cubicBezTo>
                  <a:cubicBezTo>
                    <a:pt x="48" y="0"/>
                    <a:pt x="0" y="48"/>
                    <a:pt x="0" y="97"/>
                  </a:cubicBezTo>
                  <a:cubicBezTo>
                    <a:pt x="0" y="127"/>
                    <a:pt x="21" y="158"/>
                    <a:pt x="64" y="158"/>
                  </a:cubicBezTo>
                  <a:cubicBezTo>
                    <a:pt x="123" y="158"/>
                    <a:pt x="151" y="123"/>
                    <a:pt x="151" y="118"/>
                  </a:cubicBezTo>
                  <a:cubicBezTo>
                    <a:pt x="151" y="116"/>
                    <a:pt x="148" y="112"/>
                    <a:pt x="145" y="112"/>
                  </a:cubicBezTo>
                  <a:cubicBezTo>
                    <a:pt x="143" y="112"/>
                    <a:pt x="142" y="113"/>
                    <a:pt x="139" y="116"/>
                  </a:cubicBezTo>
                  <a:cubicBezTo>
                    <a:pt x="112" y="148"/>
                    <a:pt x="71" y="148"/>
                    <a:pt x="65" y="148"/>
                  </a:cubicBezTo>
                  <a:cubicBezTo>
                    <a:pt x="40" y="148"/>
                    <a:pt x="29" y="131"/>
                    <a:pt x="29" y="109"/>
                  </a:cubicBezTo>
                  <a:cubicBezTo>
                    <a:pt x="29" y="99"/>
                    <a:pt x="34" y="61"/>
                    <a:pt x="52" y="37"/>
                  </a:cubicBezTo>
                  <a:cubicBezTo>
                    <a:pt x="65" y="20"/>
                    <a:pt x="83" y="10"/>
                    <a:pt x="101" y="10"/>
                  </a:cubicBezTo>
                  <a:cubicBezTo>
                    <a:pt x="106"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2" name="Freeform 509"/>
            <p:cNvSpPr>
              <a:spLocks noEditPoints="1"/>
            </p:cNvSpPr>
            <p:nvPr>
              <p:custDataLst>
                <p:tags r:id="rId134"/>
              </p:custDataLst>
            </p:nvPr>
          </p:nvSpPr>
          <p:spPr bwMode="auto">
            <a:xfrm>
              <a:off x="3621088" y="3516313"/>
              <a:ext cx="33338" cy="88900"/>
            </a:xfrm>
            <a:custGeom>
              <a:avLst/>
              <a:gdLst>
                <a:gd name="T0" fmla="*/ 96 w 105"/>
                <a:gd name="T1" fmla="*/ 13 h 235"/>
                <a:gd name="T2" fmla="*/ 82 w 105"/>
                <a:gd name="T3" fmla="*/ 0 h 235"/>
                <a:gd name="T4" fmla="*/ 63 w 105"/>
                <a:gd name="T5" fmla="*/ 19 h 235"/>
                <a:gd name="T6" fmla="*/ 77 w 105"/>
                <a:gd name="T7" fmla="*/ 32 h 235"/>
                <a:gd name="T8" fmla="*/ 96 w 105"/>
                <a:gd name="T9" fmla="*/ 13 h 235"/>
                <a:gd name="T10" fmla="*/ 25 w 105"/>
                <a:gd name="T11" fmla="*/ 190 h 235"/>
                <a:gd name="T12" fmla="*/ 22 w 105"/>
                <a:gd name="T13" fmla="*/ 205 h 235"/>
                <a:gd name="T14" fmla="*/ 55 w 105"/>
                <a:gd name="T15" fmla="*/ 235 h 235"/>
                <a:gd name="T16" fmla="*/ 105 w 105"/>
                <a:gd name="T17" fmla="*/ 181 h 235"/>
                <a:gd name="T18" fmla="*/ 100 w 105"/>
                <a:gd name="T19" fmla="*/ 177 h 235"/>
                <a:gd name="T20" fmla="*/ 93 w 105"/>
                <a:gd name="T21" fmla="*/ 183 h 235"/>
                <a:gd name="T22" fmla="*/ 56 w 105"/>
                <a:gd name="T23" fmla="*/ 225 h 235"/>
                <a:gd name="T24" fmla="*/ 48 w 105"/>
                <a:gd name="T25" fmla="*/ 213 h 235"/>
                <a:gd name="T26" fmla="*/ 53 w 105"/>
                <a:gd name="T27" fmla="*/ 190 h 235"/>
                <a:gd name="T28" fmla="*/ 64 w 105"/>
                <a:gd name="T29" fmla="*/ 162 h 235"/>
                <a:gd name="T30" fmla="*/ 81 w 105"/>
                <a:gd name="T31" fmla="*/ 118 h 235"/>
                <a:gd name="T32" fmla="*/ 83 w 105"/>
                <a:gd name="T33" fmla="*/ 107 h 235"/>
                <a:gd name="T34" fmla="*/ 50 w 105"/>
                <a:gd name="T35" fmla="*/ 77 h 235"/>
                <a:gd name="T36" fmla="*/ 0 w 105"/>
                <a:gd name="T37" fmla="*/ 130 h 235"/>
                <a:gd name="T38" fmla="*/ 6 w 105"/>
                <a:gd name="T39" fmla="*/ 135 h 235"/>
                <a:gd name="T40" fmla="*/ 12 w 105"/>
                <a:gd name="T41" fmla="*/ 129 h 235"/>
                <a:gd name="T42" fmla="*/ 49 w 105"/>
                <a:gd name="T43" fmla="*/ 87 h 235"/>
                <a:gd name="T44" fmla="*/ 58 w 105"/>
                <a:gd name="T45" fmla="*/ 99 h 235"/>
                <a:gd name="T46" fmla="*/ 47 w 105"/>
                <a:gd name="T47" fmla="*/ 134 h 235"/>
                <a:gd name="T48" fmla="*/ 25 w 105"/>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3"/>
                  </a:moveTo>
                  <a:cubicBezTo>
                    <a:pt x="96" y="7"/>
                    <a:pt x="92" y="0"/>
                    <a:pt x="82" y="0"/>
                  </a:cubicBezTo>
                  <a:cubicBezTo>
                    <a:pt x="73" y="0"/>
                    <a:pt x="63" y="9"/>
                    <a:pt x="63" y="19"/>
                  </a:cubicBezTo>
                  <a:cubicBezTo>
                    <a:pt x="63" y="25"/>
                    <a:pt x="67"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5" y="186"/>
                    <a:pt x="105" y="181"/>
                  </a:cubicBezTo>
                  <a:cubicBezTo>
                    <a:pt x="105"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0" y="171"/>
                    <a:pt x="64" y="162"/>
                  </a:cubicBezTo>
                  <a:cubicBezTo>
                    <a:pt x="67" y="154"/>
                    <a:pt x="80" y="122"/>
                    <a:pt x="81" y="118"/>
                  </a:cubicBezTo>
                  <a:cubicBezTo>
                    <a:pt x="82" y="114"/>
                    <a:pt x="83" y="110"/>
                    <a:pt x="83" y="107"/>
                  </a:cubicBezTo>
                  <a:cubicBezTo>
                    <a:pt x="83" y="90"/>
                    <a:pt x="69" y="77"/>
                    <a:pt x="50" y="77"/>
                  </a:cubicBezTo>
                  <a:cubicBezTo>
                    <a:pt x="16" y="77"/>
                    <a:pt x="0" y="125"/>
                    <a:pt x="0" y="130"/>
                  </a:cubicBezTo>
                  <a:cubicBezTo>
                    <a:pt x="0" y="135"/>
                    <a:pt x="5" y="135"/>
                    <a:pt x="6" y="135"/>
                  </a:cubicBezTo>
                  <a:cubicBezTo>
                    <a:pt x="11" y="135"/>
                    <a:pt x="11" y="133"/>
                    <a:pt x="12" y="129"/>
                  </a:cubicBezTo>
                  <a:cubicBezTo>
                    <a:pt x="21" y="99"/>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3" name="Freeform 510"/>
            <p:cNvSpPr>
              <a:spLocks noEditPoints="1"/>
            </p:cNvSpPr>
            <p:nvPr>
              <p:custDataLst>
                <p:tags r:id="rId135"/>
              </p:custDataLst>
            </p:nvPr>
          </p:nvSpPr>
          <p:spPr bwMode="auto">
            <a:xfrm>
              <a:off x="3667125" y="3511550"/>
              <a:ext cx="57150" cy="93663"/>
            </a:xfrm>
            <a:custGeom>
              <a:avLst/>
              <a:gdLst>
                <a:gd name="T0" fmla="*/ 178 w 180"/>
                <a:gd name="T1" fmla="*/ 10 h 246"/>
                <a:gd name="T2" fmla="*/ 180 w 180"/>
                <a:gd name="T3" fmla="*/ 5 h 246"/>
                <a:gd name="T4" fmla="*/ 174 w 180"/>
                <a:gd name="T5" fmla="*/ 0 h 246"/>
                <a:gd name="T6" fmla="*/ 129 w 180"/>
                <a:gd name="T7" fmla="*/ 3 h 246"/>
                <a:gd name="T8" fmla="*/ 122 w 180"/>
                <a:gd name="T9" fmla="*/ 11 h 246"/>
                <a:gd name="T10" fmla="*/ 131 w 180"/>
                <a:gd name="T11" fmla="*/ 16 h 246"/>
                <a:gd name="T12" fmla="*/ 148 w 180"/>
                <a:gd name="T13" fmla="*/ 21 h 246"/>
                <a:gd name="T14" fmla="*/ 146 w 180"/>
                <a:gd name="T15" fmla="*/ 29 h 246"/>
                <a:gd name="T16" fmla="*/ 126 w 180"/>
                <a:gd name="T17" fmla="*/ 109 h 246"/>
                <a:gd name="T18" fmla="*/ 90 w 180"/>
                <a:gd name="T19" fmla="*/ 88 h 246"/>
                <a:gd name="T20" fmla="*/ 0 w 180"/>
                <a:gd name="T21" fmla="*/ 188 h 246"/>
                <a:gd name="T22" fmla="*/ 53 w 180"/>
                <a:gd name="T23" fmla="*/ 246 h 246"/>
                <a:gd name="T24" fmla="*/ 103 w 180"/>
                <a:gd name="T25" fmla="*/ 221 h 246"/>
                <a:gd name="T26" fmla="*/ 139 w 180"/>
                <a:gd name="T27" fmla="*/ 246 h 246"/>
                <a:gd name="T28" fmla="*/ 166 w 180"/>
                <a:gd name="T29" fmla="*/ 227 h 246"/>
                <a:gd name="T30" fmla="*/ 178 w 180"/>
                <a:gd name="T31" fmla="*/ 192 h 246"/>
                <a:gd name="T32" fmla="*/ 173 w 180"/>
                <a:gd name="T33" fmla="*/ 188 h 246"/>
                <a:gd name="T34" fmla="*/ 165 w 180"/>
                <a:gd name="T35" fmla="*/ 198 h 246"/>
                <a:gd name="T36" fmla="*/ 140 w 180"/>
                <a:gd name="T37" fmla="*/ 236 h 246"/>
                <a:gd name="T38" fmla="*/ 128 w 180"/>
                <a:gd name="T39" fmla="*/ 219 h 246"/>
                <a:gd name="T40" fmla="*/ 130 w 180"/>
                <a:gd name="T41" fmla="*/ 204 h 246"/>
                <a:gd name="T42" fmla="*/ 178 w 180"/>
                <a:gd name="T43" fmla="*/ 10 h 246"/>
                <a:gd name="T44" fmla="*/ 104 w 180"/>
                <a:gd name="T45" fmla="*/ 198 h 246"/>
                <a:gd name="T46" fmla="*/ 86 w 180"/>
                <a:gd name="T47" fmla="*/ 222 h 246"/>
                <a:gd name="T48" fmla="*/ 54 w 180"/>
                <a:gd name="T49" fmla="*/ 236 h 246"/>
                <a:gd name="T50" fmla="*/ 29 w 180"/>
                <a:gd name="T51" fmla="*/ 202 h 246"/>
                <a:gd name="T52" fmla="*/ 47 w 180"/>
                <a:gd name="T53" fmla="*/ 131 h 246"/>
                <a:gd name="T54" fmla="*/ 90 w 180"/>
                <a:gd name="T55" fmla="*/ 98 h 246"/>
                <a:gd name="T56" fmla="*/ 121 w 180"/>
                <a:gd name="T57" fmla="*/ 128 h 246"/>
                <a:gd name="T58" fmla="*/ 120 w 180"/>
                <a:gd name="T59" fmla="*/ 133 h 246"/>
                <a:gd name="T60" fmla="*/ 104 w 180"/>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6">
                  <a:moveTo>
                    <a:pt x="178" y="10"/>
                  </a:moveTo>
                  <a:cubicBezTo>
                    <a:pt x="179" y="10"/>
                    <a:pt x="180" y="5"/>
                    <a:pt x="180" y="5"/>
                  </a:cubicBezTo>
                  <a:cubicBezTo>
                    <a:pt x="180" y="3"/>
                    <a:pt x="178" y="0"/>
                    <a:pt x="174" y="0"/>
                  </a:cubicBezTo>
                  <a:cubicBezTo>
                    <a:pt x="167" y="0"/>
                    <a:pt x="138" y="3"/>
                    <a:pt x="129" y="3"/>
                  </a:cubicBezTo>
                  <a:cubicBezTo>
                    <a:pt x="127" y="4"/>
                    <a:pt x="122" y="4"/>
                    <a:pt x="122" y="11"/>
                  </a:cubicBezTo>
                  <a:cubicBezTo>
                    <a:pt x="122" y="16"/>
                    <a:pt x="127" y="16"/>
                    <a:pt x="131" y="16"/>
                  </a:cubicBezTo>
                  <a:cubicBezTo>
                    <a:pt x="148" y="16"/>
                    <a:pt x="148" y="19"/>
                    <a:pt x="148" y="21"/>
                  </a:cubicBezTo>
                  <a:cubicBezTo>
                    <a:pt x="148" y="24"/>
                    <a:pt x="147" y="26"/>
                    <a:pt x="146" y="29"/>
                  </a:cubicBezTo>
                  <a:lnTo>
                    <a:pt x="126" y="109"/>
                  </a:lnTo>
                  <a:cubicBezTo>
                    <a:pt x="119" y="97"/>
                    <a:pt x="107" y="88"/>
                    <a:pt x="90" y="88"/>
                  </a:cubicBezTo>
                  <a:cubicBezTo>
                    <a:pt x="46" y="88"/>
                    <a:pt x="0" y="137"/>
                    <a:pt x="0" y="188"/>
                  </a:cubicBezTo>
                  <a:cubicBezTo>
                    <a:pt x="0" y="221"/>
                    <a:pt x="23" y="246"/>
                    <a:pt x="53" y="246"/>
                  </a:cubicBezTo>
                  <a:cubicBezTo>
                    <a:pt x="72" y="246"/>
                    <a:pt x="89" y="235"/>
                    <a:pt x="103" y="221"/>
                  </a:cubicBezTo>
                  <a:cubicBezTo>
                    <a:pt x="109" y="242"/>
                    <a:pt x="129" y="246"/>
                    <a:pt x="139" y="246"/>
                  </a:cubicBezTo>
                  <a:cubicBezTo>
                    <a:pt x="151" y="246"/>
                    <a:pt x="160" y="238"/>
                    <a:pt x="166" y="227"/>
                  </a:cubicBezTo>
                  <a:cubicBezTo>
                    <a:pt x="174" y="213"/>
                    <a:pt x="178" y="194"/>
                    <a:pt x="178" y="192"/>
                  </a:cubicBezTo>
                  <a:cubicBezTo>
                    <a:pt x="178" y="188"/>
                    <a:pt x="174" y="188"/>
                    <a:pt x="173" y="188"/>
                  </a:cubicBezTo>
                  <a:cubicBezTo>
                    <a:pt x="168" y="188"/>
                    <a:pt x="167" y="189"/>
                    <a:pt x="165" y="198"/>
                  </a:cubicBezTo>
                  <a:cubicBezTo>
                    <a:pt x="161" y="215"/>
                    <a:pt x="154" y="236"/>
                    <a:pt x="140" y="236"/>
                  </a:cubicBezTo>
                  <a:cubicBezTo>
                    <a:pt x="131" y="236"/>
                    <a:pt x="128" y="228"/>
                    <a:pt x="128" y="219"/>
                  </a:cubicBezTo>
                  <a:cubicBezTo>
                    <a:pt x="128" y="212"/>
                    <a:pt x="129" y="209"/>
                    <a:pt x="130" y="204"/>
                  </a:cubicBezTo>
                  <a:lnTo>
                    <a:pt x="178" y="10"/>
                  </a:lnTo>
                  <a:close/>
                  <a:moveTo>
                    <a:pt x="104" y="198"/>
                  </a:moveTo>
                  <a:cubicBezTo>
                    <a:pt x="102" y="208"/>
                    <a:pt x="94" y="215"/>
                    <a:pt x="86" y="222"/>
                  </a:cubicBezTo>
                  <a:cubicBezTo>
                    <a:pt x="83" y="225"/>
                    <a:pt x="69" y="236"/>
                    <a:pt x="54" y="236"/>
                  </a:cubicBezTo>
                  <a:cubicBezTo>
                    <a:pt x="41" y="236"/>
                    <a:pt x="29" y="227"/>
                    <a:pt x="29" y="202"/>
                  </a:cubicBezTo>
                  <a:cubicBezTo>
                    <a:pt x="29" y="183"/>
                    <a:pt x="39" y="145"/>
                    <a:pt x="47" y="131"/>
                  </a:cubicBezTo>
                  <a:cubicBezTo>
                    <a:pt x="63" y="103"/>
                    <a:pt x="81"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4" name="Freeform 511"/>
            <p:cNvSpPr>
              <a:spLocks/>
            </p:cNvSpPr>
            <p:nvPr>
              <p:custDataLst>
                <p:tags r:id="rId136"/>
              </p:custDataLst>
            </p:nvPr>
          </p:nvSpPr>
          <p:spPr bwMode="auto">
            <a:xfrm>
              <a:off x="3751263" y="3432175"/>
              <a:ext cx="36513" cy="192088"/>
            </a:xfrm>
            <a:custGeom>
              <a:avLst/>
              <a:gdLst>
                <a:gd name="T0" fmla="*/ 116 w 116"/>
                <a:gd name="T1" fmla="*/ 494 h 499"/>
                <a:gd name="T2" fmla="*/ 107 w 116"/>
                <a:gd name="T3" fmla="*/ 483 h 499"/>
                <a:gd name="T4" fmla="*/ 29 w 116"/>
                <a:gd name="T5" fmla="*/ 249 h 499"/>
                <a:gd name="T6" fmla="*/ 109 w 116"/>
                <a:gd name="T7" fmla="*/ 13 h 499"/>
                <a:gd name="T8" fmla="*/ 116 w 116"/>
                <a:gd name="T9" fmla="*/ 5 h 499"/>
                <a:gd name="T10" fmla="*/ 111 w 116"/>
                <a:gd name="T11" fmla="*/ 0 h 499"/>
                <a:gd name="T12" fmla="*/ 31 w 116"/>
                <a:gd name="T13" fmla="*/ 97 h 499"/>
                <a:gd name="T14" fmla="*/ 0 w 116"/>
                <a:gd name="T15" fmla="*/ 249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3"/>
                    <a:pt x="116" y="492"/>
                    <a:pt x="107" y="483"/>
                  </a:cubicBezTo>
                  <a:cubicBezTo>
                    <a:pt x="45" y="420"/>
                    <a:pt x="29" y="326"/>
                    <a:pt x="29" y="249"/>
                  </a:cubicBezTo>
                  <a:cubicBezTo>
                    <a:pt x="29" y="163"/>
                    <a:pt x="48" y="76"/>
                    <a:pt x="109" y="13"/>
                  </a:cubicBezTo>
                  <a:cubicBezTo>
                    <a:pt x="116" y="7"/>
                    <a:pt x="116" y="6"/>
                    <a:pt x="116" y="5"/>
                  </a:cubicBezTo>
                  <a:cubicBezTo>
                    <a:pt x="116" y="1"/>
                    <a:pt x="114" y="0"/>
                    <a:pt x="111" y="0"/>
                  </a:cubicBezTo>
                  <a:cubicBezTo>
                    <a:pt x="106" y="0"/>
                    <a:pt x="61" y="34"/>
                    <a:pt x="31" y="97"/>
                  </a:cubicBezTo>
                  <a:cubicBezTo>
                    <a:pt x="6" y="152"/>
                    <a:pt x="0" y="208"/>
                    <a:pt x="0" y="249"/>
                  </a:cubicBezTo>
                  <a:cubicBezTo>
                    <a:pt x="0" y="288"/>
                    <a:pt x="5" y="349"/>
                    <a:pt x="33" y="405"/>
                  </a:cubicBezTo>
                  <a:cubicBezTo>
                    <a:pt x="63" y="467"/>
                    <a:pt x="106" y="499"/>
                    <a:pt x="111" y="499"/>
                  </a:cubicBezTo>
                  <a:cubicBezTo>
                    <a:pt x="114" y="499"/>
                    <a:pt x="116" y="498"/>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5" name="Freeform 512"/>
            <p:cNvSpPr>
              <a:spLocks/>
            </p:cNvSpPr>
            <p:nvPr>
              <p:custDataLst>
                <p:tags r:id="rId137"/>
              </p:custDataLst>
            </p:nvPr>
          </p:nvSpPr>
          <p:spPr bwMode="auto">
            <a:xfrm>
              <a:off x="3802063" y="3490913"/>
              <a:ext cx="63500" cy="87313"/>
            </a:xfrm>
            <a:custGeom>
              <a:avLst/>
              <a:gdLst>
                <a:gd name="T0" fmla="*/ 29 w 203"/>
                <a:gd name="T1" fmla="*/ 191 h 226"/>
                <a:gd name="T2" fmla="*/ 25 w 203"/>
                <a:gd name="T3" fmla="*/ 212 h 226"/>
                <a:gd name="T4" fmla="*/ 39 w 203"/>
                <a:gd name="T5" fmla="*/ 226 h 226"/>
                <a:gd name="T6" fmla="*/ 58 w 203"/>
                <a:gd name="T7" fmla="*/ 212 h 226"/>
                <a:gd name="T8" fmla="*/ 78 w 203"/>
                <a:gd name="T9" fmla="*/ 133 h 226"/>
                <a:gd name="T10" fmla="*/ 93 w 203"/>
                <a:gd name="T11" fmla="*/ 68 h 226"/>
                <a:gd name="T12" fmla="*/ 121 w 203"/>
                <a:gd name="T13" fmla="*/ 27 h 226"/>
                <a:gd name="T14" fmla="*/ 161 w 203"/>
                <a:gd name="T15" fmla="*/ 11 h 226"/>
                <a:gd name="T16" fmla="*/ 182 w 203"/>
                <a:gd name="T17" fmla="*/ 17 h 226"/>
                <a:gd name="T18" fmla="*/ 156 w 203"/>
                <a:gd name="T19" fmla="*/ 44 h 226"/>
                <a:gd name="T20" fmla="*/ 175 w 203"/>
                <a:gd name="T21" fmla="*/ 62 h 226"/>
                <a:gd name="T22" fmla="*/ 203 w 203"/>
                <a:gd name="T23" fmla="*/ 32 h 226"/>
                <a:gd name="T24" fmla="*/ 161 w 203"/>
                <a:gd name="T25" fmla="*/ 0 h 226"/>
                <a:gd name="T26" fmla="*/ 97 w 203"/>
                <a:gd name="T27" fmla="*/ 38 h 226"/>
                <a:gd name="T28" fmla="*/ 52 w 203"/>
                <a:gd name="T29" fmla="*/ 0 h 226"/>
                <a:gd name="T30" fmla="*/ 15 w 203"/>
                <a:gd name="T31" fmla="*/ 28 h 226"/>
                <a:gd name="T32" fmla="*/ 0 w 203"/>
                <a:gd name="T33" fmla="*/ 77 h 226"/>
                <a:gd name="T34" fmla="*/ 6 w 203"/>
                <a:gd name="T35" fmla="*/ 82 h 226"/>
                <a:gd name="T36" fmla="*/ 14 w 203"/>
                <a:gd name="T37" fmla="*/ 70 h 226"/>
                <a:gd name="T38" fmla="*/ 51 w 203"/>
                <a:gd name="T39" fmla="*/ 11 h 226"/>
                <a:gd name="T40" fmla="*/ 66 w 203"/>
                <a:gd name="T41" fmla="*/ 34 h 226"/>
                <a:gd name="T42" fmla="*/ 58 w 203"/>
                <a:gd name="T43" fmla="*/ 76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8" y="198"/>
                    <a:pt x="25" y="210"/>
                    <a:pt x="25" y="212"/>
                  </a:cubicBezTo>
                  <a:cubicBezTo>
                    <a:pt x="25" y="221"/>
                    <a:pt x="32" y="226"/>
                    <a:pt x="39" y="226"/>
                  </a:cubicBezTo>
                  <a:cubicBezTo>
                    <a:pt x="45" y="226"/>
                    <a:pt x="54" y="222"/>
                    <a:pt x="58" y="212"/>
                  </a:cubicBezTo>
                  <a:cubicBezTo>
                    <a:pt x="59" y="210"/>
                    <a:pt x="76" y="142"/>
                    <a:pt x="78" y="133"/>
                  </a:cubicBezTo>
                  <a:cubicBezTo>
                    <a:pt x="82" y="116"/>
                    <a:pt x="90" y="82"/>
                    <a:pt x="93" y="68"/>
                  </a:cubicBezTo>
                  <a:cubicBezTo>
                    <a:pt x="95" y="62"/>
                    <a:pt x="109" y="38"/>
                    <a:pt x="121" y="27"/>
                  </a:cubicBezTo>
                  <a:cubicBezTo>
                    <a:pt x="125" y="24"/>
                    <a:pt x="140" y="11"/>
                    <a:pt x="161" y="11"/>
                  </a:cubicBezTo>
                  <a:cubicBezTo>
                    <a:pt x="174" y="11"/>
                    <a:pt x="182" y="17"/>
                    <a:pt x="182" y="17"/>
                  </a:cubicBezTo>
                  <a:cubicBezTo>
                    <a:pt x="167" y="19"/>
                    <a:pt x="156" y="31"/>
                    <a:pt x="156" y="44"/>
                  </a:cubicBezTo>
                  <a:cubicBezTo>
                    <a:pt x="156" y="52"/>
                    <a:pt x="162" y="62"/>
                    <a:pt x="175" y="62"/>
                  </a:cubicBezTo>
                  <a:cubicBezTo>
                    <a:pt x="189" y="62"/>
                    <a:pt x="203" y="50"/>
                    <a:pt x="203" y="32"/>
                  </a:cubicBezTo>
                  <a:cubicBezTo>
                    <a:pt x="203" y="15"/>
                    <a:pt x="187" y="0"/>
                    <a:pt x="161" y="0"/>
                  </a:cubicBezTo>
                  <a:cubicBezTo>
                    <a:pt x="129" y="0"/>
                    <a:pt x="107" y="24"/>
                    <a:pt x="97" y="38"/>
                  </a:cubicBezTo>
                  <a:cubicBezTo>
                    <a:pt x="93" y="16"/>
                    <a:pt x="76" y="0"/>
                    <a:pt x="52" y="0"/>
                  </a:cubicBezTo>
                  <a:cubicBezTo>
                    <a:pt x="29" y="0"/>
                    <a:pt x="20" y="19"/>
                    <a:pt x="15" y="28"/>
                  </a:cubicBezTo>
                  <a:cubicBezTo>
                    <a:pt x="6" y="45"/>
                    <a:pt x="0" y="75"/>
                    <a:pt x="0" y="77"/>
                  </a:cubicBezTo>
                  <a:cubicBezTo>
                    <a:pt x="0" y="82"/>
                    <a:pt x="5" y="82"/>
                    <a:pt x="6" y="82"/>
                  </a:cubicBezTo>
                  <a:cubicBezTo>
                    <a:pt x="11" y="82"/>
                    <a:pt x="11" y="81"/>
                    <a:pt x="14" y="70"/>
                  </a:cubicBezTo>
                  <a:cubicBezTo>
                    <a:pt x="23" y="35"/>
                    <a:pt x="33" y="11"/>
                    <a:pt x="51" y="11"/>
                  </a:cubicBezTo>
                  <a:cubicBezTo>
                    <a:pt x="59" y="11"/>
                    <a:pt x="66" y="15"/>
                    <a:pt x="66" y="34"/>
                  </a:cubicBezTo>
                  <a:cubicBezTo>
                    <a:pt x="66" y="44"/>
                    <a:pt x="65" y="50"/>
                    <a:pt x="58" y="76"/>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6" name="Freeform 513"/>
            <p:cNvSpPr>
              <a:spLocks noEditPoints="1"/>
            </p:cNvSpPr>
            <p:nvPr>
              <p:custDataLst>
                <p:tags r:id="rId138"/>
              </p:custDataLst>
            </p:nvPr>
          </p:nvSpPr>
          <p:spPr bwMode="auto">
            <a:xfrm>
              <a:off x="3879850" y="3490913"/>
              <a:ext cx="61913" cy="87313"/>
            </a:xfrm>
            <a:custGeom>
              <a:avLst/>
              <a:gdLst>
                <a:gd name="T0" fmla="*/ 70 w 192"/>
                <a:gd name="T1" fmla="*/ 105 h 226"/>
                <a:gd name="T2" fmla="*/ 147 w 192"/>
                <a:gd name="T3" fmla="*/ 94 h 226"/>
                <a:gd name="T4" fmla="*/ 184 w 192"/>
                <a:gd name="T5" fmla="*/ 42 h 226"/>
                <a:gd name="T6" fmla="*/ 131 w 192"/>
                <a:gd name="T7" fmla="*/ 0 h 226"/>
                <a:gd name="T8" fmla="*/ 0 w 192"/>
                <a:gd name="T9" fmla="*/ 135 h 226"/>
                <a:gd name="T10" fmla="*/ 78 w 192"/>
                <a:gd name="T11" fmla="*/ 226 h 226"/>
                <a:gd name="T12" fmla="*/ 192 w 192"/>
                <a:gd name="T13" fmla="*/ 167 h 226"/>
                <a:gd name="T14" fmla="*/ 186 w 192"/>
                <a:gd name="T15" fmla="*/ 160 h 226"/>
                <a:gd name="T16" fmla="*/ 179 w 192"/>
                <a:gd name="T17" fmla="*/ 165 h 226"/>
                <a:gd name="T18" fmla="*/ 79 w 192"/>
                <a:gd name="T19" fmla="*/ 215 h 226"/>
                <a:gd name="T20" fmla="*/ 36 w 192"/>
                <a:gd name="T21" fmla="*/ 157 h 226"/>
                <a:gd name="T22" fmla="*/ 44 w 192"/>
                <a:gd name="T23" fmla="*/ 105 h 226"/>
                <a:gd name="T24" fmla="*/ 70 w 192"/>
                <a:gd name="T25" fmla="*/ 105 h 226"/>
                <a:gd name="T26" fmla="*/ 47 w 192"/>
                <a:gd name="T27" fmla="*/ 94 h 226"/>
                <a:gd name="T28" fmla="*/ 131 w 192"/>
                <a:gd name="T29" fmla="*/ 11 h 226"/>
                <a:gd name="T30" fmla="*/ 168 w 192"/>
                <a:gd name="T31" fmla="*/ 42 h 226"/>
                <a:gd name="T32" fmla="*/ 67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0" y="105"/>
                  </a:moveTo>
                  <a:cubicBezTo>
                    <a:pt x="85" y="105"/>
                    <a:pt x="122" y="104"/>
                    <a:pt x="147" y="94"/>
                  </a:cubicBezTo>
                  <a:cubicBezTo>
                    <a:pt x="182" y="79"/>
                    <a:pt x="184" y="49"/>
                    <a:pt x="184" y="42"/>
                  </a:cubicBezTo>
                  <a:cubicBezTo>
                    <a:pt x="184" y="20"/>
                    <a:pt x="165" y="0"/>
                    <a:pt x="131" y="0"/>
                  </a:cubicBezTo>
                  <a:cubicBezTo>
                    <a:pt x="75" y="0"/>
                    <a:pt x="0" y="48"/>
                    <a:pt x="0" y="135"/>
                  </a:cubicBezTo>
                  <a:cubicBezTo>
                    <a:pt x="0" y="186"/>
                    <a:pt x="29" y="226"/>
                    <a:pt x="78" y="226"/>
                  </a:cubicBezTo>
                  <a:cubicBezTo>
                    <a:pt x="150" y="226"/>
                    <a:pt x="192" y="173"/>
                    <a:pt x="192" y="167"/>
                  </a:cubicBezTo>
                  <a:cubicBezTo>
                    <a:pt x="192" y="164"/>
                    <a:pt x="189" y="160"/>
                    <a:pt x="186" y="160"/>
                  </a:cubicBezTo>
                  <a:cubicBezTo>
                    <a:pt x="183" y="160"/>
                    <a:pt x="182" y="161"/>
                    <a:pt x="179" y="165"/>
                  </a:cubicBezTo>
                  <a:cubicBezTo>
                    <a:pt x="140" y="215"/>
                    <a:pt x="85" y="215"/>
                    <a:pt x="79" y="215"/>
                  </a:cubicBezTo>
                  <a:cubicBezTo>
                    <a:pt x="40" y="215"/>
                    <a:pt x="36" y="173"/>
                    <a:pt x="36" y="157"/>
                  </a:cubicBezTo>
                  <a:cubicBezTo>
                    <a:pt x="36" y="151"/>
                    <a:pt x="36" y="135"/>
                    <a:pt x="44" y="105"/>
                  </a:cubicBezTo>
                  <a:lnTo>
                    <a:pt x="70" y="105"/>
                  </a:lnTo>
                  <a:close/>
                  <a:moveTo>
                    <a:pt x="47" y="94"/>
                  </a:moveTo>
                  <a:cubicBezTo>
                    <a:pt x="66" y="18"/>
                    <a:pt x="118" y="11"/>
                    <a:pt x="131" y="11"/>
                  </a:cubicBezTo>
                  <a:cubicBezTo>
                    <a:pt x="154" y="11"/>
                    <a:pt x="168" y="25"/>
                    <a:pt x="168" y="42"/>
                  </a:cubicBezTo>
                  <a:cubicBezTo>
                    <a:pt x="168" y="94"/>
                    <a:pt x="88"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7" name="Freeform 514"/>
            <p:cNvSpPr>
              <a:spLocks/>
            </p:cNvSpPr>
            <p:nvPr>
              <p:custDataLst>
                <p:tags r:id="rId139"/>
              </p:custDataLst>
            </p:nvPr>
          </p:nvSpPr>
          <p:spPr bwMode="auto">
            <a:xfrm>
              <a:off x="3954463" y="3490913"/>
              <a:ext cx="66675" cy="87313"/>
            </a:xfrm>
            <a:custGeom>
              <a:avLst/>
              <a:gdLst>
                <a:gd name="T0" fmla="*/ 45 w 212"/>
                <a:gd name="T1" fmla="*/ 179 h 226"/>
                <a:gd name="T2" fmla="*/ 105 w 212"/>
                <a:gd name="T3" fmla="*/ 122 h 226"/>
                <a:gd name="T4" fmla="*/ 154 w 212"/>
                <a:gd name="T5" fmla="*/ 77 h 226"/>
                <a:gd name="T6" fmla="*/ 212 w 212"/>
                <a:gd name="T7" fmla="*/ 5 h 226"/>
                <a:gd name="T8" fmla="*/ 206 w 212"/>
                <a:gd name="T9" fmla="*/ 0 h 226"/>
                <a:gd name="T10" fmla="*/ 199 w 212"/>
                <a:gd name="T11" fmla="*/ 5 h 226"/>
                <a:gd name="T12" fmla="*/ 161 w 212"/>
                <a:gd name="T13" fmla="*/ 37 h 226"/>
                <a:gd name="T14" fmla="*/ 136 w 212"/>
                <a:gd name="T15" fmla="*/ 21 h 226"/>
                <a:gd name="T16" fmla="*/ 102 w 212"/>
                <a:gd name="T17" fmla="*/ 0 h 226"/>
                <a:gd name="T18" fmla="*/ 41 w 212"/>
                <a:gd name="T19" fmla="*/ 57 h 226"/>
                <a:gd name="T20" fmla="*/ 47 w 212"/>
                <a:gd name="T21" fmla="*/ 62 h 226"/>
                <a:gd name="T22" fmla="*/ 54 w 212"/>
                <a:gd name="T23" fmla="*/ 57 h 226"/>
                <a:gd name="T24" fmla="*/ 96 w 212"/>
                <a:gd name="T25" fmla="*/ 33 h 226"/>
                <a:gd name="T26" fmla="*/ 128 w 212"/>
                <a:gd name="T27" fmla="*/ 41 h 226"/>
                <a:gd name="T28" fmla="*/ 166 w 212"/>
                <a:gd name="T29" fmla="*/ 48 h 226"/>
                <a:gd name="T30" fmla="*/ 97 w 212"/>
                <a:gd name="T31" fmla="*/ 113 h 226"/>
                <a:gd name="T32" fmla="*/ 52 w 212"/>
                <a:gd name="T33" fmla="*/ 155 h 226"/>
                <a:gd name="T34" fmla="*/ 0 w 212"/>
                <a:gd name="T35" fmla="*/ 221 h 226"/>
                <a:gd name="T36" fmla="*/ 6 w 212"/>
                <a:gd name="T37" fmla="*/ 226 h 226"/>
                <a:gd name="T38" fmla="*/ 14 w 212"/>
                <a:gd name="T39" fmla="*/ 219 h 226"/>
                <a:gd name="T40" fmla="*/ 57 w 212"/>
                <a:gd name="T41" fmla="*/ 188 h 226"/>
                <a:gd name="T42" fmla="*/ 86 w 212"/>
                <a:gd name="T43" fmla="*/ 207 h 226"/>
                <a:gd name="T44" fmla="*/ 118 w 212"/>
                <a:gd name="T45" fmla="*/ 226 h 226"/>
                <a:gd name="T46" fmla="*/ 196 w 212"/>
                <a:gd name="T47" fmla="*/ 149 h 226"/>
                <a:gd name="T48" fmla="*/ 190 w 212"/>
                <a:gd name="T49" fmla="*/ 144 h 226"/>
                <a:gd name="T50" fmla="*/ 183 w 212"/>
                <a:gd name="T51" fmla="*/ 150 h 226"/>
                <a:gd name="T52" fmla="*/ 123 w 212"/>
                <a:gd name="T53" fmla="*/ 192 h 226"/>
                <a:gd name="T54" fmla="*/ 94 w 212"/>
                <a:gd name="T55" fmla="*/ 186 h 226"/>
                <a:gd name="T56" fmla="*/ 59 w 212"/>
                <a:gd name="T57" fmla="*/ 177 h 226"/>
                <a:gd name="T58" fmla="*/ 45 w 212"/>
                <a:gd name="T59" fmla="*/ 17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2" h="226">
                  <a:moveTo>
                    <a:pt x="45" y="179"/>
                  </a:moveTo>
                  <a:cubicBezTo>
                    <a:pt x="72" y="150"/>
                    <a:pt x="87" y="137"/>
                    <a:pt x="105" y="122"/>
                  </a:cubicBezTo>
                  <a:cubicBezTo>
                    <a:pt x="105" y="121"/>
                    <a:pt x="136" y="95"/>
                    <a:pt x="154" y="77"/>
                  </a:cubicBezTo>
                  <a:cubicBezTo>
                    <a:pt x="201" y="31"/>
                    <a:pt x="212" y="7"/>
                    <a:pt x="212" y="5"/>
                  </a:cubicBezTo>
                  <a:cubicBezTo>
                    <a:pt x="212" y="0"/>
                    <a:pt x="207" y="0"/>
                    <a:pt x="206" y="0"/>
                  </a:cubicBezTo>
                  <a:cubicBezTo>
                    <a:pt x="203" y="0"/>
                    <a:pt x="201" y="1"/>
                    <a:pt x="199" y="5"/>
                  </a:cubicBezTo>
                  <a:cubicBezTo>
                    <a:pt x="184" y="29"/>
                    <a:pt x="173" y="37"/>
                    <a:pt x="161" y="37"/>
                  </a:cubicBezTo>
                  <a:cubicBezTo>
                    <a:pt x="150" y="37"/>
                    <a:pt x="144" y="30"/>
                    <a:pt x="136" y="21"/>
                  </a:cubicBezTo>
                  <a:cubicBezTo>
                    <a:pt x="127" y="10"/>
                    <a:pt x="118" y="0"/>
                    <a:pt x="102" y="0"/>
                  </a:cubicBezTo>
                  <a:cubicBezTo>
                    <a:pt x="64" y="0"/>
                    <a:pt x="41" y="46"/>
                    <a:pt x="41" y="57"/>
                  </a:cubicBezTo>
                  <a:cubicBezTo>
                    <a:pt x="41" y="59"/>
                    <a:pt x="43" y="62"/>
                    <a:pt x="47" y="62"/>
                  </a:cubicBezTo>
                  <a:cubicBezTo>
                    <a:pt x="52" y="62"/>
                    <a:pt x="53" y="60"/>
                    <a:pt x="54" y="57"/>
                  </a:cubicBezTo>
                  <a:cubicBezTo>
                    <a:pt x="63" y="34"/>
                    <a:pt x="92" y="33"/>
                    <a:pt x="96" y="33"/>
                  </a:cubicBezTo>
                  <a:cubicBezTo>
                    <a:pt x="107" y="33"/>
                    <a:pt x="116" y="37"/>
                    <a:pt x="128" y="41"/>
                  </a:cubicBezTo>
                  <a:cubicBezTo>
                    <a:pt x="148" y="48"/>
                    <a:pt x="153" y="48"/>
                    <a:pt x="166" y="48"/>
                  </a:cubicBezTo>
                  <a:cubicBezTo>
                    <a:pt x="148" y="70"/>
                    <a:pt x="106" y="105"/>
                    <a:pt x="97" y="113"/>
                  </a:cubicBezTo>
                  <a:lnTo>
                    <a:pt x="52" y="155"/>
                  </a:lnTo>
                  <a:cubicBezTo>
                    <a:pt x="18" y="189"/>
                    <a:pt x="0" y="217"/>
                    <a:pt x="0" y="221"/>
                  </a:cubicBezTo>
                  <a:cubicBezTo>
                    <a:pt x="0" y="226"/>
                    <a:pt x="5" y="226"/>
                    <a:pt x="6" y="226"/>
                  </a:cubicBezTo>
                  <a:cubicBezTo>
                    <a:pt x="10" y="226"/>
                    <a:pt x="11" y="225"/>
                    <a:pt x="14" y="219"/>
                  </a:cubicBezTo>
                  <a:cubicBezTo>
                    <a:pt x="26" y="202"/>
                    <a:pt x="41" y="188"/>
                    <a:pt x="57" y="188"/>
                  </a:cubicBezTo>
                  <a:cubicBezTo>
                    <a:pt x="68" y="188"/>
                    <a:pt x="73" y="193"/>
                    <a:pt x="86" y="207"/>
                  </a:cubicBezTo>
                  <a:cubicBezTo>
                    <a:pt x="94" y="218"/>
                    <a:pt x="103" y="226"/>
                    <a:pt x="118" y="226"/>
                  </a:cubicBezTo>
                  <a:cubicBezTo>
                    <a:pt x="167" y="226"/>
                    <a:pt x="196" y="162"/>
                    <a:pt x="196" y="149"/>
                  </a:cubicBezTo>
                  <a:cubicBezTo>
                    <a:pt x="196" y="146"/>
                    <a:pt x="194" y="144"/>
                    <a:pt x="190" y="144"/>
                  </a:cubicBezTo>
                  <a:cubicBezTo>
                    <a:pt x="185" y="144"/>
                    <a:pt x="184" y="147"/>
                    <a:pt x="183" y="150"/>
                  </a:cubicBezTo>
                  <a:cubicBezTo>
                    <a:pt x="171" y="183"/>
                    <a:pt x="140" y="192"/>
                    <a:pt x="123" y="192"/>
                  </a:cubicBezTo>
                  <a:cubicBezTo>
                    <a:pt x="113" y="192"/>
                    <a:pt x="104" y="189"/>
                    <a:pt x="94" y="186"/>
                  </a:cubicBezTo>
                  <a:cubicBezTo>
                    <a:pt x="77" y="179"/>
                    <a:pt x="69" y="177"/>
                    <a:pt x="59" y="177"/>
                  </a:cubicBezTo>
                  <a:cubicBezTo>
                    <a:pt x="58" y="177"/>
                    <a:pt x="50" y="177"/>
                    <a:pt x="45" y="17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8" name="Freeform 515"/>
            <p:cNvSpPr>
              <a:spLocks noEditPoints="1"/>
            </p:cNvSpPr>
            <p:nvPr>
              <p:custDataLst>
                <p:tags r:id="rId140"/>
              </p:custDataLst>
            </p:nvPr>
          </p:nvSpPr>
          <p:spPr bwMode="auto">
            <a:xfrm>
              <a:off x="4035425" y="3490913"/>
              <a:ext cx="60325" cy="87313"/>
            </a:xfrm>
            <a:custGeom>
              <a:avLst/>
              <a:gdLst>
                <a:gd name="T0" fmla="*/ 70 w 191"/>
                <a:gd name="T1" fmla="*/ 105 h 226"/>
                <a:gd name="T2" fmla="*/ 146 w 191"/>
                <a:gd name="T3" fmla="*/ 94 h 226"/>
                <a:gd name="T4" fmla="*/ 184 w 191"/>
                <a:gd name="T5" fmla="*/ 42 h 226"/>
                <a:gd name="T6" fmla="*/ 130 w 191"/>
                <a:gd name="T7" fmla="*/ 0 h 226"/>
                <a:gd name="T8" fmla="*/ 0 w 191"/>
                <a:gd name="T9" fmla="*/ 135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5 w 191"/>
                <a:gd name="T21" fmla="*/ 157 h 226"/>
                <a:gd name="T22" fmla="*/ 43 w 191"/>
                <a:gd name="T23" fmla="*/ 105 h 226"/>
                <a:gd name="T24" fmla="*/ 70 w 191"/>
                <a:gd name="T25" fmla="*/ 105 h 226"/>
                <a:gd name="T26" fmla="*/ 46 w 191"/>
                <a:gd name="T27" fmla="*/ 94 h 226"/>
                <a:gd name="T28" fmla="*/ 130 w 191"/>
                <a:gd name="T29" fmla="*/ 11 h 226"/>
                <a:gd name="T30" fmla="*/ 167 w 191"/>
                <a:gd name="T31" fmla="*/ 42 h 226"/>
                <a:gd name="T32" fmla="*/ 67 w 191"/>
                <a:gd name="T33" fmla="*/ 94 h 226"/>
                <a:gd name="T34" fmla="*/ 46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4" y="105"/>
                    <a:pt x="121" y="104"/>
                    <a:pt x="146" y="94"/>
                  </a:cubicBezTo>
                  <a:cubicBezTo>
                    <a:pt x="181" y="79"/>
                    <a:pt x="184" y="49"/>
                    <a:pt x="184" y="42"/>
                  </a:cubicBezTo>
                  <a:cubicBezTo>
                    <a:pt x="184" y="20"/>
                    <a:pt x="165" y="0"/>
                    <a:pt x="130" y="0"/>
                  </a:cubicBezTo>
                  <a:cubicBezTo>
                    <a:pt x="75" y="0"/>
                    <a:pt x="0" y="48"/>
                    <a:pt x="0" y="135"/>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39" y="215"/>
                    <a:pt x="85" y="215"/>
                    <a:pt x="79" y="215"/>
                  </a:cubicBezTo>
                  <a:cubicBezTo>
                    <a:pt x="40" y="215"/>
                    <a:pt x="35" y="173"/>
                    <a:pt x="35" y="157"/>
                  </a:cubicBezTo>
                  <a:cubicBezTo>
                    <a:pt x="35" y="151"/>
                    <a:pt x="36" y="135"/>
                    <a:pt x="43" y="105"/>
                  </a:cubicBezTo>
                  <a:lnTo>
                    <a:pt x="70" y="105"/>
                  </a:lnTo>
                  <a:close/>
                  <a:moveTo>
                    <a:pt x="46" y="94"/>
                  </a:moveTo>
                  <a:cubicBezTo>
                    <a:pt x="66" y="18"/>
                    <a:pt x="117" y="11"/>
                    <a:pt x="130" y="11"/>
                  </a:cubicBezTo>
                  <a:cubicBezTo>
                    <a:pt x="154" y="11"/>
                    <a:pt x="167" y="25"/>
                    <a:pt x="167" y="42"/>
                  </a:cubicBezTo>
                  <a:cubicBezTo>
                    <a:pt x="167" y="94"/>
                    <a:pt x="87" y="94"/>
                    <a:pt x="67" y="94"/>
                  </a:cubicBezTo>
                  <a:lnTo>
                    <a:pt x="46"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9" name="Freeform 516"/>
            <p:cNvSpPr>
              <a:spLocks/>
            </p:cNvSpPr>
            <p:nvPr>
              <p:custDataLst>
                <p:tags r:id="rId141"/>
              </p:custDataLst>
            </p:nvPr>
          </p:nvSpPr>
          <p:spPr bwMode="auto">
            <a:xfrm>
              <a:off x="4106863" y="3490913"/>
              <a:ext cx="65088" cy="87313"/>
            </a:xfrm>
            <a:custGeom>
              <a:avLst/>
              <a:gdLst>
                <a:gd name="T0" fmla="*/ 30 w 203"/>
                <a:gd name="T1" fmla="*/ 191 h 226"/>
                <a:gd name="T2" fmla="*/ 25 w 203"/>
                <a:gd name="T3" fmla="*/ 212 h 226"/>
                <a:gd name="T4" fmla="*/ 39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2 w 203"/>
                <a:gd name="T29" fmla="*/ 0 h 226"/>
                <a:gd name="T30" fmla="*/ 16 w 203"/>
                <a:gd name="T31" fmla="*/ 28 h 226"/>
                <a:gd name="T32" fmla="*/ 0 w 203"/>
                <a:gd name="T33" fmla="*/ 77 h 226"/>
                <a:gd name="T34" fmla="*/ 6 w 203"/>
                <a:gd name="T35" fmla="*/ 82 h 226"/>
                <a:gd name="T36" fmla="*/ 15 w 203"/>
                <a:gd name="T37" fmla="*/ 70 h 226"/>
                <a:gd name="T38" fmla="*/ 51 w 203"/>
                <a:gd name="T39" fmla="*/ 11 h 226"/>
                <a:gd name="T40" fmla="*/ 66 w 203"/>
                <a:gd name="T41" fmla="*/ 34 h 226"/>
                <a:gd name="T42" fmla="*/ 58 w 203"/>
                <a:gd name="T43" fmla="*/ 76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39" y="226"/>
                  </a:cubicBezTo>
                  <a:cubicBezTo>
                    <a:pt x="45" y="226"/>
                    <a:pt x="54" y="222"/>
                    <a:pt x="58" y="212"/>
                  </a:cubicBezTo>
                  <a:cubicBezTo>
                    <a:pt x="59" y="210"/>
                    <a:pt x="76" y="142"/>
                    <a:pt x="78" y="133"/>
                  </a:cubicBezTo>
                  <a:cubicBezTo>
                    <a:pt x="82" y="116"/>
                    <a:pt x="91" y="82"/>
                    <a:pt x="94" y="68"/>
                  </a:cubicBezTo>
                  <a:cubicBezTo>
                    <a:pt x="96" y="62"/>
                    <a:pt x="110" y="38"/>
                    <a:pt x="122" y="27"/>
                  </a:cubicBezTo>
                  <a:cubicBezTo>
                    <a:pt x="126" y="24"/>
                    <a:pt x="140"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29" y="0"/>
                    <a:pt x="107" y="24"/>
                    <a:pt x="98" y="38"/>
                  </a:cubicBezTo>
                  <a:cubicBezTo>
                    <a:pt x="94" y="16"/>
                    <a:pt x="76" y="0"/>
                    <a:pt x="52" y="0"/>
                  </a:cubicBezTo>
                  <a:cubicBezTo>
                    <a:pt x="30" y="0"/>
                    <a:pt x="20" y="19"/>
                    <a:pt x="16" y="28"/>
                  </a:cubicBezTo>
                  <a:cubicBezTo>
                    <a:pt x="7" y="45"/>
                    <a:pt x="0" y="75"/>
                    <a:pt x="0" y="77"/>
                  </a:cubicBezTo>
                  <a:cubicBezTo>
                    <a:pt x="0" y="82"/>
                    <a:pt x="5" y="82"/>
                    <a:pt x="6" y="82"/>
                  </a:cubicBezTo>
                  <a:cubicBezTo>
                    <a:pt x="11" y="82"/>
                    <a:pt x="12" y="81"/>
                    <a:pt x="15" y="70"/>
                  </a:cubicBezTo>
                  <a:cubicBezTo>
                    <a:pt x="23" y="35"/>
                    <a:pt x="33" y="11"/>
                    <a:pt x="51" y="11"/>
                  </a:cubicBezTo>
                  <a:cubicBezTo>
                    <a:pt x="59" y="11"/>
                    <a:pt x="66" y="15"/>
                    <a:pt x="66" y="34"/>
                  </a:cubicBezTo>
                  <a:cubicBezTo>
                    <a:pt x="66" y="44"/>
                    <a:pt x="65" y="50"/>
                    <a:pt x="58" y="76"/>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0" name="Freeform 517"/>
            <p:cNvSpPr>
              <a:spLocks/>
            </p:cNvSpPr>
            <p:nvPr>
              <p:custDataLst>
                <p:tags r:id="rId142"/>
              </p:custDataLst>
            </p:nvPr>
          </p:nvSpPr>
          <p:spPr bwMode="auto">
            <a:xfrm>
              <a:off x="4183063" y="3490913"/>
              <a:ext cx="69850" cy="87313"/>
            </a:xfrm>
            <a:custGeom>
              <a:avLst/>
              <a:gdLst>
                <a:gd name="T0" fmla="*/ 219 w 219"/>
                <a:gd name="T1" fmla="*/ 35 h 226"/>
                <a:gd name="T2" fmla="*/ 197 w 219"/>
                <a:gd name="T3" fmla="*/ 0 h 226"/>
                <a:gd name="T4" fmla="*/ 173 w 219"/>
                <a:gd name="T5" fmla="*/ 24 h 226"/>
                <a:gd name="T6" fmla="*/ 181 w 219"/>
                <a:gd name="T7" fmla="*/ 39 h 226"/>
                <a:gd name="T8" fmla="*/ 198 w 219"/>
                <a:gd name="T9" fmla="*/ 80 h 226"/>
                <a:gd name="T10" fmla="*/ 109 w 219"/>
                <a:gd name="T11" fmla="*/ 215 h 226"/>
                <a:gd name="T12" fmla="*/ 72 w 219"/>
                <a:gd name="T13" fmla="*/ 171 h 226"/>
                <a:gd name="T14" fmla="*/ 101 w 219"/>
                <a:gd name="T15" fmla="*/ 66 h 226"/>
                <a:gd name="T16" fmla="*/ 107 w 219"/>
                <a:gd name="T17" fmla="*/ 41 h 226"/>
                <a:gd name="T18" fmla="*/ 66 w 219"/>
                <a:gd name="T19" fmla="*/ 0 h 226"/>
                <a:gd name="T20" fmla="*/ 0 w 219"/>
                <a:gd name="T21" fmla="*/ 77 h 226"/>
                <a:gd name="T22" fmla="*/ 6 w 219"/>
                <a:gd name="T23" fmla="*/ 82 h 226"/>
                <a:gd name="T24" fmla="*/ 14 w 219"/>
                <a:gd name="T25" fmla="*/ 73 h 226"/>
                <a:gd name="T26" fmla="*/ 65 w 219"/>
                <a:gd name="T27" fmla="*/ 11 h 226"/>
                <a:gd name="T28" fmla="*/ 77 w 219"/>
                <a:gd name="T29" fmla="*/ 27 h 226"/>
                <a:gd name="T30" fmla="*/ 69 w 219"/>
                <a:gd name="T31" fmla="*/ 62 h 226"/>
                <a:gd name="T32" fmla="*/ 40 w 219"/>
                <a:gd name="T33" fmla="*/ 164 h 226"/>
                <a:gd name="T34" fmla="*/ 107 w 219"/>
                <a:gd name="T35" fmla="*/ 226 h 226"/>
                <a:gd name="T36" fmla="*/ 219 w 219"/>
                <a:gd name="T37" fmla="*/ 3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226">
                  <a:moveTo>
                    <a:pt x="219" y="35"/>
                  </a:moveTo>
                  <a:cubicBezTo>
                    <a:pt x="219" y="8"/>
                    <a:pt x="206" y="0"/>
                    <a:pt x="197" y="0"/>
                  </a:cubicBezTo>
                  <a:cubicBezTo>
                    <a:pt x="185" y="0"/>
                    <a:pt x="173" y="13"/>
                    <a:pt x="173" y="24"/>
                  </a:cubicBezTo>
                  <a:cubicBezTo>
                    <a:pt x="173" y="30"/>
                    <a:pt x="175" y="33"/>
                    <a:pt x="181" y="39"/>
                  </a:cubicBezTo>
                  <a:cubicBezTo>
                    <a:pt x="191" y="49"/>
                    <a:pt x="198" y="62"/>
                    <a:pt x="198" y="80"/>
                  </a:cubicBezTo>
                  <a:cubicBezTo>
                    <a:pt x="198" y="100"/>
                    <a:pt x="167" y="215"/>
                    <a:pt x="109" y="215"/>
                  </a:cubicBezTo>
                  <a:cubicBezTo>
                    <a:pt x="83" y="215"/>
                    <a:pt x="72" y="197"/>
                    <a:pt x="72" y="171"/>
                  </a:cubicBezTo>
                  <a:cubicBezTo>
                    <a:pt x="72" y="143"/>
                    <a:pt x="85" y="107"/>
                    <a:pt x="101" y="66"/>
                  </a:cubicBezTo>
                  <a:cubicBezTo>
                    <a:pt x="104" y="57"/>
                    <a:pt x="107" y="50"/>
                    <a:pt x="107" y="41"/>
                  </a:cubicBezTo>
                  <a:cubicBezTo>
                    <a:pt x="107" y="18"/>
                    <a:pt x="91" y="0"/>
                    <a:pt x="66" y="0"/>
                  </a:cubicBezTo>
                  <a:cubicBezTo>
                    <a:pt x="19" y="0"/>
                    <a:pt x="0" y="72"/>
                    <a:pt x="0" y="77"/>
                  </a:cubicBezTo>
                  <a:cubicBezTo>
                    <a:pt x="0" y="82"/>
                    <a:pt x="5" y="82"/>
                    <a:pt x="6" y="82"/>
                  </a:cubicBezTo>
                  <a:cubicBezTo>
                    <a:pt x="11" y="82"/>
                    <a:pt x="12" y="81"/>
                    <a:pt x="14" y="73"/>
                  </a:cubicBezTo>
                  <a:cubicBezTo>
                    <a:pt x="29" y="22"/>
                    <a:pt x="50" y="11"/>
                    <a:pt x="65" y="11"/>
                  </a:cubicBezTo>
                  <a:cubicBezTo>
                    <a:pt x="69" y="11"/>
                    <a:pt x="77" y="11"/>
                    <a:pt x="77" y="27"/>
                  </a:cubicBezTo>
                  <a:cubicBezTo>
                    <a:pt x="77" y="39"/>
                    <a:pt x="72" y="53"/>
                    <a:pt x="69" y="62"/>
                  </a:cubicBezTo>
                  <a:cubicBezTo>
                    <a:pt x="47" y="119"/>
                    <a:pt x="40" y="142"/>
                    <a:pt x="40" y="164"/>
                  </a:cubicBezTo>
                  <a:cubicBezTo>
                    <a:pt x="40" y="218"/>
                    <a:pt x="84" y="226"/>
                    <a:pt x="107" y="226"/>
                  </a:cubicBezTo>
                  <a:cubicBezTo>
                    <a:pt x="191" y="226"/>
                    <a:pt x="219" y="61"/>
                    <a:pt x="219" y="3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1" name="Freeform 518"/>
            <p:cNvSpPr>
              <a:spLocks noEditPoints="1"/>
            </p:cNvSpPr>
            <p:nvPr>
              <p:custDataLst>
                <p:tags r:id="rId143"/>
              </p:custDataLst>
            </p:nvPr>
          </p:nvSpPr>
          <p:spPr bwMode="auto">
            <a:xfrm>
              <a:off x="4267200" y="3490913"/>
              <a:ext cx="73025" cy="87313"/>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7 w 228"/>
                <a:gd name="T11" fmla="*/ 226 h 226"/>
                <a:gd name="T12" fmla="*/ 213 w 228"/>
                <a:gd name="T13" fmla="*/ 198 h 226"/>
                <a:gd name="T14" fmla="*/ 228 w 228"/>
                <a:gd name="T15" fmla="*/ 149 h 226"/>
                <a:gd name="T16" fmla="*/ 222 w 228"/>
                <a:gd name="T17" fmla="*/ 144 h 226"/>
                <a:gd name="T18" fmla="*/ 215 w 228"/>
                <a:gd name="T19" fmla="*/ 153 h 226"/>
                <a:gd name="T20" fmla="*/ 178 w 228"/>
                <a:gd name="T21" fmla="*/ 215 h 226"/>
                <a:gd name="T22" fmla="*/ 163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4 w 228"/>
                <a:gd name="T37" fmla="*/ 161 h 226"/>
                <a:gd name="T38" fmla="*/ 124 w 228"/>
                <a:gd name="T39" fmla="*/ 179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9 w 228"/>
                <a:gd name="T51" fmla="*/ 63 h 226"/>
                <a:gd name="T52" fmla="*/ 134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3" y="0"/>
                    <a:pt x="120" y="0"/>
                  </a:cubicBezTo>
                  <a:cubicBezTo>
                    <a:pt x="62" y="0"/>
                    <a:pt x="0" y="73"/>
                    <a:pt x="0" y="146"/>
                  </a:cubicBezTo>
                  <a:cubicBezTo>
                    <a:pt x="0" y="193"/>
                    <a:pt x="27" y="226"/>
                    <a:pt x="66" y="226"/>
                  </a:cubicBezTo>
                  <a:cubicBezTo>
                    <a:pt x="76" y="226"/>
                    <a:pt x="101" y="224"/>
                    <a:pt x="131" y="188"/>
                  </a:cubicBezTo>
                  <a:cubicBezTo>
                    <a:pt x="135" y="209"/>
                    <a:pt x="153" y="226"/>
                    <a:pt x="177"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1" y="26"/>
                    <a:pt x="201" y="25"/>
                    <a:pt x="201" y="23"/>
                  </a:cubicBezTo>
                  <a:cubicBezTo>
                    <a:pt x="201" y="15"/>
                    <a:pt x="196" y="10"/>
                    <a:pt x="187" y="10"/>
                  </a:cubicBezTo>
                  <a:cubicBezTo>
                    <a:pt x="175" y="10"/>
                    <a:pt x="168" y="21"/>
                    <a:pt x="166" y="32"/>
                  </a:cubicBezTo>
                  <a:close/>
                  <a:moveTo>
                    <a:pt x="134" y="161"/>
                  </a:moveTo>
                  <a:cubicBezTo>
                    <a:pt x="131" y="170"/>
                    <a:pt x="131" y="171"/>
                    <a:pt x="124" y="179"/>
                  </a:cubicBezTo>
                  <a:cubicBezTo>
                    <a:pt x="102" y="207"/>
                    <a:pt x="81" y="215"/>
                    <a:pt x="67" y="215"/>
                  </a:cubicBezTo>
                  <a:cubicBezTo>
                    <a:pt x="42" y="215"/>
                    <a:pt x="35" y="187"/>
                    <a:pt x="35" y="168"/>
                  </a:cubicBezTo>
                  <a:cubicBezTo>
                    <a:pt x="35" y="143"/>
                    <a:pt x="51" y="82"/>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2" name="Freeform 519"/>
            <p:cNvSpPr>
              <a:spLocks/>
            </p:cNvSpPr>
            <p:nvPr>
              <p:custDataLst>
                <p:tags r:id="rId144"/>
              </p:custDataLst>
            </p:nvPr>
          </p:nvSpPr>
          <p:spPr bwMode="auto">
            <a:xfrm>
              <a:off x="4351338" y="3490913"/>
              <a:ext cx="61913" cy="87313"/>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4 w 194"/>
                <a:gd name="T11" fmla="*/ 0 h 226"/>
                <a:gd name="T12" fmla="*/ 0 w 194"/>
                <a:gd name="T13" fmla="*/ 141 h 226"/>
                <a:gd name="T14" fmla="*/ 81 w 194"/>
                <a:gd name="T15" fmla="*/ 226 h 226"/>
                <a:gd name="T16" fmla="*/ 194 w 194"/>
                <a:gd name="T17" fmla="*/ 167 h 226"/>
                <a:gd name="T18" fmla="*/ 188 w 194"/>
                <a:gd name="T19" fmla="*/ 160 h 226"/>
                <a:gd name="T20" fmla="*/ 181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4" y="0"/>
                  </a:cubicBezTo>
                  <a:cubicBezTo>
                    <a:pt x="66" y="0"/>
                    <a:pt x="0" y="71"/>
                    <a:pt x="0" y="141"/>
                  </a:cubicBezTo>
                  <a:cubicBezTo>
                    <a:pt x="0" y="186"/>
                    <a:pt x="29" y="226"/>
                    <a:pt x="81" y="226"/>
                  </a:cubicBezTo>
                  <a:cubicBezTo>
                    <a:pt x="152" y="226"/>
                    <a:pt x="194" y="173"/>
                    <a:pt x="194" y="167"/>
                  </a:cubicBezTo>
                  <a:cubicBezTo>
                    <a:pt x="194" y="164"/>
                    <a:pt x="191" y="160"/>
                    <a:pt x="188" y="160"/>
                  </a:cubicBezTo>
                  <a:cubicBezTo>
                    <a:pt x="185" y="160"/>
                    <a:pt x="184" y="161"/>
                    <a:pt x="181" y="165"/>
                  </a:cubicBezTo>
                  <a:cubicBezTo>
                    <a:pt x="142" y="215"/>
                    <a:pt x="88" y="215"/>
                    <a:pt x="82" y="215"/>
                  </a:cubicBezTo>
                  <a:cubicBezTo>
                    <a:pt x="50" y="215"/>
                    <a:pt x="37" y="190"/>
                    <a:pt x="37" y="160"/>
                  </a:cubicBezTo>
                  <a:cubicBezTo>
                    <a:pt x="37" y="140"/>
                    <a:pt x="47" y="92"/>
                    <a:pt x="64" y="61"/>
                  </a:cubicBezTo>
                  <a:cubicBezTo>
                    <a:pt x="79" y="32"/>
                    <a:pt x="107"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3" name="Freeform 520"/>
            <p:cNvSpPr>
              <a:spLocks noEditPoints="1"/>
            </p:cNvSpPr>
            <p:nvPr>
              <p:custDataLst>
                <p:tags r:id="rId145"/>
              </p:custDataLst>
            </p:nvPr>
          </p:nvSpPr>
          <p:spPr bwMode="auto">
            <a:xfrm>
              <a:off x="4419600" y="3448050"/>
              <a:ext cx="41275" cy="130175"/>
            </a:xfrm>
            <a:custGeom>
              <a:avLst/>
              <a:gdLst>
                <a:gd name="T0" fmla="*/ 127 w 131"/>
                <a:gd name="T1" fmla="*/ 18 h 336"/>
                <a:gd name="T2" fmla="*/ 108 w 131"/>
                <a:gd name="T3" fmla="*/ 0 h 336"/>
                <a:gd name="T4" fmla="*/ 81 w 131"/>
                <a:gd name="T5" fmla="*/ 27 h 336"/>
                <a:gd name="T6" fmla="*/ 100 w 131"/>
                <a:gd name="T7" fmla="*/ 45 h 336"/>
                <a:gd name="T8" fmla="*/ 127 w 131"/>
                <a:gd name="T9" fmla="*/ 18 h 336"/>
                <a:gd name="T10" fmla="*/ 89 w 131"/>
                <a:gd name="T11" fmla="*/ 206 h 336"/>
                <a:gd name="T12" fmla="*/ 100 w 131"/>
                <a:gd name="T13" fmla="*/ 177 h 336"/>
                <a:gd name="T14" fmla="*/ 106 w 131"/>
                <a:gd name="T15" fmla="*/ 151 h 336"/>
                <a:gd name="T16" fmla="*/ 65 w 131"/>
                <a:gd name="T17" fmla="*/ 110 h 336"/>
                <a:gd name="T18" fmla="*/ 0 w 131"/>
                <a:gd name="T19" fmla="*/ 187 h 336"/>
                <a:gd name="T20" fmla="*/ 6 w 131"/>
                <a:gd name="T21" fmla="*/ 192 h 336"/>
                <a:gd name="T22" fmla="*/ 14 w 131"/>
                <a:gd name="T23" fmla="*/ 183 h 336"/>
                <a:gd name="T24" fmla="*/ 64 w 131"/>
                <a:gd name="T25" fmla="*/ 121 h 336"/>
                <a:gd name="T26" fmla="*/ 76 w 131"/>
                <a:gd name="T27" fmla="*/ 137 h 336"/>
                <a:gd name="T28" fmla="*/ 71 w 131"/>
                <a:gd name="T29" fmla="*/ 163 h 336"/>
                <a:gd name="T30" fmla="*/ 36 w 131"/>
                <a:gd name="T31" fmla="*/ 255 h 336"/>
                <a:gd name="T32" fmla="*/ 25 w 131"/>
                <a:gd name="T33" fmla="*/ 295 h 336"/>
                <a:gd name="T34" fmla="*/ 66 w 131"/>
                <a:gd name="T35" fmla="*/ 336 h 336"/>
                <a:gd name="T36" fmla="*/ 131 w 131"/>
                <a:gd name="T37" fmla="*/ 259 h 336"/>
                <a:gd name="T38" fmla="*/ 125 w 131"/>
                <a:gd name="T39" fmla="*/ 254 h 336"/>
                <a:gd name="T40" fmla="*/ 118 w 131"/>
                <a:gd name="T41" fmla="*/ 263 h 336"/>
                <a:gd name="T42" fmla="*/ 67 w 131"/>
                <a:gd name="T43" fmla="*/ 325 h 336"/>
                <a:gd name="T44" fmla="*/ 55 w 131"/>
                <a:gd name="T45" fmla="*/ 308 h 336"/>
                <a:gd name="T46" fmla="*/ 69 w 131"/>
                <a:gd name="T47" fmla="*/ 258 h 336"/>
                <a:gd name="T48" fmla="*/ 89 w 131"/>
                <a:gd name="T49" fmla="*/ 20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1" h="336">
                  <a:moveTo>
                    <a:pt x="127" y="18"/>
                  </a:moveTo>
                  <a:cubicBezTo>
                    <a:pt x="127" y="8"/>
                    <a:pt x="120" y="0"/>
                    <a:pt x="108" y="0"/>
                  </a:cubicBezTo>
                  <a:cubicBezTo>
                    <a:pt x="95" y="0"/>
                    <a:pt x="81" y="13"/>
                    <a:pt x="81" y="27"/>
                  </a:cubicBezTo>
                  <a:cubicBezTo>
                    <a:pt x="81" y="36"/>
                    <a:pt x="88" y="45"/>
                    <a:pt x="100" y="45"/>
                  </a:cubicBezTo>
                  <a:cubicBezTo>
                    <a:pt x="112" y="45"/>
                    <a:pt x="127" y="33"/>
                    <a:pt x="127" y="18"/>
                  </a:cubicBezTo>
                  <a:close/>
                  <a:moveTo>
                    <a:pt x="89" y="206"/>
                  </a:moveTo>
                  <a:cubicBezTo>
                    <a:pt x="95" y="192"/>
                    <a:pt x="95" y="191"/>
                    <a:pt x="100" y="177"/>
                  </a:cubicBezTo>
                  <a:cubicBezTo>
                    <a:pt x="104" y="167"/>
                    <a:pt x="106" y="160"/>
                    <a:pt x="106" y="151"/>
                  </a:cubicBezTo>
                  <a:cubicBezTo>
                    <a:pt x="106" y="128"/>
                    <a:pt x="90" y="110"/>
                    <a:pt x="65" y="110"/>
                  </a:cubicBezTo>
                  <a:cubicBezTo>
                    <a:pt x="19" y="110"/>
                    <a:pt x="0" y="182"/>
                    <a:pt x="0" y="187"/>
                  </a:cubicBezTo>
                  <a:cubicBezTo>
                    <a:pt x="0" y="192"/>
                    <a:pt x="5" y="192"/>
                    <a:pt x="6" y="192"/>
                  </a:cubicBezTo>
                  <a:cubicBezTo>
                    <a:pt x="11" y="192"/>
                    <a:pt x="11" y="191"/>
                    <a:pt x="14" y="183"/>
                  </a:cubicBezTo>
                  <a:cubicBezTo>
                    <a:pt x="27" y="136"/>
                    <a:pt x="47" y="121"/>
                    <a:pt x="64" y="121"/>
                  </a:cubicBezTo>
                  <a:cubicBezTo>
                    <a:pt x="68" y="121"/>
                    <a:pt x="76" y="121"/>
                    <a:pt x="76" y="137"/>
                  </a:cubicBezTo>
                  <a:cubicBezTo>
                    <a:pt x="76" y="147"/>
                    <a:pt x="73" y="158"/>
                    <a:pt x="71" y="163"/>
                  </a:cubicBezTo>
                  <a:cubicBezTo>
                    <a:pt x="67" y="176"/>
                    <a:pt x="44" y="233"/>
                    <a:pt x="36" y="255"/>
                  </a:cubicBezTo>
                  <a:cubicBezTo>
                    <a:pt x="31" y="268"/>
                    <a:pt x="25" y="284"/>
                    <a:pt x="25" y="295"/>
                  </a:cubicBezTo>
                  <a:cubicBezTo>
                    <a:pt x="25" y="318"/>
                    <a:pt x="42" y="336"/>
                    <a:pt x="66" y="336"/>
                  </a:cubicBezTo>
                  <a:cubicBezTo>
                    <a:pt x="113" y="336"/>
                    <a:pt x="131" y="263"/>
                    <a:pt x="131" y="259"/>
                  </a:cubicBezTo>
                  <a:cubicBezTo>
                    <a:pt x="131" y="254"/>
                    <a:pt x="127" y="254"/>
                    <a:pt x="125" y="254"/>
                  </a:cubicBezTo>
                  <a:cubicBezTo>
                    <a:pt x="120" y="254"/>
                    <a:pt x="120" y="255"/>
                    <a:pt x="118" y="263"/>
                  </a:cubicBezTo>
                  <a:cubicBezTo>
                    <a:pt x="109" y="294"/>
                    <a:pt x="92" y="325"/>
                    <a:pt x="67" y="325"/>
                  </a:cubicBezTo>
                  <a:cubicBezTo>
                    <a:pt x="58" y="325"/>
                    <a:pt x="55" y="320"/>
                    <a:pt x="55" y="308"/>
                  </a:cubicBezTo>
                  <a:cubicBezTo>
                    <a:pt x="55" y="296"/>
                    <a:pt x="58" y="289"/>
                    <a:pt x="69" y="258"/>
                  </a:cubicBezTo>
                  <a:lnTo>
                    <a:pt x="89" y="20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4" name="Freeform 521"/>
            <p:cNvSpPr>
              <a:spLocks noEditPoints="1"/>
            </p:cNvSpPr>
            <p:nvPr>
              <p:custDataLst>
                <p:tags r:id="rId146"/>
              </p:custDataLst>
            </p:nvPr>
          </p:nvSpPr>
          <p:spPr bwMode="auto">
            <a:xfrm>
              <a:off x="4467225" y="3448050"/>
              <a:ext cx="65088" cy="166688"/>
            </a:xfrm>
            <a:custGeom>
              <a:avLst/>
              <a:gdLst>
                <a:gd name="T0" fmla="*/ 205 w 205"/>
                <a:gd name="T1" fmla="*/ 18 h 433"/>
                <a:gd name="T2" fmla="*/ 186 w 205"/>
                <a:gd name="T3" fmla="*/ 0 h 433"/>
                <a:gd name="T4" fmla="*/ 159 w 205"/>
                <a:gd name="T5" fmla="*/ 27 h 433"/>
                <a:gd name="T6" fmla="*/ 178 w 205"/>
                <a:gd name="T7" fmla="*/ 45 h 433"/>
                <a:gd name="T8" fmla="*/ 205 w 205"/>
                <a:gd name="T9" fmla="*/ 18 h 433"/>
                <a:gd name="T10" fmla="*/ 104 w 205"/>
                <a:gd name="T11" fmla="*/ 355 h 433"/>
                <a:gd name="T12" fmla="*/ 43 w 205"/>
                <a:gd name="T13" fmla="*/ 422 h 433"/>
                <a:gd name="T14" fmla="*/ 24 w 205"/>
                <a:gd name="T15" fmla="*/ 417 h 433"/>
                <a:gd name="T16" fmla="*/ 46 w 205"/>
                <a:gd name="T17" fmla="*/ 391 h 433"/>
                <a:gd name="T18" fmla="*/ 27 w 205"/>
                <a:gd name="T19" fmla="*/ 373 h 433"/>
                <a:gd name="T20" fmla="*/ 0 w 205"/>
                <a:gd name="T21" fmla="*/ 402 h 433"/>
                <a:gd name="T22" fmla="*/ 44 w 205"/>
                <a:gd name="T23" fmla="*/ 433 h 433"/>
                <a:gd name="T24" fmla="*/ 138 w 205"/>
                <a:gd name="T25" fmla="*/ 357 h 433"/>
                <a:gd name="T26" fmla="*/ 184 w 205"/>
                <a:gd name="T27" fmla="*/ 174 h 433"/>
                <a:gd name="T28" fmla="*/ 186 w 205"/>
                <a:gd name="T29" fmla="*/ 156 h 433"/>
                <a:gd name="T30" fmla="*/ 140 w 205"/>
                <a:gd name="T31" fmla="*/ 110 h 433"/>
                <a:gd name="T32" fmla="*/ 61 w 205"/>
                <a:gd name="T33" fmla="*/ 187 h 433"/>
                <a:gd name="T34" fmla="*/ 67 w 205"/>
                <a:gd name="T35" fmla="*/ 192 h 433"/>
                <a:gd name="T36" fmla="*/ 76 w 205"/>
                <a:gd name="T37" fmla="*/ 182 h 433"/>
                <a:gd name="T38" fmla="*/ 139 w 205"/>
                <a:gd name="T39" fmla="*/ 121 h 433"/>
                <a:gd name="T40" fmla="*/ 155 w 205"/>
                <a:gd name="T41" fmla="*/ 144 h 433"/>
                <a:gd name="T42" fmla="*/ 151 w 205"/>
                <a:gd name="T43" fmla="*/ 169 h 433"/>
                <a:gd name="T44" fmla="*/ 104 w 205"/>
                <a:gd name="T45" fmla="*/ 355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3">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4" y="355"/>
                  </a:moveTo>
                  <a:cubicBezTo>
                    <a:pt x="95" y="393"/>
                    <a:pt x="71" y="422"/>
                    <a:pt x="43" y="422"/>
                  </a:cubicBezTo>
                  <a:cubicBezTo>
                    <a:pt x="40" y="422"/>
                    <a:pt x="33" y="422"/>
                    <a:pt x="24" y="417"/>
                  </a:cubicBezTo>
                  <a:cubicBezTo>
                    <a:pt x="39" y="414"/>
                    <a:pt x="46" y="401"/>
                    <a:pt x="46" y="391"/>
                  </a:cubicBezTo>
                  <a:cubicBezTo>
                    <a:pt x="46" y="383"/>
                    <a:pt x="41" y="373"/>
                    <a:pt x="27" y="373"/>
                  </a:cubicBezTo>
                  <a:cubicBezTo>
                    <a:pt x="15" y="373"/>
                    <a:pt x="0" y="384"/>
                    <a:pt x="0" y="402"/>
                  </a:cubicBezTo>
                  <a:cubicBezTo>
                    <a:pt x="0" y="422"/>
                    <a:pt x="20" y="433"/>
                    <a:pt x="44" y="433"/>
                  </a:cubicBezTo>
                  <a:cubicBezTo>
                    <a:pt x="79" y="433"/>
                    <a:pt x="125" y="406"/>
                    <a:pt x="138" y="357"/>
                  </a:cubicBezTo>
                  <a:lnTo>
                    <a:pt x="184" y="174"/>
                  </a:lnTo>
                  <a:cubicBezTo>
                    <a:pt x="186" y="164"/>
                    <a:pt x="186" y="157"/>
                    <a:pt x="186" y="156"/>
                  </a:cubicBezTo>
                  <a:cubicBezTo>
                    <a:pt x="186" y="127"/>
                    <a:pt x="165" y="110"/>
                    <a:pt x="140" y="110"/>
                  </a:cubicBezTo>
                  <a:cubicBezTo>
                    <a:pt x="89" y="110"/>
                    <a:pt x="61" y="182"/>
                    <a:pt x="61" y="187"/>
                  </a:cubicBezTo>
                  <a:cubicBezTo>
                    <a:pt x="61" y="192"/>
                    <a:pt x="66" y="192"/>
                    <a:pt x="67" y="192"/>
                  </a:cubicBezTo>
                  <a:cubicBezTo>
                    <a:pt x="72" y="192"/>
                    <a:pt x="72" y="191"/>
                    <a:pt x="76" y="182"/>
                  </a:cubicBezTo>
                  <a:cubicBezTo>
                    <a:pt x="88" y="151"/>
                    <a:pt x="111" y="121"/>
                    <a:pt x="139" y="121"/>
                  </a:cubicBezTo>
                  <a:cubicBezTo>
                    <a:pt x="146" y="121"/>
                    <a:pt x="155" y="123"/>
                    <a:pt x="155" y="144"/>
                  </a:cubicBezTo>
                  <a:cubicBezTo>
                    <a:pt x="155"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5" name="Freeform 522"/>
            <p:cNvSpPr>
              <a:spLocks noEditPoints="1"/>
            </p:cNvSpPr>
            <p:nvPr>
              <p:custDataLst>
                <p:tags r:id="rId147"/>
              </p:custDataLst>
            </p:nvPr>
          </p:nvSpPr>
          <p:spPr bwMode="auto">
            <a:xfrm>
              <a:off x="4549775" y="3490913"/>
              <a:ext cx="73025" cy="87313"/>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79 h 226"/>
                <a:gd name="T40" fmla="*/ 67 w 228"/>
                <a:gd name="T41" fmla="*/ 215 h 226"/>
                <a:gd name="T42" fmla="*/ 35 w 228"/>
                <a:gd name="T43" fmla="*/ 168 h 226"/>
                <a:gd name="T44" fmla="*/ 62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1"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79"/>
                  </a:cubicBezTo>
                  <a:cubicBezTo>
                    <a:pt x="101" y="207"/>
                    <a:pt x="81" y="215"/>
                    <a:pt x="67" y="215"/>
                  </a:cubicBezTo>
                  <a:cubicBezTo>
                    <a:pt x="42" y="215"/>
                    <a:pt x="35" y="187"/>
                    <a:pt x="35" y="168"/>
                  </a:cubicBezTo>
                  <a:cubicBezTo>
                    <a:pt x="35" y="143"/>
                    <a:pt x="51" y="82"/>
                    <a:pt x="62"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6" name="Freeform 523"/>
            <p:cNvSpPr>
              <a:spLocks/>
            </p:cNvSpPr>
            <p:nvPr>
              <p:custDataLst>
                <p:tags r:id="rId148"/>
              </p:custDataLst>
            </p:nvPr>
          </p:nvSpPr>
          <p:spPr bwMode="auto">
            <a:xfrm>
              <a:off x="4637088" y="3432175"/>
              <a:ext cx="36513" cy="192088"/>
            </a:xfrm>
            <a:custGeom>
              <a:avLst/>
              <a:gdLst>
                <a:gd name="T0" fmla="*/ 116 w 116"/>
                <a:gd name="T1" fmla="*/ 249 h 499"/>
                <a:gd name="T2" fmla="*/ 83 w 116"/>
                <a:gd name="T3" fmla="*/ 94 h 499"/>
                <a:gd name="T4" fmla="*/ 5 w 116"/>
                <a:gd name="T5" fmla="*/ 0 h 499"/>
                <a:gd name="T6" fmla="*/ 0 w 116"/>
                <a:gd name="T7" fmla="*/ 5 h 499"/>
                <a:gd name="T8" fmla="*/ 10 w 116"/>
                <a:gd name="T9" fmla="*/ 16 h 499"/>
                <a:gd name="T10" fmla="*/ 87 w 116"/>
                <a:gd name="T11" fmla="*/ 249 h 499"/>
                <a:gd name="T12" fmla="*/ 7 w 116"/>
                <a:gd name="T13" fmla="*/ 486 h 499"/>
                <a:gd name="T14" fmla="*/ 0 w 116"/>
                <a:gd name="T15" fmla="*/ 494 h 499"/>
                <a:gd name="T16" fmla="*/ 5 w 116"/>
                <a:gd name="T17" fmla="*/ 499 h 499"/>
                <a:gd name="T18" fmla="*/ 85 w 116"/>
                <a:gd name="T19" fmla="*/ 402 h 499"/>
                <a:gd name="T20" fmla="*/ 116 w 116"/>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49"/>
                  </a:moveTo>
                  <a:cubicBezTo>
                    <a:pt x="116" y="211"/>
                    <a:pt x="110" y="150"/>
                    <a:pt x="83" y="94"/>
                  </a:cubicBezTo>
                  <a:cubicBezTo>
                    <a:pt x="53" y="32"/>
                    <a:pt x="10" y="0"/>
                    <a:pt x="5" y="0"/>
                  </a:cubicBezTo>
                  <a:cubicBezTo>
                    <a:pt x="2" y="0"/>
                    <a:pt x="0" y="2"/>
                    <a:pt x="0" y="5"/>
                  </a:cubicBezTo>
                  <a:cubicBezTo>
                    <a:pt x="0" y="6"/>
                    <a:pt x="0" y="7"/>
                    <a:pt x="10" y="16"/>
                  </a:cubicBezTo>
                  <a:cubicBezTo>
                    <a:pt x="59" y="66"/>
                    <a:pt x="87" y="145"/>
                    <a:pt x="87" y="249"/>
                  </a:cubicBezTo>
                  <a:cubicBezTo>
                    <a:pt x="87" y="335"/>
                    <a:pt x="69" y="423"/>
                    <a:pt x="7" y="486"/>
                  </a:cubicBezTo>
                  <a:cubicBezTo>
                    <a:pt x="0" y="492"/>
                    <a:pt x="0" y="493"/>
                    <a:pt x="0" y="494"/>
                  </a:cubicBezTo>
                  <a:cubicBezTo>
                    <a:pt x="0" y="497"/>
                    <a:pt x="2" y="499"/>
                    <a:pt x="5" y="499"/>
                  </a:cubicBezTo>
                  <a:cubicBezTo>
                    <a:pt x="10" y="499"/>
                    <a:pt x="55" y="465"/>
                    <a:pt x="85" y="402"/>
                  </a:cubicBezTo>
                  <a:cubicBezTo>
                    <a:pt x="110" y="347"/>
                    <a:pt x="116" y="291"/>
                    <a:pt x="116"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3" name="Freeform 524"/>
            <p:cNvSpPr>
              <a:spLocks/>
            </p:cNvSpPr>
            <p:nvPr>
              <p:custDataLst>
                <p:tags r:id="rId149"/>
              </p:custDataLst>
            </p:nvPr>
          </p:nvSpPr>
          <p:spPr bwMode="auto">
            <a:xfrm>
              <a:off x="4699000" y="3432175"/>
              <a:ext cx="36513" cy="192088"/>
            </a:xfrm>
            <a:custGeom>
              <a:avLst/>
              <a:gdLst>
                <a:gd name="T0" fmla="*/ 116 w 116"/>
                <a:gd name="T1" fmla="*/ 249 h 499"/>
                <a:gd name="T2" fmla="*/ 83 w 116"/>
                <a:gd name="T3" fmla="*/ 94 h 499"/>
                <a:gd name="T4" fmla="*/ 5 w 116"/>
                <a:gd name="T5" fmla="*/ 0 h 499"/>
                <a:gd name="T6" fmla="*/ 0 w 116"/>
                <a:gd name="T7" fmla="*/ 5 h 499"/>
                <a:gd name="T8" fmla="*/ 9 w 116"/>
                <a:gd name="T9" fmla="*/ 16 h 499"/>
                <a:gd name="T10" fmla="*/ 87 w 116"/>
                <a:gd name="T11" fmla="*/ 249 h 499"/>
                <a:gd name="T12" fmla="*/ 6 w 116"/>
                <a:gd name="T13" fmla="*/ 486 h 499"/>
                <a:gd name="T14" fmla="*/ 0 w 116"/>
                <a:gd name="T15" fmla="*/ 494 h 499"/>
                <a:gd name="T16" fmla="*/ 5 w 116"/>
                <a:gd name="T17" fmla="*/ 499 h 499"/>
                <a:gd name="T18" fmla="*/ 84 w 116"/>
                <a:gd name="T19" fmla="*/ 402 h 499"/>
                <a:gd name="T20" fmla="*/ 116 w 116"/>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49"/>
                  </a:moveTo>
                  <a:cubicBezTo>
                    <a:pt x="116" y="211"/>
                    <a:pt x="110" y="150"/>
                    <a:pt x="83" y="94"/>
                  </a:cubicBezTo>
                  <a:cubicBezTo>
                    <a:pt x="53" y="32"/>
                    <a:pt x="10" y="0"/>
                    <a:pt x="5" y="0"/>
                  </a:cubicBezTo>
                  <a:cubicBezTo>
                    <a:pt x="2" y="0"/>
                    <a:pt x="0" y="2"/>
                    <a:pt x="0" y="5"/>
                  </a:cubicBezTo>
                  <a:cubicBezTo>
                    <a:pt x="0" y="6"/>
                    <a:pt x="0" y="7"/>
                    <a:pt x="9" y="16"/>
                  </a:cubicBezTo>
                  <a:cubicBezTo>
                    <a:pt x="58" y="66"/>
                    <a:pt x="87" y="145"/>
                    <a:pt x="87" y="249"/>
                  </a:cubicBezTo>
                  <a:cubicBezTo>
                    <a:pt x="87" y="335"/>
                    <a:pt x="68" y="423"/>
                    <a:pt x="6" y="486"/>
                  </a:cubicBezTo>
                  <a:cubicBezTo>
                    <a:pt x="0" y="492"/>
                    <a:pt x="0" y="493"/>
                    <a:pt x="0" y="494"/>
                  </a:cubicBezTo>
                  <a:cubicBezTo>
                    <a:pt x="0" y="497"/>
                    <a:pt x="2" y="499"/>
                    <a:pt x="5" y="499"/>
                  </a:cubicBezTo>
                  <a:cubicBezTo>
                    <a:pt x="10" y="499"/>
                    <a:pt x="55" y="465"/>
                    <a:pt x="84" y="402"/>
                  </a:cubicBezTo>
                  <a:cubicBezTo>
                    <a:pt x="110" y="347"/>
                    <a:pt x="116" y="291"/>
                    <a:pt x="116"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3702" name="Group 103701"/>
          <p:cNvGrpSpPr>
            <a:grpSpLocks noChangeAspect="1"/>
          </p:cNvGrpSpPr>
          <p:nvPr>
            <p:custDataLst>
              <p:tags r:id="rId2"/>
            </p:custDataLst>
          </p:nvPr>
        </p:nvGrpSpPr>
        <p:grpSpPr>
          <a:xfrm>
            <a:off x="955759" y="4613077"/>
            <a:ext cx="7575466" cy="368397"/>
            <a:chOff x="947738" y="4875213"/>
            <a:chExt cx="5422901" cy="277813"/>
          </a:xfrm>
        </p:grpSpPr>
        <p:sp>
          <p:nvSpPr>
            <p:cNvPr id="772" name="Freeform 531"/>
            <p:cNvSpPr>
              <a:spLocks/>
            </p:cNvSpPr>
            <p:nvPr>
              <p:custDataLst>
                <p:tags r:id="rId3"/>
              </p:custDataLst>
            </p:nvPr>
          </p:nvSpPr>
          <p:spPr bwMode="auto">
            <a:xfrm>
              <a:off x="947738" y="4887913"/>
              <a:ext cx="107950" cy="120650"/>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0 h 339"/>
                <a:gd name="T34" fmla="*/ 96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8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8"/>
                    <a:pt x="96" y="300"/>
                  </a:cubicBezTo>
                  <a:lnTo>
                    <a:pt x="96" y="15"/>
                  </a:lnTo>
                  <a:lnTo>
                    <a:pt x="245" y="15"/>
                  </a:lnTo>
                  <a:lnTo>
                    <a:pt x="245" y="300"/>
                  </a:lnTo>
                  <a:cubicBezTo>
                    <a:pt x="245" y="318"/>
                    <a:pt x="244" y="324"/>
                    <a:pt x="205" y="324"/>
                  </a:cubicBezTo>
                  <a:lnTo>
                    <a:pt x="193" y="324"/>
                  </a:lnTo>
                  <a:lnTo>
                    <a:pt x="193" y="339"/>
                  </a:lnTo>
                  <a:cubicBezTo>
                    <a:pt x="211" y="338"/>
                    <a:pt x="248" y="338"/>
                    <a:pt x="267" y="338"/>
                  </a:cubicBezTo>
                  <a:cubicBezTo>
                    <a:pt x="286" y="338"/>
                    <a:pt x="323" y="338"/>
                    <a:pt x="340" y="339"/>
                  </a:cubicBezTo>
                  <a:lnTo>
                    <a:pt x="340" y="324"/>
                  </a:lnTo>
                  <a:lnTo>
                    <a:pt x="328"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3" name="Freeform 532"/>
            <p:cNvSpPr>
              <a:spLocks noEditPoints="1"/>
            </p:cNvSpPr>
            <p:nvPr>
              <p:custDataLst>
                <p:tags r:id="rId4"/>
              </p:custDataLst>
            </p:nvPr>
          </p:nvSpPr>
          <p:spPr bwMode="auto">
            <a:xfrm>
              <a:off x="1062038" y="4953001"/>
              <a:ext cx="47625" cy="107950"/>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3 w 153"/>
                <a:gd name="T17" fmla="*/ 273 h 302"/>
                <a:gd name="T18" fmla="*/ 20 w 153"/>
                <a:gd name="T19" fmla="*/ 260 h 302"/>
                <a:gd name="T20" fmla="*/ 0 w 153"/>
                <a:gd name="T21" fmla="*/ 280 h 302"/>
                <a:gd name="T22" fmla="*/ 35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0 h 302"/>
                <a:gd name="T34" fmla="*/ 48 w 153"/>
                <a:gd name="T35" fmla="*/ 135 h 302"/>
                <a:gd name="T36" fmla="*/ 55 w 153"/>
                <a:gd name="T37" fmla="*/ 129 h 302"/>
                <a:gd name="T38" fmla="*/ 102 w 153"/>
                <a:gd name="T39" fmla="*/ 87 h 302"/>
                <a:gd name="T40" fmla="*/ 114 w 153"/>
                <a:gd name="T41" fmla="*/ 104 h 302"/>
                <a:gd name="T42" fmla="*/ 113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5" y="292"/>
                    <a:pt x="22" y="290"/>
                  </a:cubicBezTo>
                  <a:cubicBezTo>
                    <a:pt x="31" y="286"/>
                    <a:pt x="33" y="278"/>
                    <a:pt x="33" y="273"/>
                  </a:cubicBezTo>
                  <a:cubicBezTo>
                    <a:pt x="33" y="264"/>
                    <a:pt x="27" y="260"/>
                    <a:pt x="20" y="260"/>
                  </a:cubicBezTo>
                  <a:cubicBezTo>
                    <a:pt x="9" y="260"/>
                    <a:pt x="0" y="269"/>
                    <a:pt x="0" y="280"/>
                  </a:cubicBezTo>
                  <a:cubicBezTo>
                    <a:pt x="0" y="294"/>
                    <a:pt x="14" y="302"/>
                    <a:pt x="35" y="302"/>
                  </a:cubicBezTo>
                  <a:cubicBezTo>
                    <a:pt x="55" y="302"/>
                    <a:pt x="96" y="290"/>
                    <a:pt x="107" y="247"/>
                  </a:cubicBezTo>
                  <a:lnTo>
                    <a:pt x="138" y="122"/>
                  </a:lnTo>
                  <a:cubicBezTo>
                    <a:pt x="139" y="118"/>
                    <a:pt x="140" y="115"/>
                    <a:pt x="140" y="110"/>
                  </a:cubicBezTo>
                  <a:cubicBezTo>
                    <a:pt x="140" y="91"/>
                    <a:pt x="124" y="77"/>
                    <a:pt x="103" y="77"/>
                  </a:cubicBezTo>
                  <a:cubicBezTo>
                    <a:pt x="64" y="77"/>
                    <a:pt x="42" y="126"/>
                    <a:pt x="42" y="130"/>
                  </a:cubicBezTo>
                  <a:cubicBezTo>
                    <a:pt x="42" y="135"/>
                    <a:pt x="47" y="135"/>
                    <a:pt x="48" y="135"/>
                  </a:cubicBezTo>
                  <a:cubicBezTo>
                    <a:pt x="52" y="135"/>
                    <a:pt x="52" y="134"/>
                    <a:pt x="55" y="129"/>
                  </a:cubicBezTo>
                  <a:cubicBezTo>
                    <a:pt x="63" y="109"/>
                    <a:pt x="82" y="87"/>
                    <a:pt x="102" y="87"/>
                  </a:cubicBezTo>
                  <a:cubicBezTo>
                    <a:pt x="111" y="87"/>
                    <a:pt x="114" y="93"/>
                    <a:pt x="114" y="104"/>
                  </a:cubicBezTo>
                  <a:cubicBezTo>
                    <a:pt x="114" y="108"/>
                    <a:pt x="113" y="113"/>
                    <a:pt x="113"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4" name="Freeform 533"/>
            <p:cNvSpPr>
              <a:spLocks noEditPoints="1"/>
            </p:cNvSpPr>
            <p:nvPr>
              <p:custDataLst>
                <p:tags r:id="rId5"/>
              </p:custDataLst>
            </p:nvPr>
          </p:nvSpPr>
          <p:spPr bwMode="auto">
            <a:xfrm>
              <a:off x="1127126" y="4979988"/>
              <a:ext cx="55563" cy="57150"/>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3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9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9" y="147"/>
                    <a:pt x="102" y="133"/>
                  </a:cubicBezTo>
                  <a:cubicBezTo>
                    <a:pt x="109" y="154"/>
                    <a:pt x="129" y="158"/>
                    <a:pt x="138" y="158"/>
                  </a:cubicBezTo>
                  <a:cubicBezTo>
                    <a:pt x="151" y="158"/>
                    <a:pt x="160" y="150"/>
                    <a:pt x="166" y="139"/>
                  </a:cubicBezTo>
                  <a:cubicBezTo>
                    <a:pt x="174" y="125"/>
                    <a:pt x="178" y="106"/>
                    <a:pt x="178" y="104"/>
                  </a:cubicBezTo>
                  <a:cubicBezTo>
                    <a:pt x="178" y="100"/>
                    <a:pt x="174" y="100"/>
                    <a:pt x="173" y="100"/>
                  </a:cubicBezTo>
                  <a:cubicBezTo>
                    <a:pt x="168" y="100"/>
                    <a:pt x="167" y="101"/>
                    <a:pt x="165" y="110"/>
                  </a:cubicBezTo>
                  <a:cubicBezTo>
                    <a:pt x="161" y="127"/>
                    <a:pt x="154" y="148"/>
                    <a:pt x="139" y="148"/>
                  </a:cubicBezTo>
                  <a:cubicBezTo>
                    <a:pt x="130" y="148"/>
                    <a:pt x="128" y="140"/>
                    <a:pt x="128" y="131"/>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9" y="139"/>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5" name="Freeform 534"/>
            <p:cNvSpPr>
              <a:spLocks noEditPoints="1"/>
            </p:cNvSpPr>
            <p:nvPr>
              <p:custDataLst>
                <p:tags r:id="rId6"/>
              </p:custDataLst>
            </p:nvPr>
          </p:nvSpPr>
          <p:spPr bwMode="auto">
            <a:xfrm>
              <a:off x="1195388" y="4949826"/>
              <a:ext cx="57150" cy="87313"/>
            </a:xfrm>
            <a:custGeom>
              <a:avLst/>
              <a:gdLst>
                <a:gd name="T0" fmla="*/ 178 w 180"/>
                <a:gd name="T1" fmla="*/ 10 h 246"/>
                <a:gd name="T2" fmla="*/ 180 w 180"/>
                <a:gd name="T3" fmla="*/ 5 h 246"/>
                <a:gd name="T4" fmla="*/ 174 w 180"/>
                <a:gd name="T5" fmla="*/ 0 h 246"/>
                <a:gd name="T6" fmla="*/ 129 w 180"/>
                <a:gd name="T7" fmla="*/ 3 h 246"/>
                <a:gd name="T8" fmla="*/ 122 w 180"/>
                <a:gd name="T9" fmla="*/ 11 h 246"/>
                <a:gd name="T10" fmla="*/ 131 w 180"/>
                <a:gd name="T11" fmla="*/ 16 h 246"/>
                <a:gd name="T12" fmla="*/ 147 w 180"/>
                <a:gd name="T13" fmla="*/ 21 h 246"/>
                <a:gd name="T14" fmla="*/ 146 w 180"/>
                <a:gd name="T15" fmla="*/ 29 h 246"/>
                <a:gd name="T16" fmla="*/ 126 w 180"/>
                <a:gd name="T17" fmla="*/ 109 h 246"/>
                <a:gd name="T18" fmla="*/ 90 w 180"/>
                <a:gd name="T19" fmla="*/ 88 h 246"/>
                <a:gd name="T20" fmla="*/ 0 w 180"/>
                <a:gd name="T21" fmla="*/ 188 h 246"/>
                <a:gd name="T22" fmla="*/ 53 w 180"/>
                <a:gd name="T23" fmla="*/ 246 h 246"/>
                <a:gd name="T24" fmla="*/ 103 w 180"/>
                <a:gd name="T25" fmla="*/ 221 h 246"/>
                <a:gd name="T26" fmla="*/ 138 w 180"/>
                <a:gd name="T27" fmla="*/ 246 h 246"/>
                <a:gd name="T28" fmla="*/ 166 w 180"/>
                <a:gd name="T29" fmla="*/ 227 h 246"/>
                <a:gd name="T30" fmla="*/ 178 w 180"/>
                <a:gd name="T31" fmla="*/ 192 h 246"/>
                <a:gd name="T32" fmla="*/ 173 w 180"/>
                <a:gd name="T33" fmla="*/ 188 h 246"/>
                <a:gd name="T34" fmla="*/ 165 w 180"/>
                <a:gd name="T35" fmla="*/ 198 h 246"/>
                <a:gd name="T36" fmla="*/ 139 w 180"/>
                <a:gd name="T37" fmla="*/ 236 h 246"/>
                <a:gd name="T38" fmla="*/ 128 w 180"/>
                <a:gd name="T39" fmla="*/ 219 h 246"/>
                <a:gd name="T40" fmla="*/ 130 w 180"/>
                <a:gd name="T41" fmla="*/ 204 h 246"/>
                <a:gd name="T42" fmla="*/ 178 w 180"/>
                <a:gd name="T43" fmla="*/ 10 h 246"/>
                <a:gd name="T44" fmla="*/ 104 w 180"/>
                <a:gd name="T45" fmla="*/ 198 h 246"/>
                <a:gd name="T46" fmla="*/ 86 w 180"/>
                <a:gd name="T47" fmla="*/ 222 h 246"/>
                <a:gd name="T48" fmla="*/ 54 w 180"/>
                <a:gd name="T49" fmla="*/ 236 h 246"/>
                <a:gd name="T50" fmla="*/ 29 w 180"/>
                <a:gd name="T51" fmla="*/ 202 h 246"/>
                <a:gd name="T52" fmla="*/ 47 w 180"/>
                <a:gd name="T53" fmla="*/ 131 h 246"/>
                <a:gd name="T54" fmla="*/ 90 w 180"/>
                <a:gd name="T55" fmla="*/ 98 h 246"/>
                <a:gd name="T56" fmla="*/ 121 w 180"/>
                <a:gd name="T57" fmla="*/ 128 h 246"/>
                <a:gd name="T58" fmla="*/ 120 w 180"/>
                <a:gd name="T59" fmla="*/ 133 h 246"/>
                <a:gd name="T60" fmla="*/ 104 w 180"/>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6">
                  <a:moveTo>
                    <a:pt x="178" y="10"/>
                  </a:moveTo>
                  <a:cubicBezTo>
                    <a:pt x="179" y="10"/>
                    <a:pt x="180" y="5"/>
                    <a:pt x="180" y="5"/>
                  </a:cubicBezTo>
                  <a:cubicBezTo>
                    <a:pt x="180" y="3"/>
                    <a:pt x="178" y="0"/>
                    <a:pt x="174" y="0"/>
                  </a:cubicBezTo>
                  <a:cubicBezTo>
                    <a:pt x="167" y="0"/>
                    <a:pt x="138" y="3"/>
                    <a:pt x="129" y="3"/>
                  </a:cubicBezTo>
                  <a:cubicBezTo>
                    <a:pt x="127" y="4"/>
                    <a:pt x="122" y="4"/>
                    <a:pt x="122" y="11"/>
                  </a:cubicBezTo>
                  <a:cubicBezTo>
                    <a:pt x="122" y="16"/>
                    <a:pt x="127" y="16"/>
                    <a:pt x="131" y="16"/>
                  </a:cubicBezTo>
                  <a:cubicBezTo>
                    <a:pt x="147" y="16"/>
                    <a:pt x="147" y="19"/>
                    <a:pt x="147" y="21"/>
                  </a:cubicBezTo>
                  <a:cubicBezTo>
                    <a:pt x="147" y="24"/>
                    <a:pt x="147" y="26"/>
                    <a:pt x="146" y="29"/>
                  </a:cubicBezTo>
                  <a:lnTo>
                    <a:pt x="126" y="109"/>
                  </a:lnTo>
                  <a:cubicBezTo>
                    <a:pt x="119" y="97"/>
                    <a:pt x="107" y="88"/>
                    <a:pt x="90" y="88"/>
                  </a:cubicBezTo>
                  <a:cubicBezTo>
                    <a:pt x="46" y="88"/>
                    <a:pt x="0" y="137"/>
                    <a:pt x="0" y="188"/>
                  </a:cubicBezTo>
                  <a:cubicBezTo>
                    <a:pt x="0" y="221"/>
                    <a:pt x="23" y="246"/>
                    <a:pt x="53" y="246"/>
                  </a:cubicBezTo>
                  <a:cubicBezTo>
                    <a:pt x="72" y="246"/>
                    <a:pt x="89" y="235"/>
                    <a:pt x="103" y="221"/>
                  </a:cubicBezTo>
                  <a:cubicBezTo>
                    <a:pt x="109" y="242"/>
                    <a:pt x="129" y="246"/>
                    <a:pt x="138" y="246"/>
                  </a:cubicBezTo>
                  <a:cubicBezTo>
                    <a:pt x="151" y="246"/>
                    <a:pt x="160" y="238"/>
                    <a:pt x="166" y="227"/>
                  </a:cubicBezTo>
                  <a:cubicBezTo>
                    <a:pt x="174" y="213"/>
                    <a:pt x="178" y="194"/>
                    <a:pt x="178" y="192"/>
                  </a:cubicBezTo>
                  <a:cubicBezTo>
                    <a:pt x="178" y="188"/>
                    <a:pt x="174" y="188"/>
                    <a:pt x="173" y="188"/>
                  </a:cubicBezTo>
                  <a:cubicBezTo>
                    <a:pt x="168" y="188"/>
                    <a:pt x="167" y="189"/>
                    <a:pt x="165" y="198"/>
                  </a:cubicBezTo>
                  <a:cubicBezTo>
                    <a:pt x="161" y="215"/>
                    <a:pt x="154" y="236"/>
                    <a:pt x="139" y="236"/>
                  </a:cubicBezTo>
                  <a:cubicBezTo>
                    <a:pt x="130" y="236"/>
                    <a:pt x="128" y="228"/>
                    <a:pt x="128" y="219"/>
                  </a:cubicBezTo>
                  <a:cubicBezTo>
                    <a:pt x="128" y="212"/>
                    <a:pt x="129" y="209"/>
                    <a:pt x="130" y="204"/>
                  </a:cubicBezTo>
                  <a:lnTo>
                    <a:pt x="178" y="10"/>
                  </a:lnTo>
                  <a:close/>
                  <a:moveTo>
                    <a:pt x="104" y="198"/>
                  </a:moveTo>
                  <a:cubicBezTo>
                    <a:pt x="101" y="208"/>
                    <a:pt x="94" y="215"/>
                    <a:pt x="86" y="222"/>
                  </a:cubicBezTo>
                  <a:cubicBezTo>
                    <a:pt x="83" y="225"/>
                    <a:pt x="69" y="236"/>
                    <a:pt x="54" y="236"/>
                  </a:cubicBezTo>
                  <a:cubicBezTo>
                    <a:pt x="41" y="236"/>
                    <a:pt x="29" y="227"/>
                    <a:pt x="29" y="202"/>
                  </a:cubicBezTo>
                  <a:cubicBezTo>
                    <a:pt x="29" y="183"/>
                    <a:pt x="39" y="145"/>
                    <a:pt x="47" y="131"/>
                  </a:cubicBezTo>
                  <a:cubicBezTo>
                    <a:pt x="63" y="103"/>
                    <a:pt x="81"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6" name="Freeform 535"/>
            <p:cNvSpPr>
              <a:spLocks/>
            </p:cNvSpPr>
            <p:nvPr>
              <p:custDataLst>
                <p:tags r:id="rId7"/>
              </p:custDataLst>
            </p:nvPr>
          </p:nvSpPr>
          <p:spPr bwMode="auto">
            <a:xfrm>
              <a:off x="1258888" y="4979988"/>
              <a:ext cx="52388" cy="57150"/>
            </a:xfrm>
            <a:custGeom>
              <a:avLst/>
              <a:gdLst>
                <a:gd name="T0" fmla="*/ 65 w 162"/>
                <a:gd name="T1" fmla="*/ 84 h 158"/>
                <a:gd name="T2" fmla="*/ 74 w 162"/>
                <a:gd name="T3" fmla="*/ 48 h 158"/>
                <a:gd name="T4" fmla="*/ 96 w 162"/>
                <a:gd name="T5" fmla="*/ 20 h 158"/>
                <a:gd name="T6" fmla="*/ 125 w 162"/>
                <a:gd name="T7" fmla="*/ 10 h 158"/>
                <a:gd name="T8" fmla="*/ 144 w 162"/>
                <a:gd name="T9" fmla="*/ 15 h 158"/>
                <a:gd name="T10" fmla="*/ 129 w 162"/>
                <a:gd name="T11" fmla="*/ 34 h 158"/>
                <a:gd name="T12" fmla="*/ 142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3 h 158"/>
                <a:gd name="T26" fmla="*/ 6 w 162"/>
                <a:gd name="T27" fmla="*/ 58 h 158"/>
                <a:gd name="T28" fmla="*/ 13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3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6" y="81"/>
                    <a:pt x="74" y="50"/>
                    <a:pt x="74" y="48"/>
                  </a:cubicBezTo>
                  <a:cubicBezTo>
                    <a:pt x="75" y="45"/>
                    <a:pt x="85" y="28"/>
                    <a:pt x="96" y="20"/>
                  </a:cubicBezTo>
                  <a:cubicBezTo>
                    <a:pt x="100" y="17"/>
                    <a:pt x="110" y="10"/>
                    <a:pt x="125" y="10"/>
                  </a:cubicBezTo>
                  <a:cubicBezTo>
                    <a:pt x="128" y="10"/>
                    <a:pt x="137" y="10"/>
                    <a:pt x="144" y="15"/>
                  </a:cubicBezTo>
                  <a:cubicBezTo>
                    <a:pt x="133" y="18"/>
                    <a:pt x="129" y="28"/>
                    <a:pt x="129" y="34"/>
                  </a:cubicBezTo>
                  <a:cubicBezTo>
                    <a:pt x="129" y="42"/>
                    <a:pt x="134" y="47"/>
                    <a:pt x="142" y="47"/>
                  </a:cubicBezTo>
                  <a:cubicBezTo>
                    <a:pt x="150" y="47"/>
                    <a:pt x="162" y="40"/>
                    <a:pt x="162" y="26"/>
                  </a:cubicBezTo>
                  <a:cubicBezTo>
                    <a:pt x="162" y="7"/>
                    <a:pt x="143" y="0"/>
                    <a:pt x="125" y="0"/>
                  </a:cubicBezTo>
                  <a:cubicBezTo>
                    <a:pt x="107" y="0"/>
                    <a:pt x="91" y="7"/>
                    <a:pt x="76" y="25"/>
                  </a:cubicBezTo>
                  <a:cubicBezTo>
                    <a:pt x="70" y="4"/>
                    <a:pt x="48" y="0"/>
                    <a:pt x="40" y="0"/>
                  </a:cubicBezTo>
                  <a:cubicBezTo>
                    <a:pt x="27" y="0"/>
                    <a:pt x="18" y="8"/>
                    <a:pt x="13" y="18"/>
                  </a:cubicBezTo>
                  <a:cubicBezTo>
                    <a:pt x="5" y="32"/>
                    <a:pt x="0" y="52"/>
                    <a:pt x="0" y="53"/>
                  </a:cubicBezTo>
                  <a:cubicBezTo>
                    <a:pt x="0" y="58"/>
                    <a:pt x="5" y="58"/>
                    <a:pt x="6" y="58"/>
                  </a:cubicBezTo>
                  <a:cubicBezTo>
                    <a:pt x="11" y="58"/>
                    <a:pt x="11" y="57"/>
                    <a:pt x="13" y="48"/>
                  </a:cubicBezTo>
                  <a:cubicBezTo>
                    <a:pt x="19" y="26"/>
                    <a:pt x="25" y="10"/>
                    <a:pt x="39" y="10"/>
                  </a:cubicBezTo>
                  <a:cubicBezTo>
                    <a:pt x="48" y="10"/>
                    <a:pt x="50" y="18"/>
                    <a:pt x="50" y="27"/>
                  </a:cubicBezTo>
                  <a:cubicBezTo>
                    <a:pt x="50" y="34"/>
                    <a:pt x="47" y="47"/>
                    <a:pt x="45" y="56"/>
                  </a:cubicBezTo>
                  <a:cubicBezTo>
                    <a:pt x="42" y="65"/>
                    <a:pt x="39" y="80"/>
                    <a:pt x="37" y="87"/>
                  </a:cubicBezTo>
                  <a:lnTo>
                    <a:pt x="26" y="132"/>
                  </a:lnTo>
                  <a:cubicBezTo>
                    <a:pt x="25" y="137"/>
                    <a:pt x="23" y="145"/>
                    <a:pt x="23" y="146"/>
                  </a:cubicBezTo>
                  <a:cubicBezTo>
                    <a:pt x="23" y="154"/>
                    <a:pt x="29" y="158"/>
                    <a:pt x="34" y="158"/>
                  </a:cubicBezTo>
                  <a:cubicBezTo>
                    <a:pt x="40" y="158"/>
                    <a:pt x="47"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7" name="Freeform 536"/>
            <p:cNvSpPr>
              <a:spLocks noEditPoints="1"/>
            </p:cNvSpPr>
            <p:nvPr>
              <p:custDataLst>
                <p:tags r:id="rId8"/>
              </p:custDataLst>
            </p:nvPr>
          </p:nvSpPr>
          <p:spPr bwMode="auto">
            <a:xfrm>
              <a:off x="1323976" y="4979988"/>
              <a:ext cx="55563" cy="57150"/>
            </a:xfrm>
            <a:custGeom>
              <a:avLst/>
              <a:gdLst>
                <a:gd name="T0" fmla="*/ 125 w 177"/>
                <a:gd name="T1" fmla="*/ 21 h 158"/>
                <a:gd name="T2" fmla="*/ 90 w 177"/>
                <a:gd name="T3" fmla="*/ 0 h 158"/>
                <a:gd name="T4" fmla="*/ 0 w 177"/>
                <a:gd name="T5" fmla="*/ 100 h 158"/>
                <a:gd name="T6" fmla="*/ 52 w 177"/>
                <a:gd name="T7" fmla="*/ 158 h 158"/>
                <a:gd name="T8" fmla="*/ 102 w 177"/>
                <a:gd name="T9" fmla="*/ 133 h 158"/>
                <a:gd name="T10" fmla="*/ 138 w 177"/>
                <a:gd name="T11" fmla="*/ 158 h 158"/>
                <a:gd name="T12" fmla="*/ 165 w 177"/>
                <a:gd name="T13" fmla="*/ 139 h 158"/>
                <a:gd name="T14" fmla="*/ 177 w 177"/>
                <a:gd name="T15" fmla="*/ 104 h 158"/>
                <a:gd name="T16" fmla="*/ 172 w 177"/>
                <a:gd name="T17" fmla="*/ 100 h 158"/>
                <a:gd name="T18" fmla="*/ 164 w 177"/>
                <a:gd name="T19" fmla="*/ 110 h 158"/>
                <a:gd name="T20" fmla="*/ 139 w 177"/>
                <a:gd name="T21" fmla="*/ 148 h 158"/>
                <a:gd name="T22" fmla="*/ 127 w 177"/>
                <a:gd name="T23" fmla="*/ 131 h 158"/>
                <a:gd name="T24" fmla="*/ 132 w 177"/>
                <a:gd name="T25" fmla="*/ 103 h 158"/>
                <a:gd name="T26" fmla="*/ 140 w 177"/>
                <a:gd name="T27" fmla="*/ 72 h 158"/>
                <a:gd name="T28" fmla="*/ 147 w 177"/>
                <a:gd name="T29" fmla="*/ 45 h 158"/>
                <a:gd name="T30" fmla="*/ 153 w 177"/>
                <a:gd name="T31" fmla="*/ 18 h 158"/>
                <a:gd name="T32" fmla="*/ 142 w 177"/>
                <a:gd name="T33" fmla="*/ 7 h 158"/>
                <a:gd name="T34" fmla="*/ 125 w 177"/>
                <a:gd name="T35" fmla="*/ 21 h 158"/>
                <a:gd name="T36" fmla="*/ 103 w 177"/>
                <a:gd name="T37" fmla="*/ 110 h 158"/>
                <a:gd name="T38" fmla="*/ 85 w 177"/>
                <a:gd name="T39" fmla="*/ 134 h 158"/>
                <a:gd name="T40" fmla="*/ 53 w 177"/>
                <a:gd name="T41" fmla="*/ 148 h 158"/>
                <a:gd name="T42" fmla="*/ 28 w 177"/>
                <a:gd name="T43" fmla="*/ 114 h 158"/>
                <a:gd name="T44" fmla="*/ 46 w 177"/>
                <a:gd name="T45" fmla="*/ 43 h 158"/>
                <a:gd name="T46" fmla="*/ 90 w 177"/>
                <a:gd name="T47" fmla="*/ 10 h 158"/>
                <a:gd name="T48" fmla="*/ 121 w 177"/>
                <a:gd name="T49" fmla="*/ 40 h 158"/>
                <a:gd name="T50" fmla="*/ 120 w 177"/>
                <a:gd name="T51" fmla="*/ 45 h 158"/>
                <a:gd name="T52" fmla="*/ 103 w 177"/>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8">
                  <a:moveTo>
                    <a:pt x="125" y="21"/>
                  </a:moveTo>
                  <a:cubicBezTo>
                    <a:pt x="118" y="9"/>
                    <a:pt x="106" y="0"/>
                    <a:pt x="90" y="0"/>
                  </a:cubicBezTo>
                  <a:cubicBezTo>
                    <a:pt x="45" y="0"/>
                    <a:pt x="0" y="49"/>
                    <a:pt x="0" y="100"/>
                  </a:cubicBezTo>
                  <a:cubicBezTo>
                    <a:pt x="0" y="133"/>
                    <a:pt x="22" y="158"/>
                    <a:pt x="52" y="158"/>
                  </a:cubicBezTo>
                  <a:cubicBezTo>
                    <a:pt x="71" y="158"/>
                    <a:pt x="88" y="147"/>
                    <a:pt x="102" y="133"/>
                  </a:cubicBezTo>
                  <a:cubicBezTo>
                    <a:pt x="108" y="154"/>
                    <a:pt x="129" y="158"/>
                    <a:pt x="138" y="158"/>
                  </a:cubicBezTo>
                  <a:cubicBezTo>
                    <a:pt x="150" y="158"/>
                    <a:pt x="159" y="150"/>
                    <a:pt x="165" y="139"/>
                  </a:cubicBezTo>
                  <a:cubicBezTo>
                    <a:pt x="173" y="125"/>
                    <a:pt x="177" y="106"/>
                    <a:pt x="177" y="104"/>
                  </a:cubicBezTo>
                  <a:cubicBezTo>
                    <a:pt x="177" y="100"/>
                    <a:pt x="173" y="100"/>
                    <a:pt x="172" y="100"/>
                  </a:cubicBezTo>
                  <a:cubicBezTo>
                    <a:pt x="167" y="100"/>
                    <a:pt x="167" y="101"/>
                    <a:pt x="164" y="110"/>
                  </a:cubicBezTo>
                  <a:cubicBezTo>
                    <a:pt x="160" y="127"/>
                    <a:pt x="153" y="148"/>
                    <a:pt x="139" y="148"/>
                  </a:cubicBezTo>
                  <a:cubicBezTo>
                    <a:pt x="130" y="148"/>
                    <a:pt x="127" y="140"/>
                    <a:pt x="127" y="131"/>
                  </a:cubicBezTo>
                  <a:cubicBezTo>
                    <a:pt x="127" y="125"/>
                    <a:pt x="130" y="112"/>
                    <a:pt x="132" y="103"/>
                  </a:cubicBezTo>
                  <a:cubicBezTo>
                    <a:pt x="135" y="94"/>
                    <a:pt x="138" y="79"/>
                    <a:pt x="140" y="72"/>
                  </a:cubicBezTo>
                  <a:lnTo>
                    <a:pt x="147" y="45"/>
                  </a:lnTo>
                  <a:cubicBezTo>
                    <a:pt x="149" y="36"/>
                    <a:pt x="153" y="20"/>
                    <a:pt x="153" y="18"/>
                  </a:cubicBezTo>
                  <a:cubicBezTo>
                    <a:pt x="153" y="10"/>
                    <a:pt x="147" y="7"/>
                    <a:pt x="142" y="7"/>
                  </a:cubicBezTo>
                  <a:cubicBezTo>
                    <a:pt x="136" y="7"/>
                    <a:pt x="128" y="11"/>
                    <a:pt x="125" y="21"/>
                  </a:cubicBezTo>
                  <a:close/>
                  <a:moveTo>
                    <a:pt x="103" y="110"/>
                  </a:moveTo>
                  <a:cubicBezTo>
                    <a:pt x="101" y="120"/>
                    <a:pt x="93" y="127"/>
                    <a:pt x="85" y="134"/>
                  </a:cubicBezTo>
                  <a:cubicBezTo>
                    <a:pt x="82" y="137"/>
                    <a:pt x="68" y="148"/>
                    <a:pt x="53" y="148"/>
                  </a:cubicBezTo>
                  <a:cubicBezTo>
                    <a:pt x="40"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8" name="Freeform 537"/>
            <p:cNvSpPr>
              <a:spLocks/>
            </p:cNvSpPr>
            <p:nvPr>
              <p:custDataLst>
                <p:tags r:id="rId9"/>
              </p:custDataLst>
            </p:nvPr>
          </p:nvSpPr>
          <p:spPr bwMode="auto">
            <a:xfrm>
              <a:off x="1392238" y="4949826"/>
              <a:ext cx="23813" cy="87313"/>
            </a:xfrm>
            <a:custGeom>
              <a:avLst/>
              <a:gdLst>
                <a:gd name="T0" fmla="*/ 77 w 78"/>
                <a:gd name="T1" fmla="*/ 10 h 246"/>
                <a:gd name="T2" fmla="*/ 78 w 78"/>
                <a:gd name="T3" fmla="*/ 5 h 246"/>
                <a:gd name="T4" fmla="*/ 72 w 78"/>
                <a:gd name="T5" fmla="*/ 0 h 246"/>
                <a:gd name="T6" fmla="*/ 28 w 78"/>
                <a:gd name="T7" fmla="*/ 3 h 246"/>
                <a:gd name="T8" fmla="*/ 21 w 78"/>
                <a:gd name="T9" fmla="*/ 11 h 246"/>
                <a:gd name="T10" fmla="*/ 29 w 78"/>
                <a:gd name="T11" fmla="*/ 16 h 246"/>
                <a:gd name="T12" fmla="*/ 46 w 78"/>
                <a:gd name="T13" fmla="*/ 21 h 246"/>
                <a:gd name="T14" fmla="*/ 45 w 78"/>
                <a:gd name="T15" fmla="*/ 29 h 246"/>
                <a:gd name="T16" fmla="*/ 1 w 78"/>
                <a:gd name="T17" fmla="*/ 202 h 246"/>
                <a:gd name="T18" fmla="*/ 0 w 78"/>
                <a:gd name="T19" fmla="*/ 212 h 246"/>
                <a:gd name="T20" fmla="*/ 37 w 78"/>
                <a:gd name="T21" fmla="*/ 246 h 246"/>
                <a:gd name="T22" fmla="*/ 64 w 78"/>
                <a:gd name="T23" fmla="*/ 227 h 246"/>
                <a:gd name="T24" fmla="*/ 77 w 78"/>
                <a:gd name="T25" fmla="*/ 192 h 246"/>
                <a:gd name="T26" fmla="*/ 71 w 78"/>
                <a:gd name="T27" fmla="*/ 188 h 246"/>
                <a:gd name="T28" fmla="*/ 64 w 78"/>
                <a:gd name="T29" fmla="*/ 196 h 246"/>
                <a:gd name="T30" fmla="*/ 38 w 78"/>
                <a:gd name="T31" fmla="*/ 236 h 246"/>
                <a:gd name="T32" fmla="*/ 26 w 78"/>
                <a:gd name="T33" fmla="*/ 219 h 246"/>
                <a:gd name="T34" fmla="*/ 28 w 78"/>
                <a:gd name="T35" fmla="*/ 204 h 246"/>
                <a:gd name="T36" fmla="*/ 77 w 78"/>
                <a:gd name="T37" fmla="*/ 1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6">
                  <a:moveTo>
                    <a:pt x="77" y="10"/>
                  </a:moveTo>
                  <a:cubicBezTo>
                    <a:pt x="77" y="10"/>
                    <a:pt x="78" y="5"/>
                    <a:pt x="78" y="5"/>
                  </a:cubicBezTo>
                  <a:cubicBezTo>
                    <a:pt x="78" y="3"/>
                    <a:pt x="77" y="0"/>
                    <a:pt x="72" y="0"/>
                  </a:cubicBezTo>
                  <a:cubicBezTo>
                    <a:pt x="66" y="0"/>
                    <a:pt x="37" y="3"/>
                    <a:pt x="28" y="3"/>
                  </a:cubicBezTo>
                  <a:cubicBezTo>
                    <a:pt x="25" y="4"/>
                    <a:pt x="21" y="4"/>
                    <a:pt x="21" y="11"/>
                  </a:cubicBezTo>
                  <a:cubicBezTo>
                    <a:pt x="21" y="16"/>
                    <a:pt x="25" y="16"/>
                    <a:pt x="29" y="16"/>
                  </a:cubicBezTo>
                  <a:cubicBezTo>
                    <a:pt x="46" y="16"/>
                    <a:pt x="46" y="19"/>
                    <a:pt x="46" y="21"/>
                  </a:cubicBezTo>
                  <a:cubicBezTo>
                    <a:pt x="46" y="24"/>
                    <a:pt x="45" y="26"/>
                    <a:pt x="45" y="29"/>
                  </a:cubicBezTo>
                  <a:lnTo>
                    <a:pt x="1" y="202"/>
                  </a:lnTo>
                  <a:cubicBezTo>
                    <a:pt x="0" y="205"/>
                    <a:pt x="0" y="209"/>
                    <a:pt x="0" y="212"/>
                  </a:cubicBezTo>
                  <a:cubicBezTo>
                    <a:pt x="0" y="235"/>
                    <a:pt x="20" y="246"/>
                    <a:pt x="37" y="246"/>
                  </a:cubicBezTo>
                  <a:cubicBezTo>
                    <a:pt x="45" y="246"/>
                    <a:pt x="55" y="243"/>
                    <a:pt x="64" y="227"/>
                  </a:cubicBezTo>
                  <a:cubicBezTo>
                    <a:pt x="72" y="214"/>
                    <a:pt x="77" y="194"/>
                    <a:pt x="77" y="192"/>
                  </a:cubicBezTo>
                  <a:cubicBezTo>
                    <a:pt x="77" y="188"/>
                    <a:pt x="72" y="188"/>
                    <a:pt x="71" y="188"/>
                  </a:cubicBezTo>
                  <a:cubicBezTo>
                    <a:pt x="66" y="188"/>
                    <a:pt x="66" y="190"/>
                    <a:pt x="64" y="196"/>
                  </a:cubicBezTo>
                  <a:cubicBezTo>
                    <a:pt x="60" y="213"/>
                    <a:pt x="53" y="236"/>
                    <a:pt x="38" y="236"/>
                  </a:cubicBezTo>
                  <a:cubicBezTo>
                    <a:pt x="29" y="236"/>
                    <a:pt x="26" y="227"/>
                    <a:pt x="26" y="219"/>
                  </a:cubicBezTo>
                  <a:cubicBezTo>
                    <a:pt x="26" y="215"/>
                    <a:pt x="27" y="208"/>
                    <a:pt x="28" y="204"/>
                  </a:cubicBezTo>
                  <a:lnTo>
                    <a:pt x="77"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9" name="Freeform 538"/>
            <p:cNvSpPr>
              <a:spLocks noEditPoints="1"/>
            </p:cNvSpPr>
            <p:nvPr>
              <p:custDataLst>
                <p:tags r:id="rId10"/>
              </p:custDataLst>
            </p:nvPr>
          </p:nvSpPr>
          <p:spPr bwMode="auto">
            <a:xfrm>
              <a:off x="1431926" y="4979988"/>
              <a:ext cx="47625" cy="57150"/>
            </a:xfrm>
            <a:custGeom>
              <a:avLst/>
              <a:gdLst>
                <a:gd name="T0" fmla="*/ 55 w 150"/>
                <a:gd name="T1" fmla="*/ 74 h 158"/>
                <a:gd name="T2" fmla="*/ 111 w 150"/>
                <a:gd name="T3" fmla="*/ 67 h 158"/>
                <a:gd name="T4" fmla="*/ 142 w 150"/>
                <a:gd name="T5" fmla="*/ 31 h 158"/>
                <a:gd name="T6" fmla="*/ 99 w 150"/>
                <a:gd name="T7" fmla="*/ 0 h 158"/>
                <a:gd name="T8" fmla="*/ 0 w 150"/>
                <a:gd name="T9" fmla="*/ 92 h 158"/>
                <a:gd name="T10" fmla="*/ 63 w 150"/>
                <a:gd name="T11" fmla="*/ 158 h 158"/>
                <a:gd name="T12" fmla="*/ 150 w 150"/>
                <a:gd name="T13" fmla="*/ 118 h 158"/>
                <a:gd name="T14" fmla="*/ 144 w 150"/>
                <a:gd name="T15" fmla="*/ 112 h 158"/>
                <a:gd name="T16" fmla="*/ 138 w 150"/>
                <a:gd name="T17" fmla="*/ 116 h 158"/>
                <a:gd name="T18" fmla="*/ 64 w 150"/>
                <a:gd name="T19" fmla="*/ 148 h 158"/>
                <a:gd name="T20" fmla="*/ 29 w 150"/>
                <a:gd name="T21" fmla="*/ 106 h 158"/>
                <a:gd name="T22" fmla="*/ 33 w 150"/>
                <a:gd name="T23" fmla="*/ 74 h 158"/>
                <a:gd name="T24" fmla="*/ 55 w 150"/>
                <a:gd name="T25" fmla="*/ 74 h 158"/>
                <a:gd name="T26" fmla="*/ 36 w 150"/>
                <a:gd name="T27" fmla="*/ 65 h 158"/>
                <a:gd name="T28" fmla="*/ 99 w 150"/>
                <a:gd name="T29" fmla="*/ 10 h 158"/>
                <a:gd name="T30" fmla="*/ 127 w 150"/>
                <a:gd name="T31" fmla="*/ 31 h 158"/>
                <a:gd name="T32" fmla="*/ 53 w 150"/>
                <a:gd name="T33" fmla="*/ 65 h 158"/>
                <a:gd name="T34" fmla="*/ 36 w 150"/>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8">
                  <a:moveTo>
                    <a:pt x="55" y="74"/>
                  </a:moveTo>
                  <a:cubicBezTo>
                    <a:pt x="65" y="74"/>
                    <a:pt x="92" y="74"/>
                    <a:pt x="111" y="67"/>
                  </a:cubicBezTo>
                  <a:cubicBezTo>
                    <a:pt x="137" y="58"/>
                    <a:pt x="142" y="41"/>
                    <a:pt x="142" y="31"/>
                  </a:cubicBezTo>
                  <a:cubicBezTo>
                    <a:pt x="142" y="12"/>
                    <a:pt x="123" y="0"/>
                    <a:pt x="99" y="0"/>
                  </a:cubicBezTo>
                  <a:cubicBezTo>
                    <a:pt x="57" y="0"/>
                    <a:pt x="0" y="32"/>
                    <a:pt x="0" y="92"/>
                  </a:cubicBezTo>
                  <a:cubicBezTo>
                    <a:pt x="0" y="127"/>
                    <a:pt x="22" y="158"/>
                    <a:pt x="63" y="158"/>
                  </a:cubicBezTo>
                  <a:cubicBezTo>
                    <a:pt x="122" y="158"/>
                    <a:pt x="150" y="123"/>
                    <a:pt x="150" y="118"/>
                  </a:cubicBezTo>
                  <a:cubicBezTo>
                    <a:pt x="150" y="116"/>
                    <a:pt x="146" y="112"/>
                    <a:pt x="144" y="112"/>
                  </a:cubicBezTo>
                  <a:cubicBezTo>
                    <a:pt x="142" y="112"/>
                    <a:pt x="141" y="113"/>
                    <a:pt x="138" y="116"/>
                  </a:cubicBezTo>
                  <a:cubicBezTo>
                    <a:pt x="111" y="148"/>
                    <a:pt x="70" y="148"/>
                    <a:pt x="64" y="148"/>
                  </a:cubicBezTo>
                  <a:cubicBezTo>
                    <a:pt x="43" y="148"/>
                    <a:pt x="29" y="134"/>
                    <a:pt x="29" y="106"/>
                  </a:cubicBezTo>
                  <a:cubicBezTo>
                    <a:pt x="29" y="101"/>
                    <a:pt x="29" y="94"/>
                    <a:pt x="33" y="74"/>
                  </a:cubicBezTo>
                  <a:lnTo>
                    <a:pt x="55" y="74"/>
                  </a:lnTo>
                  <a:close/>
                  <a:moveTo>
                    <a:pt x="36" y="65"/>
                  </a:moveTo>
                  <a:cubicBezTo>
                    <a:pt x="50" y="14"/>
                    <a:pt x="89" y="10"/>
                    <a:pt x="99"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0" name="Freeform 539"/>
            <p:cNvSpPr>
              <a:spLocks/>
            </p:cNvSpPr>
            <p:nvPr>
              <p:custDataLst>
                <p:tags r:id="rId11"/>
              </p:custDataLst>
            </p:nvPr>
          </p:nvSpPr>
          <p:spPr bwMode="auto">
            <a:xfrm>
              <a:off x="1492251" y="4979988"/>
              <a:ext cx="47625" cy="57150"/>
            </a:xfrm>
            <a:custGeom>
              <a:avLst/>
              <a:gdLst>
                <a:gd name="T0" fmla="*/ 131 w 151"/>
                <a:gd name="T1" fmla="*/ 20 h 158"/>
                <a:gd name="T2" fmla="*/ 113 w 151"/>
                <a:gd name="T3" fmla="*/ 40 h 158"/>
                <a:gd name="T4" fmla="*/ 127 w 151"/>
                <a:gd name="T5" fmla="*/ 53 h 158"/>
                <a:gd name="T6" fmla="*/ 146 w 151"/>
                <a:gd name="T7" fmla="*/ 30 h 158"/>
                <a:gd name="T8" fmla="*/ 100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0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8" y="22"/>
                    <a:pt x="113" y="32"/>
                    <a:pt x="113" y="40"/>
                  </a:cubicBezTo>
                  <a:cubicBezTo>
                    <a:pt x="113" y="49"/>
                    <a:pt x="120" y="53"/>
                    <a:pt x="127" y="53"/>
                  </a:cubicBezTo>
                  <a:cubicBezTo>
                    <a:pt x="134" y="53"/>
                    <a:pt x="146" y="47"/>
                    <a:pt x="146" y="30"/>
                  </a:cubicBezTo>
                  <a:cubicBezTo>
                    <a:pt x="146" y="7"/>
                    <a:pt x="119" y="0"/>
                    <a:pt x="100" y="0"/>
                  </a:cubicBezTo>
                  <a:cubicBezTo>
                    <a:pt x="48" y="0"/>
                    <a:pt x="0" y="48"/>
                    <a:pt x="0" y="97"/>
                  </a:cubicBezTo>
                  <a:cubicBezTo>
                    <a:pt x="0" y="127"/>
                    <a:pt x="21" y="158"/>
                    <a:pt x="64" y="158"/>
                  </a:cubicBezTo>
                  <a:cubicBezTo>
                    <a:pt x="123" y="158"/>
                    <a:pt x="151" y="123"/>
                    <a:pt x="151" y="118"/>
                  </a:cubicBezTo>
                  <a:cubicBezTo>
                    <a:pt x="151" y="116"/>
                    <a:pt x="148" y="112"/>
                    <a:pt x="145" y="112"/>
                  </a:cubicBezTo>
                  <a:cubicBezTo>
                    <a:pt x="143" y="112"/>
                    <a:pt x="142" y="113"/>
                    <a:pt x="139" y="116"/>
                  </a:cubicBezTo>
                  <a:cubicBezTo>
                    <a:pt x="112" y="148"/>
                    <a:pt x="71" y="148"/>
                    <a:pt x="65" y="148"/>
                  </a:cubicBezTo>
                  <a:cubicBezTo>
                    <a:pt x="40" y="148"/>
                    <a:pt x="29" y="131"/>
                    <a:pt x="29" y="109"/>
                  </a:cubicBezTo>
                  <a:cubicBezTo>
                    <a:pt x="29" y="99"/>
                    <a:pt x="34" y="61"/>
                    <a:pt x="52" y="37"/>
                  </a:cubicBezTo>
                  <a:cubicBezTo>
                    <a:pt x="65" y="20"/>
                    <a:pt x="83" y="10"/>
                    <a:pt x="100" y="10"/>
                  </a:cubicBezTo>
                  <a:cubicBezTo>
                    <a:pt x="105"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1" name="Freeform 540"/>
            <p:cNvSpPr>
              <a:spLocks/>
            </p:cNvSpPr>
            <p:nvPr>
              <p:custDataLst>
                <p:tags r:id="rId12"/>
              </p:custDataLst>
            </p:nvPr>
          </p:nvSpPr>
          <p:spPr bwMode="auto">
            <a:xfrm>
              <a:off x="1554163" y="5021263"/>
              <a:ext cx="12700" cy="14288"/>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9"/>
                    <a:pt x="0" y="20"/>
                  </a:cubicBezTo>
                  <a:cubicBezTo>
                    <a:pt x="0" y="32"/>
                    <a:pt x="11" y="40"/>
                    <a:pt x="20" y="40"/>
                  </a:cubicBezTo>
                  <a:cubicBezTo>
                    <a:pt x="32"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2" name="Freeform 541"/>
            <p:cNvSpPr>
              <a:spLocks noEditPoints="1"/>
            </p:cNvSpPr>
            <p:nvPr>
              <p:custDataLst>
                <p:tags r:id="rId13"/>
              </p:custDataLst>
            </p:nvPr>
          </p:nvSpPr>
          <p:spPr bwMode="auto">
            <a:xfrm>
              <a:off x="1584326" y="4953001"/>
              <a:ext cx="33338" cy="84138"/>
            </a:xfrm>
            <a:custGeom>
              <a:avLst/>
              <a:gdLst>
                <a:gd name="T0" fmla="*/ 96 w 106"/>
                <a:gd name="T1" fmla="*/ 13 h 235"/>
                <a:gd name="T2" fmla="*/ 83 w 106"/>
                <a:gd name="T3" fmla="*/ 0 h 235"/>
                <a:gd name="T4" fmla="*/ 63 w 106"/>
                <a:gd name="T5" fmla="*/ 19 h 235"/>
                <a:gd name="T6" fmla="*/ 77 w 106"/>
                <a:gd name="T7" fmla="*/ 32 h 235"/>
                <a:gd name="T8" fmla="*/ 96 w 106"/>
                <a:gd name="T9" fmla="*/ 13 h 235"/>
                <a:gd name="T10" fmla="*/ 25 w 106"/>
                <a:gd name="T11" fmla="*/ 190 h 235"/>
                <a:gd name="T12" fmla="*/ 22 w 106"/>
                <a:gd name="T13" fmla="*/ 205 h 235"/>
                <a:gd name="T14" fmla="*/ 55 w 106"/>
                <a:gd name="T15" fmla="*/ 235 h 235"/>
                <a:gd name="T16" fmla="*/ 106 w 106"/>
                <a:gd name="T17" fmla="*/ 181 h 235"/>
                <a:gd name="T18" fmla="*/ 100 w 106"/>
                <a:gd name="T19" fmla="*/ 177 h 235"/>
                <a:gd name="T20" fmla="*/ 93 w 106"/>
                <a:gd name="T21" fmla="*/ 183 h 235"/>
                <a:gd name="T22" fmla="*/ 56 w 106"/>
                <a:gd name="T23" fmla="*/ 225 h 235"/>
                <a:gd name="T24" fmla="*/ 48 w 106"/>
                <a:gd name="T25" fmla="*/ 213 h 235"/>
                <a:gd name="T26" fmla="*/ 53 w 106"/>
                <a:gd name="T27" fmla="*/ 190 h 235"/>
                <a:gd name="T28" fmla="*/ 64 w 106"/>
                <a:gd name="T29" fmla="*/ 162 h 235"/>
                <a:gd name="T30" fmla="*/ 81 w 106"/>
                <a:gd name="T31" fmla="*/ 118 h 235"/>
                <a:gd name="T32" fmla="*/ 84 w 106"/>
                <a:gd name="T33" fmla="*/ 107 h 235"/>
                <a:gd name="T34" fmla="*/ 50 w 106"/>
                <a:gd name="T35" fmla="*/ 77 h 235"/>
                <a:gd name="T36" fmla="*/ 0 w 106"/>
                <a:gd name="T37" fmla="*/ 130 h 235"/>
                <a:gd name="T38" fmla="*/ 6 w 106"/>
                <a:gd name="T39" fmla="*/ 135 h 235"/>
                <a:gd name="T40" fmla="*/ 12 w 106"/>
                <a:gd name="T41" fmla="*/ 129 h 235"/>
                <a:gd name="T42" fmla="*/ 49 w 106"/>
                <a:gd name="T43" fmla="*/ 87 h 235"/>
                <a:gd name="T44" fmla="*/ 58 w 106"/>
                <a:gd name="T45" fmla="*/ 99 h 235"/>
                <a:gd name="T46" fmla="*/ 47 w 106"/>
                <a:gd name="T47" fmla="*/ 134 h 235"/>
                <a:gd name="T48" fmla="*/ 25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6" y="13"/>
                  </a:moveTo>
                  <a:cubicBezTo>
                    <a:pt x="96" y="7"/>
                    <a:pt x="92" y="0"/>
                    <a:pt x="83" y="0"/>
                  </a:cubicBezTo>
                  <a:cubicBezTo>
                    <a:pt x="73" y="0"/>
                    <a:pt x="63" y="9"/>
                    <a:pt x="63" y="19"/>
                  </a:cubicBezTo>
                  <a:cubicBezTo>
                    <a:pt x="63" y="25"/>
                    <a:pt x="68"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6" y="186"/>
                    <a:pt x="106" y="181"/>
                  </a:cubicBezTo>
                  <a:cubicBezTo>
                    <a:pt x="106"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1" y="171"/>
                    <a:pt x="64" y="162"/>
                  </a:cubicBezTo>
                  <a:cubicBezTo>
                    <a:pt x="68" y="154"/>
                    <a:pt x="80" y="122"/>
                    <a:pt x="81" y="118"/>
                  </a:cubicBezTo>
                  <a:cubicBezTo>
                    <a:pt x="83" y="114"/>
                    <a:pt x="84" y="110"/>
                    <a:pt x="84" y="107"/>
                  </a:cubicBezTo>
                  <a:cubicBezTo>
                    <a:pt x="84" y="90"/>
                    <a:pt x="70" y="77"/>
                    <a:pt x="50" y="77"/>
                  </a:cubicBezTo>
                  <a:cubicBezTo>
                    <a:pt x="16" y="77"/>
                    <a:pt x="0" y="125"/>
                    <a:pt x="0" y="130"/>
                  </a:cubicBezTo>
                  <a:cubicBezTo>
                    <a:pt x="0" y="135"/>
                    <a:pt x="5" y="135"/>
                    <a:pt x="6" y="135"/>
                  </a:cubicBezTo>
                  <a:cubicBezTo>
                    <a:pt x="11" y="135"/>
                    <a:pt x="11" y="133"/>
                    <a:pt x="12" y="129"/>
                  </a:cubicBezTo>
                  <a:cubicBezTo>
                    <a:pt x="21" y="99"/>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3" name="Freeform 542"/>
            <p:cNvSpPr>
              <a:spLocks/>
            </p:cNvSpPr>
            <p:nvPr>
              <p:custDataLst>
                <p:tags r:id="rId14"/>
              </p:custDataLst>
            </p:nvPr>
          </p:nvSpPr>
          <p:spPr bwMode="auto">
            <a:xfrm>
              <a:off x="1628776" y="4979988"/>
              <a:ext cx="101600" cy="57150"/>
            </a:xfrm>
            <a:custGeom>
              <a:avLst/>
              <a:gdLst>
                <a:gd name="T0" fmla="*/ 135 w 320"/>
                <a:gd name="T1" fmla="*/ 126 h 158"/>
                <a:gd name="T2" fmla="*/ 130 w 320"/>
                <a:gd name="T3" fmla="*/ 146 h 158"/>
                <a:gd name="T4" fmla="*/ 142 w 320"/>
                <a:gd name="T5" fmla="*/ 158 h 158"/>
                <a:gd name="T6" fmla="*/ 155 w 320"/>
                <a:gd name="T7" fmla="*/ 150 h 158"/>
                <a:gd name="T8" fmla="*/ 161 w 320"/>
                <a:gd name="T9" fmla="*/ 128 h 158"/>
                <a:gd name="T10" fmla="*/ 169 w 320"/>
                <a:gd name="T11" fmla="*/ 97 h 158"/>
                <a:gd name="T12" fmla="*/ 175 w 320"/>
                <a:gd name="T13" fmla="*/ 73 h 158"/>
                <a:gd name="T14" fmla="*/ 186 w 320"/>
                <a:gd name="T15" fmla="*/ 47 h 158"/>
                <a:gd name="T16" fmla="*/ 242 w 320"/>
                <a:gd name="T17" fmla="*/ 10 h 158"/>
                <a:gd name="T18" fmla="*/ 262 w 320"/>
                <a:gd name="T19" fmla="*/ 34 h 158"/>
                <a:gd name="T20" fmla="*/ 242 w 320"/>
                <a:gd name="T21" fmla="*/ 109 h 158"/>
                <a:gd name="T22" fmla="*/ 236 w 320"/>
                <a:gd name="T23" fmla="*/ 128 h 158"/>
                <a:gd name="T24" fmla="*/ 270 w 320"/>
                <a:gd name="T25" fmla="*/ 158 h 158"/>
                <a:gd name="T26" fmla="*/ 320 w 320"/>
                <a:gd name="T27" fmla="*/ 104 h 158"/>
                <a:gd name="T28" fmla="*/ 314 w 320"/>
                <a:gd name="T29" fmla="*/ 100 h 158"/>
                <a:gd name="T30" fmla="*/ 308 w 320"/>
                <a:gd name="T31" fmla="*/ 106 h 158"/>
                <a:gd name="T32" fmla="*/ 271 w 320"/>
                <a:gd name="T33" fmla="*/ 148 h 158"/>
                <a:gd name="T34" fmla="*/ 262 w 320"/>
                <a:gd name="T35" fmla="*/ 136 h 158"/>
                <a:gd name="T36" fmla="*/ 270 w 320"/>
                <a:gd name="T37" fmla="*/ 107 h 158"/>
                <a:gd name="T38" fmla="*/ 288 w 320"/>
                <a:gd name="T39" fmla="*/ 40 h 158"/>
                <a:gd name="T40" fmla="*/ 276 w 320"/>
                <a:gd name="T41" fmla="*/ 10 h 158"/>
                <a:gd name="T42" fmla="*/ 243 w 320"/>
                <a:gd name="T43" fmla="*/ 0 h 158"/>
                <a:gd name="T44" fmla="*/ 181 w 320"/>
                <a:gd name="T45" fmla="*/ 35 h 158"/>
                <a:gd name="T46" fmla="*/ 136 w 320"/>
                <a:gd name="T47" fmla="*/ 0 h 158"/>
                <a:gd name="T48" fmla="*/ 77 w 320"/>
                <a:gd name="T49" fmla="*/ 32 h 158"/>
                <a:gd name="T50" fmla="*/ 40 w 320"/>
                <a:gd name="T51" fmla="*/ 0 h 158"/>
                <a:gd name="T52" fmla="*/ 12 w 320"/>
                <a:gd name="T53" fmla="*/ 19 h 158"/>
                <a:gd name="T54" fmla="*/ 0 w 320"/>
                <a:gd name="T55" fmla="*/ 53 h 158"/>
                <a:gd name="T56" fmla="*/ 6 w 320"/>
                <a:gd name="T57" fmla="*/ 58 h 158"/>
                <a:gd name="T58" fmla="*/ 13 w 320"/>
                <a:gd name="T59" fmla="*/ 48 h 158"/>
                <a:gd name="T60" fmla="*/ 39 w 320"/>
                <a:gd name="T61" fmla="*/ 10 h 158"/>
                <a:gd name="T62" fmla="*/ 50 w 320"/>
                <a:gd name="T63" fmla="*/ 27 h 158"/>
                <a:gd name="T64" fmla="*/ 45 w 320"/>
                <a:gd name="T65" fmla="*/ 56 h 158"/>
                <a:gd name="T66" fmla="*/ 37 w 320"/>
                <a:gd name="T67" fmla="*/ 87 h 158"/>
                <a:gd name="T68" fmla="*/ 26 w 320"/>
                <a:gd name="T69" fmla="*/ 132 h 158"/>
                <a:gd name="T70" fmla="*/ 22 w 320"/>
                <a:gd name="T71" fmla="*/ 146 h 158"/>
                <a:gd name="T72" fmla="*/ 34 w 320"/>
                <a:gd name="T73" fmla="*/ 158 h 158"/>
                <a:gd name="T74" fmla="*/ 48 w 320"/>
                <a:gd name="T75" fmla="*/ 150 h 158"/>
                <a:gd name="T76" fmla="*/ 54 w 320"/>
                <a:gd name="T77" fmla="*/ 128 h 158"/>
                <a:gd name="T78" fmla="*/ 62 w 320"/>
                <a:gd name="T79" fmla="*/ 97 h 158"/>
                <a:gd name="T80" fmla="*/ 68 w 320"/>
                <a:gd name="T81" fmla="*/ 73 h 158"/>
                <a:gd name="T82" fmla="*/ 82 w 320"/>
                <a:gd name="T83" fmla="*/ 42 h 158"/>
                <a:gd name="T84" fmla="*/ 135 w 320"/>
                <a:gd name="T85" fmla="*/ 10 h 158"/>
                <a:gd name="T86" fmla="*/ 155 w 320"/>
                <a:gd name="T87" fmla="*/ 34 h 158"/>
                <a:gd name="T88" fmla="*/ 149 w 320"/>
                <a:gd name="T89" fmla="*/ 67 h 158"/>
                <a:gd name="T90" fmla="*/ 135 w 320"/>
                <a:gd name="T91" fmla="*/ 12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158">
                  <a:moveTo>
                    <a:pt x="135" y="126"/>
                  </a:moveTo>
                  <a:cubicBezTo>
                    <a:pt x="133" y="133"/>
                    <a:pt x="130" y="145"/>
                    <a:pt x="130" y="146"/>
                  </a:cubicBezTo>
                  <a:cubicBezTo>
                    <a:pt x="130" y="154"/>
                    <a:pt x="136" y="158"/>
                    <a:pt x="142" y="158"/>
                  </a:cubicBezTo>
                  <a:cubicBezTo>
                    <a:pt x="148" y="158"/>
                    <a:pt x="153" y="153"/>
                    <a:pt x="155" y="150"/>
                  </a:cubicBezTo>
                  <a:cubicBezTo>
                    <a:pt x="157" y="147"/>
                    <a:pt x="160" y="136"/>
                    <a:pt x="161" y="128"/>
                  </a:cubicBezTo>
                  <a:cubicBezTo>
                    <a:pt x="163" y="122"/>
                    <a:pt x="167" y="106"/>
                    <a:pt x="169" y="97"/>
                  </a:cubicBezTo>
                  <a:cubicBezTo>
                    <a:pt x="171" y="89"/>
                    <a:pt x="173" y="81"/>
                    <a:pt x="175" y="73"/>
                  </a:cubicBezTo>
                  <a:cubicBezTo>
                    <a:pt x="179" y="58"/>
                    <a:pt x="179" y="58"/>
                    <a:pt x="186" y="47"/>
                  </a:cubicBezTo>
                  <a:cubicBezTo>
                    <a:pt x="197" y="30"/>
                    <a:pt x="214" y="10"/>
                    <a:pt x="242" y="10"/>
                  </a:cubicBezTo>
                  <a:cubicBezTo>
                    <a:pt x="261" y="10"/>
                    <a:pt x="262" y="26"/>
                    <a:pt x="262" y="34"/>
                  </a:cubicBezTo>
                  <a:cubicBezTo>
                    <a:pt x="262" y="55"/>
                    <a:pt x="247" y="94"/>
                    <a:pt x="242" y="109"/>
                  </a:cubicBezTo>
                  <a:cubicBezTo>
                    <a:pt x="238" y="118"/>
                    <a:pt x="236" y="122"/>
                    <a:pt x="236" y="128"/>
                  </a:cubicBezTo>
                  <a:cubicBezTo>
                    <a:pt x="236" y="146"/>
                    <a:pt x="252" y="158"/>
                    <a:pt x="270" y="158"/>
                  </a:cubicBezTo>
                  <a:cubicBezTo>
                    <a:pt x="304" y="158"/>
                    <a:pt x="320" y="109"/>
                    <a:pt x="320" y="104"/>
                  </a:cubicBezTo>
                  <a:cubicBezTo>
                    <a:pt x="320" y="100"/>
                    <a:pt x="315" y="100"/>
                    <a:pt x="314" y="100"/>
                  </a:cubicBezTo>
                  <a:cubicBezTo>
                    <a:pt x="309" y="100"/>
                    <a:pt x="309" y="102"/>
                    <a:pt x="308" y="106"/>
                  </a:cubicBezTo>
                  <a:cubicBezTo>
                    <a:pt x="300" y="133"/>
                    <a:pt x="285" y="148"/>
                    <a:pt x="271" y="148"/>
                  </a:cubicBezTo>
                  <a:cubicBezTo>
                    <a:pt x="263" y="148"/>
                    <a:pt x="262" y="143"/>
                    <a:pt x="262" y="136"/>
                  </a:cubicBezTo>
                  <a:cubicBezTo>
                    <a:pt x="262" y="128"/>
                    <a:pt x="264" y="123"/>
                    <a:pt x="270" y="107"/>
                  </a:cubicBezTo>
                  <a:cubicBezTo>
                    <a:pt x="274" y="96"/>
                    <a:pt x="288" y="59"/>
                    <a:pt x="288" y="40"/>
                  </a:cubicBezTo>
                  <a:cubicBezTo>
                    <a:pt x="288" y="34"/>
                    <a:pt x="288" y="20"/>
                    <a:pt x="276" y="10"/>
                  </a:cubicBezTo>
                  <a:cubicBezTo>
                    <a:pt x="270" y="5"/>
                    <a:pt x="259" y="0"/>
                    <a:pt x="243" y="0"/>
                  </a:cubicBezTo>
                  <a:cubicBezTo>
                    <a:pt x="212" y="0"/>
                    <a:pt x="193" y="21"/>
                    <a:pt x="181" y="35"/>
                  </a:cubicBezTo>
                  <a:cubicBezTo>
                    <a:pt x="179" y="6"/>
                    <a:pt x="154" y="0"/>
                    <a:pt x="136" y="0"/>
                  </a:cubicBezTo>
                  <a:cubicBezTo>
                    <a:pt x="107" y="0"/>
                    <a:pt x="88" y="18"/>
                    <a:pt x="77" y="32"/>
                  </a:cubicBezTo>
                  <a:cubicBezTo>
                    <a:pt x="75" y="8"/>
                    <a:pt x="54" y="0"/>
                    <a:pt x="40" y="0"/>
                  </a:cubicBezTo>
                  <a:cubicBezTo>
                    <a:pt x="25" y="0"/>
                    <a:pt x="17" y="11"/>
                    <a:pt x="12" y="19"/>
                  </a:cubicBezTo>
                  <a:cubicBezTo>
                    <a:pt x="5" y="32"/>
                    <a:pt x="0" y="52"/>
                    <a:pt x="0" y="53"/>
                  </a:cubicBezTo>
                  <a:cubicBezTo>
                    <a:pt x="0" y="58"/>
                    <a:pt x="5" y="58"/>
                    <a:pt x="6" y="58"/>
                  </a:cubicBezTo>
                  <a:cubicBezTo>
                    <a:pt x="11" y="58"/>
                    <a:pt x="11" y="57"/>
                    <a:pt x="13" y="48"/>
                  </a:cubicBezTo>
                  <a:cubicBezTo>
                    <a:pt x="19" y="27"/>
                    <a:pt x="25" y="10"/>
                    <a:pt x="39" y="10"/>
                  </a:cubicBezTo>
                  <a:cubicBezTo>
                    <a:pt x="48" y="10"/>
                    <a:pt x="50" y="18"/>
                    <a:pt x="50" y="27"/>
                  </a:cubicBezTo>
                  <a:cubicBezTo>
                    <a:pt x="50" y="34"/>
                    <a:pt x="47" y="47"/>
                    <a:pt x="45" y="56"/>
                  </a:cubicBezTo>
                  <a:cubicBezTo>
                    <a:pt x="42" y="65"/>
                    <a:pt x="39" y="80"/>
                    <a:pt x="37" y="87"/>
                  </a:cubicBezTo>
                  <a:lnTo>
                    <a:pt x="26" y="132"/>
                  </a:lnTo>
                  <a:cubicBezTo>
                    <a:pt x="24" y="137"/>
                    <a:pt x="22" y="145"/>
                    <a:pt x="22" y="146"/>
                  </a:cubicBezTo>
                  <a:cubicBezTo>
                    <a:pt x="22" y="154"/>
                    <a:pt x="29" y="158"/>
                    <a:pt x="34" y="158"/>
                  </a:cubicBezTo>
                  <a:cubicBezTo>
                    <a:pt x="41" y="158"/>
                    <a:pt x="46" y="153"/>
                    <a:pt x="48" y="150"/>
                  </a:cubicBezTo>
                  <a:cubicBezTo>
                    <a:pt x="50" y="147"/>
                    <a:pt x="52" y="136"/>
                    <a:pt x="54" y="128"/>
                  </a:cubicBezTo>
                  <a:cubicBezTo>
                    <a:pt x="56" y="122"/>
                    <a:pt x="60" y="106"/>
                    <a:pt x="62" y="97"/>
                  </a:cubicBezTo>
                  <a:cubicBezTo>
                    <a:pt x="64" y="89"/>
                    <a:pt x="66" y="81"/>
                    <a:pt x="68" y="73"/>
                  </a:cubicBezTo>
                  <a:cubicBezTo>
                    <a:pt x="72" y="59"/>
                    <a:pt x="72" y="56"/>
                    <a:pt x="82" y="42"/>
                  </a:cubicBezTo>
                  <a:cubicBezTo>
                    <a:pt x="92" y="28"/>
                    <a:pt x="109" y="10"/>
                    <a:pt x="135" y="10"/>
                  </a:cubicBezTo>
                  <a:cubicBezTo>
                    <a:pt x="155" y="10"/>
                    <a:pt x="155" y="28"/>
                    <a:pt x="155" y="34"/>
                  </a:cubicBezTo>
                  <a:cubicBezTo>
                    <a:pt x="155" y="43"/>
                    <a:pt x="154" y="48"/>
                    <a:pt x="149" y="67"/>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4" name="Freeform 543"/>
            <p:cNvSpPr>
              <a:spLocks noEditPoints="1"/>
            </p:cNvSpPr>
            <p:nvPr>
              <p:custDataLst>
                <p:tags r:id="rId15"/>
              </p:custDataLst>
            </p:nvPr>
          </p:nvSpPr>
          <p:spPr bwMode="auto">
            <a:xfrm>
              <a:off x="1743076" y="4979988"/>
              <a:ext cx="47625" cy="57150"/>
            </a:xfrm>
            <a:custGeom>
              <a:avLst/>
              <a:gdLst>
                <a:gd name="T0" fmla="*/ 55 w 149"/>
                <a:gd name="T1" fmla="*/ 74 h 158"/>
                <a:gd name="T2" fmla="*/ 111 w 149"/>
                <a:gd name="T3" fmla="*/ 67 h 158"/>
                <a:gd name="T4" fmla="*/ 142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4 w 149"/>
                <a:gd name="T19" fmla="*/ 148 h 158"/>
                <a:gd name="T20" fmla="*/ 29 w 149"/>
                <a:gd name="T21" fmla="*/ 106 h 158"/>
                <a:gd name="T22" fmla="*/ 33 w 149"/>
                <a:gd name="T23" fmla="*/ 74 h 158"/>
                <a:gd name="T24" fmla="*/ 55 w 149"/>
                <a:gd name="T25" fmla="*/ 74 h 158"/>
                <a:gd name="T26" fmla="*/ 36 w 149"/>
                <a:gd name="T27" fmla="*/ 65 h 158"/>
                <a:gd name="T28" fmla="*/ 98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4"/>
                  </a:moveTo>
                  <a:cubicBezTo>
                    <a:pt x="65" y="74"/>
                    <a:pt x="92" y="74"/>
                    <a:pt x="111" y="67"/>
                  </a:cubicBezTo>
                  <a:cubicBezTo>
                    <a:pt x="137" y="58"/>
                    <a:pt x="142" y="41"/>
                    <a:pt x="142" y="31"/>
                  </a:cubicBezTo>
                  <a:cubicBezTo>
                    <a:pt x="142" y="12"/>
                    <a:pt x="122" y="0"/>
                    <a:pt x="98" y="0"/>
                  </a:cubicBezTo>
                  <a:cubicBezTo>
                    <a:pt x="57" y="0"/>
                    <a:pt x="0" y="32"/>
                    <a:pt x="0" y="92"/>
                  </a:cubicBezTo>
                  <a:cubicBezTo>
                    <a:pt x="0" y="127"/>
                    <a:pt x="22" y="158"/>
                    <a:pt x="63" y="158"/>
                  </a:cubicBezTo>
                  <a:cubicBezTo>
                    <a:pt x="122" y="158"/>
                    <a:pt x="149" y="123"/>
                    <a:pt x="149" y="118"/>
                  </a:cubicBezTo>
                  <a:cubicBezTo>
                    <a:pt x="149" y="116"/>
                    <a:pt x="146" y="112"/>
                    <a:pt x="143" y="112"/>
                  </a:cubicBezTo>
                  <a:cubicBezTo>
                    <a:pt x="141" y="112"/>
                    <a:pt x="141" y="113"/>
                    <a:pt x="138" y="116"/>
                  </a:cubicBezTo>
                  <a:cubicBezTo>
                    <a:pt x="111" y="148"/>
                    <a:pt x="70" y="148"/>
                    <a:pt x="64" y="148"/>
                  </a:cubicBezTo>
                  <a:cubicBezTo>
                    <a:pt x="43" y="148"/>
                    <a:pt x="29" y="134"/>
                    <a:pt x="29" y="106"/>
                  </a:cubicBezTo>
                  <a:cubicBezTo>
                    <a:pt x="29" y="101"/>
                    <a:pt x="29" y="94"/>
                    <a:pt x="33" y="74"/>
                  </a:cubicBezTo>
                  <a:lnTo>
                    <a:pt x="55" y="74"/>
                  </a:lnTo>
                  <a:close/>
                  <a:moveTo>
                    <a:pt x="36" y="65"/>
                  </a:moveTo>
                  <a:cubicBezTo>
                    <a:pt x="50" y="14"/>
                    <a:pt x="89" y="10"/>
                    <a:pt x="98"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5" name="Freeform 544"/>
            <p:cNvSpPr>
              <a:spLocks/>
            </p:cNvSpPr>
            <p:nvPr>
              <p:custDataLst>
                <p:tags r:id="rId16"/>
              </p:custDataLst>
            </p:nvPr>
          </p:nvSpPr>
          <p:spPr bwMode="auto">
            <a:xfrm>
              <a:off x="1819276" y="4875213"/>
              <a:ext cx="36513" cy="177800"/>
            </a:xfrm>
            <a:custGeom>
              <a:avLst/>
              <a:gdLst>
                <a:gd name="T0" fmla="*/ 116 w 116"/>
                <a:gd name="T1" fmla="*/ 494 h 499"/>
                <a:gd name="T2" fmla="*/ 107 w 116"/>
                <a:gd name="T3" fmla="*/ 483 h 499"/>
                <a:gd name="T4" fmla="*/ 29 w 116"/>
                <a:gd name="T5" fmla="*/ 249 h 499"/>
                <a:gd name="T6" fmla="*/ 109 w 116"/>
                <a:gd name="T7" fmla="*/ 13 h 499"/>
                <a:gd name="T8" fmla="*/ 116 w 116"/>
                <a:gd name="T9" fmla="*/ 5 h 499"/>
                <a:gd name="T10" fmla="*/ 111 w 116"/>
                <a:gd name="T11" fmla="*/ 0 h 499"/>
                <a:gd name="T12" fmla="*/ 32 w 116"/>
                <a:gd name="T13" fmla="*/ 97 h 499"/>
                <a:gd name="T14" fmla="*/ 0 w 116"/>
                <a:gd name="T15" fmla="*/ 249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3"/>
                    <a:pt x="116" y="492"/>
                    <a:pt x="107" y="483"/>
                  </a:cubicBezTo>
                  <a:cubicBezTo>
                    <a:pt x="45" y="420"/>
                    <a:pt x="29" y="326"/>
                    <a:pt x="29" y="249"/>
                  </a:cubicBezTo>
                  <a:cubicBezTo>
                    <a:pt x="29" y="163"/>
                    <a:pt x="48" y="76"/>
                    <a:pt x="109" y="13"/>
                  </a:cubicBezTo>
                  <a:cubicBezTo>
                    <a:pt x="116" y="7"/>
                    <a:pt x="116" y="6"/>
                    <a:pt x="116" y="5"/>
                  </a:cubicBezTo>
                  <a:cubicBezTo>
                    <a:pt x="116" y="1"/>
                    <a:pt x="114" y="0"/>
                    <a:pt x="111" y="0"/>
                  </a:cubicBezTo>
                  <a:cubicBezTo>
                    <a:pt x="106" y="0"/>
                    <a:pt x="61" y="34"/>
                    <a:pt x="32" y="97"/>
                  </a:cubicBezTo>
                  <a:cubicBezTo>
                    <a:pt x="6" y="152"/>
                    <a:pt x="0" y="208"/>
                    <a:pt x="0" y="249"/>
                  </a:cubicBezTo>
                  <a:cubicBezTo>
                    <a:pt x="0" y="288"/>
                    <a:pt x="6" y="349"/>
                    <a:pt x="33" y="405"/>
                  </a:cubicBezTo>
                  <a:cubicBezTo>
                    <a:pt x="63" y="467"/>
                    <a:pt x="106" y="499"/>
                    <a:pt x="111" y="499"/>
                  </a:cubicBezTo>
                  <a:cubicBezTo>
                    <a:pt x="114" y="499"/>
                    <a:pt x="116" y="498"/>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6" name="Freeform 545"/>
            <p:cNvSpPr>
              <a:spLocks noEditPoints="1"/>
            </p:cNvSpPr>
            <p:nvPr>
              <p:custDataLst>
                <p:tags r:id="rId17"/>
              </p:custDataLst>
            </p:nvPr>
          </p:nvSpPr>
          <p:spPr bwMode="auto">
            <a:xfrm>
              <a:off x="1863726" y="4891088"/>
              <a:ext cx="63500" cy="155575"/>
            </a:xfrm>
            <a:custGeom>
              <a:avLst/>
              <a:gdLst>
                <a:gd name="T0" fmla="*/ 205 w 205"/>
                <a:gd name="T1" fmla="*/ 18 h 433"/>
                <a:gd name="T2" fmla="*/ 186 w 205"/>
                <a:gd name="T3" fmla="*/ 0 h 433"/>
                <a:gd name="T4" fmla="*/ 159 w 205"/>
                <a:gd name="T5" fmla="*/ 27 h 433"/>
                <a:gd name="T6" fmla="*/ 178 w 205"/>
                <a:gd name="T7" fmla="*/ 45 h 433"/>
                <a:gd name="T8" fmla="*/ 205 w 205"/>
                <a:gd name="T9" fmla="*/ 18 h 433"/>
                <a:gd name="T10" fmla="*/ 104 w 205"/>
                <a:gd name="T11" fmla="*/ 355 h 433"/>
                <a:gd name="T12" fmla="*/ 43 w 205"/>
                <a:gd name="T13" fmla="*/ 422 h 433"/>
                <a:gd name="T14" fmla="*/ 24 w 205"/>
                <a:gd name="T15" fmla="*/ 417 h 433"/>
                <a:gd name="T16" fmla="*/ 46 w 205"/>
                <a:gd name="T17" fmla="*/ 391 h 433"/>
                <a:gd name="T18" fmla="*/ 27 w 205"/>
                <a:gd name="T19" fmla="*/ 373 h 433"/>
                <a:gd name="T20" fmla="*/ 0 w 205"/>
                <a:gd name="T21" fmla="*/ 402 h 433"/>
                <a:gd name="T22" fmla="*/ 44 w 205"/>
                <a:gd name="T23" fmla="*/ 433 h 433"/>
                <a:gd name="T24" fmla="*/ 138 w 205"/>
                <a:gd name="T25" fmla="*/ 357 h 433"/>
                <a:gd name="T26" fmla="*/ 184 w 205"/>
                <a:gd name="T27" fmla="*/ 174 h 433"/>
                <a:gd name="T28" fmla="*/ 186 w 205"/>
                <a:gd name="T29" fmla="*/ 156 h 433"/>
                <a:gd name="T30" fmla="*/ 140 w 205"/>
                <a:gd name="T31" fmla="*/ 110 h 433"/>
                <a:gd name="T32" fmla="*/ 61 w 205"/>
                <a:gd name="T33" fmla="*/ 187 h 433"/>
                <a:gd name="T34" fmla="*/ 67 w 205"/>
                <a:gd name="T35" fmla="*/ 192 h 433"/>
                <a:gd name="T36" fmla="*/ 76 w 205"/>
                <a:gd name="T37" fmla="*/ 182 h 433"/>
                <a:gd name="T38" fmla="*/ 139 w 205"/>
                <a:gd name="T39" fmla="*/ 121 h 433"/>
                <a:gd name="T40" fmla="*/ 155 w 205"/>
                <a:gd name="T41" fmla="*/ 144 h 433"/>
                <a:gd name="T42" fmla="*/ 151 w 205"/>
                <a:gd name="T43" fmla="*/ 169 h 433"/>
                <a:gd name="T44" fmla="*/ 104 w 205"/>
                <a:gd name="T45" fmla="*/ 355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3">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4" y="355"/>
                  </a:moveTo>
                  <a:cubicBezTo>
                    <a:pt x="95" y="393"/>
                    <a:pt x="71" y="422"/>
                    <a:pt x="43" y="422"/>
                  </a:cubicBezTo>
                  <a:cubicBezTo>
                    <a:pt x="40" y="422"/>
                    <a:pt x="33" y="422"/>
                    <a:pt x="24" y="417"/>
                  </a:cubicBezTo>
                  <a:cubicBezTo>
                    <a:pt x="39" y="414"/>
                    <a:pt x="46" y="401"/>
                    <a:pt x="46" y="391"/>
                  </a:cubicBezTo>
                  <a:cubicBezTo>
                    <a:pt x="46" y="383"/>
                    <a:pt x="41" y="373"/>
                    <a:pt x="27" y="373"/>
                  </a:cubicBezTo>
                  <a:cubicBezTo>
                    <a:pt x="15" y="373"/>
                    <a:pt x="0" y="384"/>
                    <a:pt x="0" y="402"/>
                  </a:cubicBezTo>
                  <a:cubicBezTo>
                    <a:pt x="0" y="422"/>
                    <a:pt x="20" y="433"/>
                    <a:pt x="44" y="433"/>
                  </a:cubicBezTo>
                  <a:cubicBezTo>
                    <a:pt x="79" y="433"/>
                    <a:pt x="125" y="406"/>
                    <a:pt x="138" y="357"/>
                  </a:cubicBezTo>
                  <a:lnTo>
                    <a:pt x="184" y="174"/>
                  </a:lnTo>
                  <a:cubicBezTo>
                    <a:pt x="186" y="164"/>
                    <a:pt x="186" y="157"/>
                    <a:pt x="186" y="156"/>
                  </a:cubicBezTo>
                  <a:cubicBezTo>
                    <a:pt x="186" y="127"/>
                    <a:pt x="165" y="110"/>
                    <a:pt x="140" y="110"/>
                  </a:cubicBezTo>
                  <a:cubicBezTo>
                    <a:pt x="89" y="110"/>
                    <a:pt x="61" y="182"/>
                    <a:pt x="61" y="187"/>
                  </a:cubicBezTo>
                  <a:cubicBezTo>
                    <a:pt x="61" y="192"/>
                    <a:pt x="66" y="192"/>
                    <a:pt x="67" y="192"/>
                  </a:cubicBezTo>
                  <a:cubicBezTo>
                    <a:pt x="72" y="192"/>
                    <a:pt x="72" y="191"/>
                    <a:pt x="76" y="182"/>
                  </a:cubicBezTo>
                  <a:cubicBezTo>
                    <a:pt x="88" y="151"/>
                    <a:pt x="111" y="121"/>
                    <a:pt x="139" y="121"/>
                  </a:cubicBezTo>
                  <a:cubicBezTo>
                    <a:pt x="146" y="121"/>
                    <a:pt x="155" y="123"/>
                    <a:pt x="155" y="144"/>
                  </a:cubicBezTo>
                  <a:cubicBezTo>
                    <a:pt x="155"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7" name="Freeform 546"/>
            <p:cNvSpPr>
              <a:spLocks noEditPoints="1"/>
            </p:cNvSpPr>
            <p:nvPr>
              <p:custDataLst>
                <p:tags r:id="rId18"/>
              </p:custDataLst>
            </p:nvPr>
          </p:nvSpPr>
          <p:spPr bwMode="auto">
            <a:xfrm>
              <a:off x="1944688" y="4930776"/>
              <a:ext cx="73025" cy="80963"/>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7 w 228"/>
                <a:gd name="T11" fmla="*/ 226 h 226"/>
                <a:gd name="T12" fmla="*/ 214 w 228"/>
                <a:gd name="T13" fmla="*/ 198 h 226"/>
                <a:gd name="T14" fmla="*/ 228 w 228"/>
                <a:gd name="T15" fmla="*/ 149 h 226"/>
                <a:gd name="T16" fmla="*/ 222 w 228"/>
                <a:gd name="T17" fmla="*/ 144 h 226"/>
                <a:gd name="T18" fmla="*/ 215 w 228"/>
                <a:gd name="T19" fmla="*/ 153 h 226"/>
                <a:gd name="T20" fmla="*/ 178 w 228"/>
                <a:gd name="T21" fmla="*/ 215 h 226"/>
                <a:gd name="T22" fmla="*/ 163 w 228"/>
                <a:gd name="T23" fmla="*/ 192 h 226"/>
                <a:gd name="T24" fmla="*/ 169 w 228"/>
                <a:gd name="T25" fmla="*/ 155 h 226"/>
                <a:gd name="T26" fmla="*/ 180 w 228"/>
                <a:gd name="T27" fmla="*/ 110 h 226"/>
                <a:gd name="T28" fmla="*/ 198 w 228"/>
                <a:gd name="T29" fmla="*/ 40 h 226"/>
                <a:gd name="T30" fmla="*/ 202 w 228"/>
                <a:gd name="T31" fmla="*/ 23 h 226"/>
                <a:gd name="T32" fmla="*/ 187 w 228"/>
                <a:gd name="T33" fmla="*/ 10 h 226"/>
                <a:gd name="T34" fmla="*/ 166 w 228"/>
                <a:gd name="T35" fmla="*/ 32 h 226"/>
                <a:gd name="T36" fmla="*/ 134 w 228"/>
                <a:gd name="T37" fmla="*/ 161 h 226"/>
                <a:gd name="T38" fmla="*/ 124 w 228"/>
                <a:gd name="T39" fmla="*/ 179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9 w 228"/>
                <a:gd name="T51" fmla="*/ 63 h 226"/>
                <a:gd name="T52" fmla="*/ 134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3" y="0"/>
                    <a:pt x="120" y="0"/>
                  </a:cubicBezTo>
                  <a:cubicBezTo>
                    <a:pt x="62" y="0"/>
                    <a:pt x="0" y="73"/>
                    <a:pt x="0" y="146"/>
                  </a:cubicBezTo>
                  <a:cubicBezTo>
                    <a:pt x="0" y="193"/>
                    <a:pt x="28" y="226"/>
                    <a:pt x="66" y="226"/>
                  </a:cubicBezTo>
                  <a:cubicBezTo>
                    <a:pt x="76" y="226"/>
                    <a:pt x="101" y="224"/>
                    <a:pt x="131" y="188"/>
                  </a:cubicBezTo>
                  <a:cubicBezTo>
                    <a:pt x="135" y="209"/>
                    <a:pt x="153" y="226"/>
                    <a:pt x="177" y="226"/>
                  </a:cubicBezTo>
                  <a:cubicBezTo>
                    <a:pt x="194" y="226"/>
                    <a:pt x="206" y="214"/>
                    <a:pt x="214" y="198"/>
                  </a:cubicBezTo>
                  <a:cubicBezTo>
                    <a:pt x="222" y="180"/>
                    <a:pt x="228" y="150"/>
                    <a:pt x="228" y="149"/>
                  </a:cubicBezTo>
                  <a:cubicBezTo>
                    <a:pt x="228" y="144"/>
                    <a:pt x="224" y="144"/>
                    <a:pt x="222" y="144"/>
                  </a:cubicBezTo>
                  <a:cubicBezTo>
                    <a:pt x="217" y="144"/>
                    <a:pt x="217" y="146"/>
                    <a:pt x="215"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1" y="215"/>
                    <a:pt x="67" y="215"/>
                  </a:cubicBezTo>
                  <a:cubicBezTo>
                    <a:pt x="42" y="215"/>
                    <a:pt x="35" y="187"/>
                    <a:pt x="35" y="168"/>
                  </a:cubicBezTo>
                  <a:cubicBezTo>
                    <a:pt x="35" y="143"/>
                    <a:pt x="51" y="82"/>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8" name="Freeform 547"/>
            <p:cNvSpPr>
              <a:spLocks noEditPoints="1"/>
            </p:cNvSpPr>
            <p:nvPr>
              <p:custDataLst>
                <p:tags r:id="rId19"/>
              </p:custDataLst>
            </p:nvPr>
          </p:nvSpPr>
          <p:spPr bwMode="auto">
            <a:xfrm>
              <a:off x="2028826" y="4884738"/>
              <a:ext cx="74613" cy="127000"/>
            </a:xfrm>
            <a:custGeom>
              <a:avLst/>
              <a:gdLst>
                <a:gd name="T0" fmla="*/ 238 w 238"/>
                <a:gd name="T1" fmla="*/ 5 h 352"/>
                <a:gd name="T2" fmla="*/ 231 w 238"/>
                <a:gd name="T3" fmla="*/ 0 h 352"/>
                <a:gd name="T4" fmla="*/ 168 w 238"/>
                <a:gd name="T5" fmla="*/ 5 h 352"/>
                <a:gd name="T6" fmla="*/ 161 w 238"/>
                <a:gd name="T7" fmla="*/ 15 h 352"/>
                <a:gd name="T8" fmla="*/ 173 w 238"/>
                <a:gd name="T9" fmla="*/ 21 h 352"/>
                <a:gd name="T10" fmla="*/ 198 w 238"/>
                <a:gd name="T11" fmla="*/ 29 h 352"/>
                <a:gd name="T12" fmla="*/ 196 w 238"/>
                <a:gd name="T13" fmla="*/ 39 h 352"/>
                <a:gd name="T14" fmla="*/ 166 w 238"/>
                <a:gd name="T15" fmla="*/ 158 h 352"/>
                <a:gd name="T16" fmla="*/ 121 w 238"/>
                <a:gd name="T17" fmla="*/ 126 h 352"/>
                <a:gd name="T18" fmla="*/ 0 w 238"/>
                <a:gd name="T19" fmla="*/ 272 h 352"/>
                <a:gd name="T20" fmla="*/ 67 w 238"/>
                <a:gd name="T21" fmla="*/ 352 h 352"/>
                <a:gd name="T22" fmla="*/ 132 w 238"/>
                <a:gd name="T23" fmla="*/ 314 h 352"/>
                <a:gd name="T24" fmla="*/ 177 w 238"/>
                <a:gd name="T25" fmla="*/ 352 h 352"/>
                <a:gd name="T26" fmla="*/ 214 w 238"/>
                <a:gd name="T27" fmla="*/ 324 h 352"/>
                <a:gd name="T28" fmla="*/ 229 w 238"/>
                <a:gd name="T29" fmla="*/ 275 h 352"/>
                <a:gd name="T30" fmla="*/ 223 w 238"/>
                <a:gd name="T31" fmla="*/ 270 h 352"/>
                <a:gd name="T32" fmla="*/ 216 w 238"/>
                <a:gd name="T33" fmla="*/ 279 h 352"/>
                <a:gd name="T34" fmla="*/ 178 w 238"/>
                <a:gd name="T35" fmla="*/ 341 h 352"/>
                <a:gd name="T36" fmla="*/ 163 w 238"/>
                <a:gd name="T37" fmla="*/ 318 h 352"/>
                <a:gd name="T38" fmla="*/ 166 w 238"/>
                <a:gd name="T39" fmla="*/ 294 h 352"/>
                <a:gd name="T40" fmla="*/ 238 w 238"/>
                <a:gd name="T41" fmla="*/ 5 h 352"/>
                <a:gd name="T42" fmla="*/ 134 w 238"/>
                <a:gd name="T43" fmla="*/ 287 h 352"/>
                <a:gd name="T44" fmla="*/ 124 w 238"/>
                <a:gd name="T45" fmla="*/ 305 h 352"/>
                <a:gd name="T46" fmla="*/ 68 w 238"/>
                <a:gd name="T47" fmla="*/ 341 h 352"/>
                <a:gd name="T48" fmla="*/ 36 w 238"/>
                <a:gd name="T49" fmla="*/ 294 h 352"/>
                <a:gd name="T50" fmla="*/ 63 w 238"/>
                <a:gd name="T51" fmla="*/ 185 h 352"/>
                <a:gd name="T52" fmla="*/ 121 w 238"/>
                <a:gd name="T53" fmla="*/ 137 h 352"/>
                <a:gd name="T54" fmla="*/ 160 w 238"/>
                <a:gd name="T55" fmla="*/ 181 h 352"/>
                <a:gd name="T56" fmla="*/ 159 w 238"/>
                <a:gd name="T57" fmla="*/ 189 h 352"/>
                <a:gd name="T58" fmla="*/ 134 w 238"/>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352">
                  <a:moveTo>
                    <a:pt x="238" y="5"/>
                  </a:moveTo>
                  <a:cubicBezTo>
                    <a:pt x="238" y="5"/>
                    <a:pt x="238" y="0"/>
                    <a:pt x="231" y="0"/>
                  </a:cubicBezTo>
                  <a:cubicBezTo>
                    <a:pt x="224" y="0"/>
                    <a:pt x="176" y="4"/>
                    <a:pt x="168" y="5"/>
                  </a:cubicBezTo>
                  <a:cubicBezTo>
                    <a:pt x="164" y="6"/>
                    <a:pt x="161" y="8"/>
                    <a:pt x="161" y="15"/>
                  </a:cubicBezTo>
                  <a:cubicBezTo>
                    <a:pt x="161" y="21"/>
                    <a:pt x="165" y="21"/>
                    <a:pt x="173" y="21"/>
                  </a:cubicBezTo>
                  <a:cubicBezTo>
                    <a:pt x="197" y="21"/>
                    <a:pt x="198" y="24"/>
                    <a:pt x="198" y="29"/>
                  </a:cubicBezTo>
                  <a:lnTo>
                    <a:pt x="196" y="39"/>
                  </a:lnTo>
                  <a:lnTo>
                    <a:pt x="166" y="158"/>
                  </a:lnTo>
                  <a:cubicBezTo>
                    <a:pt x="157" y="139"/>
                    <a:pt x="143" y="126"/>
                    <a:pt x="121" y="126"/>
                  </a:cubicBezTo>
                  <a:cubicBezTo>
                    <a:pt x="62" y="126"/>
                    <a:pt x="0" y="199"/>
                    <a:pt x="0" y="272"/>
                  </a:cubicBezTo>
                  <a:cubicBezTo>
                    <a:pt x="0" y="319"/>
                    <a:pt x="28" y="352"/>
                    <a:pt x="67" y="352"/>
                  </a:cubicBezTo>
                  <a:cubicBezTo>
                    <a:pt x="77" y="352"/>
                    <a:pt x="102" y="350"/>
                    <a:pt x="132" y="314"/>
                  </a:cubicBezTo>
                  <a:cubicBezTo>
                    <a:pt x="136" y="335"/>
                    <a:pt x="153" y="352"/>
                    <a:pt x="177" y="352"/>
                  </a:cubicBezTo>
                  <a:cubicBezTo>
                    <a:pt x="194" y="352"/>
                    <a:pt x="206" y="340"/>
                    <a:pt x="214" y="324"/>
                  </a:cubicBezTo>
                  <a:cubicBezTo>
                    <a:pt x="222" y="306"/>
                    <a:pt x="229" y="276"/>
                    <a:pt x="229" y="275"/>
                  </a:cubicBezTo>
                  <a:cubicBezTo>
                    <a:pt x="229" y="270"/>
                    <a:pt x="224" y="270"/>
                    <a:pt x="223" y="270"/>
                  </a:cubicBezTo>
                  <a:cubicBezTo>
                    <a:pt x="218" y="270"/>
                    <a:pt x="217" y="272"/>
                    <a:pt x="216" y="279"/>
                  </a:cubicBezTo>
                  <a:cubicBezTo>
                    <a:pt x="207" y="311"/>
                    <a:pt x="198" y="341"/>
                    <a:pt x="178" y="341"/>
                  </a:cubicBezTo>
                  <a:cubicBezTo>
                    <a:pt x="164" y="341"/>
                    <a:pt x="163" y="328"/>
                    <a:pt x="163" y="318"/>
                  </a:cubicBezTo>
                  <a:cubicBezTo>
                    <a:pt x="163" y="306"/>
                    <a:pt x="164" y="302"/>
                    <a:pt x="166" y="294"/>
                  </a:cubicBezTo>
                  <a:lnTo>
                    <a:pt x="238" y="5"/>
                  </a:lnTo>
                  <a:close/>
                  <a:moveTo>
                    <a:pt x="134" y="287"/>
                  </a:moveTo>
                  <a:cubicBezTo>
                    <a:pt x="132" y="296"/>
                    <a:pt x="132" y="297"/>
                    <a:pt x="124" y="305"/>
                  </a:cubicBezTo>
                  <a:cubicBezTo>
                    <a:pt x="102" y="333"/>
                    <a:pt x="82" y="341"/>
                    <a:pt x="68" y="341"/>
                  </a:cubicBezTo>
                  <a:cubicBezTo>
                    <a:pt x="43" y="341"/>
                    <a:pt x="36" y="313"/>
                    <a:pt x="36" y="294"/>
                  </a:cubicBezTo>
                  <a:cubicBezTo>
                    <a:pt x="36" y="269"/>
                    <a:pt x="52" y="208"/>
                    <a:pt x="63" y="185"/>
                  </a:cubicBezTo>
                  <a:cubicBezTo>
                    <a:pt x="79" y="155"/>
                    <a:pt x="101" y="137"/>
                    <a:pt x="121" y="137"/>
                  </a:cubicBezTo>
                  <a:cubicBezTo>
                    <a:pt x="153" y="137"/>
                    <a:pt x="160" y="178"/>
                    <a:pt x="160" y="181"/>
                  </a:cubicBezTo>
                  <a:cubicBezTo>
                    <a:pt x="160" y="184"/>
                    <a:pt x="159" y="187"/>
                    <a:pt x="159" y="189"/>
                  </a:cubicBezTo>
                  <a:lnTo>
                    <a:pt x="134"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9" name="Freeform 548"/>
            <p:cNvSpPr>
              <a:spLocks/>
            </p:cNvSpPr>
            <p:nvPr>
              <p:custDataLst>
                <p:tags r:id="rId20"/>
              </p:custDataLst>
            </p:nvPr>
          </p:nvSpPr>
          <p:spPr bwMode="auto">
            <a:xfrm>
              <a:off x="2109788" y="4930776"/>
              <a:ext cx="63500" cy="80963"/>
            </a:xfrm>
            <a:custGeom>
              <a:avLst/>
              <a:gdLst>
                <a:gd name="T0" fmla="*/ 30 w 203"/>
                <a:gd name="T1" fmla="*/ 191 h 226"/>
                <a:gd name="T2" fmla="*/ 25 w 203"/>
                <a:gd name="T3" fmla="*/ 212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7 h 226"/>
                <a:gd name="T34" fmla="*/ 6 w 203"/>
                <a:gd name="T35" fmla="*/ 82 h 226"/>
                <a:gd name="T36" fmla="*/ 15 w 203"/>
                <a:gd name="T37" fmla="*/ 70 h 226"/>
                <a:gd name="T38" fmla="*/ 51 w 203"/>
                <a:gd name="T39" fmla="*/ 11 h 226"/>
                <a:gd name="T40" fmla="*/ 67 w 203"/>
                <a:gd name="T41" fmla="*/ 34 h 226"/>
                <a:gd name="T42" fmla="*/ 59 w 203"/>
                <a:gd name="T43" fmla="*/ 76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8"/>
                    <a:pt x="25" y="210"/>
                    <a:pt x="25" y="212"/>
                  </a:cubicBezTo>
                  <a:cubicBezTo>
                    <a:pt x="25" y="221"/>
                    <a:pt x="32" y="226"/>
                    <a:pt x="40" y="226"/>
                  </a:cubicBezTo>
                  <a:cubicBezTo>
                    <a:pt x="46" y="226"/>
                    <a:pt x="55" y="222"/>
                    <a:pt x="58" y="212"/>
                  </a:cubicBezTo>
                  <a:cubicBezTo>
                    <a:pt x="59" y="210"/>
                    <a:pt x="76" y="142"/>
                    <a:pt x="78" y="133"/>
                  </a:cubicBezTo>
                  <a:cubicBezTo>
                    <a:pt x="82" y="116"/>
                    <a:pt x="91" y="82"/>
                    <a:pt x="94" y="68"/>
                  </a:cubicBezTo>
                  <a:cubicBezTo>
                    <a:pt x="96" y="62"/>
                    <a:pt x="110" y="38"/>
                    <a:pt x="122" y="27"/>
                  </a:cubicBezTo>
                  <a:cubicBezTo>
                    <a:pt x="126" y="24"/>
                    <a:pt x="140" y="11"/>
                    <a:pt x="162" y="11"/>
                  </a:cubicBezTo>
                  <a:cubicBezTo>
                    <a:pt x="175" y="11"/>
                    <a:pt x="182" y="17"/>
                    <a:pt x="183" y="17"/>
                  </a:cubicBezTo>
                  <a:cubicBezTo>
                    <a:pt x="168" y="19"/>
                    <a:pt x="157" y="31"/>
                    <a:pt x="157" y="44"/>
                  </a:cubicBezTo>
                  <a:cubicBezTo>
                    <a:pt x="157" y="52"/>
                    <a:pt x="162" y="62"/>
                    <a:pt x="176" y="62"/>
                  </a:cubicBezTo>
                  <a:cubicBezTo>
                    <a:pt x="189" y="62"/>
                    <a:pt x="203" y="50"/>
                    <a:pt x="203" y="32"/>
                  </a:cubicBezTo>
                  <a:cubicBezTo>
                    <a:pt x="203" y="15"/>
                    <a:pt x="187" y="0"/>
                    <a:pt x="162" y="0"/>
                  </a:cubicBezTo>
                  <a:cubicBezTo>
                    <a:pt x="129" y="0"/>
                    <a:pt x="107" y="24"/>
                    <a:pt x="98" y="38"/>
                  </a:cubicBezTo>
                  <a:cubicBezTo>
                    <a:pt x="94" y="16"/>
                    <a:pt x="76" y="0"/>
                    <a:pt x="53" y="0"/>
                  </a:cubicBezTo>
                  <a:cubicBezTo>
                    <a:pt x="30" y="0"/>
                    <a:pt x="20" y="19"/>
                    <a:pt x="16" y="28"/>
                  </a:cubicBezTo>
                  <a:cubicBezTo>
                    <a:pt x="7" y="45"/>
                    <a:pt x="0" y="75"/>
                    <a:pt x="0" y="77"/>
                  </a:cubicBezTo>
                  <a:cubicBezTo>
                    <a:pt x="0" y="82"/>
                    <a:pt x="5" y="82"/>
                    <a:pt x="6" y="82"/>
                  </a:cubicBezTo>
                  <a:cubicBezTo>
                    <a:pt x="11" y="82"/>
                    <a:pt x="12" y="81"/>
                    <a:pt x="15" y="70"/>
                  </a:cubicBezTo>
                  <a:cubicBezTo>
                    <a:pt x="23" y="35"/>
                    <a:pt x="33" y="11"/>
                    <a:pt x="51" y="11"/>
                  </a:cubicBezTo>
                  <a:cubicBezTo>
                    <a:pt x="60" y="11"/>
                    <a:pt x="67" y="15"/>
                    <a:pt x="67" y="34"/>
                  </a:cubicBezTo>
                  <a:cubicBezTo>
                    <a:pt x="67" y="44"/>
                    <a:pt x="65" y="50"/>
                    <a:pt x="59" y="76"/>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0" name="Freeform 549"/>
            <p:cNvSpPr>
              <a:spLocks noEditPoints="1"/>
            </p:cNvSpPr>
            <p:nvPr>
              <p:custDataLst>
                <p:tags r:id="rId21"/>
              </p:custDataLst>
            </p:nvPr>
          </p:nvSpPr>
          <p:spPr bwMode="auto">
            <a:xfrm>
              <a:off x="2185988" y="4930776"/>
              <a:ext cx="73025" cy="80963"/>
            </a:xfrm>
            <a:custGeom>
              <a:avLst/>
              <a:gdLst>
                <a:gd name="T0" fmla="*/ 166 w 229"/>
                <a:gd name="T1" fmla="*/ 32 h 226"/>
                <a:gd name="T2" fmla="*/ 121 w 229"/>
                <a:gd name="T3" fmla="*/ 0 h 226"/>
                <a:gd name="T4" fmla="*/ 0 w 229"/>
                <a:gd name="T5" fmla="*/ 146 h 226"/>
                <a:gd name="T6" fmla="*/ 67 w 229"/>
                <a:gd name="T7" fmla="*/ 226 h 226"/>
                <a:gd name="T8" fmla="*/ 132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1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8" y="13"/>
                    <a:pt x="143" y="0"/>
                    <a:pt x="121" y="0"/>
                  </a:cubicBezTo>
                  <a:cubicBezTo>
                    <a:pt x="62" y="0"/>
                    <a:pt x="0" y="73"/>
                    <a:pt x="0" y="146"/>
                  </a:cubicBezTo>
                  <a:cubicBezTo>
                    <a:pt x="0" y="193"/>
                    <a:pt x="28" y="226"/>
                    <a:pt x="67" y="226"/>
                  </a:cubicBezTo>
                  <a:cubicBezTo>
                    <a:pt x="77" y="226"/>
                    <a:pt x="102" y="224"/>
                    <a:pt x="132" y="188"/>
                  </a:cubicBezTo>
                  <a:cubicBezTo>
                    <a:pt x="136"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2" y="170"/>
                    <a:pt x="132" y="171"/>
                    <a:pt x="124" y="179"/>
                  </a:cubicBezTo>
                  <a:cubicBezTo>
                    <a:pt x="102" y="207"/>
                    <a:pt x="82" y="215"/>
                    <a:pt x="68" y="215"/>
                  </a:cubicBezTo>
                  <a:cubicBezTo>
                    <a:pt x="43" y="215"/>
                    <a:pt x="36" y="187"/>
                    <a:pt x="36" y="168"/>
                  </a:cubicBezTo>
                  <a:cubicBezTo>
                    <a:pt x="36" y="143"/>
                    <a:pt x="52" y="82"/>
                    <a:pt x="63" y="59"/>
                  </a:cubicBezTo>
                  <a:cubicBezTo>
                    <a:pt x="79" y="29"/>
                    <a:pt x="101" y="11"/>
                    <a:pt x="121" y="11"/>
                  </a:cubicBezTo>
                  <a:cubicBezTo>
                    <a:pt x="154" y="11"/>
                    <a:pt x="161" y="52"/>
                    <a:pt x="161" y="55"/>
                  </a:cubicBezTo>
                  <a:cubicBezTo>
                    <a:pt x="161"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1" name="Freeform 550"/>
            <p:cNvSpPr>
              <a:spLocks/>
            </p:cNvSpPr>
            <p:nvPr>
              <p:custDataLst>
                <p:tags r:id="rId22"/>
              </p:custDataLst>
            </p:nvPr>
          </p:nvSpPr>
          <p:spPr bwMode="auto">
            <a:xfrm>
              <a:off x="2270126" y="4884738"/>
              <a:ext cx="34925" cy="127000"/>
            </a:xfrm>
            <a:custGeom>
              <a:avLst/>
              <a:gdLst>
                <a:gd name="T0" fmla="*/ 106 w 106"/>
                <a:gd name="T1" fmla="*/ 5 h 352"/>
                <a:gd name="T2" fmla="*/ 100 w 106"/>
                <a:gd name="T3" fmla="*/ 0 h 352"/>
                <a:gd name="T4" fmla="*/ 39 w 106"/>
                <a:gd name="T5" fmla="*/ 5 h 352"/>
                <a:gd name="T6" fmla="*/ 30 w 106"/>
                <a:gd name="T7" fmla="*/ 15 h 352"/>
                <a:gd name="T8" fmla="*/ 42 w 106"/>
                <a:gd name="T9" fmla="*/ 21 h 352"/>
                <a:gd name="T10" fmla="*/ 67 w 106"/>
                <a:gd name="T11" fmla="*/ 29 h 352"/>
                <a:gd name="T12" fmla="*/ 65 w 106"/>
                <a:gd name="T13" fmla="*/ 39 h 352"/>
                <a:gd name="T14" fmla="*/ 2 w 106"/>
                <a:gd name="T15" fmla="*/ 289 h 352"/>
                <a:gd name="T16" fmla="*/ 0 w 106"/>
                <a:gd name="T17" fmla="*/ 306 h 352"/>
                <a:gd name="T18" fmla="*/ 45 w 106"/>
                <a:gd name="T19" fmla="*/ 352 h 352"/>
                <a:gd name="T20" fmla="*/ 83 w 106"/>
                <a:gd name="T21" fmla="*/ 324 h 352"/>
                <a:gd name="T22" fmla="*/ 97 w 106"/>
                <a:gd name="T23" fmla="*/ 275 h 352"/>
                <a:gd name="T24" fmla="*/ 92 w 106"/>
                <a:gd name="T25" fmla="*/ 270 h 352"/>
                <a:gd name="T26" fmla="*/ 85 w 106"/>
                <a:gd name="T27" fmla="*/ 279 h 352"/>
                <a:gd name="T28" fmla="*/ 47 w 106"/>
                <a:gd name="T29" fmla="*/ 341 h 352"/>
                <a:gd name="T30" fmla="*/ 32 w 106"/>
                <a:gd name="T31" fmla="*/ 318 h 352"/>
                <a:gd name="T32" fmla="*/ 35 w 106"/>
                <a:gd name="T33" fmla="*/ 294 h 352"/>
                <a:gd name="T34" fmla="*/ 106 w 106"/>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6" h="352">
                  <a:moveTo>
                    <a:pt x="106" y="5"/>
                  </a:moveTo>
                  <a:cubicBezTo>
                    <a:pt x="106" y="5"/>
                    <a:pt x="106" y="0"/>
                    <a:pt x="100" y="0"/>
                  </a:cubicBezTo>
                  <a:cubicBezTo>
                    <a:pt x="89" y="0"/>
                    <a:pt x="52" y="4"/>
                    <a:pt x="39" y="5"/>
                  </a:cubicBezTo>
                  <a:cubicBezTo>
                    <a:pt x="35" y="5"/>
                    <a:pt x="30" y="6"/>
                    <a:pt x="30" y="15"/>
                  </a:cubicBezTo>
                  <a:cubicBezTo>
                    <a:pt x="30" y="21"/>
                    <a:pt x="35" y="21"/>
                    <a:pt x="42" y="21"/>
                  </a:cubicBezTo>
                  <a:cubicBezTo>
                    <a:pt x="66" y="21"/>
                    <a:pt x="67" y="25"/>
                    <a:pt x="67" y="29"/>
                  </a:cubicBezTo>
                  <a:lnTo>
                    <a:pt x="65" y="39"/>
                  </a:lnTo>
                  <a:lnTo>
                    <a:pt x="2" y="289"/>
                  </a:lnTo>
                  <a:cubicBezTo>
                    <a:pt x="1" y="294"/>
                    <a:pt x="0" y="298"/>
                    <a:pt x="0" y="306"/>
                  </a:cubicBezTo>
                  <a:cubicBezTo>
                    <a:pt x="0" y="334"/>
                    <a:pt x="22" y="352"/>
                    <a:pt x="45" y="352"/>
                  </a:cubicBezTo>
                  <a:cubicBezTo>
                    <a:pt x="62" y="352"/>
                    <a:pt x="74" y="342"/>
                    <a:pt x="83" y="324"/>
                  </a:cubicBezTo>
                  <a:cubicBezTo>
                    <a:pt x="92" y="305"/>
                    <a:pt x="97" y="276"/>
                    <a:pt x="97" y="275"/>
                  </a:cubicBezTo>
                  <a:cubicBezTo>
                    <a:pt x="97" y="270"/>
                    <a:pt x="93" y="270"/>
                    <a:pt x="92" y="270"/>
                  </a:cubicBezTo>
                  <a:cubicBezTo>
                    <a:pt x="87" y="270"/>
                    <a:pt x="86" y="272"/>
                    <a:pt x="85" y="279"/>
                  </a:cubicBezTo>
                  <a:cubicBezTo>
                    <a:pt x="76" y="311"/>
                    <a:pt x="67" y="341"/>
                    <a:pt x="47" y="341"/>
                  </a:cubicBezTo>
                  <a:cubicBezTo>
                    <a:pt x="32" y="341"/>
                    <a:pt x="32" y="325"/>
                    <a:pt x="32" y="318"/>
                  </a:cubicBezTo>
                  <a:cubicBezTo>
                    <a:pt x="32" y="306"/>
                    <a:pt x="32" y="303"/>
                    <a:pt x="35" y="294"/>
                  </a:cubicBezTo>
                  <a:lnTo>
                    <a:pt x="106"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2" name="Freeform 551"/>
            <p:cNvSpPr>
              <a:spLocks noEditPoints="1"/>
            </p:cNvSpPr>
            <p:nvPr>
              <p:custDataLst>
                <p:tags r:id="rId23"/>
              </p:custDataLst>
            </p:nvPr>
          </p:nvSpPr>
          <p:spPr bwMode="auto">
            <a:xfrm>
              <a:off x="2320926" y="4930776"/>
              <a:ext cx="60325" cy="80963"/>
            </a:xfrm>
            <a:custGeom>
              <a:avLst/>
              <a:gdLst>
                <a:gd name="T0" fmla="*/ 71 w 192"/>
                <a:gd name="T1" fmla="*/ 105 h 226"/>
                <a:gd name="T2" fmla="*/ 147 w 192"/>
                <a:gd name="T3" fmla="*/ 94 h 226"/>
                <a:gd name="T4" fmla="*/ 184 w 192"/>
                <a:gd name="T5" fmla="*/ 42 h 226"/>
                <a:gd name="T6" fmla="*/ 131 w 192"/>
                <a:gd name="T7" fmla="*/ 0 h 226"/>
                <a:gd name="T8" fmla="*/ 0 w 192"/>
                <a:gd name="T9" fmla="*/ 135 h 226"/>
                <a:gd name="T10" fmla="*/ 79 w 192"/>
                <a:gd name="T11" fmla="*/ 226 h 226"/>
                <a:gd name="T12" fmla="*/ 192 w 192"/>
                <a:gd name="T13" fmla="*/ 167 h 226"/>
                <a:gd name="T14" fmla="*/ 186 w 192"/>
                <a:gd name="T15" fmla="*/ 160 h 226"/>
                <a:gd name="T16" fmla="*/ 179 w 192"/>
                <a:gd name="T17" fmla="*/ 165 h 226"/>
                <a:gd name="T18" fmla="*/ 80 w 192"/>
                <a:gd name="T19" fmla="*/ 215 h 226"/>
                <a:gd name="T20" fmla="*/ 36 w 192"/>
                <a:gd name="T21" fmla="*/ 157 h 226"/>
                <a:gd name="T22" fmla="*/ 44 w 192"/>
                <a:gd name="T23" fmla="*/ 105 h 226"/>
                <a:gd name="T24" fmla="*/ 71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1" y="105"/>
                  </a:moveTo>
                  <a:cubicBezTo>
                    <a:pt x="85" y="105"/>
                    <a:pt x="122" y="104"/>
                    <a:pt x="147" y="94"/>
                  </a:cubicBezTo>
                  <a:cubicBezTo>
                    <a:pt x="182" y="79"/>
                    <a:pt x="184" y="49"/>
                    <a:pt x="184" y="42"/>
                  </a:cubicBezTo>
                  <a:cubicBezTo>
                    <a:pt x="184" y="20"/>
                    <a:pt x="165" y="0"/>
                    <a:pt x="131" y="0"/>
                  </a:cubicBezTo>
                  <a:cubicBezTo>
                    <a:pt x="76" y="0"/>
                    <a:pt x="0" y="48"/>
                    <a:pt x="0" y="135"/>
                  </a:cubicBezTo>
                  <a:cubicBezTo>
                    <a:pt x="0" y="186"/>
                    <a:pt x="30" y="226"/>
                    <a:pt x="79" y="226"/>
                  </a:cubicBezTo>
                  <a:cubicBezTo>
                    <a:pt x="150" y="226"/>
                    <a:pt x="192" y="173"/>
                    <a:pt x="192" y="167"/>
                  </a:cubicBezTo>
                  <a:cubicBezTo>
                    <a:pt x="192" y="164"/>
                    <a:pt x="189" y="160"/>
                    <a:pt x="186" y="160"/>
                  </a:cubicBezTo>
                  <a:cubicBezTo>
                    <a:pt x="183" y="160"/>
                    <a:pt x="182" y="161"/>
                    <a:pt x="179" y="165"/>
                  </a:cubicBezTo>
                  <a:cubicBezTo>
                    <a:pt x="140" y="215"/>
                    <a:pt x="86" y="215"/>
                    <a:pt x="80" y="215"/>
                  </a:cubicBezTo>
                  <a:cubicBezTo>
                    <a:pt x="41" y="215"/>
                    <a:pt x="36" y="173"/>
                    <a:pt x="36" y="157"/>
                  </a:cubicBezTo>
                  <a:cubicBezTo>
                    <a:pt x="36" y="151"/>
                    <a:pt x="37" y="135"/>
                    <a:pt x="44" y="105"/>
                  </a:cubicBezTo>
                  <a:lnTo>
                    <a:pt x="71" y="105"/>
                  </a:lnTo>
                  <a:close/>
                  <a:moveTo>
                    <a:pt x="47" y="94"/>
                  </a:moveTo>
                  <a:cubicBezTo>
                    <a:pt x="67" y="18"/>
                    <a:pt x="118" y="11"/>
                    <a:pt x="131" y="11"/>
                  </a:cubicBezTo>
                  <a:cubicBezTo>
                    <a:pt x="154"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3" name="Freeform 552"/>
            <p:cNvSpPr>
              <a:spLocks/>
            </p:cNvSpPr>
            <p:nvPr>
              <p:custDataLst>
                <p:tags r:id="rId24"/>
              </p:custDataLst>
            </p:nvPr>
          </p:nvSpPr>
          <p:spPr bwMode="auto">
            <a:xfrm>
              <a:off x="2393951" y="4930776"/>
              <a:ext cx="61913" cy="80963"/>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3 w 194"/>
                <a:gd name="T11" fmla="*/ 0 h 226"/>
                <a:gd name="T12" fmla="*/ 0 w 194"/>
                <a:gd name="T13" fmla="*/ 141 h 226"/>
                <a:gd name="T14" fmla="*/ 81 w 194"/>
                <a:gd name="T15" fmla="*/ 226 h 226"/>
                <a:gd name="T16" fmla="*/ 194 w 194"/>
                <a:gd name="T17" fmla="*/ 167 h 226"/>
                <a:gd name="T18" fmla="*/ 188 w 194"/>
                <a:gd name="T19" fmla="*/ 160 h 226"/>
                <a:gd name="T20" fmla="*/ 181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3" y="0"/>
                  </a:cubicBezTo>
                  <a:cubicBezTo>
                    <a:pt x="66" y="0"/>
                    <a:pt x="0" y="71"/>
                    <a:pt x="0" y="141"/>
                  </a:cubicBezTo>
                  <a:cubicBezTo>
                    <a:pt x="0" y="186"/>
                    <a:pt x="29" y="226"/>
                    <a:pt x="81" y="226"/>
                  </a:cubicBezTo>
                  <a:cubicBezTo>
                    <a:pt x="152" y="226"/>
                    <a:pt x="194" y="173"/>
                    <a:pt x="194" y="167"/>
                  </a:cubicBezTo>
                  <a:cubicBezTo>
                    <a:pt x="194" y="164"/>
                    <a:pt x="191" y="160"/>
                    <a:pt x="188" y="160"/>
                  </a:cubicBezTo>
                  <a:cubicBezTo>
                    <a:pt x="185" y="160"/>
                    <a:pt x="184" y="161"/>
                    <a:pt x="181" y="165"/>
                  </a:cubicBezTo>
                  <a:cubicBezTo>
                    <a:pt x="142" y="215"/>
                    <a:pt x="88" y="215"/>
                    <a:pt x="82" y="215"/>
                  </a:cubicBezTo>
                  <a:cubicBezTo>
                    <a:pt x="50" y="215"/>
                    <a:pt x="37" y="190"/>
                    <a:pt x="37" y="160"/>
                  </a:cubicBezTo>
                  <a:cubicBezTo>
                    <a:pt x="37" y="140"/>
                    <a:pt x="47" y="92"/>
                    <a:pt x="64" y="61"/>
                  </a:cubicBezTo>
                  <a:cubicBezTo>
                    <a:pt x="79" y="32"/>
                    <a:pt x="106"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4" name="Freeform 553"/>
            <p:cNvSpPr>
              <a:spLocks noEditPoints="1"/>
            </p:cNvSpPr>
            <p:nvPr>
              <p:custDataLst>
                <p:tags r:id="rId25"/>
              </p:custDataLst>
            </p:nvPr>
          </p:nvSpPr>
          <p:spPr bwMode="auto">
            <a:xfrm>
              <a:off x="3208338" y="4918076"/>
              <a:ext cx="71438" cy="92075"/>
            </a:xfrm>
            <a:custGeom>
              <a:avLst/>
              <a:gdLst>
                <a:gd name="T0" fmla="*/ 214 w 223"/>
                <a:gd name="T1" fmla="*/ 138 h 255"/>
                <a:gd name="T2" fmla="*/ 223 w 223"/>
                <a:gd name="T3" fmla="*/ 127 h 255"/>
                <a:gd name="T4" fmla="*/ 214 w 223"/>
                <a:gd name="T5" fmla="*/ 117 h 255"/>
                <a:gd name="T6" fmla="*/ 20 w 223"/>
                <a:gd name="T7" fmla="*/ 4 h 255"/>
                <a:gd name="T8" fmla="*/ 10 w 223"/>
                <a:gd name="T9" fmla="*/ 0 h 255"/>
                <a:gd name="T10" fmla="*/ 0 w 223"/>
                <a:gd name="T11" fmla="*/ 18 h 255"/>
                <a:gd name="T12" fmla="*/ 0 w 223"/>
                <a:gd name="T13" fmla="*/ 237 h 255"/>
                <a:gd name="T14" fmla="*/ 10 w 223"/>
                <a:gd name="T15" fmla="*/ 255 h 255"/>
                <a:gd name="T16" fmla="*/ 19 w 223"/>
                <a:gd name="T17" fmla="*/ 251 h 255"/>
                <a:gd name="T18" fmla="*/ 214 w 223"/>
                <a:gd name="T19" fmla="*/ 138 h 255"/>
                <a:gd name="T20" fmla="*/ 193 w 223"/>
                <a:gd name="T21" fmla="*/ 127 h 255"/>
                <a:gd name="T22" fmla="*/ 20 w 223"/>
                <a:gd name="T23" fmla="*/ 227 h 255"/>
                <a:gd name="T24" fmla="*/ 20 w 223"/>
                <a:gd name="T25" fmla="*/ 28 h 255"/>
                <a:gd name="T26" fmla="*/ 193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214" y="138"/>
                  </a:moveTo>
                  <a:cubicBezTo>
                    <a:pt x="222" y="134"/>
                    <a:pt x="223" y="130"/>
                    <a:pt x="223" y="127"/>
                  </a:cubicBezTo>
                  <a:cubicBezTo>
                    <a:pt x="223" y="125"/>
                    <a:pt x="222" y="121"/>
                    <a:pt x="214" y="117"/>
                  </a:cubicBezTo>
                  <a:lnTo>
                    <a:pt x="20" y="4"/>
                  </a:lnTo>
                  <a:cubicBezTo>
                    <a:pt x="13" y="0"/>
                    <a:pt x="11" y="0"/>
                    <a:pt x="10" y="0"/>
                  </a:cubicBezTo>
                  <a:cubicBezTo>
                    <a:pt x="0" y="0"/>
                    <a:pt x="0" y="11"/>
                    <a:pt x="0" y="18"/>
                  </a:cubicBezTo>
                  <a:lnTo>
                    <a:pt x="0" y="237"/>
                  </a:lnTo>
                  <a:cubicBezTo>
                    <a:pt x="0" y="244"/>
                    <a:pt x="0" y="255"/>
                    <a:pt x="10" y="255"/>
                  </a:cubicBezTo>
                  <a:cubicBezTo>
                    <a:pt x="11" y="255"/>
                    <a:pt x="13" y="255"/>
                    <a:pt x="19" y="251"/>
                  </a:cubicBezTo>
                  <a:lnTo>
                    <a:pt x="214" y="138"/>
                  </a:lnTo>
                  <a:close/>
                  <a:moveTo>
                    <a:pt x="193" y="127"/>
                  </a:moveTo>
                  <a:lnTo>
                    <a:pt x="20" y="227"/>
                  </a:lnTo>
                  <a:lnTo>
                    <a:pt x="20" y="28"/>
                  </a:lnTo>
                  <a:lnTo>
                    <a:pt x="193"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5" name="Freeform 554"/>
            <p:cNvSpPr>
              <a:spLocks noEditPoints="1"/>
            </p:cNvSpPr>
            <p:nvPr>
              <p:custDataLst>
                <p:tags r:id="rId26"/>
              </p:custDataLst>
            </p:nvPr>
          </p:nvSpPr>
          <p:spPr bwMode="auto">
            <a:xfrm>
              <a:off x="3262313" y="4918076"/>
              <a:ext cx="69850" cy="92075"/>
            </a:xfrm>
            <a:custGeom>
              <a:avLst/>
              <a:gdLst>
                <a:gd name="T0" fmla="*/ 11 w 223"/>
                <a:gd name="T1" fmla="*/ 116 h 255"/>
                <a:gd name="T2" fmla="*/ 0 w 223"/>
                <a:gd name="T3" fmla="*/ 127 h 255"/>
                <a:gd name="T4" fmla="*/ 10 w 223"/>
                <a:gd name="T5" fmla="*/ 139 h 255"/>
                <a:gd name="T6" fmla="*/ 203 w 223"/>
                <a:gd name="T7" fmla="*/ 251 h 255"/>
                <a:gd name="T8" fmla="*/ 213 w 223"/>
                <a:gd name="T9" fmla="*/ 255 h 255"/>
                <a:gd name="T10" fmla="*/ 223 w 223"/>
                <a:gd name="T11" fmla="*/ 237 h 255"/>
                <a:gd name="T12" fmla="*/ 223 w 223"/>
                <a:gd name="T13" fmla="*/ 18 h 255"/>
                <a:gd name="T14" fmla="*/ 213 w 223"/>
                <a:gd name="T15" fmla="*/ 0 h 255"/>
                <a:gd name="T16" fmla="*/ 204 w 223"/>
                <a:gd name="T17" fmla="*/ 4 h 255"/>
                <a:gd name="T18" fmla="*/ 11 w 223"/>
                <a:gd name="T19" fmla="*/ 116 h 255"/>
                <a:gd name="T20" fmla="*/ 30 w 223"/>
                <a:gd name="T21" fmla="*/ 127 h 255"/>
                <a:gd name="T22" fmla="*/ 203 w 223"/>
                <a:gd name="T23" fmla="*/ 28 h 255"/>
                <a:gd name="T24" fmla="*/ 203 w 223"/>
                <a:gd name="T25" fmla="*/ 227 h 255"/>
                <a:gd name="T26" fmla="*/ 30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11" y="116"/>
                  </a:moveTo>
                  <a:cubicBezTo>
                    <a:pt x="4" y="120"/>
                    <a:pt x="0" y="122"/>
                    <a:pt x="0" y="127"/>
                  </a:cubicBezTo>
                  <a:cubicBezTo>
                    <a:pt x="0" y="131"/>
                    <a:pt x="2" y="135"/>
                    <a:pt x="10" y="139"/>
                  </a:cubicBezTo>
                  <a:lnTo>
                    <a:pt x="203" y="251"/>
                  </a:lnTo>
                  <a:cubicBezTo>
                    <a:pt x="208" y="253"/>
                    <a:pt x="210" y="255"/>
                    <a:pt x="213" y="255"/>
                  </a:cubicBezTo>
                  <a:cubicBezTo>
                    <a:pt x="223" y="255"/>
                    <a:pt x="223" y="246"/>
                    <a:pt x="223" y="237"/>
                  </a:cubicBezTo>
                  <a:lnTo>
                    <a:pt x="223" y="18"/>
                  </a:lnTo>
                  <a:cubicBezTo>
                    <a:pt x="223" y="9"/>
                    <a:pt x="223" y="0"/>
                    <a:pt x="213" y="0"/>
                  </a:cubicBezTo>
                  <a:cubicBezTo>
                    <a:pt x="210" y="0"/>
                    <a:pt x="208" y="2"/>
                    <a:pt x="204" y="4"/>
                  </a:cubicBezTo>
                  <a:lnTo>
                    <a:pt x="11" y="116"/>
                  </a:lnTo>
                  <a:close/>
                  <a:moveTo>
                    <a:pt x="30" y="127"/>
                  </a:moveTo>
                  <a:lnTo>
                    <a:pt x="203" y="28"/>
                  </a:lnTo>
                  <a:lnTo>
                    <a:pt x="203" y="227"/>
                  </a:lnTo>
                  <a:lnTo>
                    <a:pt x="30"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6" name="Rectangle 555"/>
            <p:cNvSpPr>
              <a:spLocks noChangeArrowheads="1"/>
            </p:cNvSpPr>
            <p:nvPr>
              <p:custDataLst>
                <p:tags r:id="rId27"/>
              </p:custDataLst>
            </p:nvPr>
          </p:nvSpPr>
          <p:spPr bwMode="auto">
            <a:xfrm>
              <a:off x="3328988" y="5003801"/>
              <a:ext cx="39688" cy="6350"/>
            </a:xfrm>
            <a:prstGeom prst="rect">
              <a:avLst/>
            </a:pr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7" name="Rectangle 556"/>
            <p:cNvSpPr>
              <a:spLocks noChangeArrowheads="1"/>
            </p:cNvSpPr>
            <p:nvPr>
              <p:custDataLst>
                <p:tags r:id="rId28"/>
              </p:custDataLst>
            </p:nvPr>
          </p:nvSpPr>
          <p:spPr bwMode="auto">
            <a:xfrm>
              <a:off x="3328988" y="4918076"/>
              <a:ext cx="39688" cy="7938"/>
            </a:xfrm>
            <a:prstGeom prst="rect">
              <a:avLst/>
            </a:pr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8" name="Freeform 557"/>
            <p:cNvSpPr>
              <a:spLocks noEditPoints="1"/>
            </p:cNvSpPr>
            <p:nvPr>
              <p:custDataLst>
                <p:tags r:id="rId29"/>
              </p:custDataLst>
            </p:nvPr>
          </p:nvSpPr>
          <p:spPr bwMode="auto">
            <a:xfrm>
              <a:off x="2455863" y="5045076"/>
              <a:ext cx="49213" cy="107950"/>
            </a:xfrm>
            <a:custGeom>
              <a:avLst/>
              <a:gdLst>
                <a:gd name="T0" fmla="*/ 153 w 153"/>
                <a:gd name="T1" fmla="*/ 13 h 302"/>
                <a:gd name="T2" fmla="*/ 139 w 153"/>
                <a:gd name="T3" fmla="*/ 0 h 302"/>
                <a:gd name="T4" fmla="*/ 119 w 153"/>
                <a:gd name="T5" fmla="*/ 19 h 302"/>
                <a:gd name="T6" fmla="*/ 133 w 153"/>
                <a:gd name="T7" fmla="*/ 32 h 302"/>
                <a:gd name="T8" fmla="*/ 153 w 153"/>
                <a:gd name="T9" fmla="*/ 13 h 302"/>
                <a:gd name="T10" fmla="*/ 79 w 153"/>
                <a:gd name="T11" fmla="*/ 248 h 302"/>
                <a:gd name="T12" fmla="*/ 34 w 153"/>
                <a:gd name="T13" fmla="*/ 292 h 302"/>
                <a:gd name="T14" fmla="*/ 21 w 153"/>
                <a:gd name="T15" fmla="*/ 290 h 302"/>
                <a:gd name="T16" fmla="*/ 33 w 153"/>
                <a:gd name="T17" fmla="*/ 273 h 302"/>
                <a:gd name="T18" fmla="*/ 20 w 153"/>
                <a:gd name="T19" fmla="*/ 260 h 302"/>
                <a:gd name="T20" fmla="*/ 0 w 153"/>
                <a:gd name="T21" fmla="*/ 280 h 302"/>
                <a:gd name="T22" fmla="*/ 34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3 w 153"/>
                <a:gd name="T41" fmla="*/ 104 h 302"/>
                <a:gd name="T42" fmla="*/ 112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8" y="0"/>
                    <a:pt x="139" y="0"/>
                  </a:cubicBezTo>
                  <a:cubicBezTo>
                    <a:pt x="129" y="0"/>
                    <a:pt x="119" y="9"/>
                    <a:pt x="119" y="19"/>
                  </a:cubicBezTo>
                  <a:cubicBezTo>
                    <a:pt x="119" y="24"/>
                    <a:pt x="124" y="32"/>
                    <a:pt x="133" y="32"/>
                  </a:cubicBezTo>
                  <a:cubicBezTo>
                    <a:pt x="143" y="32"/>
                    <a:pt x="153" y="23"/>
                    <a:pt x="153" y="13"/>
                  </a:cubicBezTo>
                  <a:close/>
                  <a:moveTo>
                    <a:pt x="79" y="248"/>
                  </a:moveTo>
                  <a:cubicBezTo>
                    <a:pt x="73" y="272"/>
                    <a:pt x="55" y="292"/>
                    <a:pt x="34" y="292"/>
                  </a:cubicBezTo>
                  <a:cubicBezTo>
                    <a:pt x="29" y="292"/>
                    <a:pt x="25" y="292"/>
                    <a:pt x="21" y="290"/>
                  </a:cubicBezTo>
                  <a:cubicBezTo>
                    <a:pt x="30" y="286"/>
                    <a:pt x="33" y="278"/>
                    <a:pt x="33" y="273"/>
                  </a:cubicBezTo>
                  <a:cubicBezTo>
                    <a:pt x="33" y="264"/>
                    <a:pt x="27" y="260"/>
                    <a:pt x="20" y="260"/>
                  </a:cubicBezTo>
                  <a:cubicBezTo>
                    <a:pt x="9" y="260"/>
                    <a:pt x="0" y="269"/>
                    <a:pt x="0" y="280"/>
                  </a:cubicBezTo>
                  <a:cubicBezTo>
                    <a:pt x="0" y="294"/>
                    <a:pt x="13" y="302"/>
                    <a:pt x="34" y="302"/>
                  </a:cubicBezTo>
                  <a:cubicBezTo>
                    <a:pt x="55" y="302"/>
                    <a:pt x="96" y="290"/>
                    <a:pt x="107" y="247"/>
                  </a:cubicBezTo>
                  <a:lnTo>
                    <a:pt x="138" y="122"/>
                  </a:lnTo>
                  <a:cubicBezTo>
                    <a:pt x="139" y="118"/>
                    <a:pt x="140" y="115"/>
                    <a:pt x="140" y="110"/>
                  </a:cubicBezTo>
                  <a:cubicBezTo>
                    <a:pt x="140" y="91"/>
                    <a:pt x="124" y="77"/>
                    <a:pt x="103" y="77"/>
                  </a:cubicBezTo>
                  <a:cubicBezTo>
                    <a:pt x="64" y="77"/>
                    <a:pt x="42" y="126"/>
                    <a:pt x="42" y="131"/>
                  </a:cubicBezTo>
                  <a:cubicBezTo>
                    <a:pt x="42" y="135"/>
                    <a:pt x="46" y="135"/>
                    <a:pt x="48" y="135"/>
                  </a:cubicBezTo>
                  <a:cubicBezTo>
                    <a:pt x="52" y="135"/>
                    <a:pt x="52" y="134"/>
                    <a:pt x="55" y="129"/>
                  </a:cubicBezTo>
                  <a:cubicBezTo>
                    <a:pt x="63" y="109"/>
                    <a:pt x="81" y="87"/>
                    <a:pt x="102" y="87"/>
                  </a:cubicBezTo>
                  <a:cubicBezTo>
                    <a:pt x="110" y="87"/>
                    <a:pt x="113" y="93"/>
                    <a:pt x="113" y="104"/>
                  </a:cubicBezTo>
                  <a:cubicBezTo>
                    <a:pt x="113" y="108"/>
                    <a:pt x="113" y="113"/>
                    <a:pt x="112"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9" name="Freeform 558"/>
            <p:cNvSpPr>
              <a:spLocks noEditPoints="1"/>
            </p:cNvSpPr>
            <p:nvPr>
              <p:custDataLst>
                <p:tags r:id="rId30"/>
              </p:custDataLst>
            </p:nvPr>
          </p:nvSpPr>
          <p:spPr bwMode="auto">
            <a:xfrm>
              <a:off x="2520951" y="5072063"/>
              <a:ext cx="57150" cy="57150"/>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2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8 w 178"/>
                <a:gd name="T43" fmla="*/ 114 h 158"/>
                <a:gd name="T44" fmla="*/ 46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5" y="0"/>
                    <a:pt x="0" y="49"/>
                    <a:pt x="0" y="100"/>
                  </a:cubicBezTo>
                  <a:cubicBezTo>
                    <a:pt x="0" y="133"/>
                    <a:pt x="23" y="158"/>
                    <a:pt x="53" y="158"/>
                  </a:cubicBezTo>
                  <a:cubicBezTo>
                    <a:pt x="72" y="158"/>
                    <a:pt x="88" y="147"/>
                    <a:pt x="102" y="133"/>
                  </a:cubicBezTo>
                  <a:cubicBezTo>
                    <a:pt x="109" y="154"/>
                    <a:pt x="129" y="158"/>
                    <a:pt x="138" y="158"/>
                  </a:cubicBezTo>
                  <a:cubicBezTo>
                    <a:pt x="151" y="158"/>
                    <a:pt x="159" y="150"/>
                    <a:pt x="166" y="139"/>
                  </a:cubicBezTo>
                  <a:cubicBezTo>
                    <a:pt x="173" y="125"/>
                    <a:pt x="178" y="106"/>
                    <a:pt x="178" y="104"/>
                  </a:cubicBezTo>
                  <a:cubicBezTo>
                    <a:pt x="178" y="100"/>
                    <a:pt x="173" y="100"/>
                    <a:pt x="172" y="100"/>
                  </a:cubicBezTo>
                  <a:cubicBezTo>
                    <a:pt x="167" y="100"/>
                    <a:pt x="167" y="101"/>
                    <a:pt x="165" y="110"/>
                  </a:cubicBezTo>
                  <a:cubicBezTo>
                    <a:pt x="161" y="127"/>
                    <a:pt x="154" y="148"/>
                    <a:pt x="139" y="148"/>
                  </a:cubicBezTo>
                  <a:cubicBezTo>
                    <a:pt x="130" y="148"/>
                    <a:pt x="128" y="140"/>
                    <a:pt x="128" y="131"/>
                  </a:cubicBezTo>
                  <a:cubicBezTo>
                    <a:pt x="128" y="125"/>
                    <a:pt x="130" y="112"/>
                    <a:pt x="133" y="103"/>
                  </a:cubicBezTo>
                  <a:cubicBezTo>
                    <a:pt x="135"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0" name="Freeform 559"/>
            <p:cNvSpPr>
              <a:spLocks noEditPoints="1"/>
            </p:cNvSpPr>
            <p:nvPr>
              <p:custDataLst>
                <p:tags r:id="rId31"/>
              </p:custDataLst>
            </p:nvPr>
          </p:nvSpPr>
          <p:spPr bwMode="auto">
            <a:xfrm>
              <a:off x="2589213" y="5040313"/>
              <a:ext cx="57150" cy="88900"/>
            </a:xfrm>
            <a:custGeom>
              <a:avLst/>
              <a:gdLst>
                <a:gd name="T0" fmla="*/ 178 w 179"/>
                <a:gd name="T1" fmla="*/ 10 h 246"/>
                <a:gd name="T2" fmla="*/ 179 w 179"/>
                <a:gd name="T3" fmla="*/ 5 h 246"/>
                <a:gd name="T4" fmla="*/ 174 w 179"/>
                <a:gd name="T5" fmla="*/ 0 h 246"/>
                <a:gd name="T6" fmla="*/ 129 w 179"/>
                <a:gd name="T7" fmla="*/ 3 h 246"/>
                <a:gd name="T8" fmla="*/ 121 w 179"/>
                <a:gd name="T9" fmla="*/ 11 h 246"/>
                <a:gd name="T10" fmla="*/ 131 w 179"/>
                <a:gd name="T11" fmla="*/ 16 h 246"/>
                <a:gd name="T12" fmla="*/ 147 w 179"/>
                <a:gd name="T13" fmla="*/ 21 h 246"/>
                <a:gd name="T14" fmla="*/ 146 w 179"/>
                <a:gd name="T15" fmla="*/ 29 h 246"/>
                <a:gd name="T16" fmla="*/ 126 w 179"/>
                <a:gd name="T17" fmla="*/ 109 h 246"/>
                <a:gd name="T18" fmla="*/ 90 w 179"/>
                <a:gd name="T19" fmla="*/ 88 h 246"/>
                <a:gd name="T20" fmla="*/ 0 w 179"/>
                <a:gd name="T21" fmla="*/ 188 h 246"/>
                <a:gd name="T22" fmla="*/ 53 w 179"/>
                <a:gd name="T23" fmla="*/ 246 h 246"/>
                <a:gd name="T24" fmla="*/ 102 w 179"/>
                <a:gd name="T25" fmla="*/ 221 h 246"/>
                <a:gd name="T26" fmla="*/ 138 w 179"/>
                <a:gd name="T27" fmla="*/ 246 h 246"/>
                <a:gd name="T28" fmla="*/ 166 w 179"/>
                <a:gd name="T29" fmla="*/ 227 h 246"/>
                <a:gd name="T30" fmla="*/ 178 w 179"/>
                <a:gd name="T31" fmla="*/ 192 h 246"/>
                <a:gd name="T32" fmla="*/ 172 w 179"/>
                <a:gd name="T33" fmla="*/ 188 h 246"/>
                <a:gd name="T34" fmla="*/ 165 w 179"/>
                <a:gd name="T35" fmla="*/ 198 h 246"/>
                <a:gd name="T36" fmla="*/ 139 w 179"/>
                <a:gd name="T37" fmla="*/ 236 h 246"/>
                <a:gd name="T38" fmla="*/ 128 w 179"/>
                <a:gd name="T39" fmla="*/ 219 h 246"/>
                <a:gd name="T40" fmla="*/ 129 w 179"/>
                <a:gd name="T41" fmla="*/ 204 h 246"/>
                <a:gd name="T42" fmla="*/ 178 w 179"/>
                <a:gd name="T43" fmla="*/ 10 h 246"/>
                <a:gd name="T44" fmla="*/ 104 w 179"/>
                <a:gd name="T45" fmla="*/ 198 h 246"/>
                <a:gd name="T46" fmla="*/ 86 w 179"/>
                <a:gd name="T47" fmla="*/ 222 h 246"/>
                <a:gd name="T48" fmla="*/ 54 w 179"/>
                <a:gd name="T49" fmla="*/ 236 h 246"/>
                <a:gd name="T50" fmla="*/ 28 w 179"/>
                <a:gd name="T51" fmla="*/ 202 h 246"/>
                <a:gd name="T52" fmla="*/ 47 w 179"/>
                <a:gd name="T53" fmla="*/ 131 h 246"/>
                <a:gd name="T54" fmla="*/ 90 w 179"/>
                <a:gd name="T55" fmla="*/ 98 h 246"/>
                <a:gd name="T56" fmla="*/ 121 w 179"/>
                <a:gd name="T57" fmla="*/ 128 h 246"/>
                <a:gd name="T58" fmla="*/ 120 w 179"/>
                <a:gd name="T59" fmla="*/ 133 h 246"/>
                <a:gd name="T60" fmla="*/ 104 w 179"/>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0"/>
                  </a:moveTo>
                  <a:cubicBezTo>
                    <a:pt x="178" y="10"/>
                    <a:pt x="179" y="5"/>
                    <a:pt x="179" y="5"/>
                  </a:cubicBezTo>
                  <a:cubicBezTo>
                    <a:pt x="179" y="3"/>
                    <a:pt x="178" y="0"/>
                    <a:pt x="174" y="0"/>
                  </a:cubicBezTo>
                  <a:cubicBezTo>
                    <a:pt x="167" y="0"/>
                    <a:pt x="138" y="3"/>
                    <a:pt x="129" y="3"/>
                  </a:cubicBezTo>
                  <a:cubicBezTo>
                    <a:pt x="126" y="4"/>
                    <a:pt x="121" y="4"/>
                    <a:pt x="121" y="11"/>
                  </a:cubicBezTo>
                  <a:cubicBezTo>
                    <a:pt x="121" y="16"/>
                    <a:pt x="126" y="16"/>
                    <a:pt x="131" y="16"/>
                  </a:cubicBezTo>
                  <a:cubicBezTo>
                    <a:pt x="147" y="16"/>
                    <a:pt x="147" y="19"/>
                    <a:pt x="147" y="21"/>
                  </a:cubicBezTo>
                  <a:cubicBezTo>
                    <a:pt x="147" y="24"/>
                    <a:pt x="147" y="26"/>
                    <a:pt x="146" y="29"/>
                  </a:cubicBezTo>
                  <a:lnTo>
                    <a:pt x="126" y="109"/>
                  </a:lnTo>
                  <a:cubicBezTo>
                    <a:pt x="119" y="97"/>
                    <a:pt x="107" y="88"/>
                    <a:pt x="90" y="88"/>
                  </a:cubicBezTo>
                  <a:cubicBezTo>
                    <a:pt x="45" y="88"/>
                    <a:pt x="0" y="137"/>
                    <a:pt x="0" y="188"/>
                  </a:cubicBezTo>
                  <a:cubicBezTo>
                    <a:pt x="0" y="221"/>
                    <a:pt x="23" y="246"/>
                    <a:pt x="53" y="246"/>
                  </a:cubicBezTo>
                  <a:cubicBezTo>
                    <a:pt x="72" y="246"/>
                    <a:pt x="88" y="235"/>
                    <a:pt x="102" y="221"/>
                  </a:cubicBezTo>
                  <a:cubicBezTo>
                    <a:pt x="109" y="242"/>
                    <a:pt x="129" y="246"/>
                    <a:pt x="138" y="246"/>
                  </a:cubicBezTo>
                  <a:cubicBezTo>
                    <a:pt x="151" y="246"/>
                    <a:pt x="159" y="238"/>
                    <a:pt x="166" y="227"/>
                  </a:cubicBezTo>
                  <a:cubicBezTo>
                    <a:pt x="173" y="213"/>
                    <a:pt x="178" y="194"/>
                    <a:pt x="178" y="192"/>
                  </a:cubicBezTo>
                  <a:cubicBezTo>
                    <a:pt x="178" y="188"/>
                    <a:pt x="173" y="188"/>
                    <a:pt x="172" y="188"/>
                  </a:cubicBezTo>
                  <a:cubicBezTo>
                    <a:pt x="167" y="188"/>
                    <a:pt x="167" y="189"/>
                    <a:pt x="165" y="198"/>
                  </a:cubicBezTo>
                  <a:cubicBezTo>
                    <a:pt x="161" y="215"/>
                    <a:pt x="154" y="236"/>
                    <a:pt x="139" y="236"/>
                  </a:cubicBezTo>
                  <a:cubicBezTo>
                    <a:pt x="130" y="236"/>
                    <a:pt x="128" y="228"/>
                    <a:pt x="128" y="219"/>
                  </a:cubicBezTo>
                  <a:cubicBezTo>
                    <a:pt x="128" y="212"/>
                    <a:pt x="128" y="209"/>
                    <a:pt x="129" y="204"/>
                  </a:cubicBezTo>
                  <a:lnTo>
                    <a:pt x="178" y="10"/>
                  </a:lnTo>
                  <a:close/>
                  <a:moveTo>
                    <a:pt x="104" y="198"/>
                  </a:moveTo>
                  <a:cubicBezTo>
                    <a:pt x="101" y="208"/>
                    <a:pt x="94" y="215"/>
                    <a:pt x="86" y="222"/>
                  </a:cubicBezTo>
                  <a:cubicBezTo>
                    <a:pt x="83" y="225"/>
                    <a:pt x="69" y="236"/>
                    <a:pt x="54" y="236"/>
                  </a:cubicBezTo>
                  <a:cubicBezTo>
                    <a:pt x="41" y="236"/>
                    <a:pt x="28" y="227"/>
                    <a:pt x="28" y="202"/>
                  </a:cubicBezTo>
                  <a:cubicBezTo>
                    <a:pt x="28" y="183"/>
                    <a:pt x="39" y="145"/>
                    <a:pt x="47" y="131"/>
                  </a:cubicBezTo>
                  <a:cubicBezTo>
                    <a:pt x="63" y="103"/>
                    <a:pt x="80" y="98"/>
                    <a:pt x="90" y="98"/>
                  </a:cubicBezTo>
                  <a:cubicBezTo>
                    <a:pt x="114" y="98"/>
                    <a:pt x="121" y="124"/>
                    <a:pt x="121" y="128"/>
                  </a:cubicBezTo>
                  <a:cubicBezTo>
                    <a:pt x="121" y="130"/>
                    <a:pt x="120"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1" name="Freeform 560"/>
            <p:cNvSpPr>
              <a:spLocks/>
            </p:cNvSpPr>
            <p:nvPr>
              <p:custDataLst>
                <p:tags r:id="rId32"/>
              </p:custDataLst>
            </p:nvPr>
          </p:nvSpPr>
          <p:spPr bwMode="auto">
            <a:xfrm>
              <a:off x="2654301" y="5072063"/>
              <a:ext cx="50800" cy="57150"/>
            </a:xfrm>
            <a:custGeom>
              <a:avLst/>
              <a:gdLst>
                <a:gd name="T0" fmla="*/ 65 w 162"/>
                <a:gd name="T1" fmla="*/ 84 h 158"/>
                <a:gd name="T2" fmla="*/ 74 w 162"/>
                <a:gd name="T3" fmla="*/ 48 h 158"/>
                <a:gd name="T4" fmla="*/ 96 w 162"/>
                <a:gd name="T5" fmla="*/ 20 h 158"/>
                <a:gd name="T6" fmla="*/ 124 w 162"/>
                <a:gd name="T7" fmla="*/ 10 h 158"/>
                <a:gd name="T8" fmla="*/ 144 w 162"/>
                <a:gd name="T9" fmla="*/ 15 h 158"/>
                <a:gd name="T10" fmla="*/ 128 w 162"/>
                <a:gd name="T11" fmla="*/ 34 h 158"/>
                <a:gd name="T12" fmla="*/ 142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3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2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6" y="81"/>
                    <a:pt x="74" y="50"/>
                    <a:pt x="74" y="48"/>
                  </a:cubicBezTo>
                  <a:cubicBezTo>
                    <a:pt x="75" y="45"/>
                    <a:pt x="85" y="28"/>
                    <a:pt x="96" y="20"/>
                  </a:cubicBezTo>
                  <a:cubicBezTo>
                    <a:pt x="100" y="17"/>
                    <a:pt x="109" y="10"/>
                    <a:pt x="124" y="10"/>
                  </a:cubicBezTo>
                  <a:cubicBezTo>
                    <a:pt x="128" y="10"/>
                    <a:pt x="137" y="10"/>
                    <a:pt x="144" y="15"/>
                  </a:cubicBezTo>
                  <a:cubicBezTo>
                    <a:pt x="132" y="18"/>
                    <a:pt x="128" y="28"/>
                    <a:pt x="128" y="34"/>
                  </a:cubicBezTo>
                  <a:cubicBezTo>
                    <a:pt x="128" y="42"/>
                    <a:pt x="134" y="47"/>
                    <a:pt x="142" y="47"/>
                  </a:cubicBezTo>
                  <a:cubicBezTo>
                    <a:pt x="150" y="47"/>
                    <a:pt x="162" y="40"/>
                    <a:pt x="162" y="26"/>
                  </a:cubicBezTo>
                  <a:cubicBezTo>
                    <a:pt x="162" y="7"/>
                    <a:pt x="143" y="0"/>
                    <a:pt x="125" y="0"/>
                  </a:cubicBezTo>
                  <a:cubicBezTo>
                    <a:pt x="107" y="0"/>
                    <a:pt x="91" y="7"/>
                    <a:pt x="76" y="25"/>
                  </a:cubicBezTo>
                  <a:cubicBezTo>
                    <a:pt x="69" y="4"/>
                    <a:pt x="48" y="0"/>
                    <a:pt x="40" y="0"/>
                  </a:cubicBezTo>
                  <a:cubicBezTo>
                    <a:pt x="27" y="0"/>
                    <a:pt x="18" y="8"/>
                    <a:pt x="13" y="18"/>
                  </a:cubicBezTo>
                  <a:cubicBezTo>
                    <a:pt x="5" y="32"/>
                    <a:pt x="0" y="52"/>
                    <a:pt x="0" y="54"/>
                  </a:cubicBezTo>
                  <a:cubicBezTo>
                    <a:pt x="0" y="58"/>
                    <a:pt x="5" y="58"/>
                    <a:pt x="6" y="58"/>
                  </a:cubicBezTo>
                  <a:cubicBezTo>
                    <a:pt x="10" y="58"/>
                    <a:pt x="11" y="57"/>
                    <a:pt x="13" y="48"/>
                  </a:cubicBezTo>
                  <a:cubicBezTo>
                    <a:pt x="18" y="26"/>
                    <a:pt x="25" y="10"/>
                    <a:pt x="39" y="10"/>
                  </a:cubicBezTo>
                  <a:cubicBezTo>
                    <a:pt x="48" y="10"/>
                    <a:pt x="50" y="18"/>
                    <a:pt x="50" y="27"/>
                  </a:cubicBezTo>
                  <a:cubicBezTo>
                    <a:pt x="50" y="34"/>
                    <a:pt x="47" y="47"/>
                    <a:pt x="45" y="56"/>
                  </a:cubicBezTo>
                  <a:cubicBezTo>
                    <a:pt x="42" y="65"/>
                    <a:pt x="39" y="80"/>
                    <a:pt x="37" y="87"/>
                  </a:cubicBezTo>
                  <a:lnTo>
                    <a:pt x="26" y="132"/>
                  </a:lnTo>
                  <a:cubicBezTo>
                    <a:pt x="24" y="137"/>
                    <a:pt x="22" y="145"/>
                    <a:pt x="22" y="146"/>
                  </a:cubicBezTo>
                  <a:cubicBezTo>
                    <a:pt x="22" y="154"/>
                    <a:pt x="29" y="158"/>
                    <a:pt x="34" y="158"/>
                  </a:cubicBezTo>
                  <a:cubicBezTo>
                    <a:pt x="39" y="158"/>
                    <a:pt x="46"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2" name="Freeform 561"/>
            <p:cNvSpPr>
              <a:spLocks noEditPoints="1"/>
            </p:cNvSpPr>
            <p:nvPr>
              <p:custDataLst>
                <p:tags r:id="rId33"/>
              </p:custDataLst>
            </p:nvPr>
          </p:nvSpPr>
          <p:spPr bwMode="auto">
            <a:xfrm>
              <a:off x="2717801" y="5072063"/>
              <a:ext cx="55563" cy="57150"/>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2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8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8" y="147"/>
                    <a:pt x="102" y="133"/>
                  </a:cubicBezTo>
                  <a:cubicBezTo>
                    <a:pt x="109" y="154"/>
                    <a:pt x="129" y="158"/>
                    <a:pt x="138" y="158"/>
                  </a:cubicBezTo>
                  <a:cubicBezTo>
                    <a:pt x="151" y="158"/>
                    <a:pt x="160" y="150"/>
                    <a:pt x="166" y="139"/>
                  </a:cubicBezTo>
                  <a:cubicBezTo>
                    <a:pt x="173" y="125"/>
                    <a:pt x="178" y="106"/>
                    <a:pt x="178" y="104"/>
                  </a:cubicBezTo>
                  <a:cubicBezTo>
                    <a:pt x="178" y="100"/>
                    <a:pt x="173" y="100"/>
                    <a:pt x="172" y="100"/>
                  </a:cubicBezTo>
                  <a:cubicBezTo>
                    <a:pt x="168" y="100"/>
                    <a:pt x="167" y="101"/>
                    <a:pt x="165" y="110"/>
                  </a:cubicBezTo>
                  <a:cubicBezTo>
                    <a:pt x="161" y="127"/>
                    <a:pt x="154" y="148"/>
                    <a:pt x="139" y="148"/>
                  </a:cubicBezTo>
                  <a:cubicBezTo>
                    <a:pt x="130" y="148"/>
                    <a:pt x="128" y="140"/>
                    <a:pt x="128" y="131"/>
                  </a:cubicBezTo>
                  <a:cubicBezTo>
                    <a:pt x="128" y="125"/>
                    <a:pt x="131" y="112"/>
                    <a:pt x="133" y="103"/>
                  </a:cubicBezTo>
                  <a:cubicBezTo>
                    <a:pt x="135"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8" y="139"/>
                    <a:pt x="28" y="114"/>
                  </a:cubicBezTo>
                  <a:cubicBezTo>
                    <a:pt x="28" y="95"/>
                    <a:pt x="39" y="57"/>
                    <a:pt x="47" y="43"/>
                  </a:cubicBezTo>
                  <a:cubicBezTo>
                    <a:pt x="63" y="15"/>
                    <a:pt x="80" y="10"/>
                    <a:pt x="90" y="10"/>
                  </a:cubicBezTo>
                  <a:cubicBezTo>
                    <a:pt x="115" y="10"/>
                    <a:pt x="121" y="36"/>
                    <a:pt x="121" y="40"/>
                  </a:cubicBezTo>
                  <a:cubicBezTo>
                    <a:pt x="121" y="42"/>
                    <a:pt x="120"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3" name="Freeform 562"/>
            <p:cNvSpPr>
              <a:spLocks/>
            </p:cNvSpPr>
            <p:nvPr>
              <p:custDataLst>
                <p:tags r:id="rId34"/>
              </p:custDataLst>
            </p:nvPr>
          </p:nvSpPr>
          <p:spPr bwMode="auto">
            <a:xfrm>
              <a:off x="2786063" y="5040313"/>
              <a:ext cx="25400" cy="88900"/>
            </a:xfrm>
            <a:custGeom>
              <a:avLst/>
              <a:gdLst>
                <a:gd name="T0" fmla="*/ 76 w 78"/>
                <a:gd name="T1" fmla="*/ 10 h 246"/>
                <a:gd name="T2" fmla="*/ 78 w 78"/>
                <a:gd name="T3" fmla="*/ 5 h 246"/>
                <a:gd name="T4" fmla="*/ 72 w 78"/>
                <a:gd name="T5" fmla="*/ 0 h 246"/>
                <a:gd name="T6" fmla="*/ 28 w 78"/>
                <a:gd name="T7" fmla="*/ 3 h 246"/>
                <a:gd name="T8" fmla="*/ 20 w 78"/>
                <a:gd name="T9" fmla="*/ 11 h 246"/>
                <a:gd name="T10" fmla="*/ 29 w 78"/>
                <a:gd name="T11" fmla="*/ 16 h 246"/>
                <a:gd name="T12" fmla="*/ 46 w 78"/>
                <a:gd name="T13" fmla="*/ 21 h 246"/>
                <a:gd name="T14" fmla="*/ 44 w 78"/>
                <a:gd name="T15" fmla="*/ 29 h 246"/>
                <a:gd name="T16" fmla="*/ 1 w 78"/>
                <a:gd name="T17" fmla="*/ 202 h 246"/>
                <a:gd name="T18" fmla="*/ 0 w 78"/>
                <a:gd name="T19" fmla="*/ 212 h 246"/>
                <a:gd name="T20" fmla="*/ 36 w 78"/>
                <a:gd name="T21" fmla="*/ 246 h 246"/>
                <a:gd name="T22" fmla="*/ 64 w 78"/>
                <a:gd name="T23" fmla="*/ 227 h 246"/>
                <a:gd name="T24" fmla="*/ 76 w 78"/>
                <a:gd name="T25" fmla="*/ 192 h 246"/>
                <a:gd name="T26" fmla="*/ 71 w 78"/>
                <a:gd name="T27" fmla="*/ 188 h 246"/>
                <a:gd name="T28" fmla="*/ 64 w 78"/>
                <a:gd name="T29" fmla="*/ 196 h 246"/>
                <a:gd name="T30" fmla="*/ 38 w 78"/>
                <a:gd name="T31" fmla="*/ 236 h 246"/>
                <a:gd name="T32" fmla="*/ 26 w 78"/>
                <a:gd name="T33" fmla="*/ 219 h 246"/>
                <a:gd name="T34" fmla="*/ 28 w 78"/>
                <a:gd name="T35" fmla="*/ 204 h 246"/>
                <a:gd name="T36" fmla="*/ 76 w 78"/>
                <a:gd name="T37" fmla="*/ 1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246">
                  <a:moveTo>
                    <a:pt x="76" y="10"/>
                  </a:moveTo>
                  <a:cubicBezTo>
                    <a:pt x="77" y="10"/>
                    <a:pt x="78" y="5"/>
                    <a:pt x="78" y="5"/>
                  </a:cubicBezTo>
                  <a:cubicBezTo>
                    <a:pt x="78" y="3"/>
                    <a:pt x="76" y="0"/>
                    <a:pt x="72" y="0"/>
                  </a:cubicBezTo>
                  <a:cubicBezTo>
                    <a:pt x="65" y="0"/>
                    <a:pt x="36" y="3"/>
                    <a:pt x="28" y="3"/>
                  </a:cubicBezTo>
                  <a:cubicBezTo>
                    <a:pt x="25" y="4"/>
                    <a:pt x="20" y="4"/>
                    <a:pt x="20" y="11"/>
                  </a:cubicBezTo>
                  <a:cubicBezTo>
                    <a:pt x="20" y="16"/>
                    <a:pt x="25" y="16"/>
                    <a:pt x="29" y="16"/>
                  </a:cubicBezTo>
                  <a:cubicBezTo>
                    <a:pt x="46" y="16"/>
                    <a:pt x="46" y="19"/>
                    <a:pt x="46" y="21"/>
                  </a:cubicBezTo>
                  <a:cubicBezTo>
                    <a:pt x="46" y="24"/>
                    <a:pt x="45" y="26"/>
                    <a:pt x="44" y="29"/>
                  </a:cubicBezTo>
                  <a:lnTo>
                    <a:pt x="1" y="202"/>
                  </a:lnTo>
                  <a:cubicBezTo>
                    <a:pt x="0" y="205"/>
                    <a:pt x="0" y="209"/>
                    <a:pt x="0" y="212"/>
                  </a:cubicBezTo>
                  <a:cubicBezTo>
                    <a:pt x="0" y="235"/>
                    <a:pt x="20" y="246"/>
                    <a:pt x="36" y="246"/>
                  </a:cubicBezTo>
                  <a:cubicBezTo>
                    <a:pt x="45" y="246"/>
                    <a:pt x="55" y="243"/>
                    <a:pt x="64" y="227"/>
                  </a:cubicBezTo>
                  <a:cubicBezTo>
                    <a:pt x="72" y="214"/>
                    <a:pt x="76" y="194"/>
                    <a:pt x="76" y="192"/>
                  </a:cubicBezTo>
                  <a:cubicBezTo>
                    <a:pt x="76" y="188"/>
                    <a:pt x="72" y="188"/>
                    <a:pt x="71" y="188"/>
                  </a:cubicBezTo>
                  <a:cubicBezTo>
                    <a:pt x="66" y="188"/>
                    <a:pt x="65" y="190"/>
                    <a:pt x="64" y="196"/>
                  </a:cubicBezTo>
                  <a:cubicBezTo>
                    <a:pt x="59" y="213"/>
                    <a:pt x="53" y="236"/>
                    <a:pt x="38" y="236"/>
                  </a:cubicBezTo>
                  <a:cubicBezTo>
                    <a:pt x="28" y="236"/>
                    <a:pt x="26" y="227"/>
                    <a:pt x="26" y="219"/>
                  </a:cubicBezTo>
                  <a:cubicBezTo>
                    <a:pt x="26" y="215"/>
                    <a:pt x="27" y="208"/>
                    <a:pt x="28" y="204"/>
                  </a:cubicBezTo>
                  <a:lnTo>
                    <a:pt x="76"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4" name="Freeform 563"/>
            <p:cNvSpPr>
              <a:spLocks noEditPoints="1"/>
            </p:cNvSpPr>
            <p:nvPr>
              <p:custDataLst>
                <p:tags r:id="rId35"/>
              </p:custDataLst>
            </p:nvPr>
          </p:nvSpPr>
          <p:spPr bwMode="auto">
            <a:xfrm>
              <a:off x="2827338" y="5072063"/>
              <a:ext cx="46038" cy="57150"/>
            </a:xfrm>
            <a:custGeom>
              <a:avLst/>
              <a:gdLst>
                <a:gd name="T0" fmla="*/ 55 w 149"/>
                <a:gd name="T1" fmla="*/ 74 h 158"/>
                <a:gd name="T2" fmla="*/ 111 w 149"/>
                <a:gd name="T3" fmla="*/ 67 h 158"/>
                <a:gd name="T4" fmla="*/ 142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4 w 149"/>
                <a:gd name="T19" fmla="*/ 148 h 158"/>
                <a:gd name="T20" fmla="*/ 29 w 149"/>
                <a:gd name="T21" fmla="*/ 106 h 158"/>
                <a:gd name="T22" fmla="*/ 33 w 149"/>
                <a:gd name="T23" fmla="*/ 74 h 158"/>
                <a:gd name="T24" fmla="*/ 55 w 149"/>
                <a:gd name="T25" fmla="*/ 74 h 158"/>
                <a:gd name="T26" fmla="*/ 36 w 149"/>
                <a:gd name="T27" fmla="*/ 65 h 158"/>
                <a:gd name="T28" fmla="*/ 98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4"/>
                  </a:moveTo>
                  <a:cubicBezTo>
                    <a:pt x="65" y="74"/>
                    <a:pt x="92" y="74"/>
                    <a:pt x="111" y="67"/>
                  </a:cubicBezTo>
                  <a:cubicBezTo>
                    <a:pt x="137" y="58"/>
                    <a:pt x="142" y="41"/>
                    <a:pt x="142" y="31"/>
                  </a:cubicBezTo>
                  <a:cubicBezTo>
                    <a:pt x="142" y="12"/>
                    <a:pt x="123" y="0"/>
                    <a:pt x="98" y="0"/>
                  </a:cubicBezTo>
                  <a:cubicBezTo>
                    <a:pt x="57" y="0"/>
                    <a:pt x="0" y="32"/>
                    <a:pt x="0" y="92"/>
                  </a:cubicBezTo>
                  <a:cubicBezTo>
                    <a:pt x="0" y="127"/>
                    <a:pt x="22" y="158"/>
                    <a:pt x="63" y="158"/>
                  </a:cubicBezTo>
                  <a:cubicBezTo>
                    <a:pt x="122" y="158"/>
                    <a:pt x="149" y="123"/>
                    <a:pt x="149" y="118"/>
                  </a:cubicBezTo>
                  <a:cubicBezTo>
                    <a:pt x="149" y="116"/>
                    <a:pt x="146" y="112"/>
                    <a:pt x="143" y="112"/>
                  </a:cubicBezTo>
                  <a:cubicBezTo>
                    <a:pt x="141" y="112"/>
                    <a:pt x="141" y="113"/>
                    <a:pt x="138" y="116"/>
                  </a:cubicBezTo>
                  <a:cubicBezTo>
                    <a:pt x="111" y="148"/>
                    <a:pt x="70" y="148"/>
                    <a:pt x="64" y="148"/>
                  </a:cubicBezTo>
                  <a:cubicBezTo>
                    <a:pt x="43" y="148"/>
                    <a:pt x="29" y="134"/>
                    <a:pt x="29" y="106"/>
                  </a:cubicBezTo>
                  <a:cubicBezTo>
                    <a:pt x="29" y="101"/>
                    <a:pt x="29" y="94"/>
                    <a:pt x="33" y="74"/>
                  </a:cubicBezTo>
                  <a:lnTo>
                    <a:pt x="55" y="74"/>
                  </a:lnTo>
                  <a:close/>
                  <a:moveTo>
                    <a:pt x="36" y="65"/>
                  </a:moveTo>
                  <a:cubicBezTo>
                    <a:pt x="50" y="14"/>
                    <a:pt x="89" y="10"/>
                    <a:pt x="98"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5" name="Freeform 564"/>
            <p:cNvSpPr>
              <a:spLocks/>
            </p:cNvSpPr>
            <p:nvPr>
              <p:custDataLst>
                <p:tags r:id="rId36"/>
              </p:custDataLst>
            </p:nvPr>
          </p:nvSpPr>
          <p:spPr bwMode="auto">
            <a:xfrm>
              <a:off x="2886076" y="5072063"/>
              <a:ext cx="47625" cy="57150"/>
            </a:xfrm>
            <a:custGeom>
              <a:avLst/>
              <a:gdLst>
                <a:gd name="T0" fmla="*/ 132 w 151"/>
                <a:gd name="T1" fmla="*/ 20 h 158"/>
                <a:gd name="T2" fmla="*/ 114 w 151"/>
                <a:gd name="T3" fmla="*/ 40 h 158"/>
                <a:gd name="T4" fmla="*/ 127 w 151"/>
                <a:gd name="T5" fmla="*/ 53 h 158"/>
                <a:gd name="T6" fmla="*/ 147 w 151"/>
                <a:gd name="T7" fmla="*/ 30 h 158"/>
                <a:gd name="T8" fmla="*/ 101 w 151"/>
                <a:gd name="T9" fmla="*/ 0 h 158"/>
                <a:gd name="T10" fmla="*/ 0 w 151"/>
                <a:gd name="T11" fmla="*/ 97 h 158"/>
                <a:gd name="T12" fmla="*/ 65 w 151"/>
                <a:gd name="T13" fmla="*/ 158 h 158"/>
                <a:gd name="T14" fmla="*/ 151 w 151"/>
                <a:gd name="T15" fmla="*/ 118 h 158"/>
                <a:gd name="T16" fmla="*/ 146 w 151"/>
                <a:gd name="T17" fmla="*/ 112 h 158"/>
                <a:gd name="T18" fmla="*/ 140 w 151"/>
                <a:gd name="T19" fmla="*/ 116 h 158"/>
                <a:gd name="T20" fmla="*/ 66 w 151"/>
                <a:gd name="T21" fmla="*/ 148 h 158"/>
                <a:gd name="T22" fmla="*/ 29 w 151"/>
                <a:gd name="T23" fmla="*/ 109 h 158"/>
                <a:gd name="T24" fmla="*/ 52 w 151"/>
                <a:gd name="T25" fmla="*/ 37 h 158"/>
                <a:gd name="T26" fmla="*/ 101 w 151"/>
                <a:gd name="T27" fmla="*/ 10 h 158"/>
                <a:gd name="T28" fmla="*/ 132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2" y="20"/>
                  </a:moveTo>
                  <a:cubicBezTo>
                    <a:pt x="119" y="22"/>
                    <a:pt x="114" y="32"/>
                    <a:pt x="114" y="40"/>
                  </a:cubicBezTo>
                  <a:cubicBezTo>
                    <a:pt x="114" y="49"/>
                    <a:pt x="121" y="53"/>
                    <a:pt x="127" y="53"/>
                  </a:cubicBezTo>
                  <a:cubicBezTo>
                    <a:pt x="135" y="53"/>
                    <a:pt x="147" y="47"/>
                    <a:pt x="147" y="30"/>
                  </a:cubicBezTo>
                  <a:cubicBezTo>
                    <a:pt x="147" y="7"/>
                    <a:pt x="120" y="0"/>
                    <a:pt x="101" y="0"/>
                  </a:cubicBezTo>
                  <a:cubicBezTo>
                    <a:pt x="49" y="0"/>
                    <a:pt x="0" y="48"/>
                    <a:pt x="0" y="97"/>
                  </a:cubicBezTo>
                  <a:cubicBezTo>
                    <a:pt x="0" y="127"/>
                    <a:pt x="21" y="158"/>
                    <a:pt x="65" y="158"/>
                  </a:cubicBezTo>
                  <a:cubicBezTo>
                    <a:pt x="124" y="158"/>
                    <a:pt x="151" y="123"/>
                    <a:pt x="151" y="118"/>
                  </a:cubicBezTo>
                  <a:cubicBezTo>
                    <a:pt x="151" y="116"/>
                    <a:pt x="148" y="112"/>
                    <a:pt x="146" y="112"/>
                  </a:cubicBezTo>
                  <a:cubicBezTo>
                    <a:pt x="143" y="112"/>
                    <a:pt x="143" y="113"/>
                    <a:pt x="140" y="116"/>
                  </a:cubicBezTo>
                  <a:cubicBezTo>
                    <a:pt x="113" y="148"/>
                    <a:pt x="72" y="148"/>
                    <a:pt x="66" y="148"/>
                  </a:cubicBezTo>
                  <a:cubicBezTo>
                    <a:pt x="41" y="148"/>
                    <a:pt x="29" y="131"/>
                    <a:pt x="29" y="109"/>
                  </a:cubicBezTo>
                  <a:cubicBezTo>
                    <a:pt x="29" y="99"/>
                    <a:pt x="34" y="61"/>
                    <a:pt x="52" y="37"/>
                  </a:cubicBezTo>
                  <a:cubicBezTo>
                    <a:pt x="66" y="20"/>
                    <a:pt x="84" y="10"/>
                    <a:pt x="101" y="10"/>
                  </a:cubicBezTo>
                  <a:cubicBezTo>
                    <a:pt x="106" y="10"/>
                    <a:pt x="123" y="11"/>
                    <a:pt x="132"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6" name="Freeform 565"/>
            <p:cNvSpPr>
              <a:spLocks/>
            </p:cNvSpPr>
            <p:nvPr>
              <p:custDataLst>
                <p:tags r:id="rId37"/>
              </p:custDataLst>
            </p:nvPr>
          </p:nvSpPr>
          <p:spPr bwMode="auto">
            <a:xfrm>
              <a:off x="2947988" y="5113338"/>
              <a:ext cx="12700" cy="14288"/>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9"/>
                    <a:pt x="0" y="20"/>
                  </a:cubicBezTo>
                  <a:cubicBezTo>
                    <a:pt x="0" y="32"/>
                    <a:pt x="10" y="40"/>
                    <a:pt x="20" y="40"/>
                  </a:cubicBezTo>
                  <a:cubicBezTo>
                    <a:pt x="31"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7" name="Freeform 566"/>
            <p:cNvSpPr>
              <a:spLocks noEditPoints="1"/>
            </p:cNvSpPr>
            <p:nvPr>
              <p:custDataLst>
                <p:tags r:id="rId38"/>
              </p:custDataLst>
            </p:nvPr>
          </p:nvSpPr>
          <p:spPr bwMode="auto">
            <a:xfrm>
              <a:off x="2973388" y="5045076"/>
              <a:ext cx="47625" cy="107950"/>
            </a:xfrm>
            <a:custGeom>
              <a:avLst/>
              <a:gdLst>
                <a:gd name="T0" fmla="*/ 153 w 153"/>
                <a:gd name="T1" fmla="*/ 13 h 302"/>
                <a:gd name="T2" fmla="*/ 139 w 153"/>
                <a:gd name="T3" fmla="*/ 0 h 302"/>
                <a:gd name="T4" fmla="*/ 120 w 153"/>
                <a:gd name="T5" fmla="*/ 19 h 302"/>
                <a:gd name="T6" fmla="*/ 134 w 153"/>
                <a:gd name="T7" fmla="*/ 32 h 302"/>
                <a:gd name="T8" fmla="*/ 153 w 153"/>
                <a:gd name="T9" fmla="*/ 13 h 302"/>
                <a:gd name="T10" fmla="*/ 79 w 153"/>
                <a:gd name="T11" fmla="*/ 248 h 302"/>
                <a:gd name="T12" fmla="*/ 34 w 153"/>
                <a:gd name="T13" fmla="*/ 292 h 302"/>
                <a:gd name="T14" fmla="*/ 22 w 153"/>
                <a:gd name="T15" fmla="*/ 290 h 302"/>
                <a:gd name="T16" fmla="*/ 34 w 153"/>
                <a:gd name="T17" fmla="*/ 273 h 302"/>
                <a:gd name="T18" fmla="*/ 20 w 153"/>
                <a:gd name="T19" fmla="*/ 260 h 302"/>
                <a:gd name="T20" fmla="*/ 0 w 153"/>
                <a:gd name="T21" fmla="*/ 280 h 302"/>
                <a:gd name="T22" fmla="*/ 35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4 w 153"/>
                <a:gd name="T41" fmla="*/ 104 h 302"/>
                <a:gd name="T42" fmla="*/ 113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39" y="0"/>
                  </a:cubicBezTo>
                  <a:cubicBezTo>
                    <a:pt x="129" y="0"/>
                    <a:pt x="120" y="9"/>
                    <a:pt x="120" y="19"/>
                  </a:cubicBezTo>
                  <a:cubicBezTo>
                    <a:pt x="120" y="24"/>
                    <a:pt x="124" y="32"/>
                    <a:pt x="134" y="32"/>
                  </a:cubicBezTo>
                  <a:cubicBezTo>
                    <a:pt x="143" y="32"/>
                    <a:pt x="153" y="23"/>
                    <a:pt x="153" y="13"/>
                  </a:cubicBezTo>
                  <a:close/>
                  <a:moveTo>
                    <a:pt x="79" y="248"/>
                  </a:moveTo>
                  <a:cubicBezTo>
                    <a:pt x="73" y="272"/>
                    <a:pt x="55" y="292"/>
                    <a:pt x="34" y="292"/>
                  </a:cubicBezTo>
                  <a:cubicBezTo>
                    <a:pt x="30" y="292"/>
                    <a:pt x="26" y="292"/>
                    <a:pt x="22" y="290"/>
                  </a:cubicBezTo>
                  <a:cubicBezTo>
                    <a:pt x="31" y="286"/>
                    <a:pt x="34" y="278"/>
                    <a:pt x="34" y="273"/>
                  </a:cubicBezTo>
                  <a:cubicBezTo>
                    <a:pt x="34" y="264"/>
                    <a:pt x="27" y="260"/>
                    <a:pt x="20" y="260"/>
                  </a:cubicBezTo>
                  <a:cubicBezTo>
                    <a:pt x="9" y="260"/>
                    <a:pt x="0" y="269"/>
                    <a:pt x="0" y="280"/>
                  </a:cubicBezTo>
                  <a:cubicBezTo>
                    <a:pt x="0" y="294"/>
                    <a:pt x="14" y="302"/>
                    <a:pt x="35" y="302"/>
                  </a:cubicBezTo>
                  <a:cubicBezTo>
                    <a:pt x="56" y="302"/>
                    <a:pt x="96" y="290"/>
                    <a:pt x="107" y="247"/>
                  </a:cubicBezTo>
                  <a:lnTo>
                    <a:pt x="138" y="122"/>
                  </a:lnTo>
                  <a:cubicBezTo>
                    <a:pt x="140" y="118"/>
                    <a:pt x="140" y="115"/>
                    <a:pt x="140" y="110"/>
                  </a:cubicBezTo>
                  <a:cubicBezTo>
                    <a:pt x="140" y="91"/>
                    <a:pt x="124" y="77"/>
                    <a:pt x="103" y="77"/>
                  </a:cubicBezTo>
                  <a:cubicBezTo>
                    <a:pt x="64" y="77"/>
                    <a:pt x="42" y="126"/>
                    <a:pt x="42" y="131"/>
                  </a:cubicBezTo>
                  <a:cubicBezTo>
                    <a:pt x="42" y="135"/>
                    <a:pt x="47" y="135"/>
                    <a:pt x="48" y="135"/>
                  </a:cubicBezTo>
                  <a:cubicBezTo>
                    <a:pt x="52" y="135"/>
                    <a:pt x="52" y="134"/>
                    <a:pt x="55" y="129"/>
                  </a:cubicBezTo>
                  <a:cubicBezTo>
                    <a:pt x="64" y="109"/>
                    <a:pt x="82" y="87"/>
                    <a:pt x="102" y="87"/>
                  </a:cubicBezTo>
                  <a:cubicBezTo>
                    <a:pt x="111" y="87"/>
                    <a:pt x="114" y="93"/>
                    <a:pt x="114" y="104"/>
                  </a:cubicBezTo>
                  <a:cubicBezTo>
                    <a:pt x="114" y="108"/>
                    <a:pt x="113" y="113"/>
                    <a:pt x="113"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8" name="Freeform 567"/>
            <p:cNvSpPr>
              <a:spLocks noEditPoints="1"/>
            </p:cNvSpPr>
            <p:nvPr>
              <p:custDataLst>
                <p:tags r:id="rId39"/>
              </p:custDataLst>
            </p:nvPr>
          </p:nvSpPr>
          <p:spPr bwMode="auto">
            <a:xfrm>
              <a:off x="3036888" y="5045076"/>
              <a:ext cx="33338" cy="84138"/>
            </a:xfrm>
            <a:custGeom>
              <a:avLst/>
              <a:gdLst>
                <a:gd name="T0" fmla="*/ 96 w 105"/>
                <a:gd name="T1" fmla="*/ 13 h 235"/>
                <a:gd name="T2" fmla="*/ 82 w 105"/>
                <a:gd name="T3" fmla="*/ 0 h 235"/>
                <a:gd name="T4" fmla="*/ 63 w 105"/>
                <a:gd name="T5" fmla="*/ 19 h 235"/>
                <a:gd name="T6" fmla="*/ 77 w 105"/>
                <a:gd name="T7" fmla="*/ 32 h 235"/>
                <a:gd name="T8" fmla="*/ 96 w 105"/>
                <a:gd name="T9" fmla="*/ 13 h 235"/>
                <a:gd name="T10" fmla="*/ 25 w 105"/>
                <a:gd name="T11" fmla="*/ 190 h 235"/>
                <a:gd name="T12" fmla="*/ 22 w 105"/>
                <a:gd name="T13" fmla="*/ 205 h 235"/>
                <a:gd name="T14" fmla="*/ 55 w 105"/>
                <a:gd name="T15" fmla="*/ 235 h 235"/>
                <a:gd name="T16" fmla="*/ 105 w 105"/>
                <a:gd name="T17" fmla="*/ 181 h 235"/>
                <a:gd name="T18" fmla="*/ 100 w 105"/>
                <a:gd name="T19" fmla="*/ 177 h 235"/>
                <a:gd name="T20" fmla="*/ 93 w 105"/>
                <a:gd name="T21" fmla="*/ 183 h 235"/>
                <a:gd name="T22" fmla="*/ 56 w 105"/>
                <a:gd name="T23" fmla="*/ 225 h 235"/>
                <a:gd name="T24" fmla="*/ 47 w 105"/>
                <a:gd name="T25" fmla="*/ 213 h 235"/>
                <a:gd name="T26" fmla="*/ 53 w 105"/>
                <a:gd name="T27" fmla="*/ 190 h 235"/>
                <a:gd name="T28" fmla="*/ 64 w 105"/>
                <a:gd name="T29" fmla="*/ 162 h 235"/>
                <a:gd name="T30" fmla="*/ 81 w 105"/>
                <a:gd name="T31" fmla="*/ 118 h 235"/>
                <a:gd name="T32" fmla="*/ 83 w 105"/>
                <a:gd name="T33" fmla="*/ 107 h 235"/>
                <a:gd name="T34" fmla="*/ 50 w 105"/>
                <a:gd name="T35" fmla="*/ 77 h 235"/>
                <a:gd name="T36" fmla="*/ 0 w 105"/>
                <a:gd name="T37" fmla="*/ 131 h 235"/>
                <a:gd name="T38" fmla="*/ 5 w 105"/>
                <a:gd name="T39" fmla="*/ 135 h 235"/>
                <a:gd name="T40" fmla="*/ 12 w 105"/>
                <a:gd name="T41" fmla="*/ 129 h 235"/>
                <a:gd name="T42" fmla="*/ 49 w 105"/>
                <a:gd name="T43" fmla="*/ 87 h 235"/>
                <a:gd name="T44" fmla="*/ 58 w 105"/>
                <a:gd name="T45" fmla="*/ 99 h 235"/>
                <a:gd name="T46" fmla="*/ 47 w 105"/>
                <a:gd name="T47" fmla="*/ 134 h 235"/>
                <a:gd name="T48" fmla="*/ 25 w 105"/>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3"/>
                  </a:moveTo>
                  <a:cubicBezTo>
                    <a:pt x="96" y="7"/>
                    <a:pt x="92" y="0"/>
                    <a:pt x="82" y="0"/>
                  </a:cubicBezTo>
                  <a:cubicBezTo>
                    <a:pt x="73" y="0"/>
                    <a:pt x="63" y="9"/>
                    <a:pt x="63" y="19"/>
                  </a:cubicBezTo>
                  <a:cubicBezTo>
                    <a:pt x="63" y="25"/>
                    <a:pt x="67"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5" y="186"/>
                    <a:pt x="105" y="181"/>
                  </a:cubicBezTo>
                  <a:cubicBezTo>
                    <a:pt x="105" y="177"/>
                    <a:pt x="101" y="177"/>
                    <a:pt x="100" y="177"/>
                  </a:cubicBezTo>
                  <a:cubicBezTo>
                    <a:pt x="95" y="177"/>
                    <a:pt x="94" y="179"/>
                    <a:pt x="93" y="183"/>
                  </a:cubicBezTo>
                  <a:cubicBezTo>
                    <a:pt x="85" y="210"/>
                    <a:pt x="70" y="225"/>
                    <a:pt x="56" y="225"/>
                  </a:cubicBezTo>
                  <a:cubicBezTo>
                    <a:pt x="49" y="225"/>
                    <a:pt x="47" y="220"/>
                    <a:pt x="47" y="213"/>
                  </a:cubicBezTo>
                  <a:cubicBezTo>
                    <a:pt x="47" y="205"/>
                    <a:pt x="50" y="198"/>
                    <a:pt x="53" y="190"/>
                  </a:cubicBezTo>
                  <a:cubicBezTo>
                    <a:pt x="56" y="181"/>
                    <a:pt x="60" y="171"/>
                    <a:pt x="64" y="162"/>
                  </a:cubicBezTo>
                  <a:cubicBezTo>
                    <a:pt x="67" y="154"/>
                    <a:pt x="80" y="122"/>
                    <a:pt x="81" y="118"/>
                  </a:cubicBezTo>
                  <a:cubicBezTo>
                    <a:pt x="82" y="114"/>
                    <a:pt x="83" y="110"/>
                    <a:pt x="83" y="107"/>
                  </a:cubicBezTo>
                  <a:cubicBezTo>
                    <a:pt x="83" y="90"/>
                    <a:pt x="69" y="77"/>
                    <a:pt x="50" y="77"/>
                  </a:cubicBezTo>
                  <a:cubicBezTo>
                    <a:pt x="16" y="77"/>
                    <a:pt x="0" y="125"/>
                    <a:pt x="0" y="131"/>
                  </a:cubicBezTo>
                  <a:cubicBezTo>
                    <a:pt x="0" y="135"/>
                    <a:pt x="4" y="135"/>
                    <a:pt x="5" y="135"/>
                  </a:cubicBezTo>
                  <a:cubicBezTo>
                    <a:pt x="10" y="135"/>
                    <a:pt x="11" y="133"/>
                    <a:pt x="12" y="129"/>
                  </a:cubicBezTo>
                  <a:cubicBezTo>
                    <a:pt x="21" y="99"/>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9" name="Freeform 568"/>
            <p:cNvSpPr>
              <a:spLocks noEditPoints="1"/>
            </p:cNvSpPr>
            <p:nvPr>
              <p:custDataLst>
                <p:tags r:id="rId40"/>
              </p:custDataLst>
            </p:nvPr>
          </p:nvSpPr>
          <p:spPr bwMode="auto">
            <a:xfrm>
              <a:off x="3082926" y="5040313"/>
              <a:ext cx="57150" cy="88900"/>
            </a:xfrm>
            <a:custGeom>
              <a:avLst/>
              <a:gdLst>
                <a:gd name="T0" fmla="*/ 178 w 180"/>
                <a:gd name="T1" fmla="*/ 10 h 246"/>
                <a:gd name="T2" fmla="*/ 180 w 180"/>
                <a:gd name="T3" fmla="*/ 5 h 246"/>
                <a:gd name="T4" fmla="*/ 174 w 180"/>
                <a:gd name="T5" fmla="*/ 0 h 246"/>
                <a:gd name="T6" fmla="*/ 129 w 180"/>
                <a:gd name="T7" fmla="*/ 3 h 246"/>
                <a:gd name="T8" fmla="*/ 122 w 180"/>
                <a:gd name="T9" fmla="*/ 11 h 246"/>
                <a:gd name="T10" fmla="*/ 131 w 180"/>
                <a:gd name="T11" fmla="*/ 16 h 246"/>
                <a:gd name="T12" fmla="*/ 148 w 180"/>
                <a:gd name="T13" fmla="*/ 21 h 246"/>
                <a:gd name="T14" fmla="*/ 146 w 180"/>
                <a:gd name="T15" fmla="*/ 29 h 246"/>
                <a:gd name="T16" fmla="*/ 126 w 180"/>
                <a:gd name="T17" fmla="*/ 109 h 246"/>
                <a:gd name="T18" fmla="*/ 90 w 180"/>
                <a:gd name="T19" fmla="*/ 88 h 246"/>
                <a:gd name="T20" fmla="*/ 0 w 180"/>
                <a:gd name="T21" fmla="*/ 188 h 246"/>
                <a:gd name="T22" fmla="*/ 53 w 180"/>
                <a:gd name="T23" fmla="*/ 246 h 246"/>
                <a:gd name="T24" fmla="*/ 103 w 180"/>
                <a:gd name="T25" fmla="*/ 221 h 246"/>
                <a:gd name="T26" fmla="*/ 139 w 180"/>
                <a:gd name="T27" fmla="*/ 246 h 246"/>
                <a:gd name="T28" fmla="*/ 166 w 180"/>
                <a:gd name="T29" fmla="*/ 227 h 246"/>
                <a:gd name="T30" fmla="*/ 178 w 180"/>
                <a:gd name="T31" fmla="*/ 192 h 246"/>
                <a:gd name="T32" fmla="*/ 173 w 180"/>
                <a:gd name="T33" fmla="*/ 188 h 246"/>
                <a:gd name="T34" fmla="*/ 165 w 180"/>
                <a:gd name="T35" fmla="*/ 198 h 246"/>
                <a:gd name="T36" fmla="*/ 140 w 180"/>
                <a:gd name="T37" fmla="*/ 236 h 246"/>
                <a:gd name="T38" fmla="*/ 128 w 180"/>
                <a:gd name="T39" fmla="*/ 219 h 246"/>
                <a:gd name="T40" fmla="*/ 130 w 180"/>
                <a:gd name="T41" fmla="*/ 204 h 246"/>
                <a:gd name="T42" fmla="*/ 178 w 180"/>
                <a:gd name="T43" fmla="*/ 10 h 246"/>
                <a:gd name="T44" fmla="*/ 104 w 180"/>
                <a:gd name="T45" fmla="*/ 198 h 246"/>
                <a:gd name="T46" fmla="*/ 86 w 180"/>
                <a:gd name="T47" fmla="*/ 222 h 246"/>
                <a:gd name="T48" fmla="*/ 54 w 180"/>
                <a:gd name="T49" fmla="*/ 236 h 246"/>
                <a:gd name="T50" fmla="*/ 29 w 180"/>
                <a:gd name="T51" fmla="*/ 202 h 246"/>
                <a:gd name="T52" fmla="*/ 47 w 180"/>
                <a:gd name="T53" fmla="*/ 131 h 246"/>
                <a:gd name="T54" fmla="*/ 90 w 180"/>
                <a:gd name="T55" fmla="*/ 98 h 246"/>
                <a:gd name="T56" fmla="*/ 121 w 180"/>
                <a:gd name="T57" fmla="*/ 128 h 246"/>
                <a:gd name="T58" fmla="*/ 120 w 180"/>
                <a:gd name="T59" fmla="*/ 133 h 246"/>
                <a:gd name="T60" fmla="*/ 104 w 180"/>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0" h="246">
                  <a:moveTo>
                    <a:pt x="178" y="10"/>
                  </a:moveTo>
                  <a:cubicBezTo>
                    <a:pt x="179" y="10"/>
                    <a:pt x="180" y="5"/>
                    <a:pt x="180" y="5"/>
                  </a:cubicBezTo>
                  <a:cubicBezTo>
                    <a:pt x="180" y="3"/>
                    <a:pt x="178" y="0"/>
                    <a:pt x="174" y="0"/>
                  </a:cubicBezTo>
                  <a:cubicBezTo>
                    <a:pt x="167" y="0"/>
                    <a:pt x="138" y="3"/>
                    <a:pt x="129" y="3"/>
                  </a:cubicBezTo>
                  <a:cubicBezTo>
                    <a:pt x="127" y="4"/>
                    <a:pt x="122" y="4"/>
                    <a:pt x="122" y="11"/>
                  </a:cubicBezTo>
                  <a:cubicBezTo>
                    <a:pt x="122" y="16"/>
                    <a:pt x="127" y="16"/>
                    <a:pt x="131" y="16"/>
                  </a:cubicBezTo>
                  <a:cubicBezTo>
                    <a:pt x="148" y="16"/>
                    <a:pt x="148" y="19"/>
                    <a:pt x="148" y="21"/>
                  </a:cubicBezTo>
                  <a:cubicBezTo>
                    <a:pt x="148" y="24"/>
                    <a:pt x="147" y="26"/>
                    <a:pt x="146" y="29"/>
                  </a:cubicBezTo>
                  <a:lnTo>
                    <a:pt x="126" y="109"/>
                  </a:lnTo>
                  <a:cubicBezTo>
                    <a:pt x="119" y="97"/>
                    <a:pt x="107" y="88"/>
                    <a:pt x="90" y="88"/>
                  </a:cubicBezTo>
                  <a:cubicBezTo>
                    <a:pt x="46" y="88"/>
                    <a:pt x="0" y="137"/>
                    <a:pt x="0" y="188"/>
                  </a:cubicBezTo>
                  <a:cubicBezTo>
                    <a:pt x="0" y="221"/>
                    <a:pt x="23" y="246"/>
                    <a:pt x="53" y="246"/>
                  </a:cubicBezTo>
                  <a:cubicBezTo>
                    <a:pt x="72" y="246"/>
                    <a:pt x="89" y="235"/>
                    <a:pt x="103" y="221"/>
                  </a:cubicBezTo>
                  <a:cubicBezTo>
                    <a:pt x="109" y="242"/>
                    <a:pt x="129" y="246"/>
                    <a:pt x="139" y="246"/>
                  </a:cubicBezTo>
                  <a:cubicBezTo>
                    <a:pt x="151" y="246"/>
                    <a:pt x="160" y="238"/>
                    <a:pt x="166" y="227"/>
                  </a:cubicBezTo>
                  <a:cubicBezTo>
                    <a:pt x="174" y="213"/>
                    <a:pt x="178" y="194"/>
                    <a:pt x="178" y="192"/>
                  </a:cubicBezTo>
                  <a:cubicBezTo>
                    <a:pt x="178" y="188"/>
                    <a:pt x="174" y="188"/>
                    <a:pt x="173" y="188"/>
                  </a:cubicBezTo>
                  <a:cubicBezTo>
                    <a:pt x="168" y="188"/>
                    <a:pt x="167" y="189"/>
                    <a:pt x="165" y="198"/>
                  </a:cubicBezTo>
                  <a:cubicBezTo>
                    <a:pt x="161" y="215"/>
                    <a:pt x="154" y="236"/>
                    <a:pt x="140" y="236"/>
                  </a:cubicBezTo>
                  <a:cubicBezTo>
                    <a:pt x="131" y="236"/>
                    <a:pt x="128" y="228"/>
                    <a:pt x="128" y="219"/>
                  </a:cubicBezTo>
                  <a:cubicBezTo>
                    <a:pt x="128" y="212"/>
                    <a:pt x="129" y="209"/>
                    <a:pt x="130" y="204"/>
                  </a:cubicBezTo>
                  <a:lnTo>
                    <a:pt x="178" y="10"/>
                  </a:lnTo>
                  <a:close/>
                  <a:moveTo>
                    <a:pt x="104" y="198"/>
                  </a:moveTo>
                  <a:cubicBezTo>
                    <a:pt x="102" y="208"/>
                    <a:pt x="94" y="215"/>
                    <a:pt x="86" y="222"/>
                  </a:cubicBezTo>
                  <a:cubicBezTo>
                    <a:pt x="83" y="225"/>
                    <a:pt x="69" y="236"/>
                    <a:pt x="54" y="236"/>
                  </a:cubicBezTo>
                  <a:cubicBezTo>
                    <a:pt x="41" y="236"/>
                    <a:pt x="29" y="227"/>
                    <a:pt x="29" y="202"/>
                  </a:cubicBezTo>
                  <a:cubicBezTo>
                    <a:pt x="29" y="183"/>
                    <a:pt x="39" y="145"/>
                    <a:pt x="47" y="131"/>
                  </a:cubicBezTo>
                  <a:cubicBezTo>
                    <a:pt x="63" y="103"/>
                    <a:pt x="81" y="98"/>
                    <a:pt x="90" y="98"/>
                  </a:cubicBezTo>
                  <a:cubicBezTo>
                    <a:pt x="115" y="98"/>
                    <a:pt x="121" y="124"/>
                    <a:pt x="121" y="128"/>
                  </a:cubicBezTo>
                  <a:cubicBezTo>
                    <a:pt x="121" y="130"/>
                    <a:pt x="121"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0" name="Freeform 569"/>
            <p:cNvSpPr>
              <a:spLocks noEditPoints="1"/>
            </p:cNvSpPr>
            <p:nvPr>
              <p:custDataLst>
                <p:tags r:id="rId41"/>
              </p:custDataLst>
            </p:nvPr>
          </p:nvSpPr>
          <p:spPr bwMode="auto">
            <a:xfrm>
              <a:off x="3149601" y="5080001"/>
              <a:ext cx="82550" cy="33338"/>
            </a:xfrm>
            <a:custGeom>
              <a:avLst/>
              <a:gdLst>
                <a:gd name="T0" fmla="*/ 243 w 257"/>
                <a:gd name="T1" fmla="*/ 17 h 94"/>
                <a:gd name="T2" fmla="*/ 257 w 257"/>
                <a:gd name="T3" fmla="*/ 8 h 94"/>
                <a:gd name="T4" fmla="*/ 244 w 257"/>
                <a:gd name="T5" fmla="*/ 0 h 94"/>
                <a:gd name="T6" fmla="*/ 13 w 257"/>
                <a:gd name="T7" fmla="*/ 0 h 94"/>
                <a:gd name="T8" fmla="*/ 0 w 257"/>
                <a:gd name="T9" fmla="*/ 8 h 94"/>
                <a:gd name="T10" fmla="*/ 13 w 257"/>
                <a:gd name="T11" fmla="*/ 17 h 94"/>
                <a:gd name="T12" fmla="*/ 243 w 257"/>
                <a:gd name="T13" fmla="*/ 17 h 94"/>
                <a:gd name="T14" fmla="*/ 244 w 257"/>
                <a:gd name="T15" fmla="*/ 94 h 94"/>
                <a:gd name="T16" fmla="*/ 257 w 257"/>
                <a:gd name="T17" fmla="*/ 85 h 94"/>
                <a:gd name="T18" fmla="*/ 243 w 257"/>
                <a:gd name="T19" fmla="*/ 76 h 94"/>
                <a:gd name="T20" fmla="*/ 13 w 257"/>
                <a:gd name="T21" fmla="*/ 76 h 94"/>
                <a:gd name="T22" fmla="*/ 0 w 257"/>
                <a:gd name="T23" fmla="*/ 85 h 94"/>
                <a:gd name="T24" fmla="*/ 13 w 257"/>
                <a:gd name="T25" fmla="*/ 94 h 94"/>
                <a:gd name="T26" fmla="*/ 244 w 257"/>
                <a:gd name="T2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94">
                  <a:moveTo>
                    <a:pt x="243" y="17"/>
                  </a:moveTo>
                  <a:cubicBezTo>
                    <a:pt x="249" y="17"/>
                    <a:pt x="257" y="17"/>
                    <a:pt x="257" y="8"/>
                  </a:cubicBezTo>
                  <a:cubicBezTo>
                    <a:pt x="257" y="0"/>
                    <a:pt x="248" y="0"/>
                    <a:pt x="244" y="0"/>
                  </a:cubicBezTo>
                  <a:lnTo>
                    <a:pt x="13" y="0"/>
                  </a:lnTo>
                  <a:cubicBezTo>
                    <a:pt x="8" y="0"/>
                    <a:pt x="0" y="0"/>
                    <a:pt x="0" y="8"/>
                  </a:cubicBezTo>
                  <a:cubicBezTo>
                    <a:pt x="0" y="17"/>
                    <a:pt x="8" y="17"/>
                    <a:pt x="13" y="17"/>
                  </a:cubicBezTo>
                  <a:lnTo>
                    <a:pt x="243" y="17"/>
                  </a:lnTo>
                  <a:close/>
                  <a:moveTo>
                    <a:pt x="244" y="94"/>
                  </a:moveTo>
                  <a:cubicBezTo>
                    <a:pt x="248" y="94"/>
                    <a:pt x="257" y="94"/>
                    <a:pt x="257" y="85"/>
                  </a:cubicBezTo>
                  <a:cubicBezTo>
                    <a:pt x="257" y="76"/>
                    <a:pt x="249" y="76"/>
                    <a:pt x="243" y="76"/>
                  </a:cubicBezTo>
                  <a:lnTo>
                    <a:pt x="13" y="76"/>
                  </a:lnTo>
                  <a:cubicBezTo>
                    <a:pt x="8" y="76"/>
                    <a:pt x="0" y="76"/>
                    <a:pt x="0" y="85"/>
                  </a:cubicBezTo>
                  <a:cubicBezTo>
                    <a:pt x="0" y="94"/>
                    <a:pt x="8" y="94"/>
                    <a:pt x="13" y="94"/>
                  </a:cubicBezTo>
                  <a:lnTo>
                    <a:pt x="244"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1" name="Freeform 570"/>
            <p:cNvSpPr>
              <a:spLocks/>
            </p:cNvSpPr>
            <p:nvPr>
              <p:custDataLst>
                <p:tags r:id="rId42"/>
              </p:custDataLst>
            </p:nvPr>
          </p:nvSpPr>
          <p:spPr bwMode="auto">
            <a:xfrm>
              <a:off x="3244851" y="5072063"/>
              <a:ext cx="50800" cy="57150"/>
            </a:xfrm>
            <a:custGeom>
              <a:avLst/>
              <a:gdLst>
                <a:gd name="T0" fmla="*/ 65 w 162"/>
                <a:gd name="T1" fmla="*/ 84 h 158"/>
                <a:gd name="T2" fmla="*/ 74 w 162"/>
                <a:gd name="T3" fmla="*/ 48 h 158"/>
                <a:gd name="T4" fmla="*/ 96 w 162"/>
                <a:gd name="T5" fmla="*/ 20 h 158"/>
                <a:gd name="T6" fmla="*/ 125 w 162"/>
                <a:gd name="T7" fmla="*/ 10 h 158"/>
                <a:gd name="T8" fmla="*/ 144 w 162"/>
                <a:gd name="T9" fmla="*/ 15 h 158"/>
                <a:gd name="T10" fmla="*/ 128 w 162"/>
                <a:gd name="T11" fmla="*/ 34 h 158"/>
                <a:gd name="T12" fmla="*/ 142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3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2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6" y="81"/>
                    <a:pt x="74" y="50"/>
                    <a:pt x="74" y="48"/>
                  </a:cubicBezTo>
                  <a:cubicBezTo>
                    <a:pt x="75" y="45"/>
                    <a:pt x="85" y="28"/>
                    <a:pt x="96" y="20"/>
                  </a:cubicBezTo>
                  <a:cubicBezTo>
                    <a:pt x="100" y="17"/>
                    <a:pt x="110" y="10"/>
                    <a:pt x="125" y="10"/>
                  </a:cubicBezTo>
                  <a:cubicBezTo>
                    <a:pt x="128" y="10"/>
                    <a:pt x="137" y="10"/>
                    <a:pt x="144" y="15"/>
                  </a:cubicBezTo>
                  <a:cubicBezTo>
                    <a:pt x="133" y="18"/>
                    <a:pt x="128" y="28"/>
                    <a:pt x="128" y="34"/>
                  </a:cubicBezTo>
                  <a:cubicBezTo>
                    <a:pt x="128" y="42"/>
                    <a:pt x="134" y="47"/>
                    <a:pt x="142" y="47"/>
                  </a:cubicBezTo>
                  <a:cubicBezTo>
                    <a:pt x="150" y="47"/>
                    <a:pt x="162" y="40"/>
                    <a:pt x="162" y="26"/>
                  </a:cubicBezTo>
                  <a:cubicBezTo>
                    <a:pt x="162" y="7"/>
                    <a:pt x="143" y="0"/>
                    <a:pt x="125" y="0"/>
                  </a:cubicBezTo>
                  <a:cubicBezTo>
                    <a:pt x="107" y="0"/>
                    <a:pt x="91" y="7"/>
                    <a:pt x="76" y="25"/>
                  </a:cubicBezTo>
                  <a:cubicBezTo>
                    <a:pt x="69" y="4"/>
                    <a:pt x="48" y="0"/>
                    <a:pt x="40" y="0"/>
                  </a:cubicBezTo>
                  <a:cubicBezTo>
                    <a:pt x="27" y="0"/>
                    <a:pt x="18" y="8"/>
                    <a:pt x="13" y="18"/>
                  </a:cubicBezTo>
                  <a:cubicBezTo>
                    <a:pt x="5" y="32"/>
                    <a:pt x="0" y="52"/>
                    <a:pt x="0" y="54"/>
                  </a:cubicBezTo>
                  <a:cubicBezTo>
                    <a:pt x="0" y="58"/>
                    <a:pt x="5" y="58"/>
                    <a:pt x="6" y="58"/>
                  </a:cubicBezTo>
                  <a:cubicBezTo>
                    <a:pt x="11" y="58"/>
                    <a:pt x="11" y="57"/>
                    <a:pt x="13" y="48"/>
                  </a:cubicBezTo>
                  <a:cubicBezTo>
                    <a:pt x="19" y="26"/>
                    <a:pt x="25" y="10"/>
                    <a:pt x="39" y="10"/>
                  </a:cubicBezTo>
                  <a:cubicBezTo>
                    <a:pt x="48" y="10"/>
                    <a:pt x="50" y="18"/>
                    <a:pt x="50" y="27"/>
                  </a:cubicBezTo>
                  <a:cubicBezTo>
                    <a:pt x="50" y="34"/>
                    <a:pt x="47" y="47"/>
                    <a:pt x="45" y="56"/>
                  </a:cubicBezTo>
                  <a:cubicBezTo>
                    <a:pt x="42" y="65"/>
                    <a:pt x="39" y="80"/>
                    <a:pt x="37" y="87"/>
                  </a:cubicBezTo>
                  <a:lnTo>
                    <a:pt x="26" y="132"/>
                  </a:lnTo>
                  <a:cubicBezTo>
                    <a:pt x="24" y="137"/>
                    <a:pt x="22" y="145"/>
                    <a:pt x="22" y="146"/>
                  </a:cubicBezTo>
                  <a:cubicBezTo>
                    <a:pt x="22" y="154"/>
                    <a:pt x="29" y="158"/>
                    <a:pt x="34" y="158"/>
                  </a:cubicBezTo>
                  <a:cubicBezTo>
                    <a:pt x="39" y="158"/>
                    <a:pt x="46"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2" name="Freeform 571"/>
            <p:cNvSpPr>
              <a:spLocks noEditPoints="1"/>
            </p:cNvSpPr>
            <p:nvPr>
              <p:custDataLst>
                <p:tags r:id="rId43"/>
              </p:custDataLst>
            </p:nvPr>
          </p:nvSpPr>
          <p:spPr bwMode="auto">
            <a:xfrm>
              <a:off x="3308351" y="5072063"/>
              <a:ext cx="47625" cy="57150"/>
            </a:xfrm>
            <a:custGeom>
              <a:avLst/>
              <a:gdLst>
                <a:gd name="T0" fmla="*/ 54 w 149"/>
                <a:gd name="T1" fmla="*/ 74 h 158"/>
                <a:gd name="T2" fmla="*/ 110 w 149"/>
                <a:gd name="T3" fmla="*/ 67 h 158"/>
                <a:gd name="T4" fmla="*/ 141 w 149"/>
                <a:gd name="T5" fmla="*/ 31 h 158"/>
                <a:gd name="T6" fmla="*/ 98 w 149"/>
                <a:gd name="T7" fmla="*/ 0 h 158"/>
                <a:gd name="T8" fmla="*/ 0 w 149"/>
                <a:gd name="T9" fmla="*/ 92 h 158"/>
                <a:gd name="T10" fmla="*/ 62 w 149"/>
                <a:gd name="T11" fmla="*/ 158 h 158"/>
                <a:gd name="T12" fmla="*/ 149 w 149"/>
                <a:gd name="T13" fmla="*/ 118 h 158"/>
                <a:gd name="T14" fmla="*/ 143 w 149"/>
                <a:gd name="T15" fmla="*/ 112 h 158"/>
                <a:gd name="T16" fmla="*/ 137 w 149"/>
                <a:gd name="T17" fmla="*/ 116 h 158"/>
                <a:gd name="T18" fmla="*/ 63 w 149"/>
                <a:gd name="T19" fmla="*/ 148 h 158"/>
                <a:gd name="T20" fmla="*/ 28 w 149"/>
                <a:gd name="T21" fmla="*/ 106 h 158"/>
                <a:gd name="T22" fmla="*/ 32 w 149"/>
                <a:gd name="T23" fmla="*/ 74 h 158"/>
                <a:gd name="T24" fmla="*/ 54 w 149"/>
                <a:gd name="T25" fmla="*/ 74 h 158"/>
                <a:gd name="T26" fmla="*/ 35 w 149"/>
                <a:gd name="T27" fmla="*/ 65 h 158"/>
                <a:gd name="T28" fmla="*/ 98 w 149"/>
                <a:gd name="T29" fmla="*/ 10 h 158"/>
                <a:gd name="T30" fmla="*/ 126 w 149"/>
                <a:gd name="T31" fmla="*/ 31 h 158"/>
                <a:gd name="T32" fmla="*/ 52 w 149"/>
                <a:gd name="T33" fmla="*/ 65 h 158"/>
                <a:gd name="T34" fmla="*/ 35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4" y="74"/>
                  </a:moveTo>
                  <a:cubicBezTo>
                    <a:pt x="64" y="74"/>
                    <a:pt x="92" y="74"/>
                    <a:pt x="110" y="67"/>
                  </a:cubicBezTo>
                  <a:cubicBezTo>
                    <a:pt x="136" y="58"/>
                    <a:pt x="141" y="41"/>
                    <a:pt x="141" y="31"/>
                  </a:cubicBezTo>
                  <a:cubicBezTo>
                    <a:pt x="141" y="12"/>
                    <a:pt x="122" y="0"/>
                    <a:pt x="98" y="0"/>
                  </a:cubicBezTo>
                  <a:cubicBezTo>
                    <a:pt x="56" y="0"/>
                    <a:pt x="0" y="32"/>
                    <a:pt x="0" y="92"/>
                  </a:cubicBezTo>
                  <a:cubicBezTo>
                    <a:pt x="0" y="127"/>
                    <a:pt x="22" y="158"/>
                    <a:pt x="62" y="158"/>
                  </a:cubicBezTo>
                  <a:cubicBezTo>
                    <a:pt x="121" y="158"/>
                    <a:pt x="149" y="123"/>
                    <a:pt x="149" y="118"/>
                  </a:cubicBezTo>
                  <a:cubicBezTo>
                    <a:pt x="149" y="116"/>
                    <a:pt x="146" y="112"/>
                    <a:pt x="143" y="112"/>
                  </a:cubicBezTo>
                  <a:cubicBezTo>
                    <a:pt x="141" y="112"/>
                    <a:pt x="140" y="113"/>
                    <a:pt x="137" y="116"/>
                  </a:cubicBezTo>
                  <a:cubicBezTo>
                    <a:pt x="110" y="148"/>
                    <a:pt x="69" y="148"/>
                    <a:pt x="63" y="148"/>
                  </a:cubicBezTo>
                  <a:cubicBezTo>
                    <a:pt x="42" y="148"/>
                    <a:pt x="28" y="134"/>
                    <a:pt x="28" y="106"/>
                  </a:cubicBezTo>
                  <a:cubicBezTo>
                    <a:pt x="28" y="101"/>
                    <a:pt x="28" y="94"/>
                    <a:pt x="32" y="74"/>
                  </a:cubicBezTo>
                  <a:lnTo>
                    <a:pt x="54" y="74"/>
                  </a:lnTo>
                  <a:close/>
                  <a:moveTo>
                    <a:pt x="35" y="65"/>
                  </a:moveTo>
                  <a:cubicBezTo>
                    <a:pt x="49" y="14"/>
                    <a:pt x="88" y="10"/>
                    <a:pt x="98" y="10"/>
                  </a:cubicBezTo>
                  <a:cubicBezTo>
                    <a:pt x="113" y="10"/>
                    <a:pt x="126" y="18"/>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3" name="Freeform 572"/>
            <p:cNvSpPr>
              <a:spLocks/>
            </p:cNvSpPr>
            <p:nvPr>
              <p:custDataLst>
                <p:tags r:id="rId44"/>
              </p:custDataLst>
            </p:nvPr>
          </p:nvSpPr>
          <p:spPr bwMode="auto">
            <a:xfrm>
              <a:off x="3367088" y="5072063"/>
              <a:ext cx="52388" cy="57150"/>
            </a:xfrm>
            <a:custGeom>
              <a:avLst/>
              <a:gdLst>
                <a:gd name="T0" fmla="*/ 38 w 161"/>
                <a:gd name="T1" fmla="*/ 123 h 158"/>
                <a:gd name="T2" fmla="*/ 83 w 161"/>
                <a:gd name="T3" fmla="*/ 84 h 158"/>
                <a:gd name="T4" fmla="*/ 126 w 161"/>
                <a:gd name="T5" fmla="*/ 47 h 158"/>
                <a:gd name="T6" fmla="*/ 161 w 161"/>
                <a:gd name="T7" fmla="*/ 4 h 158"/>
                <a:gd name="T8" fmla="*/ 155 w 161"/>
                <a:gd name="T9" fmla="*/ 0 h 158"/>
                <a:gd name="T10" fmla="*/ 149 w 161"/>
                <a:gd name="T11" fmla="*/ 4 h 158"/>
                <a:gd name="T12" fmla="*/ 122 w 161"/>
                <a:gd name="T13" fmla="*/ 25 h 158"/>
                <a:gd name="T14" fmla="*/ 102 w 161"/>
                <a:gd name="T15" fmla="*/ 14 h 158"/>
                <a:gd name="T16" fmla="*/ 75 w 161"/>
                <a:gd name="T17" fmla="*/ 0 h 158"/>
                <a:gd name="T18" fmla="*/ 28 w 161"/>
                <a:gd name="T19" fmla="*/ 41 h 158"/>
                <a:gd name="T20" fmla="*/ 34 w 161"/>
                <a:gd name="T21" fmla="*/ 45 h 158"/>
                <a:gd name="T22" fmla="*/ 40 w 161"/>
                <a:gd name="T23" fmla="*/ 40 h 158"/>
                <a:gd name="T24" fmla="*/ 71 w 161"/>
                <a:gd name="T25" fmla="*/ 27 h 158"/>
                <a:gd name="T26" fmla="*/ 93 w 161"/>
                <a:gd name="T27" fmla="*/ 30 h 158"/>
                <a:gd name="T28" fmla="*/ 123 w 161"/>
                <a:gd name="T29" fmla="*/ 35 h 158"/>
                <a:gd name="T30" fmla="*/ 75 w 161"/>
                <a:gd name="T31" fmla="*/ 77 h 158"/>
                <a:gd name="T32" fmla="*/ 31 w 161"/>
                <a:gd name="T33" fmla="*/ 114 h 158"/>
                <a:gd name="T34" fmla="*/ 0 w 161"/>
                <a:gd name="T35" fmla="*/ 153 h 158"/>
                <a:gd name="T36" fmla="*/ 6 w 161"/>
                <a:gd name="T37" fmla="*/ 158 h 158"/>
                <a:gd name="T38" fmla="*/ 12 w 161"/>
                <a:gd name="T39" fmla="*/ 154 h 158"/>
                <a:gd name="T40" fmla="*/ 44 w 161"/>
                <a:gd name="T41" fmla="*/ 133 h 158"/>
                <a:gd name="T42" fmla="*/ 63 w 161"/>
                <a:gd name="T43" fmla="*/ 142 h 158"/>
                <a:gd name="T44" fmla="*/ 92 w 161"/>
                <a:gd name="T45" fmla="*/ 158 h 158"/>
                <a:gd name="T46" fmla="*/ 153 w 161"/>
                <a:gd name="T47" fmla="*/ 103 h 158"/>
                <a:gd name="T48" fmla="*/ 147 w 161"/>
                <a:gd name="T49" fmla="*/ 99 h 158"/>
                <a:gd name="T50" fmla="*/ 140 w 161"/>
                <a:gd name="T51" fmla="*/ 104 h 158"/>
                <a:gd name="T52" fmla="*/ 96 w 161"/>
                <a:gd name="T53" fmla="*/ 130 h 158"/>
                <a:gd name="T54" fmla="*/ 71 w 161"/>
                <a:gd name="T55" fmla="*/ 126 h 158"/>
                <a:gd name="T56" fmla="*/ 46 w 161"/>
                <a:gd name="T57" fmla="*/ 123 h 158"/>
                <a:gd name="T58" fmla="*/ 38 w 161"/>
                <a:gd name="T59" fmla="*/ 12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1" h="158">
                  <a:moveTo>
                    <a:pt x="38" y="123"/>
                  </a:moveTo>
                  <a:cubicBezTo>
                    <a:pt x="47" y="114"/>
                    <a:pt x="53" y="108"/>
                    <a:pt x="83" y="84"/>
                  </a:cubicBezTo>
                  <a:cubicBezTo>
                    <a:pt x="90" y="78"/>
                    <a:pt x="116" y="57"/>
                    <a:pt x="126" y="47"/>
                  </a:cubicBezTo>
                  <a:cubicBezTo>
                    <a:pt x="147" y="26"/>
                    <a:pt x="161" y="8"/>
                    <a:pt x="161" y="4"/>
                  </a:cubicBezTo>
                  <a:cubicBezTo>
                    <a:pt x="161" y="0"/>
                    <a:pt x="156" y="0"/>
                    <a:pt x="155" y="0"/>
                  </a:cubicBezTo>
                  <a:cubicBezTo>
                    <a:pt x="152" y="0"/>
                    <a:pt x="151" y="1"/>
                    <a:pt x="149" y="4"/>
                  </a:cubicBezTo>
                  <a:cubicBezTo>
                    <a:pt x="138" y="20"/>
                    <a:pt x="131" y="25"/>
                    <a:pt x="122" y="25"/>
                  </a:cubicBezTo>
                  <a:cubicBezTo>
                    <a:pt x="118" y="25"/>
                    <a:pt x="113" y="25"/>
                    <a:pt x="102" y="14"/>
                  </a:cubicBezTo>
                  <a:cubicBezTo>
                    <a:pt x="91" y="3"/>
                    <a:pt x="83" y="0"/>
                    <a:pt x="75" y="0"/>
                  </a:cubicBezTo>
                  <a:cubicBezTo>
                    <a:pt x="47" y="0"/>
                    <a:pt x="28" y="30"/>
                    <a:pt x="28" y="41"/>
                  </a:cubicBezTo>
                  <a:cubicBezTo>
                    <a:pt x="28" y="44"/>
                    <a:pt x="32" y="45"/>
                    <a:pt x="34" y="45"/>
                  </a:cubicBezTo>
                  <a:cubicBezTo>
                    <a:pt x="38" y="45"/>
                    <a:pt x="39" y="44"/>
                    <a:pt x="40" y="40"/>
                  </a:cubicBezTo>
                  <a:cubicBezTo>
                    <a:pt x="46" y="28"/>
                    <a:pt x="65" y="27"/>
                    <a:pt x="71" y="27"/>
                  </a:cubicBezTo>
                  <a:cubicBezTo>
                    <a:pt x="79" y="27"/>
                    <a:pt x="88" y="29"/>
                    <a:pt x="93" y="30"/>
                  </a:cubicBezTo>
                  <a:cubicBezTo>
                    <a:pt x="112" y="35"/>
                    <a:pt x="114" y="35"/>
                    <a:pt x="123" y="35"/>
                  </a:cubicBezTo>
                  <a:cubicBezTo>
                    <a:pt x="114" y="44"/>
                    <a:pt x="108" y="50"/>
                    <a:pt x="75" y="77"/>
                  </a:cubicBezTo>
                  <a:cubicBezTo>
                    <a:pt x="47" y="99"/>
                    <a:pt x="38" y="107"/>
                    <a:pt x="31" y="114"/>
                  </a:cubicBezTo>
                  <a:cubicBezTo>
                    <a:pt x="10" y="135"/>
                    <a:pt x="0" y="150"/>
                    <a:pt x="0" y="153"/>
                  </a:cubicBezTo>
                  <a:cubicBezTo>
                    <a:pt x="0" y="158"/>
                    <a:pt x="5" y="158"/>
                    <a:pt x="6" y="158"/>
                  </a:cubicBezTo>
                  <a:cubicBezTo>
                    <a:pt x="10" y="158"/>
                    <a:pt x="10" y="157"/>
                    <a:pt x="12" y="154"/>
                  </a:cubicBezTo>
                  <a:cubicBezTo>
                    <a:pt x="22" y="141"/>
                    <a:pt x="32" y="133"/>
                    <a:pt x="44" y="133"/>
                  </a:cubicBezTo>
                  <a:cubicBezTo>
                    <a:pt x="48" y="133"/>
                    <a:pt x="54" y="133"/>
                    <a:pt x="63" y="142"/>
                  </a:cubicBezTo>
                  <a:cubicBezTo>
                    <a:pt x="74" y="152"/>
                    <a:pt x="81" y="158"/>
                    <a:pt x="92" y="158"/>
                  </a:cubicBezTo>
                  <a:cubicBezTo>
                    <a:pt x="129" y="158"/>
                    <a:pt x="153" y="115"/>
                    <a:pt x="153" y="103"/>
                  </a:cubicBezTo>
                  <a:cubicBezTo>
                    <a:pt x="153" y="99"/>
                    <a:pt x="149" y="99"/>
                    <a:pt x="147" y="99"/>
                  </a:cubicBezTo>
                  <a:cubicBezTo>
                    <a:pt x="143" y="99"/>
                    <a:pt x="142" y="101"/>
                    <a:pt x="140" y="104"/>
                  </a:cubicBezTo>
                  <a:cubicBezTo>
                    <a:pt x="134" y="122"/>
                    <a:pt x="113" y="130"/>
                    <a:pt x="96" y="130"/>
                  </a:cubicBezTo>
                  <a:cubicBezTo>
                    <a:pt x="88" y="130"/>
                    <a:pt x="79" y="129"/>
                    <a:pt x="71" y="126"/>
                  </a:cubicBezTo>
                  <a:cubicBezTo>
                    <a:pt x="55" y="123"/>
                    <a:pt x="52" y="123"/>
                    <a:pt x="46" y="123"/>
                  </a:cubicBezTo>
                  <a:cubicBezTo>
                    <a:pt x="45" y="123"/>
                    <a:pt x="40" y="123"/>
                    <a:pt x="38"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4" name="Freeform 573"/>
            <p:cNvSpPr>
              <a:spLocks noEditPoints="1"/>
            </p:cNvSpPr>
            <p:nvPr>
              <p:custDataLst>
                <p:tags r:id="rId45"/>
              </p:custDataLst>
            </p:nvPr>
          </p:nvSpPr>
          <p:spPr bwMode="auto">
            <a:xfrm>
              <a:off x="3433763" y="5072063"/>
              <a:ext cx="47625" cy="57150"/>
            </a:xfrm>
            <a:custGeom>
              <a:avLst/>
              <a:gdLst>
                <a:gd name="T0" fmla="*/ 55 w 149"/>
                <a:gd name="T1" fmla="*/ 74 h 158"/>
                <a:gd name="T2" fmla="*/ 111 w 149"/>
                <a:gd name="T3" fmla="*/ 67 h 158"/>
                <a:gd name="T4" fmla="*/ 142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4 w 149"/>
                <a:gd name="T19" fmla="*/ 148 h 158"/>
                <a:gd name="T20" fmla="*/ 29 w 149"/>
                <a:gd name="T21" fmla="*/ 106 h 158"/>
                <a:gd name="T22" fmla="*/ 33 w 149"/>
                <a:gd name="T23" fmla="*/ 74 h 158"/>
                <a:gd name="T24" fmla="*/ 55 w 149"/>
                <a:gd name="T25" fmla="*/ 74 h 158"/>
                <a:gd name="T26" fmla="*/ 36 w 149"/>
                <a:gd name="T27" fmla="*/ 65 h 158"/>
                <a:gd name="T28" fmla="*/ 98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4"/>
                  </a:moveTo>
                  <a:cubicBezTo>
                    <a:pt x="65" y="74"/>
                    <a:pt x="92" y="74"/>
                    <a:pt x="111" y="67"/>
                  </a:cubicBezTo>
                  <a:cubicBezTo>
                    <a:pt x="137" y="58"/>
                    <a:pt x="142" y="41"/>
                    <a:pt x="142" y="31"/>
                  </a:cubicBezTo>
                  <a:cubicBezTo>
                    <a:pt x="142" y="12"/>
                    <a:pt x="122" y="0"/>
                    <a:pt x="98" y="0"/>
                  </a:cubicBezTo>
                  <a:cubicBezTo>
                    <a:pt x="57" y="0"/>
                    <a:pt x="0" y="32"/>
                    <a:pt x="0" y="92"/>
                  </a:cubicBezTo>
                  <a:cubicBezTo>
                    <a:pt x="0" y="127"/>
                    <a:pt x="22" y="158"/>
                    <a:pt x="63" y="158"/>
                  </a:cubicBezTo>
                  <a:cubicBezTo>
                    <a:pt x="122" y="158"/>
                    <a:pt x="149" y="123"/>
                    <a:pt x="149" y="118"/>
                  </a:cubicBezTo>
                  <a:cubicBezTo>
                    <a:pt x="149" y="116"/>
                    <a:pt x="146" y="112"/>
                    <a:pt x="143" y="112"/>
                  </a:cubicBezTo>
                  <a:cubicBezTo>
                    <a:pt x="141" y="112"/>
                    <a:pt x="141" y="113"/>
                    <a:pt x="138" y="116"/>
                  </a:cubicBezTo>
                  <a:cubicBezTo>
                    <a:pt x="111" y="148"/>
                    <a:pt x="70" y="148"/>
                    <a:pt x="64" y="148"/>
                  </a:cubicBezTo>
                  <a:cubicBezTo>
                    <a:pt x="43" y="148"/>
                    <a:pt x="29" y="134"/>
                    <a:pt x="29" y="106"/>
                  </a:cubicBezTo>
                  <a:cubicBezTo>
                    <a:pt x="29" y="101"/>
                    <a:pt x="29" y="94"/>
                    <a:pt x="33" y="74"/>
                  </a:cubicBezTo>
                  <a:lnTo>
                    <a:pt x="55" y="74"/>
                  </a:lnTo>
                  <a:close/>
                  <a:moveTo>
                    <a:pt x="36" y="65"/>
                  </a:moveTo>
                  <a:cubicBezTo>
                    <a:pt x="50" y="14"/>
                    <a:pt x="89" y="10"/>
                    <a:pt x="98"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5" name="Freeform 574"/>
            <p:cNvSpPr>
              <a:spLocks/>
            </p:cNvSpPr>
            <p:nvPr>
              <p:custDataLst>
                <p:tags r:id="rId46"/>
              </p:custDataLst>
            </p:nvPr>
          </p:nvSpPr>
          <p:spPr bwMode="auto">
            <a:xfrm>
              <a:off x="3490913" y="5072063"/>
              <a:ext cx="50800" cy="57150"/>
            </a:xfrm>
            <a:custGeom>
              <a:avLst/>
              <a:gdLst>
                <a:gd name="T0" fmla="*/ 66 w 162"/>
                <a:gd name="T1" fmla="*/ 84 h 158"/>
                <a:gd name="T2" fmla="*/ 75 w 162"/>
                <a:gd name="T3" fmla="*/ 48 h 158"/>
                <a:gd name="T4" fmla="*/ 97 w 162"/>
                <a:gd name="T5" fmla="*/ 20 h 158"/>
                <a:gd name="T6" fmla="*/ 125 w 162"/>
                <a:gd name="T7" fmla="*/ 10 h 158"/>
                <a:gd name="T8" fmla="*/ 144 w 162"/>
                <a:gd name="T9" fmla="*/ 15 h 158"/>
                <a:gd name="T10" fmla="*/ 129 w 162"/>
                <a:gd name="T11" fmla="*/ 34 h 158"/>
                <a:gd name="T12" fmla="*/ 143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4 h 158"/>
                <a:gd name="T26" fmla="*/ 6 w 162"/>
                <a:gd name="T27" fmla="*/ 58 h 158"/>
                <a:gd name="T28" fmla="*/ 14 w 162"/>
                <a:gd name="T29" fmla="*/ 48 h 158"/>
                <a:gd name="T30" fmla="*/ 39 w 162"/>
                <a:gd name="T31" fmla="*/ 10 h 158"/>
                <a:gd name="T32" fmla="*/ 51 w 162"/>
                <a:gd name="T33" fmla="*/ 27 h 158"/>
                <a:gd name="T34" fmla="*/ 45 w 162"/>
                <a:gd name="T35" fmla="*/ 56 h 158"/>
                <a:gd name="T36" fmla="*/ 37 w 162"/>
                <a:gd name="T37" fmla="*/ 87 h 158"/>
                <a:gd name="T38" fmla="*/ 26 w 162"/>
                <a:gd name="T39" fmla="*/ 132 h 158"/>
                <a:gd name="T40" fmla="*/ 23 w 162"/>
                <a:gd name="T41" fmla="*/ 146 h 158"/>
                <a:gd name="T42" fmla="*/ 35 w 162"/>
                <a:gd name="T43" fmla="*/ 158 h 158"/>
                <a:gd name="T44" fmla="*/ 50 w 162"/>
                <a:gd name="T45" fmla="*/ 147 h 158"/>
                <a:gd name="T46" fmla="*/ 56 w 162"/>
                <a:gd name="T47" fmla="*/ 121 h 158"/>
                <a:gd name="T48" fmla="*/ 66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6" y="84"/>
                  </a:moveTo>
                  <a:cubicBezTo>
                    <a:pt x="66" y="81"/>
                    <a:pt x="74" y="50"/>
                    <a:pt x="75" y="48"/>
                  </a:cubicBezTo>
                  <a:cubicBezTo>
                    <a:pt x="75" y="45"/>
                    <a:pt x="86" y="28"/>
                    <a:pt x="97" y="20"/>
                  </a:cubicBezTo>
                  <a:cubicBezTo>
                    <a:pt x="101" y="17"/>
                    <a:pt x="110" y="10"/>
                    <a:pt x="125" y="10"/>
                  </a:cubicBezTo>
                  <a:cubicBezTo>
                    <a:pt x="128" y="10"/>
                    <a:pt x="137" y="10"/>
                    <a:pt x="144" y="15"/>
                  </a:cubicBezTo>
                  <a:cubicBezTo>
                    <a:pt x="133" y="18"/>
                    <a:pt x="129" y="28"/>
                    <a:pt x="129" y="34"/>
                  </a:cubicBezTo>
                  <a:cubicBezTo>
                    <a:pt x="129" y="42"/>
                    <a:pt x="135" y="47"/>
                    <a:pt x="143" y="47"/>
                  </a:cubicBezTo>
                  <a:cubicBezTo>
                    <a:pt x="151" y="47"/>
                    <a:pt x="162" y="40"/>
                    <a:pt x="162" y="26"/>
                  </a:cubicBezTo>
                  <a:cubicBezTo>
                    <a:pt x="162" y="7"/>
                    <a:pt x="143" y="0"/>
                    <a:pt x="125" y="0"/>
                  </a:cubicBezTo>
                  <a:cubicBezTo>
                    <a:pt x="107" y="0"/>
                    <a:pt x="91" y="7"/>
                    <a:pt x="76" y="25"/>
                  </a:cubicBezTo>
                  <a:cubicBezTo>
                    <a:pt x="70" y="4"/>
                    <a:pt x="49" y="0"/>
                    <a:pt x="40" y="0"/>
                  </a:cubicBezTo>
                  <a:cubicBezTo>
                    <a:pt x="27" y="0"/>
                    <a:pt x="19" y="8"/>
                    <a:pt x="13" y="18"/>
                  </a:cubicBezTo>
                  <a:cubicBezTo>
                    <a:pt x="5" y="32"/>
                    <a:pt x="0" y="52"/>
                    <a:pt x="0" y="54"/>
                  </a:cubicBezTo>
                  <a:cubicBezTo>
                    <a:pt x="0" y="58"/>
                    <a:pt x="5" y="58"/>
                    <a:pt x="6" y="58"/>
                  </a:cubicBezTo>
                  <a:cubicBezTo>
                    <a:pt x="11" y="58"/>
                    <a:pt x="11" y="57"/>
                    <a:pt x="14" y="48"/>
                  </a:cubicBezTo>
                  <a:cubicBezTo>
                    <a:pt x="19" y="26"/>
                    <a:pt x="26" y="10"/>
                    <a:pt x="39" y="10"/>
                  </a:cubicBezTo>
                  <a:cubicBezTo>
                    <a:pt x="48" y="10"/>
                    <a:pt x="51" y="18"/>
                    <a:pt x="51" y="27"/>
                  </a:cubicBezTo>
                  <a:cubicBezTo>
                    <a:pt x="51" y="34"/>
                    <a:pt x="48" y="47"/>
                    <a:pt x="45" y="56"/>
                  </a:cubicBezTo>
                  <a:cubicBezTo>
                    <a:pt x="43" y="65"/>
                    <a:pt x="39" y="80"/>
                    <a:pt x="37" y="87"/>
                  </a:cubicBezTo>
                  <a:lnTo>
                    <a:pt x="26" y="132"/>
                  </a:lnTo>
                  <a:cubicBezTo>
                    <a:pt x="25" y="137"/>
                    <a:pt x="23" y="145"/>
                    <a:pt x="23" y="146"/>
                  </a:cubicBezTo>
                  <a:cubicBezTo>
                    <a:pt x="23" y="154"/>
                    <a:pt x="29" y="158"/>
                    <a:pt x="35" y="158"/>
                  </a:cubicBezTo>
                  <a:cubicBezTo>
                    <a:pt x="40" y="158"/>
                    <a:pt x="47" y="154"/>
                    <a:pt x="50" y="147"/>
                  </a:cubicBezTo>
                  <a:cubicBezTo>
                    <a:pt x="50" y="145"/>
                    <a:pt x="54" y="130"/>
                    <a:pt x="56" y="121"/>
                  </a:cubicBezTo>
                  <a:lnTo>
                    <a:pt x="66"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6" name="Freeform 575"/>
            <p:cNvSpPr>
              <a:spLocks/>
            </p:cNvSpPr>
            <p:nvPr>
              <p:custDataLst>
                <p:tags r:id="rId47"/>
              </p:custDataLst>
            </p:nvPr>
          </p:nvSpPr>
          <p:spPr bwMode="auto">
            <a:xfrm>
              <a:off x="3552826" y="5072063"/>
              <a:ext cx="53975" cy="57150"/>
            </a:xfrm>
            <a:custGeom>
              <a:avLst/>
              <a:gdLst>
                <a:gd name="T0" fmla="*/ 170 w 170"/>
                <a:gd name="T1" fmla="*/ 27 h 158"/>
                <a:gd name="T2" fmla="*/ 152 w 170"/>
                <a:gd name="T3" fmla="*/ 0 h 158"/>
                <a:gd name="T4" fmla="*/ 133 w 170"/>
                <a:gd name="T5" fmla="*/ 18 h 158"/>
                <a:gd name="T6" fmla="*/ 139 w 170"/>
                <a:gd name="T7" fmla="*/ 29 h 158"/>
                <a:gd name="T8" fmla="*/ 152 w 170"/>
                <a:gd name="T9" fmla="*/ 57 h 158"/>
                <a:gd name="T10" fmla="*/ 88 w 170"/>
                <a:gd name="T11" fmla="*/ 148 h 158"/>
                <a:gd name="T12" fmla="*/ 59 w 170"/>
                <a:gd name="T13" fmla="*/ 117 h 158"/>
                <a:gd name="T14" fmla="*/ 79 w 170"/>
                <a:gd name="T15" fmla="*/ 49 h 158"/>
                <a:gd name="T16" fmla="*/ 83 w 170"/>
                <a:gd name="T17" fmla="*/ 30 h 158"/>
                <a:gd name="T18" fmla="*/ 50 w 170"/>
                <a:gd name="T19" fmla="*/ 0 h 158"/>
                <a:gd name="T20" fmla="*/ 0 w 170"/>
                <a:gd name="T21" fmla="*/ 54 h 158"/>
                <a:gd name="T22" fmla="*/ 6 w 170"/>
                <a:gd name="T23" fmla="*/ 58 h 158"/>
                <a:gd name="T24" fmla="*/ 12 w 170"/>
                <a:gd name="T25" fmla="*/ 52 h 158"/>
                <a:gd name="T26" fmla="*/ 49 w 170"/>
                <a:gd name="T27" fmla="*/ 10 h 158"/>
                <a:gd name="T28" fmla="*/ 58 w 170"/>
                <a:gd name="T29" fmla="*/ 22 h 158"/>
                <a:gd name="T30" fmla="*/ 52 w 170"/>
                <a:gd name="T31" fmla="*/ 45 h 158"/>
                <a:gd name="T32" fmla="*/ 33 w 170"/>
                <a:gd name="T33" fmla="*/ 112 h 158"/>
                <a:gd name="T34" fmla="*/ 87 w 170"/>
                <a:gd name="T35" fmla="*/ 158 h 158"/>
                <a:gd name="T36" fmla="*/ 170 w 170"/>
                <a:gd name="T37" fmla="*/ 27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8">
                  <a:moveTo>
                    <a:pt x="170" y="27"/>
                  </a:moveTo>
                  <a:cubicBezTo>
                    <a:pt x="170" y="0"/>
                    <a:pt x="153" y="0"/>
                    <a:pt x="152" y="0"/>
                  </a:cubicBezTo>
                  <a:cubicBezTo>
                    <a:pt x="143" y="0"/>
                    <a:pt x="133" y="9"/>
                    <a:pt x="133" y="18"/>
                  </a:cubicBezTo>
                  <a:cubicBezTo>
                    <a:pt x="133" y="24"/>
                    <a:pt x="137" y="27"/>
                    <a:pt x="139" y="29"/>
                  </a:cubicBezTo>
                  <a:cubicBezTo>
                    <a:pt x="145" y="34"/>
                    <a:pt x="152" y="43"/>
                    <a:pt x="152" y="57"/>
                  </a:cubicBezTo>
                  <a:cubicBezTo>
                    <a:pt x="152" y="73"/>
                    <a:pt x="129" y="148"/>
                    <a:pt x="88" y="148"/>
                  </a:cubicBezTo>
                  <a:cubicBezTo>
                    <a:pt x="59" y="148"/>
                    <a:pt x="59" y="123"/>
                    <a:pt x="59" y="117"/>
                  </a:cubicBezTo>
                  <a:cubicBezTo>
                    <a:pt x="59" y="101"/>
                    <a:pt x="66" y="81"/>
                    <a:pt x="79" y="49"/>
                  </a:cubicBezTo>
                  <a:cubicBezTo>
                    <a:pt x="81" y="41"/>
                    <a:pt x="83" y="36"/>
                    <a:pt x="83" y="30"/>
                  </a:cubicBezTo>
                  <a:cubicBezTo>
                    <a:pt x="83" y="12"/>
                    <a:pt x="68" y="0"/>
                    <a:pt x="50" y="0"/>
                  </a:cubicBezTo>
                  <a:cubicBezTo>
                    <a:pt x="16" y="0"/>
                    <a:pt x="0" y="48"/>
                    <a:pt x="0" y="54"/>
                  </a:cubicBezTo>
                  <a:cubicBezTo>
                    <a:pt x="0" y="58"/>
                    <a:pt x="5" y="58"/>
                    <a:pt x="6" y="58"/>
                  </a:cubicBezTo>
                  <a:cubicBezTo>
                    <a:pt x="11" y="58"/>
                    <a:pt x="11" y="56"/>
                    <a:pt x="12" y="52"/>
                  </a:cubicBezTo>
                  <a:cubicBezTo>
                    <a:pt x="20" y="24"/>
                    <a:pt x="35" y="10"/>
                    <a:pt x="49" y="10"/>
                  </a:cubicBezTo>
                  <a:cubicBezTo>
                    <a:pt x="55" y="10"/>
                    <a:pt x="58" y="14"/>
                    <a:pt x="58" y="22"/>
                  </a:cubicBezTo>
                  <a:cubicBezTo>
                    <a:pt x="58" y="30"/>
                    <a:pt x="55" y="37"/>
                    <a:pt x="52" y="45"/>
                  </a:cubicBezTo>
                  <a:cubicBezTo>
                    <a:pt x="37" y="84"/>
                    <a:pt x="33" y="99"/>
                    <a:pt x="33" y="112"/>
                  </a:cubicBezTo>
                  <a:cubicBezTo>
                    <a:pt x="33" y="146"/>
                    <a:pt x="60" y="158"/>
                    <a:pt x="87" y="158"/>
                  </a:cubicBezTo>
                  <a:cubicBezTo>
                    <a:pt x="145" y="158"/>
                    <a:pt x="170" y="56"/>
                    <a:pt x="170" y="27"/>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7" name="Freeform 576"/>
            <p:cNvSpPr>
              <a:spLocks noEditPoints="1"/>
            </p:cNvSpPr>
            <p:nvPr>
              <p:custDataLst>
                <p:tags r:id="rId48"/>
              </p:custDataLst>
            </p:nvPr>
          </p:nvSpPr>
          <p:spPr bwMode="auto">
            <a:xfrm>
              <a:off x="3622676" y="5072063"/>
              <a:ext cx="55563" cy="57150"/>
            </a:xfrm>
            <a:custGeom>
              <a:avLst/>
              <a:gdLst>
                <a:gd name="T0" fmla="*/ 125 w 177"/>
                <a:gd name="T1" fmla="*/ 21 h 158"/>
                <a:gd name="T2" fmla="*/ 90 w 177"/>
                <a:gd name="T3" fmla="*/ 0 h 158"/>
                <a:gd name="T4" fmla="*/ 0 w 177"/>
                <a:gd name="T5" fmla="*/ 100 h 158"/>
                <a:gd name="T6" fmla="*/ 52 w 177"/>
                <a:gd name="T7" fmla="*/ 158 h 158"/>
                <a:gd name="T8" fmla="*/ 102 w 177"/>
                <a:gd name="T9" fmla="*/ 133 h 158"/>
                <a:gd name="T10" fmla="*/ 138 w 177"/>
                <a:gd name="T11" fmla="*/ 158 h 158"/>
                <a:gd name="T12" fmla="*/ 165 w 177"/>
                <a:gd name="T13" fmla="*/ 139 h 158"/>
                <a:gd name="T14" fmla="*/ 177 w 177"/>
                <a:gd name="T15" fmla="*/ 104 h 158"/>
                <a:gd name="T16" fmla="*/ 172 w 177"/>
                <a:gd name="T17" fmla="*/ 100 h 158"/>
                <a:gd name="T18" fmla="*/ 164 w 177"/>
                <a:gd name="T19" fmla="*/ 110 h 158"/>
                <a:gd name="T20" fmla="*/ 139 w 177"/>
                <a:gd name="T21" fmla="*/ 148 h 158"/>
                <a:gd name="T22" fmla="*/ 127 w 177"/>
                <a:gd name="T23" fmla="*/ 131 h 158"/>
                <a:gd name="T24" fmla="*/ 132 w 177"/>
                <a:gd name="T25" fmla="*/ 103 h 158"/>
                <a:gd name="T26" fmla="*/ 140 w 177"/>
                <a:gd name="T27" fmla="*/ 72 h 158"/>
                <a:gd name="T28" fmla="*/ 147 w 177"/>
                <a:gd name="T29" fmla="*/ 45 h 158"/>
                <a:gd name="T30" fmla="*/ 153 w 177"/>
                <a:gd name="T31" fmla="*/ 18 h 158"/>
                <a:gd name="T32" fmla="*/ 142 w 177"/>
                <a:gd name="T33" fmla="*/ 7 h 158"/>
                <a:gd name="T34" fmla="*/ 125 w 177"/>
                <a:gd name="T35" fmla="*/ 21 h 158"/>
                <a:gd name="T36" fmla="*/ 103 w 177"/>
                <a:gd name="T37" fmla="*/ 110 h 158"/>
                <a:gd name="T38" fmla="*/ 85 w 177"/>
                <a:gd name="T39" fmla="*/ 134 h 158"/>
                <a:gd name="T40" fmla="*/ 53 w 177"/>
                <a:gd name="T41" fmla="*/ 148 h 158"/>
                <a:gd name="T42" fmla="*/ 28 w 177"/>
                <a:gd name="T43" fmla="*/ 114 h 158"/>
                <a:gd name="T44" fmla="*/ 46 w 177"/>
                <a:gd name="T45" fmla="*/ 43 h 158"/>
                <a:gd name="T46" fmla="*/ 90 w 177"/>
                <a:gd name="T47" fmla="*/ 10 h 158"/>
                <a:gd name="T48" fmla="*/ 121 w 177"/>
                <a:gd name="T49" fmla="*/ 40 h 158"/>
                <a:gd name="T50" fmla="*/ 120 w 177"/>
                <a:gd name="T51" fmla="*/ 45 h 158"/>
                <a:gd name="T52" fmla="*/ 103 w 177"/>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8">
                  <a:moveTo>
                    <a:pt x="125" y="21"/>
                  </a:moveTo>
                  <a:cubicBezTo>
                    <a:pt x="118" y="9"/>
                    <a:pt x="106" y="0"/>
                    <a:pt x="90" y="0"/>
                  </a:cubicBezTo>
                  <a:cubicBezTo>
                    <a:pt x="45" y="0"/>
                    <a:pt x="0" y="49"/>
                    <a:pt x="0" y="100"/>
                  </a:cubicBezTo>
                  <a:cubicBezTo>
                    <a:pt x="0" y="133"/>
                    <a:pt x="22" y="158"/>
                    <a:pt x="52" y="158"/>
                  </a:cubicBezTo>
                  <a:cubicBezTo>
                    <a:pt x="71" y="158"/>
                    <a:pt x="88" y="147"/>
                    <a:pt x="102" y="133"/>
                  </a:cubicBezTo>
                  <a:cubicBezTo>
                    <a:pt x="108" y="154"/>
                    <a:pt x="129" y="158"/>
                    <a:pt x="138" y="158"/>
                  </a:cubicBezTo>
                  <a:cubicBezTo>
                    <a:pt x="150" y="158"/>
                    <a:pt x="159" y="150"/>
                    <a:pt x="165" y="139"/>
                  </a:cubicBezTo>
                  <a:cubicBezTo>
                    <a:pt x="173" y="125"/>
                    <a:pt x="177" y="106"/>
                    <a:pt x="177" y="104"/>
                  </a:cubicBezTo>
                  <a:cubicBezTo>
                    <a:pt x="177" y="100"/>
                    <a:pt x="173" y="100"/>
                    <a:pt x="172" y="100"/>
                  </a:cubicBezTo>
                  <a:cubicBezTo>
                    <a:pt x="167" y="100"/>
                    <a:pt x="167" y="101"/>
                    <a:pt x="164" y="110"/>
                  </a:cubicBezTo>
                  <a:cubicBezTo>
                    <a:pt x="160" y="127"/>
                    <a:pt x="153" y="148"/>
                    <a:pt x="139" y="148"/>
                  </a:cubicBezTo>
                  <a:cubicBezTo>
                    <a:pt x="130" y="148"/>
                    <a:pt x="127" y="140"/>
                    <a:pt x="127" y="131"/>
                  </a:cubicBezTo>
                  <a:cubicBezTo>
                    <a:pt x="127" y="125"/>
                    <a:pt x="130" y="112"/>
                    <a:pt x="132" y="103"/>
                  </a:cubicBezTo>
                  <a:cubicBezTo>
                    <a:pt x="135" y="94"/>
                    <a:pt x="138" y="79"/>
                    <a:pt x="140" y="72"/>
                  </a:cubicBezTo>
                  <a:lnTo>
                    <a:pt x="147" y="45"/>
                  </a:lnTo>
                  <a:cubicBezTo>
                    <a:pt x="149" y="36"/>
                    <a:pt x="153" y="20"/>
                    <a:pt x="153" y="18"/>
                  </a:cubicBezTo>
                  <a:cubicBezTo>
                    <a:pt x="153" y="10"/>
                    <a:pt x="147" y="7"/>
                    <a:pt x="142" y="7"/>
                  </a:cubicBezTo>
                  <a:cubicBezTo>
                    <a:pt x="136" y="7"/>
                    <a:pt x="128" y="11"/>
                    <a:pt x="125" y="21"/>
                  </a:cubicBezTo>
                  <a:close/>
                  <a:moveTo>
                    <a:pt x="103" y="110"/>
                  </a:moveTo>
                  <a:cubicBezTo>
                    <a:pt x="101" y="120"/>
                    <a:pt x="93" y="127"/>
                    <a:pt x="85" y="134"/>
                  </a:cubicBezTo>
                  <a:cubicBezTo>
                    <a:pt x="82" y="137"/>
                    <a:pt x="68" y="148"/>
                    <a:pt x="53" y="148"/>
                  </a:cubicBezTo>
                  <a:cubicBezTo>
                    <a:pt x="40"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8" name="Freeform 577"/>
            <p:cNvSpPr>
              <a:spLocks/>
            </p:cNvSpPr>
            <p:nvPr>
              <p:custDataLst>
                <p:tags r:id="rId49"/>
              </p:custDataLst>
            </p:nvPr>
          </p:nvSpPr>
          <p:spPr bwMode="auto">
            <a:xfrm>
              <a:off x="3690938" y="5072063"/>
              <a:ext cx="47625" cy="57150"/>
            </a:xfrm>
            <a:custGeom>
              <a:avLst/>
              <a:gdLst>
                <a:gd name="T0" fmla="*/ 131 w 151"/>
                <a:gd name="T1" fmla="*/ 20 h 158"/>
                <a:gd name="T2" fmla="*/ 113 w 151"/>
                <a:gd name="T3" fmla="*/ 40 h 158"/>
                <a:gd name="T4" fmla="*/ 127 w 151"/>
                <a:gd name="T5" fmla="*/ 53 h 158"/>
                <a:gd name="T6" fmla="*/ 147 w 151"/>
                <a:gd name="T7" fmla="*/ 30 h 158"/>
                <a:gd name="T8" fmla="*/ 101 w 151"/>
                <a:gd name="T9" fmla="*/ 0 h 158"/>
                <a:gd name="T10" fmla="*/ 0 w 151"/>
                <a:gd name="T11" fmla="*/ 97 h 158"/>
                <a:gd name="T12" fmla="*/ 64 w 151"/>
                <a:gd name="T13" fmla="*/ 158 h 158"/>
                <a:gd name="T14" fmla="*/ 151 w 151"/>
                <a:gd name="T15" fmla="*/ 118 h 158"/>
                <a:gd name="T16" fmla="*/ 145 w 151"/>
                <a:gd name="T17" fmla="*/ 112 h 158"/>
                <a:gd name="T18" fmla="*/ 139 w 151"/>
                <a:gd name="T19" fmla="*/ 116 h 158"/>
                <a:gd name="T20" fmla="*/ 65 w 151"/>
                <a:gd name="T21" fmla="*/ 148 h 158"/>
                <a:gd name="T22" fmla="*/ 29 w 151"/>
                <a:gd name="T23" fmla="*/ 109 h 158"/>
                <a:gd name="T24" fmla="*/ 52 w 151"/>
                <a:gd name="T25" fmla="*/ 37 h 158"/>
                <a:gd name="T26" fmla="*/ 101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9" y="22"/>
                    <a:pt x="113" y="32"/>
                    <a:pt x="113" y="40"/>
                  </a:cubicBezTo>
                  <a:cubicBezTo>
                    <a:pt x="113" y="49"/>
                    <a:pt x="121" y="53"/>
                    <a:pt x="127" y="53"/>
                  </a:cubicBezTo>
                  <a:cubicBezTo>
                    <a:pt x="135" y="53"/>
                    <a:pt x="147" y="47"/>
                    <a:pt x="147" y="30"/>
                  </a:cubicBezTo>
                  <a:cubicBezTo>
                    <a:pt x="147" y="7"/>
                    <a:pt x="120" y="0"/>
                    <a:pt x="101" y="0"/>
                  </a:cubicBezTo>
                  <a:cubicBezTo>
                    <a:pt x="48" y="0"/>
                    <a:pt x="0" y="48"/>
                    <a:pt x="0" y="97"/>
                  </a:cubicBezTo>
                  <a:cubicBezTo>
                    <a:pt x="0" y="127"/>
                    <a:pt x="21" y="158"/>
                    <a:pt x="64" y="158"/>
                  </a:cubicBezTo>
                  <a:cubicBezTo>
                    <a:pt x="123" y="158"/>
                    <a:pt x="151" y="123"/>
                    <a:pt x="151" y="118"/>
                  </a:cubicBezTo>
                  <a:cubicBezTo>
                    <a:pt x="151" y="116"/>
                    <a:pt x="148" y="112"/>
                    <a:pt x="145" y="112"/>
                  </a:cubicBezTo>
                  <a:cubicBezTo>
                    <a:pt x="143" y="112"/>
                    <a:pt x="142" y="113"/>
                    <a:pt x="139" y="116"/>
                  </a:cubicBezTo>
                  <a:cubicBezTo>
                    <a:pt x="112" y="148"/>
                    <a:pt x="71" y="148"/>
                    <a:pt x="65" y="148"/>
                  </a:cubicBezTo>
                  <a:cubicBezTo>
                    <a:pt x="40" y="148"/>
                    <a:pt x="29" y="131"/>
                    <a:pt x="29" y="109"/>
                  </a:cubicBezTo>
                  <a:cubicBezTo>
                    <a:pt x="29" y="99"/>
                    <a:pt x="34" y="61"/>
                    <a:pt x="52" y="37"/>
                  </a:cubicBezTo>
                  <a:cubicBezTo>
                    <a:pt x="65" y="20"/>
                    <a:pt x="83" y="10"/>
                    <a:pt x="101" y="10"/>
                  </a:cubicBezTo>
                  <a:cubicBezTo>
                    <a:pt x="106" y="10"/>
                    <a:pt x="122"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9" name="Freeform 578"/>
            <p:cNvSpPr>
              <a:spLocks noEditPoints="1"/>
            </p:cNvSpPr>
            <p:nvPr>
              <p:custDataLst>
                <p:tags r:id="rId50"/>
              </p:custDataLst>
            </p:nvPr>
          </p:nvSpPr>
          <p:spPr bwMode="auto">
            <a:xfrm>
              <a:off x="3744913" y="5045076"/>
              <a:ext cx="33338" cy="84138"/>
            </a:xfrm>
            <a:custGeom>
              <a:avLst/>
              <a:gdLst>
                <a:gd name="T0" fmla="*/ 96 w 105"/>
                <a:gd name="T1" fmla="*/ 13 h 235"/>
                <a:gd name="T2" fmla="*/ 82 w 105"/>
                <a:gd name="T3" fmla="*/ 0 h 235"/>
                <a:gd name="T4" fmla="*/ 63 w 105"/>
                <a:gd name="T5" fmla="*/ 19 h 235"/>
                <a:gd name="T6" fmla="*/ 77 w 105"/>
                <a:gd name="T7" fmla="*/ 32 h 235"/>
                <a:gd name="T8" fmla="*/ 96 w 105"/>
                <a:gd name="T9" fmla="*/ 13 h 235"/>
                <a:gd name="T10" fmla="*/ 25 w 105"/>
                <a:gd name="T11" fmla="*/ 190 h 235"/>
                <a:gd name="T12" fmla="*/ 22 w 105"/>
                <a:gd name="T13" fmla="*/ 205 h 235"/>
                <a:gd name="T14" fmla="*/ 55 w 105"/>
                <a:gd name="T15" fmla="*/ 235 h 235"/>
                <a:gd name="T16" fmla="*/ 105 w 105"/>
                <a:gd name="T17" fmla="*/ 181 h 235"/>
                <a:gd name="T18" fmla="*/ 100 w 105"/>
                <a:gd name="T19" fmla="*/ 177 h 235"/>
                <a:gd name="T20" fmla="*/ 93 w 105"/>
                <a:gd name="T21" fmla="*/ 183 h 235"/>
                <a:gd name="T22" fmla="*/ 56 w 105"/>
                <a:gd name="T23" fmla="*/ 225 h 235"/>
                <a:gd name="T24" fmla="*/ 48 w 105"/>
                <a:gd name="T25" fmla="*/ 213 h 235"/>
                <a:gd name="T26" fmla="*/ 53 w 105"/>
                <a:gd name="T27" fmla="*/ 190 h 235"/>
                <a:gd name="T28" fmla="*/ 64 w 105"/>
                <a:gd name="T29" fmla="*/ 162 h 235"/>
                <a:gd name="T30" fmla="*/ 81 w 105"/>
                <a:gd name="T31" fmla="*/ 118 h 235"/>
                <a:gd name="T32" fmla="*/ 83 w 105"/>
                <a:gd name="T33" fmla="*/ 107 h 235"/>
                <a:gd name="T34" fmla="*/ 50 w 105"/>
                <a:gd name="T35" fmla="*/ 77 h 235"/>
                <a:gd name="T36" fmla="*/ 0 w 105"/>
                <a:gd name="T37" fmla="*/ 131 h 235"/>
                <a:gd name="T38" fmla="*/ 6 w 105"/>
                <a:gd name="T39" fmla="*/ 135 h 235"/>
                <a:gd name="T40" fmla="*/ 12 w 105"/>
                <a:gd name="T41" fmla="*/ 129 h 235"/>
                <a:gd name="T42" fmla="*/ 49 w 105"/>
                <a:gd name="T43" fmla="*/ 87 h 235"/>
                <a:gd name="T44" fmla="*/ 58 w 105"/>
                <a:gd name="T45" fmla="*/ 99 h 235"/>
                <a:gd name="T46" fmla="*/ 47 w 105"/>
                <a:gd name="T47" fmla="*/ 134 h 235"/>
                <a:gd name="T48" fmla="*/ 25 w 105"/>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3"/>
                  </a:moveTo>
                  <a:cubicBezTo>
                    <a:pt x="96" y="7"/>
                    <a:pt x="92" y="0"/>
                    <a:pt x="82" y="0"/>
                  </a:cubicBezTo>
                  <a:cubicBezTo>
                    <a:pt x="73" y="0"/>
                    <a:pt x="63" y="9"/>
                    <a:pt x="63" y="19"/>
                  </a:cubicBezTo>
                  <a:cubicBezTo>
                    <a:pt x="63" y="25"/>
                    <a:pt x="67" y="32"/>
                    <a:pt x="77" y="32"/>
                  </a:cubicBezTo>
                  <a:cubicBezTo>
                    <a:pt x="87" y="32"/>
                    <a:pt x="96" y="22"/>
                    <a:pt x="96" y="13"/>
                  </a:cubicBezTo>
                  <a:close/>
                  <a:moveTo>
                    <a:pt x="25" y="190"/>
                  </a:moveTo>
                  <a:cubicBezTo>
                    <a:pt x="24" y="195"/>
                    <a:pt x="22" y="199"/>
                    <a:pt x="22" y="205"/>
                  </a:cubicBezTo>
                  <a:cubicBezTo>
                    <a:pt x="22" y="221"/>
                    <a:pt x="36" y="235"/>
                    <a:pt x="55" y="235"/>
                  </a:cubicBezTo>
                  <a:cubicBezTo>
                    <a:pt x="90" y="235"/>
                    <a:pt x="105" y="186"/>
                    <a:pt x="105" y="181"/>
                  </a:cubicBezTo>
                  <a:cubicBezTo>
                    <a:pt x="105"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0" y="171"/>
                    <a:pt x="64" y="162"/>
                  </a:cubicBezTo>
                  <a:cubicBezTo>
                    <a:pt x="67" y="154"/>
                    <a:pt x="80" y="122"/>
                    <a:pt x="81" y="118"/>
                  </a:cubicBezTo>
                  <a:cubicBezTo>
                    <a:pt x="82" y="114"/>
                    <a:pt x="83" y="110"/>
                    <a:pt x="83" y="107"/>
                  </a:cubicBezTo>
                  <a:cubicBezTo>
                    <a:pt x="83" y="90"/>
                    <a:pt x="70" y="77"/>
                    <a:pt x="50" y="77"/>
                  </a:cubicBezTo>
                  <a:cubicBezTo>
                    <a:pt x="16" y="77"/>
                    <a:pt x="0" y="125"/>
                    <a:pt x="0" y="131"/>
                  </a:cubicBezTo>
                  <a:cubicBezTo>
                    <a:pt x="0" y="135"/>
                    <a:pt x="5" y="135"/>
                    <a:pt x="6" y="135"/>
                  </a:cubicBezTo>
                  <a:cubicBezTo>
                    <a:pt x="11" y="135"/>
                    <a:pt x="11" y="133"/>
                    <a:pt x="12" y="129"/>
                  </a:cubicBezTo>
                  <a:cubicBezTo>
                    <a:pt x="21" y="99"/>
                    <a:pt x="36"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0" name="Freeform 579"/>
            <p:cNvSpPr>
              <a:spLocks noEditPoints="1"/>
            </p:cNvSpPr>
            <p:nvPr>
              <p:custDataLst>
                <p:tags r:id="rId51"/>
              </p:custDataLst>
            </p:nvPr>
          </p:nvSpPr>
          <p:spPr bwMode="auto">
            <a:xfrm>
              <a:off x="3784601" y="5045076"/>
              <a:ext cx="47625" cy="107950"/>
            </a:xfrm>
            <a:custGeom>
              <a:avLst/>
              <a:gdLst>
                <a:gd name="T0" fmla="*/ 153 w 153"/>
                <a:gd name="T1" fmla="*/ 13 h 302"/>
                <a:gd name="T2" fmla="*/ 140 w 153"/>
                <a:gd name="T3" fmla="*/ 0 h 302"/>
                <a:gd name="T4" fmla="*/ 120 w 153"/>
                <a:gd name="T5" fmla="*/ 19 h 302"/>
                <a:gd name="T6" fmla="*/ 134 w 153"/>
                <a:gd name="T7" fmla="*/ 32 h 302"/>
                <a:gd name="T8" fmla="*/ 153 w 153"/>
                <a:gd name="T9" fmla="*/ 13 h 302"/>
                <a:gd name="T10" fmla="*/ 80 w 153"/>
                <a:gd name="T11" fmla="*/ 248 h 302"/>
                <a:gd name="T12" fmla="*/ 35 w 153"/>
                <a:gd name="T13" fmla="*/ 292 h 302"/>
                <a:gd name="T14" fmla="*/ 22 w 153"/>
                <a:gd name="T15" fmla="*/ 290 h 302"/>
                <a:gd name="T16" fmla="*/ 34 w 153"/>
                <a:gd name="T17" fmla="*/ 273 h 302"/>
                <a:gd name="T18" fmla="*/ 20 w 153"/>
                <a:gd name="T19" fmla="*/ 260 h 302"/>
                <a:gd name="T20" fmla="*/ 0 w 153"/>
                <a:gd name="T21" fmla="*/ 280 h 302"/>
                <a:gd name="T22" fmla="*/ 35 w 153"/>
                <a:gd name="T23" fmla="*/ 302 h 302"/>
                <a:gd name="T24" fmla="*/ 107 w 153"/>
                <a:gd name="T25" fmla="*/ 247 h 302"/>
                <a:gd name="T26" fmla="*/ 139 w 153"/>
                <a:gd name="T27" fmla="*/ 122 h 302"/>
                <a:gd name="T28" fmla="*/ 141 w 153"/>
                <a:gd name="T29" fmla="*/ 110 h 302"/>
                <a:gd name="T30" fmla="*/ 103 w 153"/>
                <a:gd name="T31" fmla="*/ 77 h 302"/>
                <a:gd name="T32" fmla="*/ 42 w 153"/>
                <a:gd name="T33" fmla="*/ 131 h 302"/>
                <a:gd name="T34" fmla="*/ 48 w 153"/>
                <a:gd name="T35" fmla="*/ 135 h 302"/>
                <a:gd name="T36" fmla="*/ 55 w 153"/>
                <a:gd name="T37" fmla="*/ 129 h 302"/>
                <a:gd name="T38" fmla="*/ 102 w 153"/>
                <a:gd name="T39" fmla="*/ 87 h 302"/>
                <a:gd name="T40" fmla="*/ 114 w 153"/>
                <a:gd name="T41" fmla="*/ 104 h 302"/>
                <a:gd name="T42" fmla="*/ 113 w 153"/>
                <a:gd name="T43" fmla="*/ 114 h 302"/>
                <a:gd name="T44" fmla="*/ 80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9" y="0"/>
                    <a:pt x="140" y="0"/>
                  </a:cubicBezTo>
                  <a:cubicBezTo>
                    <a:pt x="129" y="0"/>
                    <a:pt x="120" y="9"/>
                    <a:pt x="120" y="19"/>
                  </a:cubicBezTo>
                  <a:cubicBezTo>
                    <a:pt x="120" y="24"/>
                    <a:pt x="124" y="32"/>
                    <a:pt x="134" y="32"/>
                  </a:cubicBezTo>
                  <a:cubicBezTo>
                    <a:pt x="143" y="32"/>
                    <a:pt x="153" y="23"/>
                    <a:pt x="153" y="13"/>
                  </a:cubicBezTo>
                  <a:close/>
                  <a:moveTo>
                    <a:pt x="80" y="248"/>
                  </a:moveTo>
                  <a:cubicBezTo>
                    <a:pt x="74" y="272"/>
                    <a:pt x="55" y="292"/>
                    <a:pt x="35" y="292"/>
                  </a:cubicBezTo>
                  <a:cubicBezTo>
                    <a:pt x="30" y="292"/>
                    <a:pt x="26" y="292"/>
                    <a:pt x="22" y="290"/>
                  </a:cubicBezTo>
                  <a:cubicBezTo>
                    <a:pt x="31" y="286"/>
                    <a:pt x="34" y="278"/>
                    <a:pt x="34" y="273"/>
                  </a:cubicBezTo>
                  <a:cubicBezTo>
                    <a:pt x="34" y="264"/>
                    <a:pt x="27" y="260"/>
                    <a:pt x="20" y="260"/>
                  </a:cubicBezTo>
                  <a:cubicBezTo>
                    <a:pt x="9" y="260"/>
                    <a:pt x="0" y="269"/>
                    <a:pt x="0" y="280"/>
                  </a:cubicBezTo>
                  <a:cubicBezTo>
                    <a:pt x="0" y="294"/>
                    <a:pt x="14" y="302"/>
                    <a:pt x="35" y="302"/>
                  </a:cubicBezTo>
                  <a:cubicBezTo>
                    <a:pt x="56" y="302"/>
                    <a:pt x="97" y="290"/>
                    <a:pt x="107" y="247"/>
                  </a:cubicBezTo>
                  <a:lnTo>
                    <a:pt x="139" y="122"/>
                  </a:lnTo>
                  <a:cubicBezTo>
                    <a:pt x="140" y="118"/>
                    <a:pt x="141" y="115"/>
                    <a:pt x="141" y="110"/>
                  </a:cubicBezTo>
                  <a:cubicBezTo>
                    <a:pt x="141" y="91"/>
                    <a:pt x="124" y="77"/>
                    <a:pt x="103" y="77"/>
                  </a:cubicBezTo>
                  <a:cubicBezTo>
                    <a:pt x="65" y="77"/>
                    <a:pt x="42" y="126"/>
                    <a:pt x="42" y="131"/>
                  </a:cubicBezTo>
                  <a:cubicBezTo>
                    <a:pt x="42" y="135"/>
                    <a:pt x="47" y="135"/>
                    <a:pt x="48" y="135"/>
                  </a:cubicBezTo>
                  <a:cubicBezTo>
                    <a:pt x="52" y="135"/>
                    <a:pt x="53" y="134"/>
                    <a:pt x="55" y="129"/>
                  </a:cubicBezTo>
                  <a:cubicBezTo>
                    <a:pt x="64" y="109"/>
                    <a:pt x="82" y="87"/>
                    <a:pt x="102" y="87"/>
                  </a:cubicBezTo>
                  <a:cubicBezTo>
                    <a:pt x="111" y="87"/>
                    <a:pt x="114" y="93"/>
                    <a:pt x="114" y="104"/>
                  </a:cubicBezTo>
                  <a:cubicBezTo>
                    <a:pt x="114" y="108"/>
                    <a:pt x="113" y="113"/>
                    <a:pt x="113" y="114"/>
                  </a:cubicBezTo>
                  <a:lnTo>
                    <a:pt x="80"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1" name="Freeform 580"/>
            <p:cNvSpPr>
              <a:spLocks noEditPoints="1"/>
            </p:cNvSpPr>
            <p:nvPr>
              <p:custDataLst>
                <p:tags r:id="rId52"/>
              </p:custDataLst>
            </p:nvPr>
          </p:nvSpPr>
          <p:spPr bwMode="auto">
            <a:xfrm>
              <a:off x="3849688" y="5072063"/>
              <a:ext cx="57150" cy="57150"/>
            </a:xfrm>
            <a:custGeom>
              <a:avLst/>
              <a:gdLst>
                <a:gd name="T0" fmla="*/ 126 w 178"/>
                <a:gd name="T1" fmla="*/ 21 h 158"/>
                <a:gd name="T2" fmla="*/ 90 w 178"/>
                <a:gd name="T3" fmla="*/ 0 h 158"/>
                <a:gd name="T4" fmla="*/ 0 w 178"/>
                <a:gd name="T5" fmla="*/ 100 h 158"/>
                <a:gd name="T6" fmla="*/ 53 w 178"/>
                <a:gd name="T7" fmla="*/ 158 h 158"/>
                <a:gd name="T8" fmla="*/ 102 w 178"/>
                <a:gd name="T9" fmla="*/ 133 h 158"/>
                <a:gd name="T10" fmla="*/ 138 w 178"/>
                <a:gd name="T11" fmla="*/ 158 h 158"/>
                <a:gd name="T12" fmla="*/ 166 w 178"/>
                <a:gd name="T13" fmla="*/ 139 h 158"/>
                <a:gd name="T14" fmla="*/ 178 w 178"/>
                <a:gd name="T15" fmla="*/ 104 h 158"/>
                <a:gd name="T16" fmla="*/ 172 w 178"/>
                <a:gd name="T17" fmla="*/ 100 h 158"/>
                <a:gd name="T18" fmla="*/ 165 w 178"/>
                <a:gd name="T19" fmla="*/ 110 h 158"/>
                <a:gd name="T20" fmla="*/ 139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8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8" y="147"/>
                    <a:pt x="102" y="133"/>
                  </a:cubicBezTo>
                  <a:cubicBezTo>
                    <a:pt x="109" y="154"/>
                    <a:pt x="129" y="158"/>
                    <a:pt x="138" y="158"/>
                  </a:cubicBezTo>
                  <a:cubicBezTo>
                    <a:pt x="151" y="158"/>
                    <a:pt x="160" y="150"/>
                    <a:pt x="166" y="139"/>
                  </a:cubicBezTo>
                  <a:cubicBezTo>
                    <a:pt x="173" y="125"/>
                    <a:pt x="178" y="106"/>
                    <a:pt x="178" y="104"/>
                  </a:cubicBezTo>
                  <a:cubicBezTo>
                    <a:pt x="178" y="100"/>
                    <a:pt x="173" y="100"/>
                    <a:pt x="172" y="100"/>
                  </a:cubicBezTo>
                  <a:cubicBezTo>
                    <a:pt x="168" y="100"/>
                    <a:pt x="167" y="101"/>
                    <a:pt x="165" y="110"/>
                  </a:cubicBezTo>
                  <a:cubicBezTo>
                    <a:pt x="161" y="127"/>
                    <a:pt x="154" y="148"/>
                    <a:pt x="139" y="148"/>
                  </a:cubicBezTo>
                  <a:cubicBezTo>
                    <a:pt x="130" y="148"/>
                    <a:pt x="128" y="140"/>
                    <a:pt x="128" y="131"/>
                  </a:cubicBezTo>
                  <a:cubicBezTo>
                    <a:pt x="128" y="125"/>
                    <a:pt x="131" y="112"/>
                    <a:pt x="133" y="103"/>
                  </a:cubicBezTo>
                  <a:cubicBezTo>
                    <a:pt x="135"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1" y="120"/>
                    <a:pt x="94" y="127"/>
                    <a:pt x="86" y="134"/>
                  </a:cubicBezTo>
                  <a:cubicBezTo>
                    <a:pt x="83" y="137"/>
                    <a:pt x="69" y="148"/>
                    <a:pt x="54" y="148"/>
                  </a:cubicBezTo>
                  <a:cubicBezTo>
                    <a:pt x="41" y="148"/>
                    <a:pt x="28" y="139"/>
                    <a:pt x="28" y="114"/>
                  </a:cubicBezTo>
                  <a:cubicBezTo>
                    <a:pt x="28" y="95"/>
                    <a:pt x="39" y="57"/>
                    <a:pt x="47" y="43"/>
                  </a:cubicBezTo>
                  <a:cubicBezTo>
                    <a:pt x="63" y="15"/>
                    <a:pt x="80" y="10"/>
                    <a:pt x="90" y="10"/>
                  </a:cubicBezTo>
                  <a:cubicBezTo>
                    <a:pt x="115" y="10"/>
                    <a:pt x="121" y="36"/>
                    <a:pt x="121" y="40"/>
                  </a:cubicBezTo>
                  <a:cubicBezTo>
                    <a:pt x="121" y="42"/>
                    <a:pt x="120"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2" name="Freeform 581"/>
            <p:cNvSpPr>
              <a:spLocks/>
            </p:cNvSpPr>
            <p:nvPr>
              <p:custDataLst>
                <p:tags r:id="rId53"/>
              </p:custDataLst>
            </p:nvPr>
          </p:nvSpPr>
          <p:spPr bwMode="auto">
            <a:xfrm>
              <a:off x="3924301" y="5113338"/>
              <a:ext cx="12700" cy="14288"/>
            </a:xfrm>
            <a:custGeom>
              <a:avLst/>
              <a:gdLst>
                <a:gd name="T0" fmla="*/ 40 w 40"/>
                <a:gd name="T1" fmla="*/ 20 h 40"/>
                <a:gd name="T2" fmla="*/ 20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0" y="0"/>
                  </a:cubicBezTo>
                  <a:cubicBezTo>
                    <a:pt x="9" y="0"/>
                    <a:pt x="0" y="9"/>
                    <a:pt x="0" y="20"/>
                  </a:cubicBezTo>
                  <a:cubicBezTo>
                    <a:pt x="0" y="32"/>
                    <a:pt x="11" y="40"/>
                    <a:pt x="20" y="40"/>
                  </a:cubicBezTo>
                  <a:cubicBezTo>
                    <a:pt x="32"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3" name="Freeform 582"/>
            <p:cNvSpPr>
              <a:spLocks noEditPoints="1"/>
            </p:cNvSpPr>
            <p:nvPr>
              <p:custDataLst>
                <p:tags r:id="rId54"/>
              </p:custDataLst>
            </p:nvPr>
          </p:nvSpPr>
          <p:spPr bwMode="auto">
            <a:xfrm>
              <a:off x="3949701" y="5045076"/>
              <a:ext cx="47625" cy="107950"/>
            </a:xfrm>
            <a:custGeom>
              <a:avLst/>
              <a:gdLst>
                <a:gd name="T0" fmla="*/ 154 w 154"/>
                <a:gd name="T1" fmla="*/ 13 h 302"/>
                <a:gd name="T2" fmla="*/ 140 w 154"/>
                <a:gd name="T3" fmla="*/ 0 h 302"/>
                <a:gd name="T4" fmla="*/ 120 w 154"/>
                <a:gd name="T5" fmla="*/ 19 h 302"/>
                <a:gd name="T6" fmla="*/ 134 w 154"/>
                <a:gd name="T7" fmla="*/ 32 h 302"/>
                <a:gd name="T8" fmla="*/ 154 w 154"/>
                <a:gd name="T9" fmla="*/ 13 h 302"/>
                <a:gd name="T10" fmla="*/ 80 w 154"/>
                <a:gd name="T11" fmla="*/ 248 h 302"/>
                <a:gd name="T12" fmla="*/ 35 w 154"/>
                <a:gd name="T13" fmla="*/ 292 h 302"/>
                <a:gd name="T14" fmla="*/ 22 w 154"/>
                <a:gd name="T15" fmla="*/ 290 h 302"/>
                <a:gd name="T16" fmla="*/ 34 w 154"/>
                <a:gd name="T17" fmla="*/ 273 h 302"/>
                <a:gd name="T18" fmla="*/ 20 w 154"/>
                <a:gd name="T19" fmla="*/ 260 h 302"/>
                <a:gd name="T20" fmla="*/ 0 w 154"/>
                <a:gd name="T21" fmla="*/ 280 h 302"/>
                <a:gd name="T22" fmla="*/ 35 w 154"/>
                <a:gd name="T23" fmla="*/ 302 h 302"/>
                <a:gd name="T24" fmla="*/ 108 w 154"/>
                <a:gd name="T25" fmla="*/ 247 h 302"/>
                <a:gd name="T26" fmla="*/ 139 w 154"/>
                <a:gd name="T27" fmla="*/ 122 h 302"/>
                <a:gd name="T28" fmla="*/ 141 w 154"/>
                <a:gd name="T29" fmla="*/ 110 h 302"/>
                <a:gd name="T30" fmla="*/ 103 w 154"/>
                <a:gd name="T31" fmla="*/ 77 h 302"/>
                <a:gd name="T32" fmla="*/ 42 w 154"/>
                <a:gd name="T33" fmla="*/ 131 h 302"/>
                <a:gd name="T34" fmla="*/ 48 w 154"/>
                <a:gd name="T35" fmla="*/ 135 h 302"/>
                <a:gd name="T36" fmla="*/ 55 w 154"/>
                <a:gd name="T37" fmla="*/ 129 h 302"/>
                <a:gd name="T38" fmla="*/ 102 w 154"/>
                <a:gd name="T39" fmla="*/ 87 h 302"/>
                <a:gd name="T40" fmla="*/ 114 w 154"/>
                <a:gd name="T41" fmla="*/ 104 h 302"/>
                <a:gd name="T42" fmla="*/ 113 w 154"/>
                <a:gd name="T43" fmla="*/ 114 h 302"/>
                <a:gd name="T44" fmla="*/ 80 w 154"/>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302">
                  <a:moveTo>
                    <a:pt x="154" y="13"/>
                  </a:moveTo>
                  <a:cubicBezTo>
                    <a:pt x="154" y="7"/>
                    <a:pt x="149" y="0"/>
                    <a:pt x="140" y="0"/>
                  </a:cubicBezTo>
                  <a:cubicBezTo>
                    <a:pt x="129" y="0"/>
                    <a:pt x="120" y="9"/>
                    <a:pt x="120" y="19"/>
                  </a:cubicBezTo>
                  <a:cubicBezTo>
                    <a:pt x="120" y="24"/>
                    <a:pt x="124" y="32"/>
                    <a:pt x="134" y="32"/>
                  </a:cubicBezTo>
                  <a:cubicBezTo>
                    <a:pt x="143" y="32"/>
                    <a:pt x="154" y="23"/>
                    <a:pt x="154" y="13"/>
                  </a:cubicBezTo>
                  <a:close/>
                  <a:moveTo>
                    <a:pt x="80" y="248"/>
                  </a:moveTo>
                  <a:cubicBezTo>
                    <a:pt x="74" y="272"/>
                    <a:pt x="55" y="292"/>
                    <a:pt x="35" y="292"/>
                  </a:cubicBezTo>
                  <a:cubicBezTo>
                    <a:pt x="30" y="292"/>
                    <a:pt x="26" y="292"/>
                    <a:pt x="22" y="290"/>
                  </a:cubicBezTo>
                  <a:cubicBezTo>
                    <a:pt x="31" y="286"/>
                    <a:pt x="34" y="278"/>
                    <a:pt x="34" y="273"/>
                  </a:cubicBezTo>
                  <a:cubicBezTo>
                    <a:pt x="34" y="264"/>
                    <a:pt x="27" y="260"/>
                    <a:pt x="20" y="260"/>
                  </a:cubicBezTo>
                  <a:cubicBezTo>
                    <a:pt x="10" y="260"/>
                    <a:pt x="0" y="269"/>
                    <a:pt x="0" y="280"/>
                  </a:cubicBezTo>
                  <a:cubicBezTo>
                    <a:pt x="0" y="294"/>
                    <a:pt x="14" y="302"/>
                    <a:pt x="35" y="302"/>
                  </a:cubicBezTo>
                  <a:cubicBezTo>
                    <a:pt x="56" y="302"/>
                    <a:pt x="97" y="290"/>
                    <a:pt x="108" y="247"/>
                  </a:cubicBezTo>
                  <a:lnTo>
                    <a:pt x="139" y="122"/>
                  </a:lnTo>
                  <a:cubicBezTo>
                    <a:pt x="140" y="118"/>
                    <a:pt x="141" y="115"/>
                    <a:pt x="141" y="110"/>
                  </a:cubicBezTo>
                  <a:cubicBezTo>
                    <a:pt x="141" y="91"/>
                    <a:pt x="124" y="77"/>
                    <a:pt x="103" y="77"/>
                  </a:cubicBezTo>
                  <a:cubicBezTo>
                    <a:pt x="65" y="77"/>
                    <a:pt x="42" y="126"/>
                    <a:pt x="42" y="131"/>
                  </a:cubicBezTo>
                  <a:cubicBezTo>
                    <a:pt x="42" y="135"/>
                    <a:pt x="47" y="135"/>
                    <a:pt x="48" y="135"/>
                  </a:cubicBezTo>
                  <a:cubicBezTo>
                    <a:pt x="52" y="135"/>
                    <a:pt x="53" y="134"/>
                    <a:pt x="55" y="129"/>
                  </a:cubicBezTo>
                  <a:cubicBezTo>
                    <a:pt x="64" y="109"/>
                    <a:pt x="82" y="87"/>
                    <a:pt x="102" y="87"/>
                  </a:cubicBezTo>
                  <a:cubicBezTo>
                    <a:pt x="111" y="87"/>
                    <a:pt x="114" y="93"/>
                    <a:pt x="114" y="104"/>
                  </a:cubicBezTo>
                  <a:cubicBezTo>
                    <a:pt x="114" y="108"/>
                    <a:pt x="113" y="113"/>
                    <a:pt x="113" y="114"/>
                  </a:cubicBezTo>
                  <a:lnTo>
                    <a:pt x="80"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4" name="Freeform 583"/>
            <p:cNvSpPr>
              <a:spLocks noEditPoints="1"/>
            </p:cNvSpPr>
            <p:nvPr>
              <p:custDataLst>
                <p:tags r:id="rId55"/>
              </p:custDataLst>
            </p:nvPr>
          </p:nvSpPr>
          <p:spPr bwMode="auto">
            <a:xfrm>
              <a:off x="4013201" y="5045076"/>
              <a:ext cx="33338" cy="84138"/>
            </a:xfrm>
            <a:custGeom>
              <a:avLst/>
              <a:gdLst>
                <a:gd name="T0" fmla="*/ 97 w 106"/>
                <a:gd name="T1" fmla="*/ 13 h 235"/>
                <a:gd name="T2" fmla="*/ 83 w 106"/>
                <a:gd name="T3" fmla="*/ 0 h 235"/>
                <a:gd name="T4" fmla="*/ 63 w 106"/>
                <a:gd name="T5" fmla="*/ 19 h 235"/>
                <a:gd name="T6" fmla="*/ 77 w 106"/>
                <a:gd name="T7" fmla="*/ 32 h 235"/>
                <a:gd name="T8" fmla="*/ 97 w 106"/>
                <a:gd name="T9" fmla="*/ 13 h 235"/>
                <a:gd name="T10" fmla="*/ 25 w 106"/>
                <a:gd name="T11" fmla="*/ 190 h 235"/>
                <a:gd name="T12" fmla="*/ 22 w 106"/>
                <a:gd name="T13" fmla="*/ 205 h 235"/>
                <a:gd name="T14" fmla="*/ 55 w 106"/>
                <a:gd name="T15" fmla="*/ 235 h 235"/>
                <a:gd name="T16" fmla="*/ 106 w 106"/>
                <a:gd name="T17" fmla="*/ 181 h 235"/>
                <a:gd name="T18" fmla="*/ 100 w 106"/>
                <a:gd name="T19" fmla="*/ 177 h 235"/>
                <a:gd name="T20" fmla="*/ 93 w 106"/>
                <a:gd name="T21" fmla="*/ 183 h 235"/>
                <a:gd name="T22" fmla="*/ 56 w 106"/>
                <a:gd name="T23" fmla="*/ 225 h 235"/>
                <a:gd name="T24" fmla="*/ 48 w 106"/>
                <a:gd name="T25" fmla="*/ 213 h 235"/>
                <a:gd name="T26" fmla="*/ 53 w 106"/>
                <a:gd name="T27" fmla="*/ 190 h 235"/>
                <a:gd name="T28" fmla="*/ 64 w 106"/>
                <a:gd name="T29" fmla="*/ 162 h 235"/>
                <a:gd name="T30" fmla="*/ 82 w 106"/>
                <a:gd name="T31" fmla="*/ 118 h 235"/>
                <a:gd name="T32" fmla="*/ 84 w 106"/>
                <a:gd name="T33" fmla="*/ 107 h 235"/>
                <a:gd name="T34" fmla="*/ 50 w 106"/>
                <a:gd name="T35" fmla="*/ 77 h 235"/>
                <a:gd name="T36" fmla="*/ 0 w 106"/>
                <a:gd name="T37" fmla="*/ 131 h 235"/>
                <a:gd name="T38" fmla="*/ 6 w 106"/>
                <a:gd name="T39" fmla="*/ 135 h 235"/>
                <a:gd name="T40" fmla="*/ 12 w 106"/>
                <a:gd name="T41" fmla="*/ 129 h 235"/>
                <a:gd name="T42" fmla="*/ 49 w 106"/>
                <a:gd name="T43" fmla="*/ 87 h 235"/>
                <a:gd name="T44" fmla="*/ 58 w 106"/>
                <a:gd name="T45" fmla="*/ 99 h 235"/>
                <a:gd name="T46" fmla="*/ 47 w 106"/>
                <a:gd name="T47" fmla="*/ 134 h 235"/>
                <a:gd name="T48" fmla="*/ 25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2" y="0"/>
                    <a:pt x="83" y="0"/>
                  </a:cubicBezTo>
                  <a:cubicBezTo>
                    <a:pt x="73" y="0"/>
                    <a:pt x="63" y="9"/>
                    <a:pt x="63" y="19"/>
                  </a:cubicBezTo>
                  <a:cubicBezTo>
                    <a:pt x="63" y="25"/>
                    <a:pt x="68" y="32"/>
                    <a:pt x="77" y="32"/>
                  </a:cubicBezTo>
                  <a:cubicBezTo>
                    <a:pt x="87" y="32"/>
                    <a:pt x="97" y="22"/>
                    <a:pt x="97" y="13"/>
                  </a:cubicBezTo>
                  <a:close/>
                  <a:moveTo>
                    <a:pt x="25" y="190"/>
                  </a:moveTo>
                  <a:cubicBezTo>
                    <a:pt x="24" y="195"/>
                    <a:pt x="22" y="199"/>
                    <a:pt x="22" y="205"/>
                  </a:cubicBezTo>
                  <a:cubicBezTo>
                    <a:pt x="22" y="221"/>
                    <a:pt x="36" y="235"/>
                    <a:pt x="55" y="235"/>
                  </a:cubicBezTo>
                  <a:cubicBezTo>
                    <a:pt x="90" y="235"/>
                    <a:pt x="106" y="186"/>
                    <a:pt x="106" y="181"/>
                  </a:cubicBezTo>
                  <a:cubicBezTo>
                    <a:pt x="106"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1" y="171"/>
                    <a:pt x="64" y="162"/>
                  </a:cubicBezTo>
                  <a:cubicBezTo>
                    <a:pt x="68" y="154"/>
                    <a:pt x="80" y="122"/>
                    <a:pt x="82" y="118"/>
                  </a:cubicBezTo>
                  <a:cubicBezTo>
                    <a:pt x="83" y="114"/>
                    <a:pt x="84" y="110"/>
                    <a:pt x="84" y="107"/>
                  </a:cubicBezTo>
                  <a:cubicBezTo>
                    <a:pt x="84" y="90"/>
                    <a:pt x="70" y="77"/>
                    <a:pt x="50" y="77"/>
                  </a:cubicBezTo>
                  <a:cubicBezTo>
                    <a:pt x="16" y="77"/>
                    <a:pt x="0" y="125"/>
                    <a:pt x="0" y="131"/>
                  </a:cubicBezTo>
                  <a:cubicBezTo>
                    <a:pt x="0" y="135"/>
                    <a:pt x="5" y="135"/>
                    <a:pt x="6" y="135"/>
                  </a:cubicBezTo>
                  <a:cubicBezTo>
                    <a:pt x="11" y="135"/>
                    <a:pt x="11" y="133"/>
                    <a:pt x="12" y="129"/>
                  </a:cubicBezTo>
                  <a:cubicBezTo>
                    <a:pt x="21" y="99"/>
                    <a:pt x="37"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5" name="Freeform 584"/>
            <p:cNvSpPr>
              <a:spLocks noEditPoints="1"/>
            </p:cNvSpPr>
            <p:nvPr>
              <p:custDataLst>
                <p:tags r:id="rId56"/>
              </p:custDataLst>
            </p:nvPr>
          </p:nvSpPr>
          <p:spPr bwMode="auto">
            <a:xfrm>
              <a:off x="4059238" y="5040313"/>
              <a:ext cx="57150" cy="88900"/>
            </a:xfrm>
            <a:custGeom>
              <a:avLst/>
              <a:gdLst>
                <a:gd name="T0" fmla="*/ 177 w 179"/>
                <a:gd name="T1" fmla="*/ 10 h 246"/>
                <a:gd name="T2" fmla="*/ 179 w 179"/>
                <a:gd name="T3" fmla="*/ 5 h 246"/>
                <a:gd name="T4" fmla="*/ 173 w 179"/>
                <a:gd name="T5" fmla="*/ 0 h 246"/>
                <a:gd name="T6" fmla="*/ 129 w 179"/>
                <a:gd name="T7" fmla="*/ 3 h 246"/>
                <a:gd name="T8" fmla="*/ 121 w 179"/>
                <a:gd name="T9" fmla="*/ 11 h 246"/>
                <a:gd name="T10" fmla="*/ 130 w 179"/>
                <a:gd name="T11" fmla="*/ 16 h 246"/>
                <a:gd name="T12" fmla="*/ 147 w 179"/>
                <a:gd name="T13" fmla="*/ 21 h 246"/>
                <a:gd name="T14" fmla="*/ 145 w 179"/>
                <a:gd name="T15" fmla="*/ 29 h 246"/>
                <a:gd name="T16" fmla="*/ 126 w 179"/>
                <a:gd name="T17" fmla="*/ 109 h 246"/>
                <a:gd name="T18" fmla="*/ 90 w 179"/>
                <a:gd name="T19" fmla="*/ 88 h 246"/>
                <a:gd name="T20" fmla="*/ 0 w 179"/>
                <a:gd name="T21" fmla="*/ 188 h 246"/>
                <a:gd name="T22" fmla="*/ 52 w 179"/>
                <a:gd name="T23" fmla="*/ 246 h 246"/>
                <a:gd name="T24" fmla="*/ 102 w 179"/>
                <a:gd name="T25" fmla="*/ 221 h 246"/>
                <a:gd name="T26" fmla="*/ 138 w 179"/>
                <a:gd name="T27" fmla="*/ 246 h 246"/>
                <a:gd name="T28" fmla="*/ 165 w 179"/>
                <a:gd name="T29" fmla="*/ 227 h 246"/>
                <a:gd name="T30" fmla="*/ 177 w 179"/>
                <a:gd name="T31" fmla="*/ 192 h 246"/>
                <a:gd name="T32" fmla="*/ 172 w 179"/>
                <a:gd name="T33" fmla="*/ 188 h 246"/>
                <a:gd name="T34" fmla="*/ 164 w 179"/>
                <a:gd name="T35" fmla="*/ 198 h 246"/>
                <a:gd name="T36" fmla="*/ 139 w 179"/>
                <a:gd name="T37" fmla="*/ 236 h 246"/>
                <a:gd name="T38" fmla="*/ 127 w 179"/>
                <a:gd name="T39" fmla="*/ 219 h 246"/>
                <a:gd name="T40" fmla="*/ 129 w 179"/>
                <a:gd name="T41" fmla="*/ 204 h 246"/>
                <a:gd name="T42" fmla="*/ 177 w 179"/>
                <a:gd name="T43" fmla="*/ 10 h 246"/>
                <a:gd name="T44" fmla="*/ 103 w 179"/>
                <a:gd name="T45" fmla="*/ 198 h 246"/>
                <a:gd name="T46" fmla="*/ 85 w 179"/>
                <a:gd name="T47" fmla="*/ 222 h 246"/>
                <a:gd name="T48" fmla="*/ 53 w 179"/>
                <a:gd name="T49" fmla="*/ 236 h 246"/>
                <a:gd name="T50" fmla="*/ 28 w 179"/>
                <a:gd name="T51" fmla="*/ 202 h 246"/>
                <a:gd name="T52" fmla="*/ 46 w 179"/>
                <a:gd name="T53" fmla="*/ 131 h 246"/>
                <a:gd name="T54" fmla="*/ 90 w 179"/>
                <a:gd name="T55" fmla="*/ 98 h 246"/>
                <a:gd name="T56" fmla="*/ 121 w 179"/>
                <a:gd name="T57" fmla="*/ 128 h 246"/>
                <a:gd name="T58" fmla="*/ 120 w 179"/>
                <a:gd name="T59" fmla="*/ 133 h 246"/>
                <a:gd name="T60" fmla="*/ 103 w 179"/>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7" y="10"/>
                  </a:moveTo>
                  <a:cubicBezTo>
                    <a:pt x="178" y="10"/>
                    <a:pt x="179" y="5"/>
                    <a:pt x="179" y="5"/>
                  </a:cubicBezTo>
                  <a:cubicBezTo>
                    <a:pt x="179" y="3"/>
                    <a:pt x="177" y="0"/>
                    <a:pt x="173" y="0"/>
                  </a:cubicBezTo>
                  <a:cubicBezTo>
                    <a:pt x="166" y="0"/>
                    <a:pt x="137" y="3"/>
                    <a:pt x="129" y="3"/>
                  </a:cubicBezTo>
                  <a:cubicBezTo>
                    <a:pt x="126" y="4"/>
                    <a:pt x="121" y="4"/>
                    <a:pt x="121" y="11"/>
                  </a:cubicBezTo>
                  <a:cubicBezTo>
                    <a:pt x="121" y="16"/>
                    <a:pt x="126" y="16"/>
                    <a:pt x="130" y="16"/>
                  </a:cubicBezTo>
                  <a:cubicBezTo>
                    <a:pt x="147" y="16"/>
                    <a:pt x="147" y="19"/>
                    <a:pt x="147" y="21"/>
                  </a:cubicBezTo>
                  <a:cubicBezTo>
                    <a:pt x="147" y="24"/>
                    <a:pt x="146" y="26"/>
                    <a:pt x="145" y="29"/>
                  </a:cubicBezTo>
                  <a:lnTo>
                    <a:pt x="126" y="109"/>
                  </a:lnTo>
                  <a:cubicBezTo>
                    <a:pt x="118" y="97"/>
                    <a:pt x="106" y="88"/>
                    <a:pt x="90" y="88"/>
                  </a:cubicBezTo>
                  <a:cubicBezTo>
                    <a:pt x="45" y="88"/>
                    <a:pt x="0" y="137"/>
                    <a:pt x="0" y="188"/>
                  </a:cubicBezTo>
                  <a:cubicBezTo>
                    <a:pt x="0" y="221"/>
                    <a:pt x="22" y="246"/>
                    <a:pt x="52" y="246"/>
                  </a:cubicBezTo>
                  <a:cubicBezTo>
                    <a:pt x="71" y="246"/>
                    <a:pt x="88" y="235"/>
                    <a:pt x="102" y="221"/>
                  </a:cubicBezTo>
                  <a:cubicBezTo>
                    <a:pt x="108" y="242"/>
                    <a:pt x="129" y="246"/>
                    <a:pt x="138" y="246"/>
                  </a:cubicBezTo>
                  <a:cubicBezTo>
                    <a:pt x="150" y="246"/>
                    <a:pt x="159" y="238"/>
                    <a:pt x="165" y="227"/>
                  </a:cubicBezTo>
                  <a:cubicBezTo>
                    <a:pt x="173" y="213"/>
                    <a:pt x="177" y="194"/>
                    <a:pt x="177" y="192"/>
                  </a:cubicBezTo>
                  <a:cubicBezTo>
                    <a:pt x="177" y="188"/>
                    <a:pt x="173" y="188"/>
                    <a:pt x="172" y="188"/>
                  </a:cubicBezTo>
                  <a:cubicBezTo>
                    <a:pt x="167" y="188"/>
                    <a:pt x="167" y="189"/>
                    <a:pt x="164" y="198"/>
                  </a:cubicBezTo>
                  <a:cubicBezTo>
                    <a:pt x="160" y="215"/>
                    <a:pt x="153" y="236"/>
                    <a:pt x="139" y="236"/>
                  </a:cubicBezTo>
                  <a:cubicBezTo>
                    <a:pt x="130" y="236"/>
                    <a:pt x="127" y="228"/>
                    <a:pt x="127" y="219"/>
                  </a:cubicBezTo>
                  <a:cubicBezTo>
                    <a:pt x="127" y="212"/>
                    <a:pt x="128" y="209"/>
                    <a:pt x="129" y="204"/>
                  </a:cubicBezTo>
                  <a:lnTo>
                    <a:pt x="177" y="10"/>
                  </a:lnTo>
                  <a:close/>
                  <a:moveTo>
                    <a:pt x="103" y="198"/>
                  </a:moveTo>
                  <a:cubicBezTo>
                    <a:pt x="101" y="208"/>
                    <a:pt x="93" y="215"/>
                    <a:pt x="85" y="222"/>
                  </a:cubicBezTo>
                  <a:cubicBezTo>
                    <a:pt x="82" y="225"/>
                    <a:pt x="68" y="236"/>
                    <a:pt x="53" y="236"/>
                  </a:cubicBezTo>
                  <a:cubicBezTo>
                    <a:pt x="40" y="236"/>
                    <a:pt x="28" y="227"/>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3"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6" name="Freeform 585"/>
            <p:cNvSpPr>
              <a:spLocks noEditPoints="1"/>
            </p:cNvSpPr>
            <p:nvPr>
              <p:custDataLst>
                <p:tags r:id="rId57"/>
              </p:custDataLst>
            </p:nvPr>
          </p:nvSpPr>
          <p:spPr bwMode="auto">
            <a:xfrm>
              <a:off x="4124326" y="4932363"/>
              <a:ext cx="84138" cy="79375"/>
            </a:xfrm>
            <a:custGeom>
              <a:avLst/>
              <a:gdLst>
                <a:gd name="T0" fmla="*/ 239 w 264"/>
                <a:gd name="T1" fmla="*/ 29 h 221"/>
                <a:gd name="T2" fmla="*/ 264 w 264"/>
                <a:gd name="T3" fmla="*/ 12 h 221"/>
                <a:gd name="T4" fmla="*/ 244 w 264"/>
                <a:gd name="T5" fmla="*/ 0 h 221"/>
                <a:gd name="T6" fmla="*/ 131 w 264"/>
                <a:gd name="T7" fmla="*/ 0 h 221"/>
                <a:gd name="T8" fmla="*/ 0 w 264"/>
                <a:gd name="T9" fmla="*/ 142 h 221"/>
                <a:gd name="T10" fmla="*/ 75 w 264"/>
                <a:gd name="T11" fmla="*/ 221 h 221"/>
                <a:gd name="T12" fmla="*/ 200 w 264"/>
                <a:gd name="T13" fmla="*/ 83 h 221"/>
                <a:gd name="T14" fmla="*/ 184 w 264"/>
                <a:gd name="T15" fmla="*/ 29 h 221"/>
                <a:gd name="T16" fmla="*/ 239 w 264"/>
                <a:gd name="T17" fmla="*/ 29 h 221"/>
                <a:gd name="T18" fmla="*/ 75 w 264"/>
                <a:gd name="T19" fmla="*/ 210 h 221"/>
                <a:gd name="T20" fmla="*/ 31 w 264"/>
                <a:gd name="T21" fmla="*/ 156 h 221"/>
                <a:gd name="T22" fmla="*/ 54 w 264"/>
                <a:gd name="T23" fmla="*/ 71 h 221"/>
                <a:gd name="T24" fmla="*/ 122 w 264"/>
                <a:gd name="T25" fmla="*/ 29 h 221"/>
                <a:gd name="T26" fmla="*/ 168 w 264"/>
                <a:gd name="T27" fmla="*/ 78 h 221"/>
                <a:gd name="T28" fmla="*/ 141 w 264"/>
                <a:gd name="T29" fmla="*/ 167 h 221"/>
                <a:gd name="T30" fmla="*/ 75 w 264"/>
                <a:gd name="T31" fmla="*/ 21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4" h="221">
                  <a:moveTo>
                    <a:pt x="239" y="29"/>
                  </a:moveTo>
                  <a:cubicBezTo>
                    <a:pt x="246" y="29"/>
                    <a:pt x="264" y="29"/>
                    <a:pt x="264" y="12"/>
                  </a:cubicBezTo>
                  <a:cubicBezTo>
                    <a:pt x="264" y="0"/>
                    <a:pt x="253" y="0"/>
                    <a:pt x="244" y="0"/>
                  </a:cubicBezTo>
                  <a:lnTo>
                    <a:pt x="131" y="0"/>
                  </a:lnTo>
                  <a:cubicBezTo>
                    <a:pt x="55" y="0"/>
                    <a:pt x="0" y="82"/>
                    <a:pt x="0" y="142"/>
                  </a:cubicBezTo>
                  <a:cubicBezTo>
                    <a:pt x="0" y="186"/>
                    <a:pt x="29" y="221"/>
                    <a:pt x="75" y="221"/>
                  </a:cubicBezTo>
                  <a:cubicBezTo>
                    <a:pt x="134" y="221"/>
                    <a:pt x="200" y="160"/>
                    <a:pt x="200" y="83"/>
                  </a:cubicBezTo>
                  <a:cubicBezTo>
                    <a:pt x="200" y="75"/>
                    <a:pt x="200" y="51"/>
                    <a:pt x="184" y="29"/>
                  </a:cubicBezTo>
                  <a:lnTo>
                    <a:pt x="239" y="29"/>
                  </a:lnTo>
                  <a:close/>
                  <a:moveTo>
                    <a:pt x="75" y="210"/>
                  </a:moveTo>
                  <a:cubicBezTo>
                    <a:pt x="51" y="210"/>
                    <a:pt x="31" y="192"/>
                    <a:pt x="31" y="156"/>
                  </a:cubicBezTo>
                  <a:cubicBezTo>
                    <a:pt x="31" y="141"/>
                    <a:pt x="37" y="100"/>
                    <a:pt x="54" y="71"/>
                  </a:cubicBezTo>
                  <a:cubicBezTo>
                    <a:pt x="75" y="36"/>
                    <a:pt x="105" y="29"/>
                    <a:pt x="122" y="29"/>
                  </a:cubicBezTo>
                  <a:cubicBezTo>
                    <a:pt x="164" y="29"/>
                    <a:pt x="168" y="62"/>
                    <a:pt x="168" y="78"/>
                  </a:cubicBezTo>
                  <a:cubicBezTo>
                    <a:pt x="168" y="101"/>
                    <a:pt x="158" y="142"/>
                    <a:pt x="141" y="167"/>
                  </a:cubicBezTo>
                  <a:cubicBezTo>
                    <a:pt x="122" y="197"/>
                    <a:pt x="95" y="210"/>
                    <a:pt x="75" y="21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7" name="Freeform 586"/>
            <p:cNvSpPr>
              <a:spLocks/>
            </p:cNvSpPr>
            <p:nvPr>
              <p:custDataLst>
                <p:tags r:id="rId58"/>
              </p:custDataLst>
            </p:nvPr>
          </p:nvSpPr>
          <p:spPr bwMode="auto">
            <a:xfrm>
              <a:off x="4213226" y="4979988"/>
              <a:ext cx="52388" cy="57150"/>
            </a:xfrm>
            <a:custGeom>
              <a:avLst/>
              <a:gdLst>
                <a:gd name="T0" fmla="*/ 65 w 162"/>
                <a:gd name="T1" fmla="*/ 84 h 158"/>
                <a:gd name="T2" fmla="*/ 75 w 162"/>
                <a:gd name="T3" fmla="*/ 48 h 158"/>
                <a:gd name="T4" fmla="*/ 96 w 162"/>
                <a:gd name="T5" fmla="*/ 20 h 158"/>
                <a:gd name="T6" fmla="*/ 125 w 162"/>
                <a:gd name="T7" fmla="*/ 10 h 158"/>
                <a:gd name="T8" fmla="*/ 144 w 162"/>
                <a:gd name="T9" fmla="*/ 15 h 158"/>
                <a:gd name="T10" fmla="*/ 129 w 162"/>
                <a:gd name="T11" fmla="*/ 34 h 158"/>
                <a:gd name="T12" fmla="*/ 143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3 h 158"/>
                <a:gd name="T26" fmla="*/ 6 w 162"/>
                <a:gd name="T27" fmla="*/ 58 h 158"/>
                <a:gd name="T28" fmla="*/ 14 w 162"/>
                <a:gd name="T29" fmla="*/ 48 h 158"/>
                <a:gd name="T30" fmla="*/ 39 w 162"/>
                <a:gd name="T31" fmla="*/ 10 h 158"/>
                <a:gd name="T32" fmla="*/ 50 w 162"/>
                <a:gd name="T33" fmla="*/ 27 h 158"/>
                <a:gd name="T34" fmla="*/ 45 w 162"/>
                <a:gd name="T35" fmla="*/ 56 h 158"/>
                <a:gd name="T36" fmla="*/ 37 w 162"/>
                <a:gd name="T37" fmla="*/ 87 h 158"/>
                <a:gd name="T38" fmla="*/ 26 w 162"/>
                <a:gd name="T39" fmla="*/ 132 h 158"/>
                <a:gd name="T40" fmla="*/ 23 w 162"/>
                <a:gd name="T41" fmla="*/ 146 h 158"/>
                <a:gd name="T42" fmla="*/ 34 w 162"/>
                <a:gd name="T43" fmla="*/ 158 h 158"/>
                <a:gd name="T44" fmla="*/ 49 w 162"/>
                <a:gd name="T45" fmla="*/ 147 h 158"/>
                <a:gd name="T46" fmla="*/ 56 w 162"/>
                <a:gd name="T47" fmla="*/ 121 h 158"/>
                <a:gd name="T48" fmla="*/ 65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5" y="84"/>
                  </a:moveTo>
                  <a:cubicBezTo>
                    <a:pt x="66" y="81"/>
                    <a:pt x="74" y="50"/>
                    <a:pt x="75" y="48"/>
                  </a:cubicBezTo>
                  <a:cubicBezTo>
                    <a:pt x="75" y="45"/>
                    <a:pt x="85" y="28"/>
                    <a:pt x="96" y="20"/>
                  </a:cubicBezTo>
                  <a:cubicBezTo>
                    <a:pt x="100" y="17"/>
                    <a:pt x="110" y="10"/>
                    <a:pt x="125" y="10"/>
                  </a:cubicBezTo>
                  <a:cubicBezTo>
                    <a:pt x="128" y="10"/>
                    <a:pt x="137" y="10"/>
                    <a:pt x="144" y="15"/>
                  </a:cubicBezTo>
                  <a:cubicBezTo>
                    <a:pt x="133" y="18"/>
                    <a:pt x="129" y="28"/>
                    <a:pt x="129" y="34"/>
                  </a:cubicBezTo>
                  <a:cubicBezTo>
                    <a:pt x="129" y="42"/>
                    <a:pt x="134" y="47"/>
                    <a:pt x="143" y="47"/>
                  </a:cubicBezTo>
                  <a:cubicBezTo>
                    <a:pt x="151" y="47"/>
                    <a:pt x="162" y="40"/>
                    <a:pt x="162" y="26"/>
                  </a:cubicBezTo>
                  <a:cubicBezTo>
                    <a:pt x="162" y="7"/>
                    <a:pt x="143" y="0"/>
                    <a:pt x="125" y="0"/>
                  </a:cubicBezTo>
                  <a:cubicBezTo>
                    <a:pt x="107" y="0"/>
                    <a:pt x="91" y="7"/>
                    <a:pt x="76" y="25"/>
                  </a:cubicBezTo>
                  <a:cubicBezTo>
                    <a:pt x="70" y="4"/>
                    <a:pt x="48" y="0"/>
                    <a:pt x="40" y="0"/>
                  </a:cubicBezTo>
                  <a:cubicBezTo>
                    <a:pt x="27" y="0"/>
                    <a:pt x="18" y="8"/>
                    <a:pt x="13" y="18"/>
                  </a:cubicBezTo>
                  <a:cubicBezTo>
                    <a:pt x="5" y="32"/>
                    <a:pt x="0" y="52"/>
                    <a:pt x="0" y="53"/>
                  </a:cubicBezTo>
                  <a:cubicBezTo>
                    <a:pt x="0" y="58"/>
                    <a:pt x="5" y="58"/>
                    <a:pt x="6" y="58"/>
                  </a:cubicBezTo>
                  <a:cubicBezTo>
                    <a:pt x="11" y="58"/>
                    <a:pt x="11" y="57"/>
                    <a:pt x="14" y="48"/>
                  </a:cubicBezTo>
                  <a:cubicBezTo>
                    <a:pt x="19" y="26"/>
                    <a:pt x="25" y="10"/>
                    <a:pt x="39" y="10"/>
                  </a:cubicBezTo>
                  <a:cubicBezTo>
                    <a:pt x="48" y="10"/>
                    <a:pt x="50" y="18"/>
                    <a:pt x="50" y="27"/>
                  </a:cubicBezTo>
                  <a:cubicBezTo>
                    <a:pt x="50" y="34"/>
                    <a:pt x="47" y="47"/>
                    <a:pt x="45" y="56"/>
                  </a:cubicBezTo>
                  <a:cubicBezTo>
                    <a:pt x="42" y="65"/>
                    <a:pt x="39" y="80"/>
                    <a:pt x="37" y="87"/>
                  </a:cubicBezTo>
                  <a:lnTo>
                    <a:pt x="26" y="132"/>
                  </a:lnTo>
                  <a:cubicBezTo>
                    <a:pt x="25" y="137"/>
                    <a:pt x="23" y="145"/>
                    <a:pt x="23" y="146"/>
                  </a:cubicBezTo>
                  <a:cubicBezTo>
                    <a:pt x="23" y="154"/>
                    <a:pt x="29" y="158"/>
                    <a:pt x="34" y="158"/>
                  </a:cubicBezTo>
                  <a:cubicBezTo>
                    <a:pt x="40" y="158"/>
                    <a:pt x="47" y="154"/>
                    <a:pt x="49" y="147"/>
                  </a:cubicBezTo>
                  <a:cubicBezTo>
                    <a:pt x="50" y="145"/>
                    <a:pt x="54" y="130"/>
                    <a:pt x="56" y="121"/>
                  </a:cubicBezTo>
                  <a:lnTo>
                    <a:pt x="65"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8" name="Freeform 587"/>
            <p:cNvSpPr>
              <a:spLocks noEditPoints="1"/>
            </p:cNvSpPr>
            <p:nvPr>
              <p:custDataLst>
                <p:tags r:id="rId59"/>
              </p:custDataLst>
            </p:nvPr>
          </p:nvSpPr>
          <p:spPr bwMode="auto">
            <a:xfrm>
              <a:off x="4278313" y="4979988"/>
              <a:ext cx="46038" cy="57150"/>
            </a:xfrm>
            <a:custGeom>
              <a:avLst/>
              <a:gdLst>
                <a:gd name="T0" fmla="*/ 54 w 149"/>
                <a:gd name="T1" fmla="*/ 74 h 158"/>
                <a:gd name="T2" fmla="*/ 110 w 149"/>
                <a:gd name="T3" fmla="*/ 67 h 158"/>
                <a:gd name="T4" fmla="*/ 141 w 149"/>
                <a:gd name="T5" fmla="*/ 31 h 158"/>
                <a:gd name="T6" fmla="*/ 98 w 149"/>
                <a:gd name="T7" fmla="*/ 0 h 158"/>
                <a:gd name="T8" fmla="*/ 0 w 149"/>
                <a:gd name="T9" fmla="*/ 92 h 158"/>
                <a:gd name="T10" fmla="*/ 62 w 149"/>
                <a:gd name="T11" fmla="*/ 158 h 158"/>
                <a:gd name="T12" fmla="*/ 149 w 149"/>
                <a:gd name="T13" fmla="*/ 118 h 158"/>
                <a:gd name="T14" fmla="*/ 143 w 149"/>
                <a:gd name="T15" fmla="*/ 112 h 158"/>
                <a:gd name="T16" fmla="*/ 137 w 149"/>
                <a:gd name="T17" fmla="*/ 116 h 158"/>
                <a:gd name="T18" fmla="*/ 63 w 149"/>
                <a:gd name="T19" fmla="*/ 148 h 158"/>
                <a:gd name="T20" fmla="*/ 28 w 149"/>
                <a:gd name="T21" fmla="*/ 106 h 158"/>
                <a:gd name="T22" fmla="*/ 32 w 149"/>
                <a:gd name="T23" fmla="*/ 74 h 158"/>
                <a:gd name="T24" fmla="*/ 54 w 149"/>
                <a:gd name="T25" fmla="*/ 74 h 158"/>
                <a:gd name="T26" fmla="*/ 35 w 149"/>
                <a:gd name="T27" fmla="*/ 65 h 158"/>
                <a:gd name="T28" fmla="*/ 98 w 149"/>
                <a:gd name="T29" fmla="*/ 10 h 158"/>
                <a:gd name="T30" fmla="*/ 126 w 149"/>
                <a:gd name="T31" fmla="*/ 31 h 158"/>
                <a:gd name="T32" fmla="*/ 52 w 149"/>
                <a:gd name="T33" fmla="*/ 65 h 158"/>
                <a:gd name="T34" fmla="*/ 35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4" y="74"/>
                  </a:moveTo>
                  <a:cubicBezTo>
                    <a:pt x="64" y="74"/>
                    <a:pt x="92" y="74"/>
                    <a:pt x="110" y="67"/>
                  </a:cubicBezTo>
                  <a:cubicBezTo>
                    <a:pt x="136" y="58"/>
                    <a:pt x="141" y="41"/>
                    <a:pt x="141" y="31"/>
                  </a:cubicBezTo>
                  <a:cubicBezTo>
                    <a:pt x="141" y="12"/>
                    <a:pt x="122" y="0"/>
                    <a:pt x="98" y="0"/>
                  </a:cubicBezTo>
                  <a:cubicBezTo>
                    <a:pt x="56" y="0"/>
                    <a:pt x="0" y="32"/>
                    <a:pt x="0" y="92"/>
                  </a:cubicBezTo>
                  <a:cubicBezTo>
                    <a:pt x="0" y="127"/>
                    <a:pt x="22" y="158"/>
                    <a:pt x="62" y="158"/>
                  </a:cubicBezTo>
                  <a:cubicBezTo>
                    <a:pt x="121" y="158"/>
                    <a:pt x="149" y="123"/>
                    <a:pt x="149" y="118"/>
                  </a:cubicBezTo>
                  <a:cubicBezTo>
                    <a:pt x="149" y="116"/>
                    <a:pt x="146" y="112"/>
                    <a:pt x="143" y="112"/>
                  </a:cubicBezTo>
                  <a:cubicBezTo>
                    <a:pt x="141" y="112"/>
                    <a:pt x="140" y="113"/>
                    <a:pt x="137" y="116"/>
                  </a:cubicBezTo>
                  <a:cubicBezTo>
                    <a:pt x="110" y="148"/>
                    <a:pt x="69" y="148"/>
                    <a:pt x="63" y="148"/>
                  </a:cubicBezTo>
                  <a:cubicBezTo>
                    <a:pt x="42" y="148"/>
                    <a:pt x="28" y="134"/>
                    <a:pt x="28" y="106"/>
                  </a:cubicBezTo>
                  <a:cubicBezTo>
                    <a:pt x="28" y="101"/>
                    <a:pt x="28" y="94"/>
                    <a:pt x="32" y="74"/>
                  </a:cubicBezTo>
                  <a:lnTo>
                    <a:pt x="54" y="74"/>
                  </a:lnTo>
                  <a:close/>
                  <a:moveTo>
                    <a:pt x="35" y="65"/>
                  </a:moveTo>
                  <a:cubicBezTo>
                    <a:pt x="49" y="14"/>
                    <a:pt x="88" y="10"/>
                    <a:pt x="98" y="10"/>
                  </a:cubicBezTo>
                  <a:cubicBezTo>
                    <a:pt x="113" y="10"/>
                    <a:pt x="126" y="18"/>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9" name="Freeform 588"/>
            <p:cNvSpPr>
              <a:spLocks/>
            </p:cNvSpPr>
            <p:nvPr>
              <p:custDataLst>
                <p:tags r:id="rId60"/>
              </p:custDataLst>
            </p:nvPr>
          </p:nvSpPr>
          <p:spPr bwMode="auto">
            <a:xfrm>
              <a:off x="4337051" y="4979988"/>
              <a:ext cx="50800" cy="57150"/>
            </a:xfrm>
            <a:custGeom>
              <a:avLst/>
              <a:gdLst>
                <a:gd name="T0" fmla="*/ 37 w 160"/>
                <a:gd name="T1" fmla="*/ 123 h 158"/>
                <a:gd name="T2" fmla="*/ 82 w 160"/>
                <a:gd name="T3" fmla="*/ 84 h 158"/>
                <a:gd name="T4" fmla="*/ 125 w 160"/>
                <a:gd name="T5" fmla="*/ 47 h 158"/>
                <a:gd name="T6" fmla="*/ 160 w 160"/>
                <a:gd name="T7" fmla="*/ 4 h 158"/>
                <a:gd name="T8" fmla="*/ 154 w 160"/>
                <a:gd name="T9" fmla="*/ 0 h 158"/>
                <a:gd name="T10" fmla="*/ 148 w 160"/>
                <a:gd name="T11" fmla="*/ 4 h 158"/>
                <a:gd name="T12" fmla="*/ 122 w 160"/>
                <a:gd name="T13" fmla="*/ 25 h 158"/>
                <a:gd name="T14" fmla="*/ 102 w 160"/>
                <a:gd name="T15" fmla="*/ 14 h 158"/>
                <a:gd name="T16" fmla="*/ 74 w 160"/>
                <a:gd name="T17" fmla="*/ 0 h 158"/>
                <a:gd name="T18" fmla="*/ 27 w 160"/>
                <a:gd name="T19" fmla="*/ 41 h 158"/>
                <a:gd name="T20" fmla="*/ 33 w 160"/>
                <a:gd name="T21" fmla="*/ 45 h 158"/>
                <a:gd name="T22" fmla="*/ 40 w 160"/>
                <a:gd name="T23" fmla="*/ 40 h 158"/>
                <a:gd name="T24" fmla="*/ 70 w 160"/>
                <a:gd name="T25" fmla="*/ 27 h 158"/>
                <a:gd name="T26" fmla="*/ 92 w 160"/>
                <a:gd name="T27" fmla="*/ 30 h 158"/>
                <a:gd name="T28" fmla="*/ 122 w 160"/>
                <a:gd name="T29" fmla="*/ 35 h 158"/>
                <a:gd name="T30" fmla="*/ 74 w 160"/>
                <a:gd name="T31" fmla="*/ 77 h 158"/>
                <a:gd name="T32" fmla="*/ 31 w 160"/>
                <a:gd name="T33" fmla="*/ 114 h 158"/>
                <a:gd name="T34" fmla="*/ 0 w 160"/>
                <a:gd name="T35" fmla="*/ 153 h 158"/>
                <a:gd name="T36" fmla="*/ 5 w 160"/>
                <a:gd name="T37" fmla="*/ 158 h 158"/>
                <a:gd name="T38" fmla="*/ 11 w 160"/>
                <a:gd name="T39" fmla="*/ 154 h 158"/>
                <a:gd name="T40" fmla="*/ 43 w 160"/>
                <a:gd name="T41" fmla="*/ 133 h 158"/>
                <a:gd name="T42" fmla="*/ 62 w 160"/>
                <a:gd name="T43" fmla="*/ 142 h 158"/>
                <a:gd name="T44" fmla="*/ 91 w 160"/>
                <a:gd name="T45" fmla="*/ 158 h 158"/>
                <a:gd name="T46" fmla="*/ 152 w 160"/>
                <a:gd name="T47" fmla="*/ 103 h 158"/>
                <a:gd name="T48" fmla="*/ 146 w 160"/>
                <a:gd name="T49" fmla="*/ 99 h 158"/>
                <a:gd name="T50" fmla="*/ 140 w 160"/>
                <a:gd name="T51" fmla="*/ 104 h 158"/>
                <a:gd name="T52" fmla="*/ 95 w 160"/>
                <a:gd name="T53" fmla="*/ 130 h 158"/>
                <a:gd name="T54" fmla="*/ 70 w 160"/>
                <a:gd name="T55" fmla="*/ 126 h 158"/>
                <a:gd name="T56" fmla="*/ 45 w 160"/>
                <a:gd name="T57" fmla="*/ 123 h 158"/>
                <a:gd name="T58" fmla="*/ 37 w 160"/>
                <a:gd name="T59" fmla="*/ 12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58">
                  <a:moveTo>
                    <a:pt x="37" y="123"/>
                  </a:moveTo>
                  <a:cubicBezTo>
                    <a:pt x="46" y="114"/>
                    <a:pt x="52" y="108"/>
                    <a:pt x="82" y="84"/>
                  </a:cubicBezTo>
                  <a:cubicBezTo>
                    <a:pt x="89" y="78"/>
                    <a:pt x="115" y="57"/>
                    <a:pt x="125" y="47"/>
                  </a:cubicBezTo>
                  <a:cubicBezTo>
                    <a:pt x="147" y="26"/>
                    <a:pt x="160" y="8"/>
                    <a:pt x="160" y="4"/>
                  </a:cubicBezTo>
                  <a:cubicBezTo>
                    <a:pt x="160" y="0"/>
                    <a:pt x="155" y="0"/>
                    <a:pt x="154" y="0"/>
                  </a:cubicBezTo>
                  <a:cubicBezTo>
                    <a:pt x="151" y="0"/>
                    <a:pt x="150" y="1"/>
                    <a:pt x="148" y="4"/>
                  </a:cubicBezTo>
                  <a:cubicBezTo>
                    <a:pt x="137" y="20"/>
                    <a:pt x="130" y="25"/>
                    <a:pt x="122" y="25"/>
                  </a:cubicBezTo>
                  <a:cubicBezTo>
                    <a:pt x="117" y="25"/>
                    <a:pt x="112" y="25"/>
                    <a:pt x="102" y="14"/>
                  </a:cubicBezTo>
                  <a:cubicBezTo>
                    <a:pt x="90" y="3"/>
                    <a:pt x="82" y="0"/>
                    <a:pt x="74" y="0"/>
                  </a:cubicBezTo>
                  <a:cubicBezTo>
                    <a:pt x="46" y="0"/>
                    <a:pt x="27" y="30"/>
                    <a:pt x="27" y="41"/>
                  </a:cubicBezTo>
                  <a:cubicBezTo>
                    <a:pt x="27" y="44"/>
                    <a:pt x="31" y="45"/>
                    <a:pt x="33" y="45"/>
                  </a:cubicBezTo>
                  <a:cubicBezTo>
                    <a:pt x="38" y="45"/>
                    <a:pt x="38" y="44"/>
                    <a:pt x="40" y="40"/>
                  </a:cubicBezTo>
                  <a:cubicBezTo>
                    <a:pt x="45" y="28"/>
                    <a:pt x="64" y="27"/>
                    <a:pt x="70" y="27"/>
                  </a:cubicBezTo>
                  <a:cubicBezTo>
                    <a:pt x="78" y="27"/>
                    <a:pt x="87" y="29"/>
                    <a:pt x="92" y="30"/>
                  </a:cubicBezTo>
                  <a:cubicBezTo>
                    <a:pt x="111" y="35"/>
                    <a:pt x="114" y="35"/>
                    <a:pt x="122" y="35"/>
                  </a:cubicBezTo>
                  <a:cubicBezTo>
                    <a:pt x="113" y="44"/>
                    <a:pt x="107" y="50"/>
                    <a:pt x="74" y="77"/>
                  </a:cubicBezTo>
                  <a:cubicBezTo>
                    <a:pt x="47" y="99"/>
                    <a:pt x="37" y="107"/>
                    <a:pt x="31" y="114"/>
                  </a:cubicBezTo>
                  <a:cubicBezTo>
                    <a:pt x="10" y="135"/>
                    <a:pt x="0" y="150"/>
                    <a:pt x="0" y="153"/>
                  </a:cubicBezTo>
                  <a:cubicBezTo>
                    <a:pt x="0" y="158"/>
                    <a:pt x="4" y="158"/>
                    <a:pt x="5" y="158"/>
                  </a:cubicBezTo>
                  <a:cubicBezTo>
                    <a:pt x="9" y="158"/>
                    <a:pt x="10" y="157"/>
                    <a:pt x="11" y="154"/>
                  </a:cubicBezTo>
                  <a:cubicBezTo>
                    <a:pt x="21" y="141"/>
                    <a:pt x="32" y="133"/>
                    <a:pt x="43" y="133"/>
                  </a:cubicBezTo>
                  <a:cubicBezTo>
                    <a:pt x="48" y="133"/>
                    <a:pt x="53" y="133"/>
                    <a:pt x="62" y="142"/>
                  </a:cubicBezTo>
                  <a:cubicBezTo>
                    <a:pt x="73" y="152"/>
                    <a:pt x="80" y="158"/>
                    <a:pt x="91" y="158"/>
                  </a:cubicBezTo>
                  <a:cubicBezTo>
                    <a:pt x="129" y="158"/>
                    <a:pt x="152" y="115"/>
                    <a:pt x="152" y="103"/>
                  </a:cubicBezTo>
                  <a:cubicBezTo>
                    <a:pt x="152" y="99"/>
                    <a:pt x="148" y="99"/>
                    <a:pt x="146" y="99"/>
                  </a:cubicBezTo>
                  <a:cubicBezTo>
                    <a:pt x="142" y="99"/>
                    <a:pt x="141" y="101"/>
                    <a:pt x="140" y="104"/>
                  </a:cubicBezTo>
                  <a:cubicBezTo>
                    <a:pt x="133" y="122"/>
                    <a:pt x="112" y="130"/>
                    <a:pt x="95" y="130"/>
                  </a:cubicBezTo>
                  <a:cubicBezTo>
                    <a:pt x="87" y="130"/>
                    <a:pt x="79" y="129"/>
                    <a:pt x="70" y="126"/>
                  </a:cubicBezTo>
                  <a:cubicBezTo>
                    <a:pt x="54" y="123"/>
                    <a:pt x="51" y="123"/>
                    <a:pt x="45" y="123"/>
                  </a:cubicBezTo>
                  <a:cubicBezTo>
                    <a:pt x="44" y="123"/>
                    <a:pt x="39" y="123"/>
                    <a:pt x="37"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7" name="Freeform 589"/>
            <p:cNvSpPr>
              <a:spLocks noEditPoints="1"/>
            </p:cNvSpPr>
            <p:nvPr>
              <p:custDataLst>
                <p:tags r:id="rId61"/>
              </p:custDataLst>
            </p:nvPr>
          </p:nvSpPr>
          <p:spPr bwMode="auto">
            <a:xfrm>
              <a:off x="4402138" y="4979988"/>
              <a:ext cx="47625" cy="57150"/>
            </a:xfrm>
            <a:custGeom>
              <a:avLst/>
              <a:gdLst>
                <a:gd name="T0" fmla="*/ 55 w 149"/>
                <a:gd name="T1" fmla="*/ 74 h 158"/>
                <a:gd name="T2" fmla="*/ 111 w 149"/>
                <a:gd name="T3" fmla="*/ 67 h 158"/>
                <a:gd name="T4" fmla="*/ 142 w 149"/>
                <a:gd name="T5" fmla="*/ 31 h 158"/>
                <a:gd name="T6" fmla="*/ 99 w 149"/>
                <a:gd name="T7" fmla="*/ 0 h 158"/>
                <a:gd name="T8" fmla="*/ 0 w 149"/>
                <a:gd name="T9" fmla="*/ 92 h 158"/>
                <a:gd name="T10" fmla="*/ 63 w 149"/>
                <a:gd name="T11" fmla="*/ 158 h 158"/>
                <a:gd name="T12" fmla="*/ 149 w 149"/>
                <a:gd name="T13" fmla="*/ 118 h 158"/>
                <a:gd name="T14" fmla="*/ 144 w 149"/>
                <a:gd name="T15" fmla="*/ 112 h 158"/>
                <a:gd name="T16" fmla="*/ 138 w 149"/>
                <a:gd name="T17" fmla="*/ 116 h 158"/>
                <a:gd name="T18" fmla="*/ 64 w 149"/>
                <a:gd name="T19" fmla="*/ 148 h 158"/>
                <a:gd name="T20" fmla="*/ 29 w 149"/>
                <a:gd name="T21" fmla="*/ 106 h 158"/>
                <a:gd name="T22" fmla="*/ 33 w 149"/>
                <a:gd name="T23" fmla="*/ 74 h 158"/>
                <a:gd name="T24" fmla="*/ 55 w 149"/>
                <a:gd name="T25" fmla="*/ 74 h 158"/>
                <a:gd name="T26" fmla="*/ 36 w 149"/>
                <a:gd name="T27" fmla="*/ 65 h 158"/>
                <a:gd name="T28" fmla="*/ 99 w 149"/>
                <a:gd name="T29" fmla="*/ 10 h 158"/>
                <a:gd name="T30" fmla="*/ 127 w 149"/>
                <a:gd name="T31" fmla="*/ 31 h 158"/>
                <a:gd name="T32" fmla="*/ 53 w 149"/>
                <a:gd name="T33" fmla="*/ 65 h 158"/>
                <a:gd name="T34" fmla="*/ 36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4"/>
                  </a:moveTo>
                  <a:cubicBezTo>
                    <a:pt x="65" y="74"/>
                    <a:pt x="92" y="74"/>
                    <a:pt x="111" y="67"/>
                  </a:cubicBezTo>
                  <a:cubicBezTo>
                    <a:pt x="137" y="58"/>
                    <a:pt x="142" y="41"/>
                    <a:pt x="142" y="31"/>
                  </a:cubicBezTo>
                  <a:cubicBezTo>
                    <a:pt x="142" y="12"/>
                    <a:pt x="123" y="0"/>
                    <a:pt x="99" y="0"/>
                  </a:cubicBezTo>
                  <a:cubicBezTo>
                    <a:pt x="57" y="0"/>
                    <a:pt x="0" y="32"/>
                    <a:pt x="0" y="92"/>
                  </a:cubicBezTo>
                  <a:cubicBezTo>
                    <a:pt x="0" y="127"/>
                    <a:pt x="22" y="158"/>
                    <a:pt x="63" y="158"/>
                  </a:cubicBezTo>
                  <a:cubicBezTo>
                    <a:pt x="122" y="158"/>
                    <a:pt x="149" y="123"/>
                    <a:pt x="149" y="118"/>
                  </a:cubicBezTo>
                  <a:cubicBezTo>
                    <a:pt x="149" y="116"/>
                    <a:pt x="146" y="112"/>
                    <a:pt x="144" y="112"/>
                  </a:cubicBezTo>
                  <a:cubicBezTo>
                    <a:pt x="141" y="112"/>
                    <a:pt x="141" y="113"/>
                    <a:pt x="138" y="116"/>
                  </a:cubicBezTo>
                  <a:cubicBezTo>
                    <a:pt x="111" y="148"/>
                    <a:pt x="70" y="148"/>
                    <a:pt x="64" y="148"/>
                  </a:cubicBezTo>
                  <a:cubicBezTo>
                    <a:pt x="43" y="148"/>
                    <a:pt x="29" y="134"/>
                    <a:pt x="29" y="106"/>
                  </a:cubicBezTo>
                  <a:cubicBezTo>
                    <a:pt x="29" y="101"/>
                    <a:pt x="29" y="94"/>
                    <a:pt x="33" y="74"/>
                  </a:cubicBezTo>
                  <a:lnTo>
                    <a:pt x="55" y="74"/>
                  </a:lnTo>
                  <a:close/>
                  <a:moveTo>
                    <a:pt x="36" y="65"/>
                  </a:moveTo>
                  <a:cubicBezTo>
                    <a:pt x="50" y="14"/>
                    <a:pt x="89" y="10"/>
                    <a:pt x="99" y="10"/>
                  </a:cubicBezTo>
                  <a:cubicBezTo>
                    <a:pt x="114" y="10"/>
                    <a:pt x="127" y="18"/>
                    <a:pt x="127" y="31"/>
                  </a:cubicBezTo>
                  <a:cubicBezTo>
                    <a:pt x="127" y="65"/>
                    <a:pt x="68" y="65"/>
                    <a:pt x="53" y="65"/>
                  </a:cubicBezTo>
                  <a:lnTo>
                    <a:pt x="36"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8" name="Freeform 590"/>
            <p:cNvSpPr>
              <a:spLocks/>
            </p:cNvSpPr>
            <p:nvPr>
              <p:custDataLst>
                <p:tags r:id="rId62"/>
              </p:custDataLst>
            </p:nvPr>
          </p:nvSpPr>
          <p:spPr bwMode="auto">
            <a:xfrm>
              <a:off x="4460876" y="4979988"/>
              <a:ext cx="50800" cy="57150"/>
            </a:xfrm>
            <a:custGeom>
              <a:avLst/>
              <a:gdLst>
                <a:gd name="T0" fmla="*/ 66 w 162"/>
                <a:gd name="T1" fmla="*/ 84 h 158"/>
                <a:gd name="T2" fmla="*/ 75 w 162"/>
                <a:gd name="T3" fmla="*/ 48 h 158"/>
                <a:gd name="T4" fmla="*/ 97 w 162"/>
                <a:gd name="T5" fmla="*/ 20 h 158"/>
                <a:gd name="T6" fmla="*/ 125 w 162"/>
                <a:gd name="T7" fmla="*/ 10 h 158"/>
                <a:gd name="T8" fmla="*/ 144 w 162"/>
                <a:gd name="T9" fmla="*/ 15 h 158"/>
                <a:gd name="T10" fmla="*/ 129 w 162"/>
                <a:gd name="T11" fmla="*/ 34 h 158"/>
                <a:gd name="T12" fmla="*/ 143 w 162"/>
                <a:gd name="T13" fmla="*/ 47 h 158"/>
                <a:gd name="T14" fmla="*/ 162 w 162"/>
                <a:gd name="T15" fmla="*/ 26 h 158"/>
                <a:gd name="T16" fmla="*/ 125 w 162"/>
                <a:gd name="T17" fmla="*/ 0 h 158"/>
                <a:gd name="T18" fmla="*/ 76 w 162"/>
                <a:gd name="T19" fmla="*/ 25 h 158"/>
                <a:gd name="T20" fmla="*/ 40 w 162"/>
                <a:gd name="T21" fmla="*/ 0 h 158"/>
                <a:gd name="T22" fmla="*/ 13 w 162"/>
                <a:gd name="T23" fmla="*/ 18 h 158"/>
                <a:gd name="T24" fmla="*/ 0 w 162"/>
                <a:gd name="T25" fmla="*/ 53 h 158"/>
                <a:gd name="T26" fmla="*/ 6 w 162"/>
                <a:gd name="T27" fmla="*/ 58 h 158"/>
                <a:gd name="T28" fmla="*/ 14 w 162"/>
                <a:gd name="T29" fmla="*/ 48 h 158"/>
                <a:gd name="T30" fmla="*/ 39 w 162"/>
                <a:gd name="T31" fmla="*/ 10 h 158"/>
                <a:gd name="T32" fmla="*/ 51 w 162"/>
                <a:gd name="T33" fmla="*/ 27 h 158"/>
                <a:gd name="T34" fmla="*/ 45 w 162"/>
                <a:gd name="T35" fmla="*/ 56 h 158"/>
                <a:gd name="T36" fmla="*/ 38 w 162"/>
                <a:gd name="T37" fmla="*/ 87 h 158"/>
                <a:gd name="T38" fmla="*/ 26 w 162"/>
                <a:gd name="T39" fmla="*/ 132 h 158"/>
                <a:gd name="T40" fmla="*/ 23 w 162"/>
                <a:gd name="T41" fmla="*/ 146 h 158"/>
                <a:gd name="T42" fmla="*/ 35 w 162"/>
                <a:gd name="T43" fmla="*/ 158 h 158"/>
                <a:gd name="T44" fmla="*/ 50 w 162"/>
                <a:gd name="T45" fmla="*/ 147 h 158"/>
                <a:gd name="T46" fmla="*/ 56 w 162"/>
                <a:gd name="T47" fmla="*/ 121 h 158"/>
                <a:gd name="T48" fmla="*/ 66 w 162"/>
                <a:gd name="T49" fmla="*/ 8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8">
                  <a:moveTo>
                    <a:pt x="66" y="84"/>
                  </a:moveTo>
                  <a:cubicBezTo>
                    <a:pt x="66" y="81"/>
                    <a:pt x="74" y="50"/>
                    <a:pt x="75" y="48"/>
                  </a:cubicBezTo>
                  <a:cubicBezTo>
                    <a:pt x="76" y="45"/>
                    <a:pt x="86" y="28"/>
                    <a:pt x="97" y="20"/>
                  </a:cubicBezTo>
                  <a:cubicBezTo>
                    <a:pt x="101" y="17"/>
                    <a:pt x="110" y="10"/>
                    <a:pt x="125" y="10"/>
                  </a:cubicBezTo>
                  <a:cubicBezTo>
                    <a:pt x="129" y="10"/>
                    <a:pt x="137" y="10"/>
                    <a:pt x="144" y="15"/>
                  </a:cubicBezTo>
                  <a:cubicBezTo>
                    <a:pt x="133" y="18"/>
                    <a:pt x="129" y="28"/>
                    <a:pt x="129" y="34"/>
                  </a:cubicBezTo>
                  <a:cubicBezTo>
                    <a:pt x="129" y="42"/>
                    <a:pt x="135" y="47"/>
                    <a:pt x="143" y="47"/>
                  </a:cubicBezTo>
                  <a:cubicBezTo>
                    <a:pt x="151" y="47"/>
                    <a:pt x="162" y="40"/>
                    <a:pt x="162" y="26"/>
                  </a:cubicBezTo>
                  <a:cubicBezTo>
                    <a:pt x="162" y="7"/>
                    <a:pt x="143" y="0"/>
                    <a:pt x="125" y="0"/>
                  </a:cubicBezTo>
                  <a:cubicBezTo>
                    <a:pt x="107" y="0"/>
                    <a:pt x="92" y="7"/>
                    <a:pt x="76" y="25"/>
                  </a:cubicBezTo>
                  <a:cubicBezTo>
                    <a:pt x="70" y="4"/>
                    <a:pt x="49" y="0"/>
                    <a:pt x="40" y="0"/>
                  </a:cubicBezTo>
                  <a:cubicBezTo>
                    <a:pt x="28" y="0"/>
                    <a:pt x="19" y="8"/>
                    <a:pt x="13" y="18"/>
                  </a:cubicBezTo>
                  <a:cubicBezTo>
                    <a:pt x="5" y="32"/>
                    <a:pt x="0" y="52"/>
                    <a:pt x="0" y="53"/>
                  </a:cubicBezTo>
                  <a:cubicBezTo>
                    <a:pt x="0" y="58"/>
                    <a:pt x="5" y="58"/>
                    <a:pt x="6" y="58"/>
                  </a:cubicBezTo>
                  <a:cubicBezTo>
                    <a:pt x="11" y="58"/>
                    <a:pt x="11" y="57"/>
                    <a:pt x="14" y="48"/>
                  </a:cubicBezTo>
                  <a:cubicBezTo>
                    <a:pt x="19" y="26"/>
                    <a:pt x="26" y="10"/>
                    <a:pt x="39" y="10"/>
                  </a:cubicBezTo>
                  <a:cubicBezTo>
                    <a:pt x="48" y="10"/>
                    <a:pt x="51" y="18"/>
                    <a:pt x="51" y="27"/>
                  </a:cubicBezTo>
                  <a:cubicBezTo>
                    <a:pt x="51" y="34"/>
                    <a:pt x="48" y="47"/>
                    <a:pt x="45" y="56"/>
                  </a:cubicBezTo>
                  <a:cubicBezTo>
                    <a:pt x="43" y="65"/>
                    <a:pt x="39" y="80"/>
                    <a:pt x="38" y="87"/>
                  </a:cubicBezTo>
                  <a:lnTo>
                    <a:pt x="26" y="132"/>
                  </a:lnTo>
                  <a:cubicBezTo>
                    <a:pt x="25" y="137"/>
                    <a:pt x="23" y="145"/>
                    <a:pt x="23" y="146"/>
                  </a:cubicBezTo>
                  <a:cubicBezTo>
                    <a:pt x="23" y="154"/>
                    <a:pt x="29" y="158"/>
                    <a:pt x="35" y="158"/>
                  </a:cubicBezTo>
                  <a:cubicBezTo>
                    <a:pt x="40" y="158"/>
                    <a:pt x="47" y="154"/>
                    <a:pt x="50" y="147"/>
                  </a:cubicBezTo>
                  <a:cubicBezTo>
                    <a:pt x="51" y="145"/>
                    <a:pt x="54" y="130"/>
                    <a:pt x="56" y="121"/>
                  </a:cubicBezTo>
                  <a:lnTo>
                    <a:pt x="66" y="8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9" name="Freeform 591"/>
            <p:cNvSpPr>
              <a:spLocks/>
            </p:cNvSpPr>
            <p:nvPr>
              <p:custDataLst>
                <p:tags r:id="rId63"/>
              </p:custDataLst>
            </p:nvPr>
          </p:nvSpPr>
          <p:spPr bwMode="auto">
            <a:xfrm>
              <a:off x="4522788" y="4979988"/>
              <a:ext cx="53975" cy="57150"/>
            </a:xfrm>
            <a:custGeom>
              <a:avLst/>
              <a:gdLst>
                <a:gd name="T0" fmla="*/ 170 w 170"/>
                <a:gd name="T1" fmla="*/ 27 h 158"/>
                <a:gd name="T2" fmla="*/ 152 w 170"/>
                <a:gd name="T3" fmla="*/ 0 h 158"/>
                <a:gd name="T4" fmla="*/ 134 w 170"/>
                <a:gd name="T5" fmla="*/ 18 h 158"/>
                <a:gd name="T6" fmla="*/ 139 w 170"/>
                <a:gd name="T7" fmla="*/ 29 h 158"/>
                <a:gd name="T8" fmla="*/ 152 w 170"/>
                <a:gd name="T9" fmla="*/ 57 h 158"/>
                <a:gd name="T10" fmla="*/ 88 w 170"/>
                <a:gd name="T11" fmla="*/ 148 h 158"/>
                <a:gd name="T12" fmla="*/ 60 w 170"/>
                <a:gd name="T13" fmla="*/ 117 h 158"/>
                <a:gd name="T14" fmla="*/ 79 w 170"/>
                <a:gd name="T15" fmla="*/ 49 h 158"/>
                <a:gd name="T16" fmla="*/ 84 w 170"/>
                <a:gd name="T17" fmla="*/ 30 h 158"/>
                <a:gd name="T18" fmla="*/ 51 w 170"/>
                <a:gd name="T19" fmla="*/ 0 h 158"/>
                <a:gd name="T20" fmla="*/ 0 w 170"/>
                <a:gd name="T21" fmla="*/ 53 h 158"/>
                <a:gd name="T22" fmla="*/ 6 w 170"/>
                <a:gd name="T23" fmla="*/ 58 h 158"/>
                <a:gd name="T24" fmla="*/ 12 w 170"/>
                <a:gd name="T25" fmla="*/ 52 h 158"/>
                <a:gd name="T26" fmla="*/ 50 w 170"/>
                <a:gd name="T27" fmla="*/ 10 h 158"/>
                <a:gd name="T28" fmla="*/ 58 w 170"/>
                <a:gd name="T29" fmla="*/ 22 h 158"/>
                <a:gd name="T30" fmla="*/ 52 w 170"/>
                <a:gd name="T31" fmla="*/ 45 h 158"/>
                <a:gd name="T32" fmla="*/ 33 w 170"/>
                <a:gd name="T33" fmla="*/ 112 h 158"/>
                <a:gd name="T34" fmla="*/ 87 w 170"/>
                <a:gd name="T35" fmla="*/ 158 h 158"/>
                <a:gd name="T36" fmla="*/ 170 w 170"/>
                <a:gd name="T37" fmla="*/ 27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8">
                  <a:moveTo>
                    <a:pt x="170" y="27"/>
                  </a:moveTo>
                  <a:cubicBezTo>
                    <a:pt x="170" y="0"/>
                    <a:pt x="153" y="0"/>
                    <a:pt x="152" y="0"/>
                  </a:cubicBezTo>
                  <a:cubicBezTo>
                    <a:pt x="143" y="0"/>
                    <a:pt x="134" y="9"/>
                    <a:pt x="134" y="18"/>
                  </a:cubicBezTo>
                  <a:cubicBezTo>
                    <a:pt x="134" y="24"/>
                    <a:pt x="137" y="27"/>
                    <a:pt x="139" y="29"/>
                  </a:cubicBezTo>
                  <a:cubicBezTo>
                    <a:pt x="145" y="34"/>
                    <a:pt x="152" y="43"/>
                    <a:pt x="152" y="57"/>
                  </a:cubicBezTo>
                  <a:cubicBezTo>
                    <a:pt x="152" y="73"/>
                    <a:pt x="129" y="148"/>
                    <a:pt x="88" y="148"/>
                  </a:cubicBezTo>
                  <a:cubicBezTo>
                    <a:pt x="60" y="148"/>
                    <a:pt x="60" y="123"/>
                    <a:pt x="60" y="117"/>
                  </a:cubicBezTo>
                  <a:cubicBezTo>
                    <a:pt x="60" y="101"/>
                    <a:pt x="66" y="81"/>
                    <a:pt x="79" y="49"/>
                  </a:cubicBezTo>
                  <a:cubicBezTo>
                    <a:pt x="82" y="41"/>
                    <a:pt x="84" y="36"/>
                    <a:pt x="84" y="30"/>
                  </a:cubicBezTo>
                  <a:cubicBezTo>
                    <a:pt x="84" y="12"/>
                    <a:pt x="68" y="0"/>
                    <a:pt x="51" y="0"/>
                  </a:cubicBezTo>
                  <a:cubicBezTo>
                    <a:pt x="16" y="0"/>
                    <a:pt x="0" y="48"/>
                    <a:pt x="0" y="53"/>
                  </a:cubicBezTo>
                  <a:cubicBezTo>
                    <a:pt x="0" y="58"/>
                    <a:pt x="5" y="58"/>
                    <a:pt x="6" y="58"/>
                  </a:cubicBezTo>
                  <a:cubicBezTo>
                    <a:pt x="11" y="58"/>
                    <a:pt x="11" y="56"/>
                    <a:pt x="12" y="52"/>
                  </a:cubicBezTo>
                  <a:cubicBezTo>
                    <a:pt x="21" y="24"/>
                    <a:pt x="36" y="10"/>
                    <a:pt x="50" y="10"/>
                  </a:cubicBezTo>
                  <a:cubicBezTo>
                    <a:pt x="55" y="10"/>
                    <a:pt x="58" y="14"/>
                    <a:pt x="58" y="22"/>
                  </a:cubicBezTo>
                  <a:cubicBezTo>
                    <a:pt x="58" y="30"/>
                    <a:pt x="55" y="37"/>
                    <a:pt x="52" y="45"/>
                  </a:cubicBezTo>
                  <a:cubicBezTo>
                    <a:pt x="37" y="84"/>
                    <a:pt x="33" y="99"/>
                    <a:pt x="33" y="112"/>
                  </a:cubicBezTo>
                  <a:cubicBezTo>
                    <a:pt x="33" y="146"/>
                    <a:pt x="60" y="158"/>
                    <a:pt x="87" y="158"/>
                  </a:cubicBezTo>
                  <a:cubicBezTo>
                    <a:pt x="145" y="158"/>
                    <a:pt x="170" y="56"/>
                    <a:pt x="170" y="27"/>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0" name="Freeform 592"/>
            <p:cNvSpPr>
              <a:spLocks noEditPoints="1"/>
            </p:cNvSpPr>
            <p:nvPr>
              <p:custDataLst>
                <p:tags r:id="rId64"/>
              </p:custDataLst>
            </p:nvPr>
          </p:nvSpPr>
          <p:spPr bwMode="auto">
            <a:xfrm>
              <a:off x="4591051" y="4979988"/>
              <a:ext cx="55563" cy="57150"/>
            </a:xfrm>
            <a:custGeom>
              <a:avLst/>
              <a:gdLst>
                <a:gd name="T0" fmla="*/ 126 w 178"/>
                <a:gd name="T1" fmla="*/ 21 h 158"/>
                <a:gd name="T2" fmla="*/ 90 w 178"/>
                <a:gd name="T3" fmla="*/ 0 h 158"/>
                <a:gd name="T4" fmla="*/ 0 w 178"/>
                <a:gd name="T5" fmla="*/ 100 h 158"/>
                <a:gd name="T6" fmla="*/ 52 w 178"/>
                <a:gd name="T7" fmla="*/ 158 h 158"/>
                <a:gd name="T8" fmla="*/ 102 w 178"/>
                <a:gd name="T9" fmla="*/ 133 h 158"/>
                <a:gd name="T10" fmla="*/ 138 w 178"/>
                <a:gd name="T11" fmla="*/ 158 h 158"/>
                <a:gd name="T12" fmla="*/ 165 w 178"/>
                <a:gd name="T13" fmla="*/ 139 h 158"/>
                <a:gd name="T14" fmla="*/ 178 w 178"/>
                <a:gd name="T15" fmla="*/ 104 h 158"/>
                <a:gd name="T16" fmla="*/ 172 w 178"/>
                <a:gd name="T17" fmla="*/ 100 h 158"/>
                <a:gd name="T18" fmla="*/ 164 w 178"/>
                <a:gd name="T19" fmla="*/ 110 h 158"/>
                <a:gd name="T20" fmla="*/ 139 w 178"/>
                <a:gd name="T21" fmla="*/ 148 h 158"/>
                <a:gd name="T22" fmla="*/ 127 w 178"/>
                <a:gd name="T23" fmla="*/ 131 h 158"/>
                <a:gd name="T24" fmla="*/ 133 w 178"/>
                <a:gd name="T25" fmla="*/ 103 h 158"/>
                <a:gd name="T26" fmla="*/ 140 w 178"/>
                <a:gd name="T27" fmla="*/ 72 h 158"/>
                <a:gd name="T28" fmla="*/ 147 w 178"/>
                <a:gd name="T29" fmla="*/ 45 h 158"/>
                <a:gd name="T30" fmla="*/ 154 w 178"/>
                <a:gd name="T31" fmla="*/ 18 h 158"/>
                <a:gd name="T32" fmla="*/ 142 w 178"/>
                <a:gd name="T33" fmla="*/ 7 h 158"/>
                <a:gd name="T34" fmla="*/ 126 w 178"/>
                <a:gd name="T35" fmla="*/ 21 h 158"/>
                <a:gd name="T36" fmla="*/ 103 w 178"/>
                <a:gd name="T37" fmla="*/ 110 h 158"/>
                <a:gd name="T38" fmla="*/ 86 w 178"/>
                <a:gd name="T39" fmla="*/ 134 h 158"/>
                <a:gd name="T40" fmla="*/ 53 w 178"/>
                <a:gd name="T41" fmla="*/ 148 h 158"/>
                <a:gd name="T42" fmla="*/ 28 w 178"/>
                <a:gd name="T43" fmla="*/ 114 h 158"/>
                <a:gd name="T44" fmla="*/ 46 w 178"/>
                <a:gd name="T45" fmla="*/ 43 h 158"/>
                <a:gd name="T46" fmla="*/ 90 w 178"/>
                <a:gd name="T47" fmla="*/ 10 h 158"/>
                <a:gd name="T48" fmla="*/ 121 w 178"/>
                <a:gd name="T49" fmla="*/ 40 h 158"/>
                <a:gd name="T50" fmla="*/ 120 w 178"/>
                <a:gd name="T51" fmla="*/ 45 h 158"/>
                <a:gd name="T52" fmla="*/ 103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8" y="9"/>
                    <a:pt x="106" y="0"/>
                    <a:pt x="90" y="0"/>
                  </a:cubicBezTo>
                  <a:cubicBezTo>
                    <a:pt x="45" y="0"/>
                    <a:pt x="0" y="49"/>
                    <a:pt x="0" y="100"/>
                  </a:cubicBezTo>
                  <a:cubicBezTo>
                    <a:pt x="0" y="133"/>
                    <a:pt x="22" y="158"/>
                    <a:pt x="52" y="158"/>
                  </a:cubicBezTo>
                  <a:cubicBezTo>
                    <a:pt x="71" y="158"/>
                    <a:pt x="88" y="147"/>
                    <a:pt x="102" y="133"/>
                  </a:cubicBezTo>
                  <a:cubicBezTo>
                    <a:pt x="109" y="154"/>
                    <a:pt x="129" y="158"/>
                    <a:pt x="138" y="158"/>
                  </a:cubicBezTo>
                  <a:cubicBezTo>
                    <a:pt x="150" y="158"/>
                    <a:pt x="159" y="150"/>
                    <a:pt x="165" y="139"/>
                  </a:cubicBezTo>
                  <a:cubicBezTo>
                    <a:pt x="173" y="125"/>
                    <a:pt x="178" y="106"/>
                    <a:pt x="178" y="104"/>
                  </a:cubicBezTo>
                  <a:cubicBezTo>
                    <a:pt x="178" y="100"/>
                    <a:pt x="173" y="100"/>
                    <a:pt x="172" y="100"/>
                  </a:cubicBezTo>
                  <a:cubicBezTo>
                    <a:pt x="167" y="100"/>
                    <a:pt x="167" y="101"/>
                    <a:pt x="164" y="110"/>
                  </a:cubicBezTo>
                  <a:cubicBezTo>
                    <a:pt x="160" y="127"/>
                    <a:pt x="154" y="148"/>
                    <a:pt x="139" y="148"/>
                  </a:cubicBezTo>
                  <a:cubicBezTo>
                    <a:pt x="130" y="148"/>
                    <a:pt x="127" y="140"/>
                    <a:pt x="127" y="131"/>
                  </a:cubicBezTo>
                  <a:cubicBezTo>
                    <a:pt x="127" y="125"/>
                    <a:pt x="130" y="112"/>
                    <a:pt x="133" y="103"/>
                  </a:cubicBezTo>
                  <a:cubicBezTo>
                    <a:pt x="135" y="94"/>
                    <a:pt x="139" y="79"/>
                    <a:pt x="140" y="72"/>
                  </a:cubicBezTo>
                  <a:lnTo>
                    <a:pt x="147" y="45"/>
                  </a:lnTo>
                  <a:cubicBezTo>
                    <a:pt x="149" y="36"/>
                    <a:pt x="154" y="20"/>
                    <a:pt x="154" y="18"/>
                  </a:cubicBezTo>
                  <a:cubicBezTo>
                    <a:pt x="154" y="10"/>
                    <a:pt x="147" y="7"/>
                    <a:pt x="142" y="7"/>
                  </a:cubicBezTo>
                  <a:cubicBezTo>
                    <a:pt x="136" y="7"/>
                    <a:pt x="128" y="11"/>
                    <a:pt x="126" y="21"/>
                  </a:cubicBezTo>
                  <a:close/>
                  <a:moveTo>
                    <a:pt x="103" y="110"/>
                  </a:moveTo>
                  <a:cubicBezTo>
                    <a:pt x="101" y="120"/>
                    <a:pt x="93" y="127"/>
                    <a:pt x="86" y="134"/>
                  </a:cubicBezTo>
                  <a:cubicBezTo>
                    <a:pt x="82" y="137"/>
                    <a:pt x="68" y="148"/>
                    <a:pt x="53" y="148"/>
                  </a:cubicBezTo>
                  <a:cubicBezTo>
                    <a:pt x="41" y="148"/>
                    <a:pt x="28" y="139"/>
                    <a:pt x="28" y="114"/>
                  </a:cubicBezTo>
                  <a:cubicBezTo>
                    <a:pt x="28" y="95"/>
                    <a:pt x="38" y="57"/>
                    <a:pt x="46" y="43"/>
                  </a:cubicBezTo>
                  <a:cubicBezTo>
                    <a:pt x="62" y="15"/>
                    <a:pt x="80" y="10"/>
                    <a:pt x="90" y="10"/>
                  </a:cubicBezTo>
                  <a:cubicBezTo>
                    <a:pt x="114" y="10"/>
                    <a:pt x="121" y="36"/>
                    <a:pt x="121" y="40"/>
                  </a:cubicBezTo>
                  <a:cubicBezTo>
                    <a:pt x="121" y="42"/>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1" name="Freeform 593"/>
            <p:cNvSpPr>
              <a:spLocks/>
            </p:cNvSpPr>
            <p:nvPr>
              <p:custDataLst>
                <p:tags r:id="rId65"/>
              </p:custDataLst>
            </p:nvPr>
          </p:nvSpPr>
          <p:spPr bwMode="auto">
            <a:xfrm>
              <a:off x="4659313" y="4979988"/>
              <a:ext cx="47625" cy="57150"/>
            </a:xfrm>
            <a:custGeom>
              <a:avLst/>
              <a:gdLst>
                <a:gd name="T0" fmla="*/ 131 w 151"/>
                <a:gd name="T1" fmla="*/ 20 h 158"/>
                <a:gd name="T2" fmla="*/ 113 w 151"/>
                <a:gd name="T3" fmla="*/ 40 h 158"/>
                <a:gd name="T4" fmla="*/ 127 w 151"/>
                <a:gd name="T5" fmla="*/ 53 h 158"/>
                <a:gd name="T6" fmla="*/ 147 w 151"/>
                <a:gd name="T7" fmla="*/ 30 h 158"/>
                <a:gd name="T8" fmla="*/ 101 w 151"/>
                <a:gd name="T9" fmla="*/ 0 h 158"/>
                <a:gd name="T10" fmla="*/ 0 w 151"/>
                <a:gd name="T11" fmla="*/ 97 h 158"/>
                <a:gd name="T12" fmla="*/ 65 w 151"/>
                <a:gd name="T13" fmla="*/ 158 h 158"/>
                <a:gd name="T14" fmla="*/ 151 w 151"/>
                <a:gd name="T15" fmla="*/ 118 h 158"/>
                <a:gd name="T16" fmla="*/ 145 w 151"/>
                <a:gd name="T17" fmla="*/ 112 h 158"/>
                <a:gd name="T18" fmla="*/ 140 w 151"/>
                <a:gd name="T19" fmla="*/ 116 h 158"/>
                <a:gd name="T20" fmla="*/ 65 w 151"/>
                <a:gd name="T21" fmla="*/ 148 h 158"/>
                <a:gd name="T22" fmla="*/ 29 w 151"/>
                <a:gd name="T23" fmla="*/ 109 h 158"/>
                <a:gd name="T24" fmla="*/ 52 w 151"/>
                <a:gd name="T25" fmla="*/ 37 h 158"/>
                <a:gd name="T26" fmla="*/ 101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9" y="22"/>
                    <a:pt x="113" y="32"/>
                    <a:pt x="113" y="40"/>
                  </a:cubicBezTo>
                  <a:cubicBezTo>
                    <a:pt x="113" y="49"/>
                    <a:pt x="121" y="53"/>
                    <a:pt x="127" y="53"/>
                  </a:cubicBezTo>
                  <a:cubicBezTo>
                    <a:pt x="135" y="53"/>
                    <a:pt x="147" y="47"/>
                    <a:pt x="147" y="30"/>
                  </a:cubicBezTo>
                  <a:cubicBezTo>
                    <a:pt x="147" y="7"/>
                    <a:pt x="120" y="0"/>
                    <a:pt x="101" y="0"/>
                  </a:cubicBezTo>
                  <a:cubicBezTo>
                    <a:pt x="49" y="0"/>
                    <a:pt x="0" y="48"/>
                    <a:pt x="0" y="97"/>
                  </a:cubicBezTo>
                  <a:cubicBezTo>
                    <a:pt x="0" y="127"/>
                    <a:pt x="21" y="158"/>
                    <a:pt x="65" y="158"/>
                  </a:cubicBezTo>
                  <a:cubicBezTo>
                    <a:pt x="124" y="158"/>
                    <a:pt x="151" y="123"/>
                    <a:pt x="151" y="118"/>
                  </a:cubicBezTo>
                  <a:cubicBezTo>
                    <a:pt x="151" y="116"/>
                    <a:pt x="148" y="112"/>
                    <a:pt x="145" y="112"/>
                  </a:cubicBezTo>
                  <a:cubicBezTo>
                    <a:pt x="143" y="112"/>
                    <a:pt x="142" y="113"/>
                    <a:pt x="140" y="116"/>
                  </a:cubicBezTo>
                  <a:cubicBezTo>
                    <a:pt x="112" y="148"/>
                    <a:pt x="72" y="148"/>
                    <a:pt x="65" y="148"/>
                  </a:cubicBezTo>
                  <a:cubicBezTo>
                    <a:pt x="40" y="148"/>
                    <a:pt x="29" y="131"/>
                    <a:pt x="29" y="109"/>
                  </a:cubicBezTo>
                  <a:cubicBezTo>
                    <a:pt x="29" y="99"/>
                    <a:pt x="34" y="61"/>
                    <a:pt x="52" y="37"/>
                  </a:cubicBezTo>
                  <a:cubicBezTo>
                    <a:pt x="65" y="20"/>
                    <a:pt x="83" y="10"/>
                    <a:pt x="101" y="10"/>
                  </a:cubicBezTo>
                  <a:cubicBezTo>
                    <a:pt x="106" y="10"/>
                    <a:pt x="123"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2" name="Freeform 594"/>
            <p:cNvSpPr>
              <a:spLocks noEditPoints="1"/>
            </p:cNvSpPr>
            <p:nvPr>
              <p:custDataLst>
                <p:tags r:id="rId66"/>
              </p:custDataLst>
            </p:nvPr>
          </p:nvSpPr>
          <p:spPr bwMode="auto">
            <a:xfrm>
              <a:off x="4714876" y="4953001"/>
              <a:ext cx="33338" cy="84138"/>
            </a:xfrm>
            <a:custGeom>
              <a:avLst/>
              <a:gdLst>
                <a:gd name="T0" fmla="*/ 97 w 106"/>
                <a:gd name="T1" fmla="*/ 13 h 235"/>
                <a:gd name="T2" fmla="*/ 83 w 106"/>
                <a:gd name="T3" fmla="*/ 0 h 235"/>
                <a:gd name="T4" fmla="*/ 63 w 106"/>
                <a:gd name="T5" fmla="*/ 19 h 235"/>
                <a:gd name="T6" fmla="*/ 77 w 106"/>
                <a:gd name="T7" fmla="*/ 32 h 235"/>
                <a:gd name="T8" fmla="*/ 97 w 106"/>
                <a:gd name="T9" fmla="*/ 13 h 235"/>
                <a:gd name="T10" fmla="*/ 25 w 106"/>
                <a:gd name="T11" fmla="*/ 190 h 235"/>
                <a:gd name="T12" fmla="*/ 22 w 106"/>
                <a:gd name="T13" fmla="*/ 205 h 235"/>
                <a:gd name="T14" fmla="*/ 55 w 106"/>
                <a:gd name="T15" fmla="*/ 235 h 235"/>
                <a:gd name="T16" fmla="*/ 106 w 106"/>
                <a:gd name="T17" fmla="*/ 181 h 235"/>
                <a:gd name="T18" fmla="*/ 100 w 106"/>
                <a:gd name="T19" fmla="*/ 177 h 235"/>
                <a:gd name="T20" fmla="*/ 93 w 106"/>
                <a:gd name="T21" fmla="*/ 183 h 235"/>
                <a:gd name="T22" fmla="*/ 56 w 106"/>
                <a:gd name="T23" fmla="*/ 225 h 235"/>
                <a:gd name="T24" fmla="*/ 48 w 106"/>
                <a:gd name="T25" fmla="*/ 213 h 235"/>
                <a:gd name="T26" fmla="*/ 53 w 106"/>
                <a:gd name="T27" fmla="*/ 190 h 235"/>
                <a:gd name="T28" fmla="*/ 64 w 106"/>
                <a:gd name="T29" fmla="*/ 162 h 235"/>
                <a:gd name="T30" fmla="*/ 82 w 106"/>
                <a:gd name="T31" fmla="*/ 118 h 235"/>
                <a:gd name="T32" fmla="*/ 84 w 106"/>
                <a:gd name="T33" fmla="*/ 107 h 235"/>
                <a:gd name="T34" fmla="*/ 50 w 106"/>
                <a:gd name="T35" fmla="*/ 77 h 235"/>
                <a:gd name="T36" fmla="*/ 0 w 106"/>
                <a:gd name="T37" fmla="*/ 130 h 235"/>
                <a:gd name="T38" fmla="*/ 6 w 106"/>
                <a:gd name="T39" fmla="*/ 135 h 235"/>
                <a:gd name="T40" fmla="*/ 12 w 106"/>
                <a:gd name="T41" fmla="*/ 129 h 235"/>
                <a:gd name="T42" fmla="*/ 50 w 106"/>
                <a:gd name="T43" fmla="*/ 87 h 235"/>
                <a:gd name="T44" fmla="*/ 58 w 106"/>
                <a:gd name="T45" fmla="*/ 99 h 235"/>
                <a:gd name="T46" fmla="*/ 47 w 106"/>
                <a:gd name="T47" fmla="*/ 134 h 235"/>
                <a:gd name="T48" fmla="*/ 25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2" y="0"/>
                    <a:pt x="83" y="0"/>
                  </a:cubicBezTo>
                  <a:cubicBezTo>
                    <a:pt x="73" y="0"/>
                    <a:pt x="63" y="9"/>
                    <a:pt x="63" y="19"/>
                  </a:cubicBezTo>
                  <a:cubicBezTo>
                    <a:pt x="63" y="25"/>
                    <a:pt x="68" y="32"/>
                    <a:pt x="77" y="32"/>
                  </a:cubicBezTo>
                  <a:cubicBezTo>
                    <a:pt x="87" y="32"/>
                    <a:pt x="97" y="22"/>
                    <a:pt x="97" y="13"/>
                  </a:cubicBezTo>
                  <a:close/>
                  <a:moveTo>
                    <a:pt x="25" y="190"/>
                  </a:moveTo>
                  <a:cubicBezTo>
                    <a:pt x="24" y="195"/>
                    <a:pt x="22" y="199"/>
                    <a:pt x="22" y="205"/>
                  </a:cubicBezTo>
                  <a:cubicBezTo>
                    <a:pt x="22" y="221"/>
                    <a:pt x="36" y="235"/>
                    <a:pt x="55" y="235"/>
                  </a:cubicBezTo>
                  <a:cubicBezTo>
                    <a:pt x="90" y="235"/>
                    <a:pt x="106" y="186"/>
                    <a:pt x="106" y="181"/>
                  </a:cubicBezTo>
                  <a:cubicBezTo>
                    <a:pt x="106" y="177"/>
                    <a:pt x="101" y="177"/>
                    <a:pt x="100" y="177"/>
                  </a:cubicBezTo>
                  <a:cubicBezTo>
                    <a:pt x="95" y="177"/>
                    <a:pt x="95" y="179"/>
                    <a:pt x="93" y="183"/>
                  </a:cubicBezTo>
                  <a:cubicBezTo>
                    <a:pt x="85" y="210"/>
                    <a:pt x="70" y="225"/>
                    <a:pt x="56" y="225"/>
                  </a:cubicBezTo>
                  <a:cubicBezTo>
                    <a:pt x="50" y="225"/>
                    <a:pt x="48" y="220"/>
                    <a:pt x="48" y="213"/>
                  </a:cubicBezTo>
                  <a:cubicBezTo>
                    <a:pt x="48" y="205"/>
                    <a:pt x="50" y="198"/>
                    <a:pt x="53" y="190"/>
                  </a:cubicBezTo>
                  <a:cubicBezTo>
                    <a:pt x="57" y="181"/>
                    <a:pt x="61" y="171"/>
                    <a:pt x="64" y="162"/>
                  </a:cubicBezTo>
                  <a:cubicBezTo>
                    <a:pt x="68" y="154"/>
                    <a:pt x="80" y="122"/>
                    <a:pt x="82" y="118"/>
                  </a:cubicBezTo>
                  <a:cubicBezTo>
                    <a:pt x="83" y="114"/>
                    <a:pt x="84" y="110"/>
                    <a:pt x="84" y="107"/>
                  </a:cubicBezTo>
                  <a:cubicBezTo>
                    <a:pt x="84" y="90"/>
                    <a:pt x="70" y="77"/>
                    <a:pt x="50" y="77"/>
                  </a:cubicBezTo>
                  <a:cubicBezTo>
                    <a:pt x="16" y="77"/>
                    <a:pt x="0" y="125"/>
                    <a:pt x="0" y="130"/>
                  </a:cubicBezTo>
                  <a:cubicBezTo>
                    <a:pt x="0" y="135"/>
                    <a:pt x="5" y="135"/>
                    <a:pt x="6" y="135"/>
                  </a:cubicBezTo>
                  <a:cubicBezTo>
                    <a:pt x="11" y="135"/>
                    <a:pt x="11" y="133"/>
                    <a:pt x="12" y="129"/>
                  </a:cubicBezTo>
                  <a:cubicBezTo>
                    <a:pt x="21" y="99"/>
                    <a:pt x="37" y="87"/>
                    <a:pt x="50"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3" name="Freeform 595"/>
            <p:cNvSpPr>
              <a:spLocks noEditPoints="1"/>
            </p:cNvSpPr>
            <p:nvPr>
              <p:custDataLst>
                <p:tags r:id="rId67"/>
              </p:custDataLst>
            </p:nvPr>
          </p:nvSpPr>
          <p:spPr bwMode="auto">
            <a:xfrm>
              <a:off x="4752976" y="4953001"/>
              <a:ext cx="49213" cy="107950"/>
            </a:xfrm>
            <a:custGeom>
              <a:avLst/>
              <a:gdLst>
                <a:gd name="T0" fmla="*/ 154 w 154"/>
                <a:gd name="T1" fmla="*/ 13 h 302"/>
                <a:gd name="T2" fmla="*/ 140 w 154"/>
                <a:gd name="T3" fmla="*/ 0 h 302"/>
                <a:gd name="T4" fmla="*/ 120 w 154"/>
                <a:gd name="T5" fmla="*/ 19 h 302"/>
                <a:gd name="T6" fmla="*/ 134 w 154"/>
                <a:gd name="T7" fmla="*/ 32 h 302"/>
                <a:gd name="T8" fmla="*/ 154 w 154"/>
                <a:gd name="T9" fmla="*/ 13 h 302"/>
                <a:gd name="T10" fmla="*/ 80 w 154"/>
                <a:gd name="T11" fmla="*/ 248 h 302"/>
                <a:gd name="T12" fmla="*/ 35 w 154"/>
                <a:gd name="T13" fmla="*/ 292 h 302"/>
                <a:gd name="T14" fmla="*/ 22 w 154"/>
                <a:gd name="T15" fmla="*/ 290 h 302"/>
                <a:gd name="T16" fmla="*/ 34 w 154"/>
                <a:gd name="T17" fmla="*/ 273 h 302"/>
                <a:gd name="T18" fmla="*/ 20 w 154"/>
                <a:gd name="T19" fmla="*/ 260 h 302"/>
                <a:gd name="T20" fmla="*/ 0 w 154"/>
                <a:gd name="T21" fmla="*/ 280 h 302"/>
                <a:gd name="T22" fmla="*/ 35 w 154"/>
                <a:gd name="T23" fmla="*/ 302 h 302"/>
                <a:gd name="T24" fmla="*/ 107 w 154"/>
                <a:gd name="T25" fmla="*/ 247 h 302"/>
                <a:gd name="T26" fmla="*/ 139 w 154"/>
                <a:gd name="T27" fmla="*/ 122 h 302"/>
                <a:gd name="T28" fmla="*/ 141 w 154"/>
                <a:gd name="T29" fmla="*/ 110 h 302"/>
                <a:gd name="T30" fmla="*/ 103 w 154"/>
                <a:gd name="T31" fmla="*/ 77 h 302"/>
                <a:gd name="T32" fmla="*/ 42 w 154"/>
                <a:gd name="T33" fmla="*/ 130 h 302"/>
                <a:gd name="T34" fmla="*/ 48 w 154"/>
                <a:gd name="T35" fmla="*/ 135 h 302"/>
                <a:gd name="T36" fmla="*/ 55 w 154"/>
                <a:gd name="T37" fmla="*/ 129 h 302"/>
                <a:gd name="T38" fmla="*/ 102 w 154"/>
                <a:gd name="T39" fmla="*/ 87 h 302"/>
                <a:gd name="T40" fmla="*/ 114 w 154"/>
                <a:gd name="T41" fmla="*/ 104 h 302"/>
                <a:gd name="T42" fmla="*/ 113 w 154"/>
                <a:gd name="T43" fmla="*/ 114 h 302"/>
                <a:gd name="T44" fmla="*/ 80 w 154"/>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302">
                  <a:moveTo>
                    <a:pt x="154" y="13"/>
                  </a:moveTo>
                  <a:cubicBezTo>
                    <a:pt x="154" y="7"/>
                    <a:pt x="149" y="0"/>
                    <a:pt x="140" y="0"/>
                  </a:cubicBezTo>
                  <a:cubicBezTo>
                    <a:pt x="129" y="0"/>
                    <a:pt x="120" y="9"/>
                    <a:pt x="120" y="19"/>
                  </a:cubicBezTo>
                  <a:cubicBezTo>
                    <a:pt x="120" y="24"/>
                    <a:pt x="124" y="32"/>
                    <a:pt x="134" y="32"/>
                  </a:cubicBezTo>
                  <a:cubicBezTo>
                    <a:pt x="143" y="32"/>
                    <a:pt x="154" y="23"/>
                    <a:pt x="154" y="13"/>
                  </a:cubicBezTo>
                  <a:close/>
                  <a:moveTo>
                    <a:pt x="80" y="248"/>
                  </a:moveTo>
                  <a:cubicBezTo>
                    <a:pt x="74" y="272"/>
                    <a:pt x="55" y="292"/>
                    <a:pt x="35" y="292"/>
                  </a:cubicBezTo>
                  <a:cubicBezTo>
                    <a:pt x="30" y="292"/>
                    <a:pt x="26" y="292"/>
                    <a:pt x="22" y="290"/>
                  </a:cubicBezTo>
                  <a:cubicBezTo>
                    <a:pt x="31" y="286"/>
                    <a:pt x="34" y="278"/>
                    <a:pt x="34" y="273"/>
                  </a:cubicBezTo>
                  <a:cubicBezTo>
                    <a:pt x="34" y="264"/>
                    <a:pt x="27" y="260"/>
                    <a:pt x="20" y="260"/>
                  </a:cubicBezTo>
                  <a:cubicBezTo>
                    <a:pt x="9" y="260"/>
                    <a:pt x="0" y="269"/>
                    <a:pt x="0" y="280"/>
                  </a:cubicBezTo>
                  <a:cubicBezTo>
                    <a:pt x="0" y="294"/>
                    <a:pt x="14" y="302"/>
                    <a:pt x="35" y="302"/>
                  </a:cubicBezTo>
                  <a:cubicBezTo>
                    <a:pt x="56" y="302"/>
                    <a:pt x="97" y="290"/>
                    <a:pt x="107" y="247"/>
                  </a:cubicBezTo>
                  <a:lnTo>
                    <a:pt x="139" y="122"/>
                  </a:lnTo>
                  <a:cubicBezTo>
                    <a:pt x="140" y="118"/>
                    <a:pt x="141" y="115"/>
                    <a:pt x="141" y="110"/>
                  </a:cubicBezTo>
                  <a:cubicBezTo>
                    <a:pt x="141" y="91"/>
                    <a:pt x="124" y="77"/>
                    <a:pt x="103" y="77"/>
                  </a:cubicBezTo>
                  <a:cubicBezTo>
                    <a:pt x="65" y="77"/>
                    <a:pt x="42" y="126"/>
                    <a:pt x="42" y="130"/>
                  </a:cubicBezTo>
                  <a:cubicBezTo>
                    <a:pt x="42" y="135"/>
                    <a:pt x="47" y="135"/>
                    <a:pt x="48" y="135"/>
                  </a:cubicBezTo>
                  <a:cubicBezTo>
                    <a:pt x="52" y="135"/>
                    <a:pt x="53" y="134"/>
                    <a:pt x="55" y="129"/>
                  </a:cubicBezTo>
                  <a:cubicBezTo>
                    <a:pt x="64" y="109"/>
                    <a:pt x="82" y="87"/>
                    <a:pt x="102" y="87"/>
                  </a:cubicBezTo>
                  <a:cubicBezTo>
                    <a:pt x="111" y="87"/>
                    <a:pt x="114" y="93"/>
                    <a:pt x="114" y="104"/>
                  </a:cubicBezTo>
                  <a:cubicBezTo>
                    <a:pt x="114" y="108"/>
                    <a:pt x="113" y="113"/>
                    <a:pt x="113" y="114"/>
                  </a:cubicBezTo>
                  <a:lnTo>
                    <a:pt x="80"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4" name="Freeform 596"/>
            <p:cNvSpPr>
              <a:spLocks noEditPoints="1"/>
            </p:cNvSpPr>
            <p:nvPr>
              <p:custDataLst>
                <p:tags r:id="rId68"/>
              </p:custDataLst>
            </p:nvPr>
          </p:nvSpPr>
          <p:spPr bwMode="auto">
            <a:xfrm>
              <a:off x="4818063" y="4979988"/>
              <a:ext cx="57150" cy="57150"/>
            </a:xfrm>
            <a:custGeom>
              <a:avLst/>
              <a:gdLst>
                <a:gd name="T0" fmla="*/ 126 w 178"/>
                <a:gd name="T1" fmla="*/ 21 h 158"/>
                <a:gd name="T2" fmla="*/ 90 w 178"/>
                <a:gd name="T3" fmla="*/ 0 h 158"/>
                <a:gd name="T4" fmla="*/ 0 w 178"/>
                <a:gd name="T5" fmla="*/ 100 h 158"/>
                <a:gd name="T6" fmla="*/ 53 w 178"/>
                <a:gd name="T7" fmla="*/ 158 h 158"/>
                <a:gd name="T8" fmla="*/ 103 w 178"/>
                <a:gd name="T9" fmla="*/ 133 h 158"/>
                <a:gd name="T10" fmla="*/ 138 w 178"/>
                <a:gd name="T11" fmla="*/ 158 h 158"/>
                <a:gd name="T12" fmla="*/ 166 w 178"/>
                <a:gd name="T13" fmla="*/ 139 h 158"/>
                <a:gd name="T14" fmla="*/ 178 w 178"/>
                <a:gd name="T15" fmla="*/ 104 h 158"/>
                <a:gd name="T16" fmla="*/ 173 w 178"/>
                <a:gd name="T17" fmla="*/ 100 h 158"/>
                <a:gd name="T18" fmla="*/ 165 w 178"/>
                <a:gd name="T19" fmla="*/ 110 h 158"/>
                <a:gd name="T20" fmla="*/ 140 w 178"/>
                <a:gd name="T21" fmla="*/ 148 h 158"/>
                <a:gd name="T22" fmla="*/ 128 w 178"/>
                <a:gd name="T23" fmla="*/ 131 h 158"/>
                <a:gd name="T24" fmla="*/ 133 w 178"/>
                <a:gd name="T25" fmla="*/ 103 h 158"/>
                <a:gd name="T26" fmla="*/ 141 w 178"/>
                <a:gd name="T27" fmla="*/ 72 h 158"/>
                <a:gd name="T28" fmla="*/ 148 w 178"/>
                <a:gd name="T29" fmla="*/ 45 h 158"/>
                <a:gd name="T30" fmla="*/ 154 w 178"/>
                <a:gd name="T31" fmla="*/ 18 h 158"/>
                <a:gd name="T32" fmla="*/ 142 w 178"/>
                <a:gd name="T33" fmla="*/ 7 h 158"/>
                <a:gd name="T34" fmla="*/ 126 w 178"/>
                <a:gd name="T35" fmla="*/ 21 h 158"/>
                <a:gd name="T36" fmla="*/ 104 w 178"/>
                <a:gd name="T37" fmla="*/ 110 h 158"/>
                <a:gd name="T38" fmla="*/ 86 w 178"/>
                <a:gd name="T39" fmla="*/ 134 h 158"/>
                <a:gd name="T40" fmla="*/ 54 w 178"/>
                <a:gd name="T41" fmla="*/ 148 h 158"/>
                <a:gd name="T42" fmla="*/ 29 w 178"/>
                <a:gd name="T43" fmla="*/ 114 h 158"/>
                <a:gd name="T44" fmla="*/ 47 w 178"/>
                <a:gd name="T45" fmla="*/ 43 h 158"/>
                <a:gd name="T46" fmla="*/ 90 w 178"/>
                <a:gd name="T47" fmla="*/ 10 h 158"/>
                <a:gd name="T48" fmla="*/ 121 w 178"/>
                <a:gd name="T49" fmla="*/ 40 h 158"/>
                <a:gd name="T50" fmla="*/ 120 w 178"/>
                <a:gd name="T51" fmla="*/ 45 h 158"/>
                <a:gd name="T52" fmla="*/ 104 w 178"/>
                <a:gd name="T53" fmla="*/ 11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8">
                  <a:moveTo>
                    <a:pt x="126" y="21"/>
                  </a:moveTo>
                  <a:cubicBezTo>
                    <a:pt x="119" y="9"/>
                    <a:pt x="107" y="0"/>
                    <a:pt x="90" y="0"/>
                  </a:cubicBezTo>
                  <a:cubicBezTo>
                    <a:pt x="46" y="0"/>
                    <a:pt x="0" y="49"/>
                    <a:pt x="0" y="100"/>
                  </a:cubicBezTo>
                  <a:cubicBezTo>
                    <a:pt x="0" y="133"/>
                    <a:pt x="23" y="158"/>
                    <a:pt x="53" y="158"/>
                  </a:cubicBezTo>
                  <a:cubicBezTo>
                    <a:pt x="72" y="158"/>
                    <a:pt x="89" y="147"/>
                    <a:pt x="103" y="133"/>
                  </a:cubicBezTo>
                  <a:cubicBezTo>
                    <a:pt x="109" y="154"/>
                    <a:pt x="129" y="158"/>
                    <a:pt x="138" y="158"/>
                  </a:cubicBezTo>
                  <a:cubicBezTo>
                    <a:pt x="151" y="158"/>
                    <a:pt x="160" y="150"/>
                    <a:pt x="166" y="139"/>
                  </a:cubicBezTo>
                  <a:cubicBezTo>
                    <a:pt x="174" y="125"/>
                    <a:pt x="178" y="106"/>
                    <a:pt x="178" y="104"/>
                  </a:cubicBezTo>
                  <a:cubicBezTo>
                    <a:pt x="178" y="100"/>
                    <a:pt x="174" y="100"/>
                    <a:pt x="173" y="100"/>
                  </a:cubicBezTo>
                  <a:cubicBezTo>
                    <a:pt x="168" y="100"/>
                    <a:pt x="167" y="101"/>
                    <a:pt x="165" y="110"/>
                  </a:cubicBezTo>
                  <a:cubicBezTo>
                    <a:pt x="161" y="127"/>
                    <a:pt x="154" y="148"/>
                    <a:pt x="140" y="148"/>
                  </a:cubicBezTo>
                  <a:cubicBezTo>
                    <a:pt x="130" y="148"/>
                    <a:pt x="128" y="140"/>
                    <a:pt x="128" y="131"/>
                  </a:cubicBezTo>
                  <a:cubicBezTo>
                    <a:pt x="128" y="125"/>
                    <a:pt x="131" y="112"/>
                    <a:pt x="133" y="103"/>
                  </a:cubicBezTo>
                  <a:cubicBezTo>
                    <a:pt x="136" y="94"/>
                    <a:pt x="139" y="79"/>
                    <a:pt x="141" y="72"/>
                  </a:cubicBezTo>
                  <a:lnTo>
                    <a:pt x="148" y="45"/>
                  </a:lnTo>
                  <a:cubicBezTo>
                    <a:pt x="150" y="36"/>
                    <a:pt x="154" y="20"/>
                    <a:pt x="154" y="18"/>
                  </a:cubicBezTo>
                  <a:cubicBezTo>
                    <a:pt x="154" y="10"/>
                    <a:pt x="148" y="7"/>
                    <a:pt x="142" y="7"/>
                  </a:cubicBezTo>
                  <a:cubicBezTo>
                    <a:pt x="136" y="7"/>
                    <a:pt x="128" y="11"/>
                    <a:pt x="126" y="21"/>
                  </a:cubicBezTo>
                  <a:close/>
                  <a:moveTo>
                    <a:pt x="104" y="110"/>
                  </a:moveTo>
                  <a:cubicBezTo>
                    <a:pt x="102" y="120"/>
                    <a:pt x="94" y="127"/>
                    <a:pt x="86" y="134"/>
                  </a:cubicBezTo>
                  <a:cubicBezTo>
                    <a:pt x="83" y="137"/>
                    <a:pt x="69" y="148"/>
                    <a:pt x="54" y="148"/>
                  </a:cubicBezTo>
                  <a:cubicBezTo>
                    <a:pt x="41" y="148"/>
                    <a:pt x="29" y="139"/>
                    <a:pt x="29" y="114"/>
                  </a:cubicBezTo>
                  <a:cubicBezTo>
                    <a:pt x="29" y="95"/>
                    <a:pt x="39" y="57"/>
                    <a:pt x="47" y="43"/>
                  </a:cubicBezTo>
                  <a:cubicBezTo>
                    <a:pt x="63" y="15"/>
                    <a:pt x="81" y="10"/>
                    <a:pt x="90" y="10"/>
                  </a:cubicBezTo>
                  <a:cubicBezTo>
                    <a:pt x="115" y="10"/>
                    <a:pt x="121" y="36"/>
                    <a:pt x="121" y="40"/>
                  </a:cubicBezTo>
                  <a:cubicBezTo>
                    <a:pt x="121" y="42"/>
                    <a:pt x="121" y="44"/>
                    <a:pt x="120" y="45"/>
                  </a:cubicBezTo>
                  <a:lnTo>
                    <a:pt x="104"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5" name="Freeform 597"/>
            <p:cNvSpPr>
              <a:spLocks/>
            </p:cNvSpPr>
            <p:nvPr>
              <p:custDataLst>
                <p:tags r:id="rId69"/>
              </p:custDataLst>
            </p:nvPr>
          </p:nvSpPr>
          <p:spPr bwMode="auto">
            <a:xfrm>
              <a:off x="4892676" y="5021263"/>
              <a:ext cx="12700" cy="14288"/>
            </a:xfrm>
            <a:custGeom>
              <a:avLst/>
              <a:gdLst>
                <a:gd name="T0" fmla="*/ 40 w 40"/>
                <a:gd name="T1" fmla="*/ 20 h 40"/>
                <a:gd name="T2" fmla="*/ 21 w 40"/>
                <a:gd name="T3" fmla="*/ 0 h 40"/>
                <a:gd name="T4" fmla="*/ 0 w 40"/>
                <a:gd name="T5" fmla="*/ 20 h 40"/>
                <a:gd name="T6" fmla="*/ 20 w 40"/>
                <a:gd name="T7" fmla="*/ 40 h 40"/>
                <a:gd name="T8" fmla="*/ 40 w 40"/>
                <a:gd name="T9" fmla="*/ 20 h 40"/>
              </a:gdLst>
              <a:ahLst/>
              <a:cxnLst>
                <a:cxn ang="0">
                  <a:pos x="T0" y="T1"/>
                </a:cxn>
                <a:cxn ang="0">
                  <a:pos x="T2" y="T3"/>
                </a:cxn>
                <a:cxn ang="0">
                  <a:pos x="T4" y="T5"/>
                </a:cxn>
                <a:cxn ang="0">
                  <a:pos x="T6" y="T7"/>
                </a:cxn>
                <a:cxn ang="0">
                  <a:pos x="T8" y="T9"/>
                </a:cxn>
              </a:cxnLst>
              <a:rect l="0" t="0" r="r" b="b"/>
              <a:pathLst>
                <a:path w="40" h="40">
                  <a:moveTo>
                    <a:pt x="40" y="20"/>
                  </a:moveTo>
                  <a:cubicBezTo>
                    <a:pt x="40" y="8"/>
                    <a:pt x="30" y="0"/>
                    <a:pt x="21" y="0"/>
                  </a:cubicBezTo>
                  <a:cubicBezTo>
                    <a:pt x="9" y="0"/>
                    <a:pt x="0" y="9"/>
                    <a:pt x="0" y="20"/>
                  </a:cubicBezTo>
                  <a:cubicBezTo>
                    <a:pt x="0" y="32"/>
                    <a:pt x="11" y="40"/>
                    <a:pt x="20" y="40"/>
                  </a:cubicBezTo>
                  <a:cubicBezTo>
                    <a:pt x="32" y="40"/>
                    <a:pt x="40" y="31"/>
                    <a:pt x="40"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0" name="Freeform 598"/>
            <p:cNvSpPr>
              <a:spLocks/>
            </p:cNvSpPr>
            <p:nvPr>
              <p:custDataLst>
                <p:tags r:id="rId70"/>
              </p:custDataLst>
            </p:nvPr>
          </p:nvSpPr>
          <p:spPr bwMode="auto">
            <a:xfrm>
              <a:off x="4924426" y="4979988"/>
              <a:ext cx="47625" cy="57150"/>
            </a:xfrm>
            <a:custGeom>
              <a:avLst/>
              <a:gdLst>
                <a:gd name="T0" fmla="*/ 131 w 151"/>
                <a:gd name="T1" fmla="*/ 20 h 158"/>
                <a:gd name="T2" fmla="*/ 113 w 151"/>
                <a:gd name="T3" fmla="*/ 40 h 158"/>
                <a:gd name="T4" fmla="*/ 127 w 151"/>
                <a:gd name="T5" fmla="*/ 53 h 158"/>
                <a:gd name="T6" fmla="*/ 147 w 151"/>
                <a:gd name="T7" fmla="*/ 30 h 158"/>
                <a:gd name="T8" fmla="*/ 101 w 151"/>
                <a:gd name="T9" fmla="*/ 0 h 158"/>
                <a:gd name="T10" fmla="*/ 0 w 151"/>
                <a:gd name="T11" fmla="*/ 97 h 158"/>
                <a:gd name="T12" fmla="*/ 65 w 151"/>
                <a:gd name="T13" fmla="*/ 158 h 158"/>
                <a:gd name="T14" fmla="*/ 151 w 151"/>
                <a:gd name="T15" fmla="*/ 118 h 158"/>
                <a:gd name="T16" fmla="*/ 145 w 151"/>
                <a:gd name="T17" fmla="*/ 112 h 158"/>
                <a:gd name="T18" fmla="*/ 140 w 151"/>
                <a:gd name="T19" fmla="*/ 116 h 158"/>
                <a:gd name="T20" fmla="*/ 65 w 151"/>
                <a:gd name="T21" fmla="*/ 148 h 158"/>
                <a:gd name="T22" fmla="*/ 29 w 151"/>
                <a:gd name="T23" fmla="*/ 109 h 158"/>
                <a:gd name="T24" fmla="*/ 52 w 151"/>
                <a:gd name="T25" fmla="*/ 37 h 158"/>
                <a:gd name="T26" fmla="*/ 101 w 151"/>
                <a:gd name="T27" fmla="*/ 10 h 158"/>
                <a:gd name="T28" fmla="*/ 131 w 151"/>
                <a:gd name="T29" fmla="*/ 2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8">
                  <a:moveTo>
                    <a:pt x="131" y="20"/>
                  </a:moveTo>
                  <a:cubicBezTo>
                    <a:pt x="119" y="22"/>
                    <a:pt x="113" y="32"/>
                    <a:pt x="113" y="40"/>
                  </a:cubicBezTo>
                  <a:cubicBezTo>
                    <a:pt x="113" y="49"/>
                    <a:pt x="121" y="53"/>
                    <a:pt x="127" y="53"/>
                  </a:cubicBezTo>
                  <a:cubicBezTo>
                    <a:pt x="135" y="53"/>
                    <a:pt x="147" y="47"/>
                    <a:pt x="147" y="30"/>
                  </a:cubicBezTo>
                  <a:cubicBezTo>
                    <a:pt x="147" y="7"/>
                    <a:pt x="120" y="0"/>
                    <a:pt x="101" y="0"/>
                  </a:cubicBezTo>
                  <a:cubicBezTo>
                    <a:pt x="49" y="0"/>
                    <a:pt x="0" y="48"/>
                    <a:pt x="0" y="97"/>
                  </a:cubicBezTo>
                  <a:cubicBezTo>
                    <a:pt x="0" y="127"/>
                    <a:pt x="21" y="158"/>
                    <a:pt x="65" y="158"/>
                  </a:cubicBezTo>
                  <a:cubicBezTo>
                    <a:pt x="124" y="158"/>
                    <a:pt x="151" y="123"/>
                    <a:pt x="151" y="118"/>
                  </a:cubicBezTo>
                  <a:cubicBezTo>
                    <a:pt x="151" y="116"/>
                    <a:pt x="148" y="112"/>
                    <a:pt x="145" y="112"/>
                  </a:cubicBezTo>
                  <a:cubicBezTo>
                    <a:pt x="143" y="112"/>
                    <a:pt x="142" y="113"/>
                    <a:pt x="140" y="116"/>
                  </a:cubicBezTo>
                  <a:cubicBezTo>
                    <a:pt x="112" y="148"/>
                    <a:pt x="72" y="148"/>
                    <a:pt x="65" y="148"/>
                  </a:cubicBezTo>
                  <a:cubicBezTo>
                    <a:pt x="40" y="148"/>
                    <a:pt x="29" y="131"/>
                    <a:pt x="29" y="109"/>
                  </a:cubicBezTo>
                  <a:cubicBezTo>
                    <a:pt x="29" y="99"/>
                    <a:pt x="34" y="61"/>
                    <a:pt x="52" y="37"/>
                  </a:cubicBezTo>
                  <a:cubicBezTo>
                    <a:pt x="65" y="20"/>
                    <a:pt x="83" y="10"/>
                    <a:pt x="101" y="10"/>
                  </a:cubicBezTo>
                  <a:cubicBezTo>
                    <a:pt x="106" y="10"/>
                    <a:pt x="123" y="11"/>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1" name="Freeform 599"/>
            <p:cNvSpPr>
              <a:spLocks noEditPoints="1"/>
            </p:cNvSpPr>
            <p:nvPr>
              <p:custDataLst>
                <p:tags r:id="rId71"/>
              </p:custDataLst>
            </p:nvPr>
          </p:nvSpPr>
          <p:spPr bwMode="auto">
            <a:xfrm>
              <a:off x="4979988" y="4953001"/>
              <a:ext cx="33338" cy="84138"/>
            </a:xfrm>
            <a:custGeom>
              <a:avLst/>
              <a:gdLst>
                <a:gd name="T0" fmla="*/ 97 w 106"/>
                <a:gd name="T1" fmla="*/ 13 h 235"/>
                <a:gd name="T2" fmla="*/ 83 w 106"/>
                <a:gd name="T3" fmla="*/ 0 h 235"/>
                <a:gd name="T4" fmla="*/ 63 w 106"/>
                <a:gd name="T5" fmla="*/ 19 h 235"/>
                <a:gd name="T6" fmla="*/ 77 w 106"/>
                <a:gd name="T7" fmla="*/ 32 h 235"/>
                <a:gd name="T8" fmla="*/ 97 w 106"/>
                <a:gd name="T9" fmla="*/ 13 h 235"/>
                <a:gd name="T10" fmla="*/ 25 w 106"/>
                <a:gd name="T11" fmla="*/ 190 h 235"/>
                <a:gd name="T12" fmla="*/ 22 w 106"/>
                <a:gd name="T13" fmla="*/ 205 h 235"/>
                <a:gd name="T14" fmla="*/ 55 w 106"/>
                <a:gd name="T15" fmla="*/ 235 h 235"/>
                <a:gd name="T16" fmla="*/ 106 w 106"/>
                <a:gd name="T17" fmla="*/ 181 h 235"/>
                <a:gd name="T18" fmla="*/ 100 w 106"/>
                <a:gd name="T19" fmla="*/ 177 h 235"/>
                <a:gd name="T20" fmla="*/ 93 w 106"/>
                <a:gd name="T21" fmla="*/ 183 h 235"/>
                <a:gd name="T22" fmla="*/ 56 w 106"/>
                <a:gd name="T23" fmla="*/ 225 h 235"/>
                <a:gd name="T24" fmla="*/ 48 w 106"/>
                <a:gd name="T25" fmla="*/ 213 h 235"/>
                <a:gd name="T26" fmla="*/ 53 w 106"/>
                <a:gd name="T27" fmla="*/ 190 h 235"/>
                <a:gd name="T28" fmla="*/ 64 w 106"/>
                <a:gd name="T29" fmla="*/ 162 h 235"/>
                <a:gd name="T30" fmla="*/ 82 w 106"/>
                <a:gd name="T31" fmla="*/ 118 h 235"/>
                <a:gd name="T32" fmla="*/ 84 w 106"/>
                <a:gd name="T33" fmla="*/ 107 h 235"/>
                <a:gd name="T34" fmla="*/ 50 w 106"/>
                <a:gd name="T35" fmla="*/ 77 h 235"/>
                <a:gd name="T36" fmla="*/ 0 w 106"/>
                <a:gd name="T37" fmla="*/ 130 h 235"/>
                <a:gd name="T38" fmla="*/ 6 w 106"/>
                <a:gd name="T39" fmla="*/ 135 h 235"/>
                <a:gd name="T40" fmla="*/ 12 w 106"/>
                <a:gd name="T41" fmla="*/ 129 h 235"/>
                <a:gd name="T42" fmla="*/ 49 w 106"/>
                <a:gd name="T43" fmla="*/ 87 h 235"/>
                <a:gd name="T44" fmla="*/ 58 w 106"/>
                <a:gd name="T45" fmla="*/ 99 h 235"/>
                <a:gd name="T46" fmla="*/ 47 w 106"/>
                <a:gd name="T47" fmla="*/ 134 h 235"/>
                <a:gd name="T48" fmla="*/ 25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2" y="0"/>
                    <a:pt x="83" y="0"/>
                  </a:cubicBezTo>
                  <a:cubicBezTo>
                    <a:pt x="73" y="0"/>
                    <a:pt x="63" y="9"/>
                    <a:pt x="63" y="19"/>
                  </a:cubicBezTo>
                  <a:cubicBezTo>
                    <a:pt x="63" y="25"/>
                    <a:pt x="68" y="32"/>
                    <a:pt x="77" y="32"/>
                  </a:cubicBezTo>
                  <a:cubicBezTo>
                    <a:pt x="87" y="32"/>
                    <a:pt x="97" y="22"/>
                    <a:pt x="97" y="13"/>
                  </a:cubicBezTo>
                  <a:close/>
                  <a:moveTo>
                    <a:pt x="25" y="190"/>
                  </a:moveTo>
                  <a:cubicBezTo>
                    <a:pt x="24" y="195"/>
                    <a:pt x="22" y="199"/>
                    <a:pt x="22" y="205"/>
                  </a:cubicBezTo>
                  <a:cubicBezTo>
                    <a:pt x="22" y="221"/>
                    <a:pt x="36" y="235"/>
                    <a:pt x="55" y="235"/>
                  </a:cubicBezTo>
                  <a:cubicBezTo>
                    <a:pt x="90" y="235"/>
                    <a:pt x="106" y="186"/>
                    <a:pt x="106" y="181"/>
                  </a:cubicBezTo>
                  <a:cubicBezTo>
                    <a:pt x="106" y="177"/>
                    <a:pt x="101" y="177"/>
                    <a:pt x="100" y="177"/>
                  </a:cubicBezTo>
                  <a:cubicBezTo>
                    <a:pt x="95" y="177"/>
                    <a:pt x="95" y="179"/>
                    <a:pt x="93" y="183"/>
                  </a:cubicBezTo>
                  <a:cubicBezTo>
                    <a:pt x="85" y="210"/>
                    <a:pt x="70" y="225"/>
                    <a:pt x="56" y="225"/>
                  </a:cubicBezTo>
                  <a:cubicBezTo>
                    <a:pt x="49" y="225"/>
                    <a:pt x="48" y="220"/>
                    <a:pt x="48" y="213"/>
                  </a:cubicBezTo>
                  <a:cubicBezTo>
                    <a:pt x="48" y="205"/>
                    <a:pt x="50" y="198"/>
                    <a:pt x="53" y="190"/>
                  </a:cubicBezTo>
                  <a:cubicBezTo>
                    <a:pt x="57" y="181"/>
                    <a:pt x="61" y="171"/>
                    <a:pt x="64" y="162"/>
                  </a:cubicBezTo>
                  <a:cubicBezTo>
                    <a:pt x="68" y="154"/>
                    <a:pt x="80" y="122"/>
                    <a:pt x="82" y="118"/>
                  </a:cubicBezTo>
                  <a:cubicBezTo>
                    <a:pt x="83" y="114"/>
                    <a:pt x="84" y="110"/>
                    <a:pt x="84" y="107"/>
                  </a:cubicBezTo>
                  <a:cubicBezTo>
                    <a:pt x="84" y="90"/>
                    <a:pt x="70" y="77"/>
                    <a:pt x="50" y="77"/>
                  </a:cubicBezTo>
                  <a:cubicBezTo>
                    <a:pt x="16" y="77"/>
                    <a:pt x="0" y="125"/>
                    <a:pt x="0" y="130"/>
                  </a:cubicBezTo>
                  <a:cubicBezTo>
                    <a:pt x="0" y="135"/>
                    <a:pt x="5" y="135"/>
                    <a:pt x="6" y="135"/>
                  </a:cubicBezTo>
                  <a:cubicBezTo>
                    <a:pt x="11" y="135"/>
                    <a:pt x="11" y="133"/>
                    <a:pt x="12" y="129"/>
                  </a:cubicBezTo>
                  <a:cubicBezTo>
                    <a:pt x="21" y="99"/>
                    <a:pt x="37" y="87"/>
                    <a:pt x="49"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2" name="Freeform 600"/>
            <p:cNvSpPr>
              <a:spLocks noEditPoints="1"/>
            </p:cNvSpPr>
            <p:nvPr>
              <p:custDataLst>
                <p:tags r:id="rId72"/>
              </p:custDataLst>
            </p:nvPr>
          </p:nvSpPr>
          <p:spPr bwMode="auto">
            <a:xfrm>
              <a:off x="5026026" y="4949826"/>
              <a:ext cx="57150" cy="87313"/>
            </a:xfrm>
            <a:custGeom>
              <a:avLst/>
              <a:gdLst>
                <a:gd name="T0" fmla="*/ 178 w 179"/>
                <a:gd name="T1" fmla="*/ 10 h 246"/>
                <a:gd name="T2" fmla="*/ 179 w 179"/>
                <a:gd name="T3" fmla="*/ 5 h 246"/>
                <a:gd name="T4" fmla="*/ 173 w 179"/>
                <a:gd name="T5" fmla="*/ 0 h 246"/>
                <a:gd name="T6" fmla="*/ 129 w 179"/>
                <a:gd name="T7" fmla="*/ 3 h 246"/>
                <a:gd name="T8" fmla="*/ 121 w 179"/>
                <a:gd name="T9" fmla="*/ 11 h 246"/>
                <a:gd name="T10" fmla="*/ 130 w 179"/>
                <a:gd name="T11" fmla="*/ 16 h 246"/>
                <a:gd name="T12" fmla="*/ 147 w 179"/>
                <a:gd name="T13" fmla="*/ 21 h 246"/>
                <a:gd name="T14" fmla="*/ 146 w 179"/>
                <a:gd name="T15" fmla="*/ 29 h 246"/>
                <a:gd name="T16" fmla="*/ 126 w 179"/>
                <a:gd name="T17" fmla="*/ 109 h 246"/>
                <a:gd name="T18" fmla="*/ 90 w 179"/>
                <a:gd name="T19" fmla="*/ 88 h 246"/>
                <a:gd name="T20" fmla="*/ 0 w 179"/>
                <a:gd name="T21" fmla="*/ 188 h 246"/>
                <a:gd name="T22" fmla="*/ 52 w 179"/>
                <a:gd name="T23" fmla="*/ 246 h 246"/>
                <a:gd name="T24" fmla="*/ 102 w 179"/>
                <a:gd name="T25" fmla="*/ 221 h 246"/>
                <a:gd name="T26" fmla="*/ 138 w 179"/>
                <a:gd name="T27" fmla="*/ 246 h 246"/>
                <a:gd name="T28" fmla="*/ 165 w 179"/>
                <a:gd name="T29" fmla="*/ 227 h 246"/>
                <a:gd name="T30" fmla="*/ 178 w 179"/>
                <a:gd name="T31" fmla="*/ 192 h 246"/>
                <a:gd name="T32" fmla="*/ 172 w 179"/>
                <a:gd name="T33" fmla="*/ 188 h 246"/>
                <a:gd name="T34" fmla="*/ 164 w 179"/>
                <a:gd name="T35" fmla="*/ 198 h 246"/>
                <a:gd name="T36" fmla="*/ 139 w 179"/>
                <a:gd name="T37" fmla="*/ 236 h 246"/>
                <a:gd name="T38" fmla="*/ 127 w 179"/>
                <a:gd name="T39" fmla="*/ 219 h 246"/>
                <a:gd name="T40" fmla="*/ 129 w 179"/>
                <a:gd name="T41" fmla="*/ 204 h 246"/>
                <a:gd name="T42" fmla="*/ 178 w 179"/>
                <a:gd name="T43" fmla="*/ 10 h 246"/>
                <a:gd name="T44" fmla="*/ 103 w 179"/>
                <a:gd name="T45" fmla="*/ 198 h 246"/>
                <a:gd name="T46" fmla="*/ 86 w 179"/>
                <a:gd name="T47" fmla="*/ 222 h 246"/>
                <a:gd name="T48" fmla="*/ 54 w 179"/>
                <a:gd name="T49" fmla="*/ 236 h 246"/>
                <a:gd name="T50" fmla="*/ 28 w 179"/>
                <a:gd name="T51" fmla="*/ 202 h 246"/>
                <a:gd name="T52" fmla="*/ 46 w 179"/>
                <a:gd name="T53" fmla="*/ 131 h 246"/>
                <a:gd name="T54" fmla="*/ 90 w 179"/>
                <a:gd name="T55" fmla="*/ 98 h 246"/>
                <a:gd name="T56" fmla="*/ 121 w 179"/>
                <a:gd name="T57" fmla="*/ 128 h 246"/>
                <a:gd name="T58" fmla="*/ 120 w 179"/>
                <a:gd name="T59" fmla="*/ 133 h 246"/>
                <a:gd name="T60" fmla="*/ 103 w 179"/>
                <a:gd name="T61" fmla="*/ 19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0"/>
                  </a:moveTo>
                  <a:cubicBezTo>
                    <a:pt x="178" y="10"/>
                    <a:pt x="179" y="5"/>
                    <a:pt x="179" y="5"/>
                  </a:cubicBezTo>
                  <a:cubicBezTo>
                    <a:pt x="179" y="3"/>
                    <a:pt x="178" y="0"/>
                    <a:pt x="173" y="0"/>
                  </a:cubicBezTo>
                  <a:cubicBezTo>
                    <a:pt x="166" y="0"/>
                    <a:pt x="138" y="3"/>
                    <a:pt x="129" y="3"/>
                  </a:cubicBezTo>
                  <a:cubicBezTo>
                    <a:pt x="126" y="4"/>
                    <a:pt x="121" y="4"/>
                    <a:pt x="121" y="11"/>
                  </a:cubicBezTo>
                  <a:cubicBezTo>
                    <a:pt x="121" y="16"/>
                    <a:pt x="126" y="16"/>
                    <a:pt x="130" y="16"/>
                  </a:cubicBezTo>
                  <a:cubicBezTo>
                    <a:pt x="147" y="16"/>
                    <a:pt x="147" y="19"/>
                    <a:pt x="147" y="21"/>
                  </a:cubicBezTo>
                  <a:cubicBezTo>
                    <a:pt x="147" y="24"/>
                    <a:pt x="146" y="26"/>
                    <a:pt x="146" y="29"/>
                  </a:cubicBezTo>
                  <a:lnTo>
                    <a:pt x="126" y="109"/>
                  </a:lnTo>
                  <a:cubicBezTo>
                    <a:pt x="118" y="97"/>
                    <a:pt x="107" y="88"/>
                    <a:pt x="90" y="88"/>
                  </a:cubicBezTo>
                  <a:cubicBezTo>
                    <a:pt x="45" y="88"/>
                    <a:pt x="0" y="137"/>
                    <a:pt x="0" y="188"/>
                  </a:cubicBezTo>
                  <a:cubicBezTo>
                    <a:pt x="0" y="221"/>
                    <a:pt x="23" y="246"/>
                    <a:pt x="52" y="246"/>
                  </a:cubicBezTo>
                  <a:cubicBezTo>
                    <a:pt x="71" y="246"/>
                    <a:pt x="88" y="235"/>
                    <a:pt x="102" y="221"/>
                  </a:cubicBezTo>
                  <a:cubicBezTo>
                    <a:pt x="109" y="242"/>
                    <a:pt x="129" y="246"/>
                    <a:pt x="138" y="246"/>
                  </a:cubicBezTo>
                  <a:cubicBezTo>
                    <a:pt x="150" y="246"/>
                    <a:pt x="159" y="238"/>
                    <a:pt x="165" y="227"/>
                  </a:cubicBezTo>
                  <a:cubicBezTo>
                    <a:pt x="173" y="213"/>
                    <a:pt x="178" y="194"/>
                    <a:pt x="178" y="192"/>
                  </a:cubicBezTo>
                  <a:cubicBezTo>
                    <a:pt x="178" y="188"/>
                    <a:pt x="173" y="188"/>
                    <a:pt x="172" y="188"/>
                  </a:cubicBezTo>
                  <a:cubicBezTo>
                    <a:pt x="167" y="188"/>
                    <a:pt x="167" y="189"/>
                    <a:pt x="164" y="198"/>
                  </a:cubicBezTo>
                  <a:cubicBezTo>
                    <a:pt x="160" y="215"/>
                    <a:pt x="154" y="236"/>
                    <a:pt x="139" y="236"/>
                  </a:cubicBezTo>
                  <a:cubicBezTo>
                    <a:pt x="130" y="236"/>
                    <a:pt x="127" y="228"/>
                    <a:pt x="127" y="219"/>
                  </a:cubicBezTo>
                  <a:cubicBezTo>
                    <a:pt x="127" y="212"/>
                    <a:pt x="128" y="209"/>
                    <a:pt x="129" y="204"/>
                  </a:cubicBezTo>
                  <a:lnTo>
                    <a:pt x="178" y="10"/>
                  </a:lnTo>
                  <a:close/>
                  <a:moveTo>
                    <a:pt x="103" y="198"/>
                  </a:moveTo>
                  <a:cubicBezTo>
                    <a:pt x="101" y="208"/>
                    <a:pt x="93" y="215"/>
                    <a:pt x="86" y="222"/>
                  </a:cubicBezTo>
                  <a:cubicBezTo>
                    <a:pt x="82" y="225"/>
                    <a:pt x="69" y="236"/>
                    <a:pt x="54" y="236"/>
                  </a:cubicBezTo>
                  <a:cubicBezTo>
                    <a:pt x="41" y="236"/>
                    <a:pt x="28" y="227"/>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3"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3" name="Freeform 601"/>
            <p:cNvSpPr>
              <a:spLocks noEditPoints="1"/>
            </p:cNvSpPr>
            <p:nvPr>
              <p:custDataLst>
                <p:tags r:id="rId73"/>
              </p:custDataLst>
            </p:nvPr>
          </p:nvSpPr>
          <p:spPr bwMode="auto">
            <a:xfrm>
              <a:off x="5092701" y="4987926"/>
              <a:ext cx="80963" cy="33338"/>
            </a:xfrm>
            <a:custGeom>
              <a:avLst/>
              <a:gdLst>
                <a:gd name="T0" fmla="*/ 244 w 257"/>
                <a:gd name="T1" fmla="*/ 17 h 94"/>
                <a:gd name="T2" fmla="*/ 257 w 257"/>
                <a:gd name="T3" fmla="*/ 8 h 94"/>
                <a:gd name="T4" fmla="*/ 244 w 257"/>
                <a:gd name="T5" fmla="*/ 0 h 94"/>
                <a:gd name="T6" fmla="*/ 13 w 257"/>
                <a:gd name="T7" fmla="*/ 0 h 94"/>
                <a:gd name="T8" fmla="*/ 0 w 257"/>
                <a:gd name="T9" fmla="*/ 8 h 94"/>
                <a:gd name="T10" fmla="*/ 14 w 257"/>
                <a:gd name="T11" fmla="*/ 17 h 94"/>
                <a:gd name="T12" fmla="*/ 244 w 257"/>
                <a:gd name="T13" fmla="*/ 17 h 94"/>
                <a:gd name="T14" fmla="*/ 244 w 257"/>
                <a:gd name="T15" fmla="*/ 94 h 94"/>
                <a:gd name="T16" fmla="*/ 257 w 257"/>
                <a:gd name="T17" fmla="*/ 85 h 94"/>
                <a:gd name="T18" fmla="*/ 244 w 257"/>
                <a:gd name="T19" fmla="*/ 76 h 94"/>
                <a:gd name="T20" fmla="*/ 14 w 257"/>
                <a:gd name="T21" fmla="*/ 76 h 94"/>
                <a:gd name="T22" fmla="*/ 0 w 257"/>
                <a:gd name="T23" fmla="*/ 85 h 94"/>
                <a:gd name="T24" fmla="*/ 13 w 257"/>
                <a:gd name="T25" fmla="*/ 94 h 94"/>
                <a:gd name="T26" fmla="*/ 244 w 257"/>
                <a:gd name="T2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94">
                  <a:moveTo>
                    <a:pt x="244" y="17"/>
                  </a:moveTo>
                  <a:cubicBezTo>
                    <a:pt x="249" y="17"/>
                    <a:pt x="257" y="17"/>
                    <a:pt x="257" y="8"/>
                  </a:cubicBezTo>
                  <a:cubicBezTo>
                    <a:pt x="257" y="0"/>
                    <a:pt x="249" y="0"/>
                    <a:pt x="244" y="0"/>
                  </a:cubicBezTo>
                  <a:lnTo>
                    <a:pt x="13" y="0"/>
                  </a:lnTo>
                  <a:cubicBezTo>
                    <a:pt x="9" y="0"/>
                    <a:pt x="0" y="0"/>
                    <a:pt x="0" y="8"/>
                  </a:cubicBezTo>
                  <a:cubicBezTo>
                    <a:pt x="0" y="17"/>
                    <a:pt x="8" y="17"/>
                    <a:pt x="14" y="17"/>
                  </a:cubicBezTo>
                  <a:lnTo>
                    <a:pt x="244" y="17"/>
                  </a:lnTo>
                  <a:close/>
                  <a:moveTo>
                    <a:pt x="244" y="94"/>
                  </a:moveTo>
                  <a:cubicBezTo>
                    <a:pt x="249" y="94"/>
                    <a:pt x="257" y="94"/>
                    <a:pt x="257" y="85"/>
                  </a:cubicBezTo>
                  <a:cubicBezTo>
                    <a:pt x="257" y="76"/>
                    <a:pt x="249" y="76"/>
                    <a:pt x="244" y="76"/>
                  </a:cubicBezTo>
                  <a:lnTo>
                    <a:pt x="14" y="76"/>
                  </a:lnTo>
                  <a:cubicBezTo>
                    <a:pt x="8" y="76"/>
                    <a:pt x="0" y="76"/>
                    <a:pt x="0" y="85"/>
                  </a:cubicBezTo>
                  <a:cubicBezTo>
                    <a:pt x="0" y="94"/>
                    <a:pt x="9" y="94"/>
                    <a:pt x="13" y="94"/>
                  </a:cubicBezTo>
                  <a:lnTo>
                    <a:pt x="244"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4" name="Freeform 602"/>
            <p:cNvSpPr>
              <a:spLocks/>
            </p:cNvSpPr>
            <p:nvPr>
              <p:custDataLst>
                <p:tags r:id="rId74"/>
              </p:custDataLst>
            </p:nvPr>
          </p:nvSpPr>
          <p:spPr bwMode="auto">
            <a:xfrm>
              <a:off x="5194301" y="4953001"/>
              <a:ext cx="39688" cy="82550"/>
            </a:xfrm>
            <a:custGeom>
              <a:avLst/>
              <a:gdLst>
                <a:gd name="T0" fmla="*/ 79 w 127"/>
                <a:gd name="T1" fmla="*/ 10 h 232"/>
                <a:gd name="T2" fmla="*/ 68 w 127"/>
                <a:gd name="T3" fmla="*/ 0 h 232"/>
                <a:gd name="T4" fmla="*/ 0 w 127"/>
                <a:gd name="T5" fmla="*/ 23 h 232"/>
                <a:gd name="T6" fmla="*/ 0 w 127"/>
                <a:gd name="T7" fmla="*/ 35 h 232"/>
                <a:gd name="T8" fmla="*/ 50 w 127"/>
                <a:gd name="T9" fmla="*/ 25 h 232"/>
                <a:gd name="T10" fmla="*/ 50 w 127"/>
                <a:gd name="T11" fmla="*/ 203 h 232"/>
                <a:gd name="T12" fmla="*/ 16 w 127"/>
                <a:gd name="T13" fmla="*/ 219 h 232"/>
                <a:gd name="T14" fmla="*/ 2 w 127"/>
                <a:gd name="T15" fmla="*/ 219 h 232"/>
                <a:gd name="T16" fmla="*/ 2 w 127"/>
                <a:gd name="T17" fmla="*/ 232 h 232"/>
                <a:gd name="T18" fmla="*/ 64 w 127"/>
                <a:gd name="T19" fmla="*/ 231 h 232"/>
                <a:gd name="T20" fmla="*/ 127 w 127"/>
                <a:gd name="T21" fmla="*/ 232 h 232"/>
                <a:gd name="T22" fmla="*/ 127 w 127"/>
                <a:gd name="T23" fmla="*/ 219 h 232"/>
                <a:gd name="T24" fmla="*/ 114 w 127"/>
                <a:gd name="T25" fmla="*/ 219 h 232"/>
                <a:gd name="T26" fmla="*/ 79 w 127"/>
                <a:gd name="T27" fmla="*/ 203 h 232"/>
                <a:gd name="T28" fmla="*/ 79 w 127"/>
                <a:gd name="T29" fmla="*/ 1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 h="232">
                  <a:moveTo>
                    <a:pt x="79" y="10"/>
                  </a:moveTo>
                  <a:cubicBezTo>
                    <a:pt x="79" y="1"/>
                    <a:pt x="78" y="0"/>
                    <a:pt x="68" y="0"/>
                  </a:cubicBezTo>
                  <a:cubicBezTo>
                    <a:pt x="46" y="22"/>
                    <a:pt x="14" y="23"/>
                    <a:pt x="0" y="23"/>
                  </a:cubicBezTo>
                  <a:lnTo>
                    <a:pt x="0" y="35"/>
                  </a:lnTo>
                  <a:cubicBezTo>
                    <a:pt x="8" y="35"/>
                    <a:pt x="31" y="35"/>
                    <a:pt x="50" y="25"/>
                  </a:cubicBezTo>
                  <a:lnTo>
                    <a:pt x="50" y="203"/>
                  </a:lnTo>
                  <a:cubicBezTo>
                    <a:pt x="50" y="215"/>
                    <a:pt x="50" y="219"/>
                    <a:pt x="16" y="219"/>
                  </a:cubicBezTo>
                  <a:lnTo>
                    <a:pt x="2" y="219"/>
                  </a:lnTo>
                  <a:lnTo>
                    <a:pt x="2" y="232"/>
                  </a:lnTo>
                  <a:cubicBezTo>
                    <a:pt x="9" y="232"/>
                    <a:pt x="51" y="231"/>
                    <a:pt x="64" y="231"/>
                  </a:cubicBezTo>
                  <a:cubicBezTo>
                    <a:pt x="75" y="231"/>
                    <a:pt x="119" y="232"/>
                    <a:pt x="127" y="232"/>
                  </a:cubicBezTo>
                  <a:lnTo>
                    <a:pt x="127" y="219"/>
                  </a:lnTo>
                  <a:lnTo>
                    <a:pt x="114" y="219"/>
                  </a:lnTo>
                  <a:cubicBezTo>
                    <a:pt x="79" y="219"/>
                    <a:pt x="79" y="215"/>
                    <a:pt x="79" y="203"/>
                  </a:cubicBezTo>
                  <a:lnTo>
                    <a:pt x="79"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5" name="Freeform 603"/>
            <p:cNvSpPr>
              <a:spLocks noEditPoints="1"/>
            </p:cNvSpPr>
            <p:nvPr>
              <p:custDataLst>
                <p:tags r:id="rId75"/>
              </p:custDataLst>
            </p:nvPr>
          </p:nvSpPr>
          <p:spPr bwMode="auto">
            <a:xfrm>
              <a:off x="5251451" y="4953001"/>
              <a:ext cx="50800" cy="85725"/>
            </a:xfrm>
            <a:custGeom>
              <a:avLst/>
              <a:gdLst>
                <a:gd name="T0" fmla="*/ 161 w 161"/>
                <a:gd name="T1" fmla="*/ 121 h 239"/>
                <a:gd name="T2" fmla="*/ 141 w 161"/>
                <a:gd name="T3" fmla="*/ 30 h 239"/>
                <a:gd name="T4" fmla="*/ 81 w 161"/>
                <a:gd name="T5" fmla="*/ 0 h 239"/>
                <a:gd name="T6" fmla="*/ 0 w 161"/>
                <a:gd name="T7" fmla="*/ 121 h 239"/>
                <a:gd name="T8" fmla="*/ 81 w 161"/>
                <a:gd name="T9" fmla="*/ 239 h 239"/>
                <a:gd name="T10" fmla="*/ 161 w 161"/>
                <a:gd name="T11" fmla="*/ 121 h 239"/>
                <a:gd name="T12" fmla="*/ 81 w 161"/>
                <a:gd name="T13" fmla="*/ 229 h 239"/>
                <a:gd name="T14" fmla="*/ 36 w 161"/>
                <a:gd name="T15" fmla="*/ 191 h 239"/>
                <a:gd name="T16" fmla="*/ 31 w 161"/>
                <a:gd name="T17" fmla="*/ 116 h 239"/>
                <a:gd name="T18" fmla="*/ 37 w 161"/>
                <a:gd name="T19" fmla="*/ 45 h 239"/>
                <a:gd name="T20" fmla="*/ 81 w 161"/>
                <a:gd name="T21" fmla="*/ 10 h 239"/>
                <a:gd name="T22" fmla="*/ 124 w 161"/>
                <a:gd name="T23" fmla="*/ 42 h 239"/>
                <a:gd name="T24" fmla="*/ 130 w 161"/>
                <a:gd name="T25" fmla="*/ 116 h 239"/>
                <a:gd name="T26" fmla="*/ 125 w 161"/>
                <a:gd name="T27" fmla="*/ 190 h 239"/>
                <a:gd name="T28" fmla="*/ 81 w 161"/>
                <a:gd name="T29" fmla="*/ 229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1" h="239">
                  <a:moveTo>
                    <a:pt x="161" y="121"/>
                  </a:moveTo>
                  <a:cubicBezTo>
                    <a:pt x="161" y="82"/>
                    <a:pt x="157" y="55"/>
                    <a:pt x="141" y="30"/>
                  </a:cubicBezTo>
                  <a:cubicBezTo>
                    <a:pt x="130" y="14"/>
                    <a:pt x="108" y="0"/>
                    <a:pt x="81" y="0"/>
                  </a:cubicBezTo>
                  <a:cubicBezTo>
                    <a:pt x="0" y="0"/>
                    <a:pt x="0" y="96"/>
                    <a:pt x="0" y="121"/>
                  </a:cubicBezTo>
                  <a:cubicBezTo>
                    <a:pt x="0" y="146"/>
                    <a:pt x="0" y="239"/>
                    <a:pt x="81" y="239"/>
                  </a:cubicBezTo>
                  <a:cubicBezTo>
                    <a:pt x="161" y="239"/>
                    <a:pt x="161" y="146"/>
                    <a:pt x="161" y="121"/>
                  </a:cubicBezTo>
                  <a:close/>
                  <a:moveTo>
                    <a:pt x="81" y="229"/>
                  </a:moveTo>
                  <a:cubicBezTo>
                    <a:pt x="64" y="229"/>
                    <a:pt x="43" y="220"/>
                    <a:pt x="36" y="191"/>
                  </a:cubicBezTo>
                  <a:cubicBezTo>
                    <a:pt x="31" y="171"/>
                    <a:pt x="31" y="142"/>
                    <a:pt x="31" y="116"/>
                  </a:cubicBezTo>
                  <a:cubicBezTo>
                    <a:pt x="31" y="91"/>
                    <a:pt x="31" y="64"/>
                    <a:pt x="37" y="45"/>
                  </a:cubicBezTo>
                  <a:cubicBezTo>
                    <a:pt x="44" y="17"/>
                    <a:pt x="66" y="10"/>
                    <a:pt x="81" y="10"/>
                  </a:cubicBezTo>
                  <a:cubicBezTo>
                    <a:pt x="99" y="10"/>
                    <a:pt x="117" y="22"/>
                    <a:pt x="124" y="42"/>
                  </a:cubicBezTo>
                  <a:cubicBezTo>
                    <a:pt x="129" y="61"/>
                    <a:pt x="130" y="86"/>
                    <a:pt x="130" y="116"/>
                  </a:cubicBezTo>
                  <a:cubicBezTo>
                    <a:pt x="130" y="142"/>
                    <a:pt x="130" y="168"/>
                    <a:pt x="125" y="190"/>
                  </a:cubicBezTo>
                  <a:cubicBezTo>
                    <a:pt x="118" y="222"/>
                    <a:pt x="94" y="229"/>
                    <a:pt x="81" y="22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6" name="Freeform 604"/>
            <p:cNvSpPr>
              <a:spLocks/>
            </p:cNvSpPr>
            <p:nvPr>
              <p:custDataLst>
                <p:tags r:id="rId76"/>
              </p:custDataLst>
            </p:nvPr>
          </p:nvSpPr>
          <p:spPr bwMode="auto">
            <a:xfrm>
              <a:off x="5313363" y="4953001"/>
              <a:ext cx="50800" cy="85725"/>
            </a:xfrm>
            <a:custGeom>
              <a:avLst/>
              <a:gdLst>
                <a:gd name="T0" fmla="*/ 76 w 160"/>
                <a:gd name="T1" fmla="*/ 115 h 239"/>
                <a:gd name="T2" fmla="*/ 123 w 160"/>
                <a:gd name="T3" fmla="*/ 172 h 239"/>
                <a:gd name="T4" fmla="*/ 78 w 160"/>
                <a:gd name="T5" fmla="*/ 228 h 239"/>
                <a:gd name="T6" fmla="*/ 18 w 160"/>
                <a:gd name="T7" fmla="*/ 203 h 239"/>
                <a:gd name="T8" fmla="*/ 39 w 160"/>
                <a:gd name="T9" fmla="*/ 184 h 239"/>
                <a:gd name="T10" fmla="*/ 19 w 160"/>
                <a:gd name="T11" fmla="*/ 165 h 239"/>
                <a:gd name="T12" fmla="*/ 0 w 160"/>
                <a:gd name="T13" fmla="*/ 185 h 239"/>
                <a:gd name="T14" fmla="*/ 78 w 160"/>
                <a:gd name="T15" fmla="*/ 239 h 239"/>
                <a:gd name="T16" fmla="*/ 160 w 160"/>
                <a:gd name="T17" fmla="*/ 172 h 239"/>
                <a:gd name="T18" fmla="*/ 100 w 160"/>
                <a:gd name="T19" fmla="*/ 109 h 239"/>
                <a:gd name="T20" fmla="*/ 149 w 160"/>
                <a:gd name="T21" fmla="*/ 48 h 239"/>
                <a:gd name="T22" fmla="*/ 79 w 160"/>
                <a:gd name="T23" fmla="*/ 0 h 239"/>
                <a:gd name="T24" fmla="*/ 11 w 160"/>
                <a:gd name="T25" fmla="*/ 47 h 239"/>
                <a:gd name="T26" fmla="*/ 29 w 160"/>
                <a:gd name="T27" fmla="*/ 66 h 239"/>
                <a:gd name="T28" fmla="*/ 47 w 160"/>
                <a:gd name="T29" fmla="*/ 48 h 239"/>
                <a:gd name="T30" fmla="*/ 29 w 160"/>
                <a:gd name="T31" fmla="*/ 30 h 239"/>
                <a:gd name="T32" fmla="*/ 78 w 160"/>
                <a:gd name="T33" fmla="*/ 10 h 239"/>
                <a:gd name="T34" fmla="*/ 116 w 160"/>
                <a:gd name="T35" fmla="*/ 48 h 239"/>
                <a:gd name="T36" fmla="*/ 102 w 160"/>
                <a:gd name="T37" fmla="*/ 90 h 239"/>
                <a:gd name="T38" fmla="*/ 63 w 160"/>
                <a:gd name="T39" fmla="*/ 105 h 239"/>
                <a:gd name="T40" fmla="*/ 52 w 160"/>
                <a:gd name="T41" fmla="*/ 106 h 239"/>
                <a:gd name="T42" fmla="*/ 48 w 160"/>
                <a:gd name="T43" fmla="*/ 111 h 239"/>
                <a:gd name="T44" fmla="*/ 57 w 160"/>
                <a:gd name="T45" fmla="*/ 115 h 239"/>
                <a:gd name="T46" fmla="*/ 76 w 160"/>
                <a:gd name="T47" fmla="*/ 11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239">
                  <a:moveTo>
                    <a:pt x="76" y="115"/>
                  </a:moveTo>
                  <a:cubicBezTo>
                    <a:pt x="103" y="115"/>
                    <a:pt x="123" y="134"/>
                    <a:pt x="123" y="172"/>
                  </a:cubicBezTo>
                  <a:cubicBezTo>
                    <a:pt x="123" y="215"/>
                    <a:pt x="98" y="228"/>
                    <a:pt x="78" y="228"/>
                  </a:cubicBezTo>
                  <a:cubicBezTo>
                    <a:pt x="64" y="228"/>
                    <a:pt x="33" y="224"/>
                    <a:pt x="18" y="203"/>
                  </a:cubicBezTo>
                  <a:cubicBezTo>
                    <a:pt x="35" y="203"/>
                    <a:pt x="39" y="191"/>
                    <a:pt x="39" y="184"/>
                  </a:cubicBezTo>
                  <a:cubicBezTo>
                    <a:pt x="39" y="173"/>
                    <a:pt x="30" y="165"/>
                    <a:pt x="19" y="165"/>
                  </a:cubicBezTo>
                  <a:cubicBezTo>
                    <a:pt x="10" y="165"/>
                    <a:pt x="0" y="171"/>
                    <a:pt x="0" y="185"/>
                  </a:cubicBezTo>
                  <a:cubicBezTo>
                    <a:pt x="0" y="218"/>
                    <a:pt x="36" y="239"/>
                    <a:pt x="78" y="239"/>
                  </a:cubicBezTo>
                  <a:cubicBezTo>
                    <a:pt x="127" y="239"/>
                    <a:pt x="160" y="207"/>
                    <a:pt x="160" y="172"/>
                  </a:cubicBezTo>
                  <a:cubicBezTo>
                    <a:pt x="160" y="144"/>
                    <a:pt x="138" y="117"/>
                    <a:pt x="100" y="109"/>
                  </a:cubicBezTo>
                  <a:cubicBezTo>
                    <a:pt x="136" y="96"/>
                    <a:pt x="149" y="70"/>
                    <a:pt x="149" y="48"/>
                  </a:cubicBezTo>
                  <a:cubicBezTo>
                    <a:pt x="149" y="21"/>
                    <a:pt x="118" y="0"/>
                    <a:pt x="79" y="0"/>
                  </a:cubicBezTo>
                  <a:cubicBezTo>
                    <a:pt x="40" y="0"/>
                    <a:pt x="11" y="19"/>
                    <a:pt x="11" y="47"/>
                  </a:cubicBezTo>
                  <a:cubicBezTo>
                    <a:pt x="11" y="59"/>
                    <a:pt x="18" y="66"/>
                    <a:pt x="29" y="66"/>
                  </a:cubicBezTo>
                  <a:cubicBezTo>
                    <a:pt x="40" y="66"/>
                    <a:pt x="47" y="57"/>
                    <a:pt x="47" y="48"/>
                  </a:cubicBezTo>
                  <a:cubicBezTo>
                    <a:pt x="47" y="38"/>
                    <a:pt x="40" y="30"/>
                    <a:pt x="29" y="30"/>
                  </a:cubicBezTo>
                  <a:cubicBezTo>
                    <a:pt x="41" y="14"/>
                    <a:pt x="65" y="10"/>
                    <a:pt x="78" y="10"/>
                  </a:cubicBezTo>
                  <a:cubicBezTo>
                    <a:pt x="94" y="10"/>
                    <a:pt x="116" y="18"/>
                    <a:pt x="116" y="48"/>
                  </a:cubicBezTo>
                  <a:cubicBezTo>
                    <a:pt x="116" y="63"/>
                    <a:pt x="111" y="79"/>
                    <a:pt x="102" y="90"/>
                  </a:cubicBezTo>
                  <a:cubicBezTo>
                    <a:pt x="90" y="103"/>
                    <a:pt x="80" y="104"/>
                    <a:pt x="63" y="105"/>
                  </a:cubicBezTo>
                  <a:cubicBezTo>
                    <a:pt x="54" y="106"/>
                    <a:pt x="54" y="106"/>
                    <a:pt x="52" y="106"/>
                  </a:cubicBezTo>
                  <a:cubicBezTo>
                    <a:pt x="51" y="106"/>
                    <a:pt x="48" y="107"/>
                    <a:pt x="48" y="111"/>
                  </a:cubicBezTo>
                  <a:cubicBezTo>
                    <a:pt x="48" y="115"/>
                    <a:pt x="51" y="115"/>
                    <a:pt x="57" y="115"/>
                  </a:cubicBezTo>
                  <a:lnTo>
                    <a:pt x="76" y="11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7" name="Freeform 605"/>
            <p:cNvSpPr>
              <a:spLocks/>
            </p:cNvSpPr>
            <p:nvPr>
              <p:custDataLst>
                <p:tags r:id="rId77"/>
              </p:custDataLst>
            </p:nvPr>
          </p:nvSpPr>
          <p:spPr bwMode="auto">
            <a:xfrm>
              <a:off x="5394326" y="4875213"/>
              <a:ext cx="36513" cy="177800"/>
            </a:xfrm>
            <a:custGeom>
              <a:avLst/>
              <a:gdLst>
                <a:gd name="T0" fmla="*/ 115 w 115"/>
                <a:gd name="T1" fmla="*/ 494 h 499"/>
                <a:gd name="T2" fmla="*/ 107 w 115"/>
                <a:gd name="T3" fmla="*/ 483 h 499"/>
                <a:gd name="T4" fmla="*/ 29 w 115"/>
                <a:gd name="T5" fmla="*/ 249 h 499"/>
                <a:gd name="T6" fmla="*/ 109 w 115"/>
                <a:gd name="T7" fmla="*/ 13 h 499"/>
                <a:gd name="T8" fmla="*/ 115 w 115"/>
                <a:gd name="T9" fmla="*/ 5 h 499"/>
                <a:gd name="T10" fmla="*/ 110 w 115"/>
                <a:gd name="T11" fmla="*/ 0 h 499"/>
                <a:gd name="T12" fmla="*/ 31 w 115"/>
                <a:gd name="T13" fmla="*/ 97 h 499"/>
                <a:gd name="T14" fmla="*/ 0 w 115"/>
                <a:gd name="T15" fmla="*/ 249 h 499"/>
                <a:gd name="T16" fmla="*/ 33 w 115"/>
                <a:gd name="T17" fmla="*/ 405 h 499"/>
                <a:gd name="T18" fmla="*/ 110 w 115"/>
                <a:gd name="T19" fmla="*/ 499 h 499"/>
                <a:gd name="T20" fmla="*/ 115 w 115"/>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494"/>
                  </a:moveTo>
                  <a:cubicBezTo>
                    <a:pt x="115" y="493"/>
                    <a:pt x="115" y="492"/>
                    <a:pt x="107" y="483"/>
                  </a:cubicBezTo>
                  <a:cubicBezTo>
                    <a:pt x="45" y="420"/>
                    <a:pt x="29" y="326"/>
                    <a:pt x="29" y="249"/>
                  </a:cubicBezTo>
                  <a:cubicBezTo>
                    <a:pt x="29" y="163"/>
                    <a:pt x="48" y="76"/>
                    <a:pt x="109" y="13"/>
                  </a:cubicBezTo>
                  <a:cubicBezTo>
                    <a:pt x="115" y="7"/>
                    <a:pt x="115" y="6"/>
                    <a:pt x="115" y="5"/>
                  </a:cubicBezTo>
                  <a:cubicBezTo>
                    <a:pt x="115" y="1"/>
                    <a:pt x="113" y="0"/>
                    <a:pt x="110" y="0"/>
                  </a:cubicBezTo>
                  <a:cubicBezTo>
                    <a:pt x="105" y="0"/>
                    <a:pt x="61" y="34"/>
                    <a:pt x="31" y="97"/>
                  </a:cubicBezTo>
                  <a:cubicBezTo>
                    <a:pt x="6" y="152"/>
                    <a:pt x="0" y="208"/>
                    <a:pt x="0" y="249"/>
                  </a:cubicBezTo>
                  <a:cubicBezTo>
                    <a:pt x="0" y="288"/>
                    <a:pt x="5" y="349"/>
                    <a:pt x="33" y="405"/>
                  </a:cubicBezTo>
                  <a:cubicBezTo>
                    <a:pt x="63" y="467"/>
                    <a:pt x="105" y="499"/>
                    <a:pt x="110" y="499"/>
                  </a:cubicBezTo>
                  <a:cubicBezTo>
                    <a:pt x="113" y="499"/>
                    <a:pt x="115" y="498"/>
                    <a:pt x="115"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8" name="Freeform 606"/>
            <p:cNvSpPr>
              <a:spLocks/>
            </p:cNvSpPr>
            <p:nvPr>
              <p:custDataLst>
                <p:tags r:id="rId78"/>
              </p:custDataLst>
            </p:nvPr>
          </p:nvSpPr>
          <p:spPr bwMode="auto">
            <a:xfrm>
              <a:off x="5445126" y="4930776"/>
              <a:ext cx="63500" cy="80963"/>
            </a:xfrm>
            <a:custGeom>
              <a:avLst/>
              <a:gdLst>
                <a:gd name="T0" fmla="*/ 29 w 203"/>
                <a:gd name="T1" fmla="*/ 191 h 226"/>
                <a:gd name="T2" fmla="*/ 25 w 203"/>
                <a:gd name="T3" fmla="*/ 212 h 226"/>
                <a:gd name="T4" fmla="*/ 39 w 203"/>
                <a:gd name="T5" fmla="*/ 226 h 226"/>
                <a:gd name="T6" fmla="*/ 57 w 203"/>
                <a:gd name="T7" fmla="*/ 212 h 226"/>
                <a:gd name="T8" fmla="*/ 77 w 203"/>
                <a:gd name="T9" fmla="*/ 133 h 226"/>
                <a:gd name="T10" fmla="*/ 93 w 203"/>
                <a:gd name="T11" fmla="*/ 68 h 226"/>
                <a:gd name="T12" fmla="*/ 121 w 203"/>
                <a:gd name="T13" fmla="*/ 27 h 226"/>
                <a:gd name="T14" fmla="*/ 161 w 203"/>
                <a:gd name="T15" fmla="*/ 11 h 226"/>
                <a:gd name="T16" fmla="*/ 182 w 203"/>
                <a:gd name="T17" fmla="*/ 17 h 226"/>
                <a:gd name="T18" fmla="*/ 156 w 203"/>
                <a:gd name="T19" fmla="*/ 44 h 226"/>
                <a:gd name="T20" fmla="*/ 175 w 203"/>
                <a:gd name="T21" fmla="*/ 62 h 226"/>
                <a:gd name="T22" fmla="*/ 203 w 203"/>
                <a:gd name="T23" fmla="*/ 32 h 226"/>
                <a:gd name="T24" fmla="*/ 161 w 203"/>
                <a:gd name="T25" fmla="*/ 0 h 226"/>
                <a:gd name="T26" fmla="*/ 97 w 203"/>
                <a:gd name="T27" fmla="*/ 38 h 226"/>
                <a:gd name="T28" fmla="*/ 52 w 203"/>
                <a:gd name="T29" fmla="*/ 0 h 226"/>
                <a:gd name="T30" fmla="*/ 15 w 203"/>
                <a:gd name="T31" fmla="*/ 28 h 226"/>
                <a:gd name="T32" fmla="*/ 0 w 203"/>
                <a:gd name="T33" fmla="*/ 77 h 226"/>
                <a:gd name="T34" fmla="*/ 6 w 203"/>
                <a:gd name="T35" fmla="*/ 82 h 226"/>
                <a:gd name="T36" fmla="*/ 14 w 203"/>
                <a:gd name="T37" fmla="*/ 70 h 226"/>
                <a:gd name="T38" fmla="*/ 50 w 203"/>
                <a:gd name="T39" fmla="*/ 11 h 226"/>
                <a:gd name="T40" fmla="*/ 66 w 203"/>
                <a:gd name="T41" fmla="*/ 34 h 226"/>
                <a:gd name="T42" fmla="*/ 58 w 203"/>
                <a:gd name="T43" fmla="*/ 76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8" y="198"/>
                    <a:pt x="25" y="210"/>
                    <a:pt x="25" y="212"/>
                  </a:cubicBezTo>
                  <a:cubicBezTo>
                    <a:pt x="25" y="221"/>
                    <a:pt x="31" y="226"/>
                    <a:pt x="39" y="226"/>
                  </a:cubicBezTo>
                  <a:cubicBezTo>
                    <a:pt x="45" y="226"/>
                    <a:pt x="54" y="222"/>
                    <a:pt x="57" y="212"/>
                  </a:cubicBezTo>
                  <a:cubicBezTo>
                    <a:pt x="58" y="210"/>
                    <a:pt x="75" y="142"/>
                    <a:pt x="77" y="133"/>
                  </a:cubicBezTo>
                  <a:cubicBezTo>
                    <a:pt x="81" y="116"/>
                    <a:pt x="90" y="82"/>
                    <a:pt x="93" y="68"/>
                  </a:cubicBezTo>
                  <a:cubicBezTo>
                    <a:pt x="95" y="62"/>
                    <a:pt x="109" y="38"/>
                    <a:pt x="121" y="27"/>
                  </a:cubicBezTo>
                  <a:cubicBezTo>
                    <a:pt x="125" y="24"/>
                    <a:pt x="140" y="11"/>
                    <a:pt x="161" y="11"/>
                  </a:cubicBezTo>
                  <a:cubicBezTo>
                    <a:pt x="174" y="11"/>
                    <a:pt x="182" y="17"/>
                    <a:pt x="182" y="17"/>
                  </a:cubicBezTo>
                  <a:cubicBezTo>
                    <a:pt x="167" y="19"/>
                    <a:pt x="156" y="31"/>
                    <a:pt x="156" y="44"/>
                  </a:cubicBezTo>
                  <a:cubicBezTo>
                    <a:pt x="156" y="52"/>
                    <a:pt x="162" y="62"/>
                    <a:pt x="175" y="62"/>
                  </a:cubicBezTo>
                  <a:cubicBezTo>
                    <a:pt x="189" y="62"/>
                    <a:pt x="203" y="50"/>
                    <a:pt x="203" y="32"/>
                  </a:cubicBezTo>
                  <a:cubicBezTo>
                    <a:pt x="203" y="15"/>
                    <a:pt x="187" y="0"/>
                    <a:pt x="161" y="0"/>
                  </a:cubicBezTo>
                  <a:cubicBezTo>
                    <a:pt x="129" y="0"/>
                    <a:pt x="107" y="24"/>
                    <a:pt x="97" y="38"/>
                  </a:cubicBezTo>
                  <a:cubicBezTo>
                    <a:pt x="93" y="16"/>
                    <a:pt x="75" y="0"/>
                    <a:pt x="52" y="0"/>
                  </a:cubicBezTo>
                  <a:cubicBezTo>
                    <a:pt x="29" y="0"/>
                    <a:pt x="20" y="19"/>
                    <a:pt x="15" y="28"/>
                  </a:cubicBezTo>
                  <a:cubicBezTo>
                    <a:pt x="6" y="45"/>
                    <a:pt x="0" y="75"/>
                    <a:pt x="0" y="77"/>
                  </a:cubicBezTo>
                  <a:cubicBezTo>
                    <a:pt x="0" y="82"/>
                    <a:pt x="5" y="82"/>
                    <a:pt x="6" y="82"/>
                  </a:cubicBezTo>
                  <a:cubicBezTo>
                    <a:pt x="11" y="82"/>
                    <a:pt x="11" y="81"/>
                    <a:pt x="14" y="70"/>
                  </a:cubicBezTo>
                  <a:cubicBezTo>
                    <a:pt x="23" y="35"/>
                    <a:pt x="33" y="11"/>
                    <a:pt x="50" y="11"/>
                  </a:cubicBezTo>
                  <a:cubicBezTo>
                    <a:pt x="59" y="11"/>
                    <a:pt x="66" y="15"/>
                    <a:pt x="66" y="34"/>
                  </a:cubicBezTo>
                  <a:cubicBezTo>
                    <a:pt x="66" y="44"/>
                    <a:pt x="64" y="50"/>
                    <a:pt x="58" y="76"/>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89" name="Freeform 607"/>
            <p:cNvSpPr>
              <a:spLocks noEditPoints="1"/>
            </p:cNvSpPr>
            <p:nvPr>
              <p:custDataLst>
                <p:tags r:id="rId79"/>
              </p:custDataLst>
            </p:nvPr>
          </p:nvSpPr>
          <p:spPr bwMode="auto">
            <a:xfrm>
              <a:off x="5522913" y="4930776"/>
              <a:ext cx="60325" cy="80963"/>
            </a:xfrm>
            <a:custGeom>
              <a:avLst/>
              <a:gdLst>
                <a:gd name="T0" fmla="*/ 70 w 191"/>
                <a:gd name="T1" fmla="*/ 105 h 226"/>
                <a:gd name="T2" fmla="*/ 147 w 191"/>
                <a:gd name="T3" fmla="*/ 94 h 226"/>
                <a:gd name="T4" fmla="*/ 184 w 191"/>
                <a:gd name="T5" fmla="*/ 42 h 226"/>
                <a:gd name="T6" fmla="*/ 131 w 191"/>
                <a:gd name="T7" fmla="*/ 0 h 226"/>
                <a:gd name="T8" fmla="*/ 0 w 191"/>
                <a:gd name="T9" fmla="*/ 135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6 w 191"/>
                <a:gd name="T21" fmla="*/ 157 h 226"/>
                <a:gd name="T22" fmla="*/ 44 w 191"/>
                <a:gd name="T23" fmla="*/ 105 h 226"/>
                <a:gd name="T24" fmla="*/ 70 w 191"/>
                <a:gd name="T25" fmla="*/ 105 h 226"/>
                <a:gd name="T26" fmla="*/ 47 w 191"/>
                <a:gd name="T27" fmla="*/ 94 h 226"/>
                <a:gd name="T28" fmla="*/ 131 w 191"/>
                <a:gd name="T29" fmla="*/ 11 h 226"/>
                <a:gd name="T30" fmla="*/ 167 w 191"/>
                <a:gd name="T31" fmla="*/ 42 h 226"/>
                <a:gd name="T32" fmla="*/ 67 w 191"/>
                <a:gd name="T33" fmla="*/ 94 h 226"/>
                <a:gd name="T34" fmla="*/ 47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5" y="105"/>
                    <a:pt x="122" y="104"/>
                    <a:pt x="147" y="94"/>
                  </a:cubicBezTo>
                  <a:cubicBezTo>
                    <a:pt x="181" y="79"/>
                    <a:pt x="184" y="49"/>
                    <a:pt x="184" y="42"/>
                  </a:cubicBezTo>
                  <a:cubicBezTo>
                    <a:pt x="184" y="20"/>
                    <a:pt x="165" y="0"/>
                    <a:pt x="131" y="0"/>
                  </a:cubicBezTo>
                  <a:cubicBezTo>
                    <a:pt x="75" y="0"/>
                    <a:pt x="0" y="48"/>
                    <a:pt x="0" y="135"/>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40" y="215"/>
                    <a:pt x="85" y="215"/>
                    <a:pt x="79" y="215"/>
                  </a:cubicBezTo>
                  <a:cubicBezTo>
                    <a:pt x="40" y="215"/>
                    <a:pt x="36" y="173"/>
                    <a:pt x="36" y="157"/>
                  </a:cubicBezTo>
                  <a:cubicBezTo>
                    <a:pt x="36" y="151"/>
                    <a:pt x="36" y="135"/>
                    <a:pt x="44" y="105"/>
                  </a:cubicBezTo>
                  <a:lnTo>
                    <a:pt x="70" y="105"/>
                  </a:lnTo>
                  <a:close/>
                  <a:moveTo>
                    <a:pt x="47" y="94"/>
                  </a:moveTo>
                  <a:cubicBezTo>
                    <a:pt x="66" y="18"/>
                    <a:pt x="118" y="11"/>
                    <a:pt x="131" y="11"/>
                  </a:cubicBezTo>
                  <a:cubicBezTo>
                    <a:pt x="154" y="11"/>
                    <a:pt x="167" y="25"/>
                    <a:pt x="167" y="42"/>
                  </a:cubicBezTo>
                  <a:cubicBezTo>
                    <a:pt x="167" y="94"/>
                    <a:pt x="88"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0" name="Freeform 608"/>
            <p:cNvSpPr>
              <a:spLocks/>
            </p:cNvSpPr>
            <p:nvPr>
              <p:custDataLst>
                <p:tags r:id="rId80"/>
              </p:custDataLst>
            </p:nvPr>
          </p:nvSpPr>
          <p:spPr bwMode="auto">
            <a:xfrm>
              <a:off x="5595938" y="4930776"/>
              <a:ext cx="66675" cy="80963"/>
            </a:xfrm>
            <a:custGeom>
              <a:avLst/>
              <a:gdLst>
                <a:gd name="T0" fmla="*/ 45 w 212"/>
                <a:gd name="T1" fmla="*/ 179 h 226"/>
                <a:gd name="T2" fmla="*/ 104 w 212"/>
                <a:gd name="T3" fmla="*/ 122 h 226"/>
                <a:gd name="T4" fmla="*/ 153 w 212"/>
                <a:gd name="T5" fmla="*/ 77 h 226"/>
                <a:gd name="T6" fmla="*/ 212 w 212"/>
                <a:gd name="T7" fmla="*/ 5 h 226"/>
                <a:gd name="T8" fmla="*/ 206 w 212"/>
                <a:gd name="T9" fmla="*/ 0 h 226"/>
                <a:gd name="T10" fmla="*/ 199 w 212"/>
                <a:gd name="T11" fmla="*/ 5 h 226"/>
                <a:gd name="T12" fmla="*/ 161 w 212"/>
                <a:gd name="T13" fmla="*/ 37 h 226"/>
                <a:gd name="T14" fmla="*/ 136 w 212"/>
                <a:gd name="T15" fmla="*/ 21 h 226"/>
                <a:gd name="T16" fmla="*/ 101 w 212"/>
                <a:gd name="T17" fmla="*/ 0 h 226"/>
                <a:gd name="T18" fmla="*/ 41 w 212"/>
                <a:gd name="T19" fmla="*/ 57 h 226"/>
                <a:gd name="T20" fmla="*/ 47 w 212"/>
                <a:gd name="T21" fmla="*/ 62 h 226"/>
                <a:gd name="T22" fmla="*/ 54 w 212"/>
                <a:gd name="T23" fmla="*/ 57 h 226"/>
                <a:gd name="T24" fmla="*/ 96 w 212"/>
                <a:gd name="T25" fmla="*/ 33 h 226"/>
                <a:gd name="T26" fmla="*/ 127 w 212"/>
                <a:gd name="T27" fmla="*/ 41 h 226"/>
                <a:gd name="T28" fmla="*/ 166 w 212"/>
                <a:gd name="T29" fmla="*/ 48 h 226"/>
                <a:gd name="T30" fmla="*/ 97 w 212"/>
                <a:gd name="T31" fmla="*/ 113 h 226"/>
                <a:gd name="T32" fmla="*/ 52 w 212"/>
                <a:gd name="T33" fmla="*/ 155 h 226"/>
                <a:gd name="T34" fmla="*/ 0 w 212"/>
                <a:gd name="T35" fmla="*/ 221 h 226"/>
                <a:gd name="T36" fmla="*/ 6 w 212"/>
                <a:gd name="T37" fmla="*/ 226 h 226"/>
                <a:gd name="T38" fmla="*/ 14 w 212"/>
                <a:gd name="T39" fmla="*/ 219 h 226"/>
                <a:gd name="T40" fmla="*/ 57 w 212"/>
                <a:gd name="T41" fmla="*/ 188 h 226"/>
                <a:gd name="T42" fmla="*/ 86 w 212"/>
                <a:gd name="T43" fmla="*/ 207 h 226"/>
                <a:gd name="T44" fmla="*/ 117 w 212"/>
                <a:gd name="T45" fmla="*/ 226 h 226"/>
                <a:gd name="T46" fmla="*/ 196 w 212"/>
                <a:gd name="T47" fmla="*/ 149 h 226"/>
                <a:gd name="T48" fmla="*/ 190 w 212"/>
                <a:gd name="T49" fmla="*/ 144 h 226"/>
                <a:gd name="T50" fmla="*/ 183 w 212"/>
                <a:gd name="T51" fmla="*/ 150 h 226"/>
                <a:gd name="T52" fmla="*/ 123 w 212"/>
                <a:gd name="T53" fmla="*/ 192 h 226"/>
                <a:gd name="T54" fmla="*/ 93 w 212"/>
                <a:gd name="T55" fmla="*/ 186 h 226"/>
                <a:gd name="T56" fmla="*/ 59 w 212"/>
                <a:gd name="T57" fmla="*/ 177 h 226"/>
                <a:gd name="T58" fmla="*/ 45 w 212"/>
                <a:gd name="T59" fmla="*/ 17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2" h="226">
                  <a:moveTo>
                    <a:pt x="45" y="179"/>
                  </a:moveTo>
                  <a:cubicBezTo>
                    <a:pt x="72" y="150"/>
                    <a:pt x="87" y="137"/>
                    <a:pt x="104" y="122"/>
                  </a:cubicBezTo>
                  <a:cubicBezTo>
                    <a:pt x="104" y="121"/>
                    <a:pt x="135" y="95"/>
                    <a:pt x="153" y="77"/>
                  </a:cubicBezTo>
                  <a:cubicBezTo>
                    <a:pt x="201" y="31"/>
                    <a:pt x="212" y="7"/>
                    <a:pt x="212" y="5"/>
                  </a:cubicBezTo>
                  <a:cubicBezTo>
                    <a:pt x="212" y="0"/>
                    <a:pt x="207" y="0"/>
                    <a:pt x="206" y="0"/>
                  </a:cubicBezTo>
                  <a:cubicBezTo>
                    <a:pt x="203" y="0"/>
                    <a:pt x="201" y="1"/>
                    <a:pt x="199" y="5"/>
                  </a:cubicBezTo>
                  <a:cubicBezTo>
                    <a:pt x="184" y="29"/>
                    <a:pt x="173" y="37"/>
                    <a:pt x="161" y="37"/>
                  </a:cubicBezTo>
                  <a:cubicBezTo>
                    <a:pt x="149" y="37"/>
                    <a:pt x="143" y="30"/>
                    <a:pt x="136" y="21"/>
                  </a:cubicBezTo>
                  <a:cubicBezTo>
                    <a:pt x="126" y="10"/>
                    <a:pt x="118" y="0"/>
                    <a:pt x="101" y="0"/>
                  </a:cubicBezTo>
                  <a:cubicBezTo>
                    <a:pt x="64" y="0"/>
                    <a:pt x="41" y="46"/>
                    <a:pt x="41" y="57"/>
                  </a:cubicBezTo>
                  <a:cubicBezTo>
                    <a:pt x="41" y="59"/>
                    <a:pt x="43" y="62"/>
                    <a:pt x="47" y="62"/>
                  </a:cubicBezTo>
                  <a:cubicBezTo>
                    <a:pt x="52" y="62"/>
                    <a:pt x="53" y="60"/>
                    <a:pt x="54" y="57"/>
                  </a:cubicBezTo>
                  <a:cubicBezTo>
                    <a:pt x="63" y="34"/>
                    <a:pt x="92" y="33"/>
                    <a:pt x="96" y="33"/>
                  </a:cubicBezTo>
                  <a:cubicBezTo>
                    <a:pt x="106" y="33"/>
                    <a:pt x="116" y="37"/>
                    <a:pt x="127" y="41"/>
                  </a:cubicBezTo>
                  <a:cubicBezTo>
                    <a:pt x="147" y="48"/>
                    <a:pt x="153" y="48"/>
                    <a:pt x="166" y="48"/>
                  </a:cubicBezTo>
                  <a:cubicBezTo>
                    <a:pt x="148" y="70"/>
                    <a:pt x="106" y="105"/>
                    <a:pt x="97" y="113"/>
                  </a:cubicBezTo>
                  <a:lnTo>
                    <a:pt x="52" y="155"/>
                  </a:lnTo>
                  <a:cubicBezTo>
                    <a:pt x="18" y="189"/>
                    <a:pt x="0" y="217"/>
                    <a:pt x="0" y="221"/>
                  </a:cubicBezTo>
                  <a:cubicBezTo>
                    <a:pt x="0" y="226"/>
                    <a:pt x="5" y="226"/>
                    <a:pt x="6" y="226"/>
                  </a:cubicBezTo>
                  <a:cubicBezTo>
                    <a:pt x="10" y="226"/>
                    <a:pt x="11" y="225"/>
                    <a:pt x="14" y="219"/>
                  </a:cubicBezTo>
                  <a:cubicBezTo>
                    <a:pt x="26" y="202"/>
                    <a:pt x="41" y="188"/>
                    <a:pt x="57" y="188"/>
                  </a:cubicBezTo>
                  <a:cubicBezTo>
                    <a:pt x="68" y="188"/>
                    <a:pt x="73" y="193"/>
                    <a:pt x="86" y="207"/>
                  </a:cubicBezTo>
                  <a:cubicBezTo>
                    <a:pt x="94" y="218"/>
                    <a:pt x="103" y="226"/>
                    <a:pt x="117" y="226"/>
                  </a:cubicBezTo>
                  <a:cubicBezTo>
                    <a:pt x="167" y="226"/>
                    <a:pt x="196" y="162"/>
                    <a:pt x="196" y="149"/>
                  </a:cubicBezTo>
                  <a:cubicBezTo>
                    <a:pt x="196" y="146"/>
                    <a:pt x="194" y="144"/>
                    <a:pt x="190" y="144"/>
                  </a:cubicBezTo>
                  <a:cubicBezTo>
                    <a:pt x="185" y="144"/>
                    <a:pt x="184" y="147"/>
                    <a:pt x="183" y="150"/>
                  </a:cubicBezTo>
                  <a:cubicBezTo>
                    <a:pt x="171" y="183"/>
                    <a:pt x="139" y="192"/>
                    <a:pt x="123" y="192"/>
                  </a:cubicBezTo>
                  <a:cubicBezTo>
                    <a:pt x="113" y="192"/>
                    <a:pt x="104" y="189"/>
                    <a:pt x="93" y="186"/>
                  </a:cubicBezTo>
                  <a:cubicBezTo>
                    <a:pt x="77" y="179"/>
                    <a:pt x="69" y="177"/>
                    <a:pt x="59" y="177"/>
                  </a:cubicBezTo>
                  <a:cubicBezTo>
                    <a:pt x="58" y="177"/>
                    <a:pt x="50" y="177"/>
                    <a:pt x="45" y="17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1" name="Freeform 609"/>
            <p:cNvSpPr>
              <a:spLocks noEditPoints="1"/>
            </p:cNvSpPr>
            <p:nvPr>
              <p:custDataLst>
                <p:tags r:id="rId81"/>
              </p:custDataLst>
            </p:nvPr>
          </p:nvSpPr>
          <p:spPr bwMode="auto">
            <a:xfrm>
              <a:off x="5676901" y="4930776"/>
              <a:ext cx="60325" cy="80963"/>
            </a:xfrm>
            <a:custGeom>
              <a:avLst/>
              <a:gdLst>
                <a:gd name="T0" fmla="*/ 71 w 192"/>
                <a:gd name="T1" fmla="*/ 105 h 226"/>
                <a:gd name="T2" fmla="*/ 147 w 192"/>
                <a:gd name="T3" fmla="*/ 94 h 226"/>
                <a:gd name="T4" fmla="*/ 184 w 192"/>
                <a:gd name="T5" fmla="*/ 42 h 226"/>
                <a:gd name="T6" fmla="*/ 131 w 192"/>
                <a:gd name="T7" fmla="*/ 0 h 226"/>
                <a:gd name="T8" fmla="*/ 0 w 192"/>
                <a:gd name="T9" fmla="*/ 135 h 226"/>
                <a:gd name="T10" fmla="*/ 79 w 192"/>
                <a:gd name="T11" fmla="*/ 226 h 226"/>
                <a:gd name="T12" fmla="*/ 192 w 192"/>
                <a:gd name="T13" fmla="*/ 167 h 226"/>
                <a:gd name="T14" fmla="*/ 186 w 192"/>
                <a:gd name="T15" fmla="*/ 160 h 226"/>
                <a:gd name="T16" fmla="*/ 179 w 192"/>
                <a:gd name="T17" fmla="*/ 165 h 226"/>
                <a:gd name="T18" fmla="*/ 80 w 192"/>
                <a:gd name="T19" fmla="*/ 215 h 226"/>
                <a:gd name="T20" fmla="*/ 36 w 192"/>
                <a:gd name="T21" fmla="*/ 157 h 226"/>
                <a:gd name="T22" fmla="*/ 44 w 192"/>
                <a:gd name="T23" fmla="*/ 105 h 226"/>
                <a:gd name="T24" fmla="*/ 71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1" y="105"/>
                  </a:moveTo>
                  <a:cubicBezTo>
                    <a:pt x="85" y="105"/>
                    <a:pt x="122" y="104"/>
                    <a:pt x="147" y="94"/>
                  </a:cubicBezTo>
                  <a:cubicBezTo>
                    <a:pt x="182" y="79"/>
                    <a:pt x="184" y="49"/>
                    <a:pt x="184" y="42"/>
                  </a:cubicBezTo>
                  <a:cubicBezTo>
                    <a:pt x="184" y="20"/>
                    <a:pt x="165" y="0"/>
                    <a:pt x="131" y="0"/>
                  </a:cubicBezTo>
                  <a:cubicBezTo>
                    <a:pt x="76" y="0"/>
                    <a:pt x="0" y="48"/>
                    <a:pt x="0" y="135"/>
                  </a:cubicBezTo>
                  <a:cubicBezTo>
                    <a:pt x="0" y="186"/>
                    <a:pt x="30" y="226"/>
                    <a:pt x="79" y="226"/>
                  </a:cubicBezTo>
                  <a:cubicBezTo>
                    <a:pt x="150" y="226"/>
                    <a:pt x="192" y="173"/>
                    <a:pt x="192" y="167"/>
                  </a:cubicBezTo>
                  <a:cubicBezTo>
                    <a:pt x="192" y="164"/>
                    <a:pt x="189" y="160"/>
                    <a:pt x="186" y="160"/>
                  </a:cubicBezTo>
                  <a:cubicBezTo>
                    <a:pt x="183" y="160"/>
                    <a:pt x="182" y="161"/>
                    <a:pt x="179" y="165"/>
                  </a:cubicBezTo>
                  <a:cubicBezTo>
                    <a:pt x="140" y="215"/>
                    <a:pt x="86" y="215"/>
                    <a:pt x="80" y="215"/>
                  </a:cubicBezTo>
                  <a:cubicBezTo>
                    <a:pt x="41" y="215"/>
                    <a:pt x="36" y="173"/>
                    <a:pt x="36" y="157"/>
                  </a:cubicBezTo>
                  <a:cubicBezTo>
                    <a:pt x="36" y="151"/>
                    <a:pt x="37" y="135"/>
                    <a:pt x="44" y="105"/>
                  </a:cubicBezTo>
                  <a:lnTo>
                    <a:pt x="71" y="105"/>
                  </a:lnTo>
                  <a:close/>
                  <a:moveTo>
                    <a:pt x="47" y="94"/>
                  </a:moveTo>
                  <a:cubicBezTo>
                    <a:pt x="67" y="18"/>
                    <a:pt x="118" y="11"/>
                    <a:pt x="131" y="11"/>
                  </a:cubicBezTo>
                  <a:cubicBezTo>
                    <a:pt x="154"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2" name="Freeform 610"/>
            <p:cNvSpPr>
              <a:spLocks/>
            </p:cNvSpPr>
            <p:nvPr>
              <p:custDataLst>
                <p:tags r:id="rId82"/>
              </p:custDataLst>
            </p:nvPr>
          </p:nvSpPr>
          <p:spPr bwMode="auto">
            <a:xfrm>
              <a:off x="5748338" y="4930776"/>
              <a:ext cx="63500" cy="80963"/>
            </a:xfrm>
            <a:custGeom>
              <a:avLst/>
              <a:gdLst>
                <a:gd name="T0" fmla="*/ 29 w 203"/>
                <a:gd name="T1" fmla="*/ 191 h 226"/>
                <a:gd name="T2" fmla="*/ 25 w 203"/>
                <a:gd name="T3" fmla="*/ 212 h 226"/>
                <a:gd name="T4" fmla="*/ 39 w 203"/>
                <a:gd name="T5" fmla="*/ 226 h 226"/>
                <a:gd name="T6" fmla="*/ 58 w 203"/>
                <a:gd name="T7" fmla="*/ 212 h 226"/>
                <a:gd name="T8" fmla="*/ 78 w 203"/>
                <a:gd name="T9" fmla="*/ 133 h 226"/>
                <a:gd name="T10" fmla="*/ 94 w 203"/>
                <a:gd name="T11" fmla="*/ 68 h 226"/>
                <a:gd name="T12" fmla="*/ 122 w 203"/>
                <a:gd name="T13" fmla="*/ 27 h 226"/>
                <a:gd name="T14" fmla="*/ 161 w 203"/>
                <a:gd name="T15" fmla="*/ 11 h 226"/>
                <a:gd name="T16" fmla="*/ 182 w 203"/>
                <a:gd name="T17" fmla="*/ 17 h 226"/>
                <a:gd name="T18" fmla="*/ 156 w 203"/>
                <a:gd name="T19" fmla="*/ 44 h 226"/>
                <a:gd name="T20" fmla="*/ 175 w 203"/>
                <a:gd name="T21" fmla="*/ 62 h 226"/>
                <a:gd name="T22" fmla="*/ 203 w 203"/>
                <a:gd name="T23" fmla="*/ 32 h 226"/>
                <a:gd name="T24" fmla="*/ 161 w 203"/>
                <a:gd name="T25" fmla="*/ 0 h 226"/>
                <a:gd name="T26" fmla="*/ 98 w 203"/>
                <a:gd name="T27" fmla="*/ 38 h 226"/>
                <a:gd name="T28" fmla="*/ 52 w 203"/>
                <a:gd name="T29" fmla="*/ 0 h 226"/>
                <a:gd name="T30" fmla="*/ 15 w 203"/>
                <a:gd name="T31" fmla="*/ 28 h 226"/>
                <a:gd name="T32" fmla="*/ 0 w 203"/>
                <a:gd name="T33" fmla="*/ 77 h 226"/>
                <a:gd name="T34" fmla="*/ 6 w 203"/>
                <a:gd name="T35" fmla="*/ 82 h 226"/>
                <a:gd name="T36" fmla="*/ 14 w 203"/>
                <a:gd name="T37" fmla="*/ 70 h 226"/>
                <a:gd name="T38" fmla="*/ 51 w 203"/>
                <a:gd name="T39" fmla="*/ 11 h 226"/>
                <a:gd name="T40" fmla="*/ 66 w 203"/>
                <a:gd name="T41" fmla="*/ 34 h 226"/>
                <a:gd name="T42" fmla="*/ 58 w 203"/>
                <a:gd name="T43" fmla="*/ 76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8" y="198"/>
                    <a:pt x="25" y="210"/>
                    <a:pt x="25" y="212"/>
                  </a:cubicBezTo>
                  <a:cubicBezTo>
                    <a:pt x="25" y="221"/>
                    <a:pt x="32" y="226"/>
                    <a:pt x="39" y="226"/>
                  </a:cubicBezTo>
                  <a:cubicBezTo>
                    <a:pt x="45" y="226"/>
                    <a:pt x="54" y="222"/>
                    <a:pt x="58" y="212"/>
                  </a:cubicBezTo>
                  <a:cubicBezTo>
                    <a:pt x="59" y="210"/>
                    <a:pt x="76" y="142"/>
                    <a:pt x="78" y="133"/>
                  </a:cubicBezTo>
                  <a:cubicBezTo>
                    <a:pt x="82" y="116"/>
                    <a:pt x="91" y="82"/>
                    <a:pt x="94" y="68"/>
                  </a:cubicBezTo>
                  <a:cubicBezTo>
                    <a:pt x="96" y="62"/>
                    <a:pt x="110" y="38"/>
                    <a:pt x="122" y="27"/>
                  </a:cubicBezTo>
                  <a:cubicBezTo>
                    <a:pt x="126" y="24"/>
                    <a:pt x="140" y="11"/>
                    <a:pt x="161" y="11"/>
                  </a:cubicBezTo>
                  <a:cubicBezTo>
                    <a:pt x="174" y="11"/>
                    <a:pt x="182" y="17"/>
                    <a:pt x="182" y="17"/>
                  </a:cubicBezTo>
                  <a:cubicBezTo>
                    <a:pt x="167" y="19"/>
                    <a:pt x="156" y="31"/>
                    <a:pt x="156" y="44"/>
                  </a:cubicBezTo>
                  <a:cubicBezTo>
                    <a:pt x="156" y="52"/>
                    <a:pt x="162" y="62"/>
                    <a:pt x="175" y="62"/>
                  </a:cubicBezTo>
                  <a:cubicBezTo>
                    <a:pt x="189" y="62"/>
                    <a:pt x="203" y="50"/>
                    <a:pt x="203" y="32"/>
                  </a:cubicBezTo>
                  <a:cubicBezTo>
                    <a:pt x="203" y="15"/>
                    <a:pt x="187" y="0"/>
                    <a:pt x="161" y="0"/>
                  </a:cubicBezTo>
                  <a:cubicBezTo>
                    <a:pt x="129" y="0"/>
                    <a:pt x="107" y="24"/>
                    <a:pt x="98" y="38"/>
                  </a:cubicBezTo>
                  <a:cubicBezTo>
                    <a:pt x="94" y="16"/>
                    <a:pt x="76" y="0"/>
                    <a:pt x="52" y="0"/>
                  </a:cubicBezTo>
                  <a:cubicBezTo>
                    <a:pt x="29" y="0"/>
                    <a:pt x="20" y="19"/>
                    <a:pt x="15" y="28"/>
                  </a:cubicBezTo>
                  <a:cubicBezTo>
                    <a:pt x="6" y="45"/>
                    <a:pt x="0" y="75"/>
                    <a:pt x="0" y="77"/>
                  </a:cubicBezTo>
                  <a:cubicBezTo>
                    <a:pt x="0" y="82"/>
                    <a:pt x="5" y="82"/>
                    <a:pt x="6" y="82"/>
                  </a:cubicBezTo>
                  <a:cubicBezTo>
                    <a:pt x="11" y="82"/>
                    <a:pt x="11" y="81"/>
                    <a:pt x="14" y="70"/>
                  </a:cubicBezTo>
                  <a:cubicBezTo>
                    <a:pt x="23" y="35"/>
                    <a:pt x="33" y="11"/>
                    <a:pt x="51" y="11"/>
                  </a:cubicBezTo>
                  <a:cubicBezTo>
                    <a:pt x="59" y="11"/>
                    <a:pt x="66" y="15"/>
                    <a:pt x="66" y="34"/>
                  </a:cubicBezTo>
                  <a:cubicBezTo>
                    <a:pt x="66" y="44"/>
                    <a:pt x="65" y="50"/>
                    <a:pt x="58" y="76"/>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3" name="Freeform 611"/>
            <p:cNvSpPr>
              <a:spLocks/>
            </p:cNvSpPr>
            <p:nvPr>
              <p:custDataLst>
                <p:tags r:id="rId83"/>
              </p:custDataLst>
            </p:nvPr>
          </p:nvSpPr>
          <p:spPr bwMode="auto">
            <a:xfrm>
              <a:off x="5822951" y="4930776"/>
              <a:ext cx="69850" cy="80963"/>
            </a:xfrm>
            <a:custGeom>
              <a:avLst/>
              <a:gdLst>
                <a:gd name="T0" fmla="*/ 219 w 219"/>
                <a:gd name="T1" fmla="*/ 35 h 226"/>
                <a:gd name="T2" fmla="*/ 197 w 219"/>
                <a:gd name="T3" fmla="*/ 0 h 226"/>
                <a:gd name="T4" fmla="*/ 173 w 219"/>
                <a:gd name="T5" fmla="*/ 24 h 226"/>
                <a:gd name="T6" fmla="*/ 181 w 219"/>
                <a:gd name="T7" fmla="*/ 39 h 226"/>
                <a:gd name="T8" fmla="*/ 198 w 219"/>
                <a:gd name="T9" fmla="*/ 80 h 226"/>
                <a:gd name="T10" fmla="*/ 109 w 219"/>
                <a:gd name="T11" fmla="*/ 215 h 226"/>
                <a:gd name="T12" fmla="*/ 72 w 219"/>
                <a:gd name="T13" fmla="*/ 171 h 226"/>
                <a:gd name="T14" fmla="*/ 101 w 219"/>
                <a:gd name="T15" fmla="*/ 66 h 226"/>
                <a:gd name="T16" fmla="*/ 107 w 219"/>
                <a:gd name="T17" fmla="*/ 41 h 226"/>
                <a:gd name="T18" fmla="*/ 66 w 219"/>
                <a:gd name="T19" fmla="*/ 0 h 226"/>
                <a:gd name="T20" fmla="*/ 0 w 219"/>
                <a:gd name="T21" fmla="*/ 77 h 226"/>
                <a:gd name="T22" fmla="*/ 6 w 219"/>
                <a:gd name="T23" fmla="*/ 82 h 226"/>
                <a:gd name="T24" fmla="*/ 14 w 219"/>
                <a:gd name="T25" fmla="*/ 73 h 226"/>
                <a:gd name="T26" fmla="*/ 64 w 219"/>
                <a:gd name="T27" fmla="*/ 11 h 226"/>
                <a:gd name="T28" fmla="*/ 77 w 219"/>
                <a:gd name="T29" fmla="*/ 27 h 226"/>
                <a:gd name="T30" fmla="*/ 68 w 219"/>
                <a:gd name="T31" fmla="*/ 62 h 226"/>
                <a:gd name="T32" fmla="*/ 40 w 219"/>
                <a:gd name="T33" fmla="*/ 164 h 226"/>
                <a:gd name="T34" fmla="*/ 107 w 219"/>
                <a:gd name="T35" fmla="*/ 226 h 226"/>
                <a:gd name="T36" fmla="*/ 219 w 219"/>
                <a:gd name="T37" fmla="*/ 3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226">
                  <a:moveTo>
                    <a:pt x="219" y="35"/>
                  </a:moveTo>
                  <a:cubicBezTo>
                    <a:pt x="219" y="8"/>
                    <a:pt x="206" y="0"/>
                    <a:pt x="197" y="0"/>
                  </a:cubicBezTo>
                  <a:cubicBezTo>
                    <a:pt x="185" y="0"/>
                    <a:pt x="173" y="13"/>
                    <a:pt x="173" y="24"/>
                  </a:cubicBezTo>
                  <a:cubicBezTo>
                    <a:pt x="173" y="30"/>
                    <a:pt x="175" y="33"/>
                    <a:pt x="181" y="39"/>
                  </a:cubicBezTo>
                  <a:cubicBezTo>
                    <a:pt x="191" y="49"/>
                    <a:pt x="198" y="62"/>
                    <a:pt x="198" y="80"/>
                  </a:cubicBezTo>
                  <a:cubicBezTo>
                    <a:pt x="198" y="100"/>
                    <a:pt x="167" y="215"/>
                    <a:pt x="109" y="215"/>
                  </a:cubicBezTo>
                  <a:cubicBezTo>
                    <a:pt x="83" y="215"/>
                    <a:pt x="72" y="197"/>
                    <a:pt x="72" y="171"/>
                  </a:cubicBezTo>
                  <a:cubicBezTo>
                    <a:pt x="72" y="143"/>
                    <a:pt x="85" y="107"/>
                    <a:pt x="101" y="66"/>
                  </a:cubicBezTo>
                  <a:cubicBezTo>
                    <a:pt x="104" y="57"/>
                    <a:pt x="107" y="50"/>
                    <a:pt x="107" y="41"/>
                  </a:cubicBezTo>
                  <a:cubicBezTo>
                    <a:pt x="107" y="18"/>
                    <a:pt x="91" y="0"/>
                    <a:pt x="66" y="0"/>
                  </a:cubicBezTo>
                  <a:cubicBezTo>
                    <a:pt x="19" y="0"/>
                    <a:pt x="0" y="72"/>
                    <a:pt x="0" y="77"/>
                  </a:cubicBezTo>
                  <a:cubicBezTo>
                    <a:pt x="0" y="82"/>
                    <a:pt x="5" y="82"/>
                    <a:pt x="6" y="82"/>
                  </a:cubicBezTo>
                  <a:cubicBezTo>
                    <a:pt x="11" y="82"/>
                    <a:pt x="12" y="81"/>
                    <a:pt x="14" y="73"/>
                  </a:cubicBezTo>
                  <a:cubicBezTo>
                    <a:pt x="28" y="22"/>
                    <a:pt x="50" y="11"/>
                    <a:pt x="64" y="11"/>
                  </a:cubicBezTo>
                  <a:cubicBezTo>
                    <a:pt x="68" y="11"/>
                    <a:pt x="77" y="11"/>
                    <a:pt x="77" y="27"/>
                  </a:cubicBezTo>
                  <a:cubicBezTo>
                    <a:pt x="77" y="39"/>
                    <a:pt x="72" y="53"/>
                    <a:pt x="68" y="62"/>
                  </a:cubicBezTo>
                  <a:cubicBezTo>
                    <a:pt x="46" y="119"/>
                    <a:pt x="40" y="142"/>
                    <a:pt x="40" y="164"/>
                  </a:cubicBezTo>
                  <a:cubicBezTo>
                    <a:pt x="40" y="218"/>
                    <a:pt x="84" y="226"/>
                    <a:pt x="107" y="226"/>
                  </a:cubicBezTo>
                  <a:cubicBezTo>
                    <a:pt x="191" y="226"/>
                    <a:pt x="219" y="61"/>
                    <a:pt x="219" y="3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4" name="Freeform 612"/>
            <p:cNvSpPr>
              <a:spLocks noEditPoints="1"/>
            </p:cNvSpPr>
            <p:nvPr>
              <p:custDataLst>
                <p:tags r:id="rId84"/>
              </p:custDataLst>
            </p:nvPr>
          </p:nvSpPr>
          <p:spPr bwMode="auto">
            <a:xfrm>
              <a:off x="5907088" y="4930776"/>
              <a:ext cx="71438" cy="80963"/>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4 w 228"/>
                <a:gd name="T37" fmla="*/ 161 h 226"/>
                <a:gd name="T38" fmla="*/ 124 w 228"/>
                <a:gd name="T39" fmla="*/ 179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8 w 228"/>
                <a:gd name="T51" fmla="*/ 63 h 226"/>
                <a:gd name="T52" fmla="*/ 134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3" y="0"/>
                    <a:pt x="120" y="0"/>
                  </a:cubicBezTo>
                  <a:cubicBezTo>
                    <a:pt x="62"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4" y="161"/>
                  </a:moveTo>
                  <a:cubicBezTo>
                    <a:pt x="131" y="170"/>
                    <a:pt x="131" y="171"/>
                    <a:pt x="124" y="179"/>
                  </a:cubicBezTo>
                  <a:cubicBezTo>
                    <a:pt x="102" y="207"/>
                    <a:pt x="81" y="215"/>
                    <a:pt x="67" y="215"/>
                  </a:cubicBezTo>
                  <a:cubicBezTo>
                    <a:pt x="42" y="215"/>
                    <a:pt x="35" y="187"/>
                    <a:pt x="35" y="168"/>
                  </a:cubicBezTo>
                  <a:cubicBezTo>
                    <a:pt x="35" y="143"/>
                    <a:pt x="51" y="82"/>
                    <a:pt x="63" y="59"/>
                  </a:cubicBezTo>
                  <a:cubicBezTo>
                    <a:pt x="78" y="29"/>
                    <a:pt x="101" y="11"/>
                    <a:pt x="121" y="11"/>
                  </a:cubicBezTo>
                  <a:cubicBezTo>
                    <a:pt x="153" y="11"/>
                    <a:pt x="160" y="52"/>
                    <a:pt x="160" y="55"/>
                  </a:cubicBezTo>
                  <a:cubicBezTo>
                    <a:pt x="160" y="58"/>
                    <a:pt x="159" y="61"/>
                    <a:pt x="158"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5" name="Freeform 613"/>
            <p:cNvSpPr>
              <a:spLocks/>
            </p:cNvSpPr>
            <p:nvPr>
              <p:custDataLst>
                <p:tags r:id="rId85"/>
              </p:custDataLst>
            </p:nvPr>
          </p:nvSpPr>
          <p:spPr bwMode="auto">
            <a:xfrm>
              <a:off x="5991226" y="4930776"/>
              <a:ext cx="60325" cy="80963"/>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3 w 194"/>
                <a:gd name="T11" fmla="*/ 0 h 226"/>
                <a:gd name="T12" fmla="*/ 0 w 194"/>
                <a:gd name="T13" fmla="*/ 141 h 226"/>
                <a:gd name="T14" fmla="*/ 80 w 194"/>
                <a:gd name="T15" fmla="*/ 226 h 226"/>
                <a:gd name="T16" fmla="*/ 194 w 194"/>
                <a:gd name="T17" fmla="*/ 167 h 226"/>
                <a:gd name="T18" fmla="*/ 188 w 194"/>
                <a:gd name="T19" fmla="*/ 160 h 226"/>
                <a:gd name="T20" fmla="*/ 181 w 194"/>
                <a:gd name="T21" fmla="*/ 165 h 226"/>
                <a:gd name="T22" fmla="*/ 81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3" y="0"/>
                  </a:cubicBezTo>
                  <a:cubicBezTo>
                    <a:pt x="66" y="0"/>
                    <a:pt x="0" y="71"/>
                    <a:pt x="0" y="141"/>
                  </a:cubicBezTo>
                  <a:cubicBezTo>
                    <a:pt x="0" y="186"/>
                    <a:pt x="29" y="226"/>
                    <a:pt x="80" y="226"/>
                  </a:cubicBezTo>
                  <a:cubicBezTo>
                    <a:pt x="152" y="226"/>
                    <a:pt x="194" y="173"/>
                    <a:pt x="194" y="167"/>
                  </a:cubicBezTo>
                  <a:cubicBezTo>
                    <a:pt x="194" y="164"/>
                    <a:pt x="191" y="160"/>
                    <a:pt x="188" y="160"/>
                  </a:cubicBezTo>
                  <a:cubicBezTo>
                    <a:pt x="185" y="160"/>
                    <a:pt x="184" y="161"/>
                    <a:pt x="181" y="165"/>
                  </a:cubicBezTo>
                  <a:cubicBezTo>
                    <a:pt x="142" y="215"/>
                    <a:pt x="87" y="215"/>
                    <a:pt x="81" y="215"/>
                  </a:cubicBezTo>
                  <a:cubicBezTo>
                    <a:pt x="50" y="215"/>
                    <a:pt x="37" y="190"/>
                    <a:pt x="37" y="160"/>
                  </a:cubicBezTo>
                  <a:cubicBezTo>
                    <a:pt x="37" y="140"/>
                    <a:pt x="47" y="92"/>
                    <a:pt x="64" y="61"/>
                  </a:cubicBezTo>
                  <a:cubicBezTo>
                    <a:pt x="79" y="32"/>
                    <a:pt x="106"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6" name="Freeform 614"/>
            <p:cNvSpPr>
              <a:spLocks noEditPoints="1"/>
            </p:cNvSpPr>
            <p:nvPr>
              <p:custDataLst>
                <p:tags r:id="rId86"/>
              </p:custDataLst>
            </p:nvPr>
          </p:nvSpPr>
          <p:spPr bwMode="auto">
            <a:xfrm>
              <a:off x="6056313" y="4891088"/>
              <a:ext cx="42863" cy="120650"/>
            </a:xfrm>
            <a:custGeom>
              <a:avLst/>
              <a:gdLst>
                <a:gd name="T0" fmla="*/ 128 w 132"/>
                <a:gd name="T1" fmla="*/ 18 h 336"/>
                <a:gd name="T2" fmla="*/ 109 w 132"/>
                <a:gd name="T3" fmla="*/ 0 h 336"/>
                <a:gd name="T4" fmla="*/ 82 w 132"/>
                <a:gd name="T5" fmla="*/ 27 h 336"/>
                <a:gd name="T6" fmla="*/ 101 w 132"/>
                <a:gd name="T7" fmla="*/ 45 h 336"/>
                <a:gd name="T8" fmla="*/ 128 w 132"/>
                <a:gd name="T9" fmla="*/ 18 h 336"/>
                <a:gd name="T10" fmla="*/ 90 w 132"/>
                <a:gd name="T11" fmla="*/ 206 h 336"/>
                <a:gd name="T12" fmla="*/ 101 w 132"/>
                <a:gd name="T13" fmla="*/ 177 h 336"/>
                <a:gd name="T14" fmla="*/ 107 w 132"/>
                <a:gd name="T15" fmla="*/ 151 h 336"/>
                <a:gd name="T16" fmla="*/ 66 w 132"/>
                <a:gd name="T17" fmla="*/ 110 h 336"/>
                <a:gd name="T18" fmla="*/ 0 w 132"/>
                <a:gd name="T19" fmla="*/ 187 h 336"/>
                <a:gd name="T20" fmla="*/ 6 w 132"/>
                <a:gd name="T21" fmla="*/ 192 h 336"/>
                <a:gd name="T22" fmla="*/ 14 w 132"/>
                <a:gd name="T23" fmla="*/ 183 h 336"/>
                <a:gd name="T24" fmla="*/ 65 w 132"/>
                <a:gd name="T25" fmla="*/ 121 h 336"/>
                <a:gd name="T26" fmla="*/ 77 w 132"/>
                <a:gd name="T27" fmla="*/ 137 h 336"/>
                <a:gd name="T28" fmla="*/ 72 w 132"/>
                <a:gd name="T29" fmla="*/ 163 h 336"/>
                <a:gd name="T30" fmla="*/ 37 w 132"/>
                <a:gd name="T31" fmla="*/ 255 h 336"/>
                <a:gd name="T32" fmla="*/ 26 w 132"/>
                <a:gd name="T33" fmla="*/ 295 h 336"/>
                <a:gd name="T34" fmla="*/ 67 w 132"/>
                <a:gd name="T35" fmla="*/ 336 h 336"/>
                <a:gd name="T36" fmla="*/ 132 w 132"/>
                <a:gd name="T37" fmla="*/ 259 h 336"/>
                <a:gd name="T38" fmla="*/ 126 w 132"/>
                <a:gd name="T39" fmla="*/ 254 h 336"/>
                <a:gd name="T40" fmla="*/ 119 w 132"/>
                <a:gd name="T41" fmla="*/ 263 h 336"/>
                <a:gd name="T42" fmla="*/ 68 w 132"/>
                <a:gd name="T43" fmla="*/ 325 h 336"/>
                <a:gd name="T44" fmla="*/ 56 w 132"/>
                <a:gd name="T45" fmla="*/ 308 h 336"/>
                <a:gd name="T46" fmla="*/ 70 w 132"/>
                <a:gd name="T47" fmla="*/ 258 h 336"/>
                <a:gd name="T48" fmla="*/ 90 w 132"/>
                <a:gd name="T49" fmla="*/ 20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2" h="336">
                  <a:moveTo>
                    <a:pt x="128" y="18"/>
                  </a:moveTo>
                  <a:cubicBezTo>
                    <a:pt x="128" y="8"/>
                    <a:pt x="121" y="0"/>
                    <a:pt x="109" y="0"/>
                  </a:cubicBezTo>
                  <a:cubicBezTo>
                    <a:pt x="96" y="0"/>
                    <a:pt x="82" y="13"/>
                    <a:pt x="82" y="27"/>
                  </a:cubicBezTo>
                  <a:cubicBezTo>
                    <a:pt x="82" y="36"/>
                    <a:pt x="89" y="45"/>
                    <a:pt x="101" y="45"/>
                  </a:cubicBezTo>
                  <a:cubicBezTo>
                    <a:pt x="113" y="45"/>
                    <a:pt x="128" y="33"/>
                    <a:pt x="128" y="18"/>
                  </a:cubicBezTo>
                  <a:close/>
                  <a:moveTo>
                    <a:pt x="90" y="206"/>
                  </a:moveTo>
                  <a:cubicBezTo>
                    <a:pt x="96" y="192"/>
                    <a:pt x="96" y="191"/>
                    <a:pt x="101" y="177"/>
                  </a:cubicBezTo>
                  <a:cubicBezTo>
                    <a:pt x="105" y="167"/>
                    <a:pt x="107" y="160"/>
                    <a:pt x="107" y="151"/>
                  </a:cubicBezTo>
                  <a:cubicBezTo>
                    <a:pt x="107" y="128"/>
                    <a:pt x="91" y="110"/>
                    <a:pt x="66" y="110"/>
                  </a:cubicBezTo>
                  <a:cubicBezTo>
                    <a:pt x="19" y="110"/>
                    <a:pt x="0" y="182"/>
                    <a:pt x="0" y="187"/>
                  </a:cubicBezTo>
                  <a:cubicBezTo>
                    <a:pt x="0" y="192"/>
                    <a:pt x="5" y="192"/>
                    <a:pt x="6" y="192"/>
                  </a:cubicBezTo>
                  <a:cubicBezTo>
                    <a:pt x="11" y="192"/>
                    <a:pt x="12" y="191"/>
                    <a:pt x="14" y="183"/>
                  </a:cubicBezTo>
                  <a:cubicBezTo>
                    <a:pt x="28" y="136"/>
                    <a:pt x="48" y="121"/>
                    <a:pt x="65" y="121"/>
                  </a:cubicBezTo>
                  <a:cubicBezTo>
                    <a:pt x="69" y="121"/>
                    <a:pt x="77" y="121"/>
                    <a:pt x="77" y="137"/>
                  </a:cubicBezTo>
                  <a:cubicBezTo>
                    <a:pt x="77" y="147"/>
                    <a:pt x="74" y="158"/>
                    <a:pt x="72" y="163"/>
                  </a:cubicBezTo>
                  <a:cubicBezTo>
                    <a:pt x="68" y="176"/>
                    <a:pt x="45" y="233"/>
                    <a:pt x="37" y="255"/>
                  </a:cubicBezTo>
                  <a:cubicBezTo>
                    <a:pt x="32" y="268"/>
                    <a:pt x="26" y="284"/>
                    <a:pt x="26" y="295"/>
                  </a:cubicBezTo>
                  <a:cubicBezTo>
                    <a:pt x="26" y="318"/>
                    <a:pt x="43" y="336"/>
                    <a:pt x="67" y="336"/>
                  </a:cubicBezTo>
                  <a:cubicBezTo>
                    <a:pt x="114" y="336"/>
                    <a:pt x="132" y="263"/>
                    <a:pt x="132" y="259"/>
                  </a:cubicBezTo>
                  <a:cubicBezTo>
                    <a:pt x="132" y="254"/>
                    <a:pt x="128" y="254"/>
                    <a:pt x="126" y="254"/>
                  </a:cubicBezTo>
                  <a:cubicBezTo>
                    <a:pt x="121" y="254"/>
                    <a:pt x="121" y="255"/>
                    <a:pt x="119" y="263"/>
                  </a:cubicBezTo>
                  <a:cubicBezTo>
                    <a:pt x="110" y="294"/>
                    <a:pt x="93" y="325"/>
                    <a:pt x="68" y="325"/>
                  </a:cubicBezTo>
                  <a:cubicBezTo>
                    <a:pt x="59" y="325"/>
                    <a:pt x="56" y="320"/>
                    <a:pt x="56" y="308"/>
                  </a:cubicBezTo>
                  <a:cubicBezTo>
                    <a:pt x="56" y="296"/>
                    <a:pt x="59" y="289"/>
                    <a:pt x="70" y="258"/>
                  </a:cubicBezTo>
                  <a:lnTo>
                    <a:pt x="90" y="20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7" name="Freeform 615"/>
            <p:cNvSpPr>
              <a:spLocks noEditPoints="1"/>
            </p:cNvSpPr>
            <p:nvPr>
              <p:custDataLst>
                <p:tags r:id="rId87"/>
              </p:custDataLst>
            </p:nvPr>
          </p:nvSpPr>
          <p:spPr bwMode="auto">
            <a:xfrm>
              <a:off x="6105526" y="4891088"/>
              <a:ext cx="63500" cy="155575"/>
            </a:xfrm>
            <a:custGeom>
              <a:avLst/>
              <a:gdLst>
                <a:gd name="T0" fmla="*/ 204 w 204"/>
                <a:gd name="T1" fmla="*/ 18 h 433"/>
                <a:gd name="T2" fmla="*/ 185 w 204"/>
                <a:gd name="T3" fmla="*/ 0 h 433"/>
                <a:gd name="T4" fmla="*/ 159 w 204"/>
                <a:gd name="T5" fmla="*/ 27 h 433"/>
                <a:gd name="T6" fmla="*/ 178 w 204"/>
                <a:gd name="T7" fmla="*/ 45 h 433"/>
                <a:gd name="T8" fmla="*/ 204 w 204"/>
                <a:gd name="T9" fmla="*/ 18 h 433"/>
                <a:gd name="T10" fmla="*/ 104 w 204"/>
                <a:gd name="T11" fmla="*/ 355 h 433"/>
                <a:gd name="T12" fmla="*/ 43 w 204"/>
                <a:gd name="T13" fmla="*/ 422 h 433"/>
                <a:gd name="T14" fmla="*/ 23 w 204"/>
                <a:gd name="T15" fmla="*/ 417 h 433"/>
                <a:gd name="T16" fmla="*/ 46 w 204"/>
                <a:gd name="T17" fmla="*/ 391 h 433"/>
                <a:gd name="T18" fmla="*/ 27 w 204"/>
                <a:gd name="T19" fmla="*/ 373 h 433"/>
                <a:gd name="T20" fmla="*/ 0 w 204"/>
                <a:gd name="T21" fmla="*/ 402 h 433"/>
                <a:gd name="T22" fmla="*/ 44 w 204"/>
                <a:gd name="T23" fmla="*/ 433 h 433"/>
                <a:gd name="T24" fmla="*/ 138 w 204"/>
                <a:gd name="T25" fmla="*/ 357 h 433"/>
                <a:gd name="T26" fmla="*/ 184 w 204"/>
                <a:gd name="T27" fmla="*/ 174 h 433"/>
                <a:gd name="T28" fmla="*/ 186 w 204"/>
                <a:gd name="T29" fmla="*/ 156 h 433"/>
                <a:gd name="T30" fmla="*/ 140 w 204"/>
                <a:gd name="T31" fmla="*/ 110 h 433"/>
                <a:gd name="T32" fmla="*/ 61 w 204"/>
                <a:gd name="T33" fmla="*/ 187 h 433"/>
                <a:gd name="T34" fmla="*/ 67 w 204"/>
                <a:gd name="T35" fmla="*/ 192 h 433"/>
                <a:gd name="T36" fmla="*/ 76 w 204"/>
                <a:gd name="T37" fmla="*/ 182 h 433"/>
                <a:gd name="T38" fmla="*/ 139 w 204"/>
                <a:gd name="T39" fmla="*/ 121 h 433"/>
                <a:gd name="T40" fmla="*/ 155 w 204"/>
                <a:gd name="T41" fmla="*/ 144 h 433"/>
                <a:gd name="T42" fmla="*/ 151 w 204"/>
                <a:gd name="T43" fmla="*/ 169 h 433"/>
                <a:gd name="T44" fmla="*/ 104 w 204"/>
                <a:gd name="T45" fmla="*/ 355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4" h="433">
                  <a:moveTo>
                    <a:pt x="204" y="18"/>
                  </a:moveTo>
                  <a:cubicBezTo>
                    <a:pt x="204" y="9"/>
                    <a:pt x="197" y="0"/>
                    <a:pt x="185" y="0"/>
                  </a:cubicBezTo>
                  <a:cubicBezTo>
                    <a:pt x="174" y="0"/>
                    <a:pt x="159" y="12"/>
                    <a:pt x="159" y="27"/>
                  </a:cubicBezTo>
                  <a:cubicBezTo>
                    <a:pt x="159" y="37"/>
                    <a:pt x="166" y="45"/>
                    <a:pt x="178" y="45"/>
                  </a:cubicBezTo>
                  <a:cubicBezTo>
                    <a:pt x="191" y="45"/>
                    <a:pt x="204" y="32"/>
                    <a:pt x="204" y="18"/>
                  </a:cubicBezTo>
                  <a:close/>
                  <a:moveTo>
                    <a:pt x="104" y="355"/>
                  </a:moveTo>
                  <a:cubicBezTo>
                    <a:pt x="95" y="393"/>
                    <a:pt x="71" y="422"/>
                    <a:pt x="43" y="422"/>
                  </a:cubicBezTo>
                  <a:cubicBezTo>
                    <a:pt x="40" y="422"/>
                    <a:pt x="32" y="422"/>
                    <a:pt x="23" y="417"/>
                  </a:cubicBezTo>
                  <a:cubicBezTo>
                    <a:pt x="38" y="414"/>
                    <a:pt x="46" y="401"/>
                    <a:pt x="46" y="391"/>
                  </a:cubicBezTo>
                  <a:cubicBezTo>
                    <a:pt x="46" y="383"/>
                    <a:pt x="40" y="373"/>
                    <a:pt x="27" y="373"/>
                  </a:cubicBezTo>
                  <a:cubicBezTo>
                    <a:pt x="14" y="373"/>
                    <a:pt x="0" y="384"/>
                    <a:pt x="0" y="402"/>
                  </a:cubicBezTo>
                  <a:cubicBezTo>
                    <a:pt x="0" y="422"/>
                    <a:pt x="20" y="433"/>
                    <a:pt x="44" y="433"/>
                  </a:cubicBezTo>
                  <a:cubicBezTo>
                    <a:pt x="79" y="433"/>
                    <a:pt x="125" y="406"/>
                    <a:pt x="138" y="357"/>
                  </a:cubicBezTo>
                  <a:lnTo>
                    <a:pt x="184" y="174"/>
                  </a:lnTo>
                  <a:cubicBezTo>
                    <a:pt x="186" y="164"/>
                    <a:pt x="186" y="157"/>
                    <a:pt x="186" y="156"/>
                  </a:cubicBezTo>
                  <a:cubicBezTo>
                    <a:pt x="186" y="127"/>
                    <a:pt x="165" y="110"/>
                    <a:pt x="140" y="110"/>
                  </a:cubicBezTo>
                  <a:cubicBezTo>
                    <a:pt x="89" y="110"/>
                    <a:pt x="61" y="182"/>
                    <a:pt x="61" y="187"/>
                  </a:cubicBezTo>
                  <a:cubicBezTo>
                    <a:pt x="61" y="192"/>
                    <a:pt x="66" y="192"/>
                    <a:pt x="67" y="192"/>
                  </a:cubicBezTo>
                  <a:cubicBezTo>
                    <a:pt x="71" y="192"/>
                    <a:pt x="72" y="191"/>
                    <a:pt x="76" y="182"/>
                  </a:cubicBezTo>
                  <a:cubicBezTo>
                    <a:pt x="88" y="151"/>
                    <a:pt x="111" y="121"/>
                    <a:pt x="139" y="121"/>
                  </a:cubicBezTo>
                  <a:cubicBezTo>
                    <a:pt x="146" y="121"/>
                    <a:pt x="155" y="123"/>
                    <a:pt x="155" y="144"/>
                  </a:cubicBezTo>
                  <a:cubicBezTo>
                    <a:pt x="155"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8" name="Freeform 616"/>
            <p:cNvSpPr>
              <a:spLocks noEditPoints="1"/>
            </p:cNvSpPr>
            <p:nvPr>
              <p:custDataLst>
                <p:tags r:id="rId88"/>
              </p:custDataLst>
            </p:nvPr>
          </p:nvSpPr>
          <p:spPr bwMode="auto">
            <a:xfrm>
              <a:off x="6186488" y="4930776"/>
              <a:ext cx="73025" cy="80963"/>
            </a:xfrm>
            <a:custGeom>
              <a:avLst/>
              <a:gdLst>
                <a:gd name="T0" fmla="*/ 166 w 229"/>
                <a:gd name="T1" fmla="*/ 32 h 226"/>
                <a:gd name="T2" fmla="*/ 121 w 229"/>
                <a:gd name="T3" fmla="*/ 0 h 226"/>
                <a:gd name="T4" fmla="*/ 0 w 229"/>
                <a:gd name="T5" fmla="*/ 146 h 226"/>
                <a:gd name="T6" fmla="*/ 67 w 229"/>
                <a:gd name="T7" fmla="*/ 226 h 226"/>
                <a:gd name="T8" fmla="*/ 132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1" y="0"/>
                  </a:cubicBezTo>
                  <a:cubicBezTo>
                    <a:pt x="62" y="0"/>
                    <a:pt x="0" y="73"/>
                    <a:pt x="0" y="146"/>
                  </a:cubicBezTo>
                  <a:cubicBezTo>
                    <a:pt x="0" y="193"/>
                    <a:pt x="28" y="226"/>
                    <a:pt x="67" y="226"/>
                  </a:cubicBezTo>
                  <a:cubicBezTo>
                    <a:pt x="77" y="226"/>
                    <a:pt x="102" y="224"/>
                    <a:pt x="132" y="188"/>
                  </a:cubicBezTo>
                  <a:cubicBezTo>
                    <a:pt x="136"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2" y="170"/>
                    <a:pt x="132" y="171"/>
                    <a:pt x="124" y="179"/>
                  </a:cubicBezTo>
                  <a:cubicBezTo>
                    <a:pt x="102" y="207"/>
                    <a:pt x="82" y="215"/>
                    <a:pt x="68" y="215"/>
                  </a:cubicBezTo>
                  <a:cubicBezTo>
                    <a:pt x="43" y="215"/>
                    <a:pt x="36" y="187"/>
                    <a:pt x="36" y="168"/>
                  </a:cubicBezTo>
                  <a:cubicBezTo>
                    <a:pt x="36" y="143"/>
                    <a:pt x="52" y="82"/>
                    <a:pt x="63" y="59"/>
                  </a:cubicBezTo>
                  <a:cubicBezTo>
                    <a:pt x="79" y="29"/>
                    <a:pt x="101" y="11"/>
                    <a:pt x="121" y="11"/>
                  </a:cubicBezTo>
                  <a:cubicBezTo>
                    <a:pt x="154"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699" name="Freeform 617"/>
            <p:cNvSpPr>
              <a:spLocks/>
            </p:cNvSpPr>
            <p:nvPr>
              <p:custDataLst>
                <p:tags r:id="rId89"/>
              </p:custDataLst>
            </p:nvPr>
          </p:nvSpPr>
          <p:spPr bwMode="auto">
            <a:xfrm>
              <a:off x="6273801" y="4875213"/>
              <a:ext cx="36513" cy="177800"/>
            </a:xfrm>
            <a:custGeom>
              <a:avLst/>
              <a:gdLst>
                <a:gd name="T0" fmla="*/ 116 w 116"/>
                <a:gd name="T1" fmla="*/ 249 h 499"/>
                <a:gd name="T2" fmla="*/ 83 w 116"/>
                <a:gd name="T3" fmla="*/ 94 h 499"/>
                <a:gd name="T4" fmla="*/ 5 w 116"/>
                <a:gd name="T5" fmla="*/ 0 h 499"/>
                <a:gd name="T6" fmla="*/ 0 w 116"/>
                <a:gd name="T7" fmla="*/ 5 h 499"/>
                <a:gd name="T8" fmla="*/ 10 w 116"/>
                <a:gd name="T9" fmla="*/ 16 h 499"/>
                <a:gd name="T10" fmla="*/ 87 w 116"/>
                <a:gd name="T11" fmla="*/ 249 h 499"/>
                <a:gd name="T12" fmla="*/ 7 w 116"/>
                <a:gd name="T13" fmla="*/ 486 h 499"/>
                <a:gd name="T14" fmla="*/ 0 w 116"/>
                <a:gd name="T15" fmla="*/ 494 h 499"/>
                <a:gd name="T16" fmla="*/ 5 w 116"/>
                <a:gd name="T17" fmla="*/ 499 h 499"/>
                <a:gd name="T18" fmla="*/ 84 w 116"/>
                <a:gd name="T19" fmla="*/ 402 h 499"/>
                <a:gd name="T20" fmla="*/ 116 w 116"/>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49"/>
                  </a:moveTo>
                  <a:cubicBezTo>
                    <a:pt x="116" y="211"/>
                    <a:pt x="110" y="150"/>
                    <a:pt x="83" y="94"/>
                  </a:cubicBezTo>
                  <a:cubicBezTo>
                    <a:pt x="53" y="32"/>
                    <a:pt x="10" y="0"/>
                    <a:pt x="5" y="0"/>
                  </a:cubicBezTo>
                  <a:cubicBezTo>
                    <a:pt x="2" y="0"/>
                    <a:pt x="0" y="2"/>
                    <a:pt x="0" y="5"/>
                  </a:cubicBezTo>
                  <a:cubicBezTo>
                    <a:pt x="0" y="6"/>
                    <a:pt x="0" y="7"/>
                    <a:pt x="10" y="16"/>
                  </a:cubicBezTo>
                  <a:cubicBezTo>
                    <a:pt x="58" y="66"/>
                    <a:pt x="87" y="145"/>
                    <a:pt x="87" y="249"/>
                  </a:cubicBezTo>
                  <a:cubicBezTo>
                    <a:pt x="87" y="335"/>
                    <a:pt x="68" y="423"/>
                    <a:pt x="7" y="486"/>
                  </a:cubicBezTo>
                  <a:cubicBezTo>
                    <a:pt x="0" y="492"/>
                    <a:pt x="0" y="493"/>
                    <a:pt x="0" y="494"/>
                  </a:cubicBezTo>
                  <a:cubicBezTo>
                    <a:pt x="0" y="497"/>
                    <a:pt x="2" y="499"/>
                    <a:pt x="5" y="499"/>
                  </a:cubicBezTo>
                  <a:cubicBezTo>
                    <a:pt x="10" y="499"/>
                    <a:pt x="55" y="465"/>
                    <a:pt x="84" y="402"/>
                  </a:cubicBezTo>
                  <a:cubicBezTo>
                    <a:pt x="110" y="347"/>
                    <a:pt x="116" y="291"/>
                    <a:pt x="116"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700" name="Freeform 618"/>
            <p:cNvSpPr>
              <a:spLocks/>
            </p:cNvSpPr>
            <p:nvPr>
              <p:custDataLst>
                <p:tags r:id="rId90"/>
              </p:custDataLst>
            </p:nvPr>
          </p:nvSpPr>
          <p:spPr bwMode="auto">
            <a:xfrm>
              <a:off x="6334126" y="4875213"/>
              <a:ext cx="36513" cy="177800"/>
            </a:xfrm>
            <a:custGeom>
              <a:avLst/>
              <a:gdLst>
                <a:gd name="T0" fmla="*/ 115 w 115"/>
                <a:gd name="T1" fmla="*/ 249 h 499"/>
                <a:gd name="T2" fmla="*/ 83 w 115"/>
                <a:gd name="T3" fmla="*/ 94 h 499"/>
                <a:gd name="T4" fmla="*/ 5 w 115"/>
                <a:gd name="T5" fmla="*/ 0 h 499"/>
                <a:gd name="T6" fmla="*/ 0 w 115"/>
                <a:gd name="T7" fmla="*/ 5 h 499"/>
                <a:gd name="T8" fmla="*/ 9 w 115"/>
                <a:gd name="T9" fmla="*/ 16 h 499"/>
                <a:gd name="T10" fmla="*/ 87 w 115"/>
                <a:gd name="T11" fmla="*/ 249 h 499"/>
                <a:gd name="T12" fmla="*/ 6 w 115"/>
                <a:gd name="T13" fmla="*/ 486 h 499"/>
                <a:gd name="T14" fmla="*/ 0 w 115"/>
                <a:gd name="T15" fmla="*/ 494 h 499"/>
                <a:gd name="T16" fmla="*/ 5 w 115"/>
                <a:gd name="T17" fmla="*/ 499 h 499"/>
                <a:gd name="T18" fmla="*/ 84 w 115"/>
                <a:gd name="T19" fmla="*/ 402 h 499"/>
                <a:gd name="T20" fmla="*/ 115 w 115"/>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249"/>
                  </a:moveTo>
                  <a:cubicBezTo>
                    <a:pt x="115" y="211"/>
                    <a:pt x="110" y="150"/>
                    <a:pt x="83" y="94"/>
                  </a:cubicBezTo>
                  <a:cubicBezTo>
                    <a:pt x="53" y="32"/>
                    <a:pt x="10" y="0"/>
                    <a:pt x="5" y="0"/>
                  </a:cubicBezTo>
                  <a:cubicBezTo>
                    <a:pt x="2" y="0"/>
                    <a:pt x="0" y="2"/>
                    <a:pt x="0" y="5"/>
                  </a:cubicBezTo>
                  <a:cubicBezTo>
                    <a:pt x="0" y="6"/>
                    <a:pt x="0" y="7"/>
                    <a:pt x="9" y="16"/>
                  </a:cubicBezTo>
                  <a:cubicBezTo>
                    <a:pt x="58" y="66"/>
                    <a:pt x="87" y="145"/>
                    <a:pt x="87" y="249"/>
                  </a:cubicBezTo>
                  <a:cubicBezTo>
                    <a:pt x="87" y="335"/>
                    <a:pt x="68" y="423"/>
                    <a:pt x="6" y="486"/>
                  </a:cubicBezTo>
                  <a:cubicBezTo>
                    <a:pt x="0" y="492"/>
                    <a:pt x="0" y="493"/>
                    <a:pt x="0" y="494"/>
                  </a:cubicBezTo>
                  <a:cubicBezTo>
                    <a:pt x="0" y="497"/>
                    <a:pt x="2" y="499"/>
                    <a:pt x="5" y="499"/>
                  </a:cubicBezTo>
                  <a:cubicBezTo>
                    <a:pt x="10" y="499"/>
                    <a:pt x="55" y="465"/>
                    <a:pt x="84" y="402"/>
                  </a:cubicBezTo>
                  <a:cubicBezTo>
                    <a:pt x="109" y="347"/>
                    <a:pt x="115" y="291"/>
                    <a:pt x="115"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1899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42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42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427">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42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70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342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427">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3427">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342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24930" name="AutoShape 2"/>
          <p:cNvSpPr>
            <a:spLocks noGrp="1" noChangeArrowheads="1"/>
          </p:cNvSpPr>
          <p:nvPr>
            <p:ph type="title"/>
          </p:nvPr>
        </p:nvSpPr>
        <p:spPr/>
        <p:txBody>
          <a:bodyPr/>
          <a:lstStyle/>
          <a:p>
            <a:r>
              <a:rPr lang="sl-SI" dirty="0"/>
              <a:t>SQL: delo z množicami -vsebovanost elementa</a:t>
            </a:r>
            <a:endParaRPr lang="en-US" dirty="0"/>
          </a:p>
        </p:txBody>
      </p:sp>
      <p:sp>
        <p:nvSpPr>
          <p:cNvPr id="124931" name="Rectangle 3"/>
          <p:cNvSpPr>
            <a:spLocks noGrp="1" noChangeArrowheads="1"/>
          </p:cNvSpPr>
          <p:nvPr>
            <p:ph sz="quarter" idx="2"/>
          </p:nvPr>
        </p:nvSpPr>
        <p:spPr>
          <a:xfrm>
            <a:off x="762000" y="4343400"/>
            <a:ext cx="5791200" cy="2743200"/>
          </a:xfrm>
        </p:spPr>
        <p:txBody>
          <a:bodyPr/>
          <a:lstStyle/>
          <a:p>
            <a:pPr>
              <a:buFont typeface="Wingdings" pitchFamily="2" charset="2"/>
              <a:buNone/>
            </a:pPr>
            <a:r>
              <a:rPr lang="en-US" sz="1600" b="1" dirty="0">
                <a:latin typeface="Courier New" pitchFamily="49" charset="0"/>
              </a:rPr>
              <a:t>SELECT</a:t>
            </a:r>
            <a:r>
              <a:rPr lang="en-US" sz="1600" dirty="0">
                <a:latin typeface="Courier New" pitchFamily="49" charset="0"/>
              </a:rPr>
              <a:t> </a:t>
            </a:r>
            <a:r>
              <a:rPr lang="sl-SI" sz="1600" dirty="0">
                <a:latin typeface="Courier New" pitchFamily="49" charset="0"/>
              </a:rPr>
              <a:t>ime</a:t>
            </a:r>
            <a:endParaRPr lang="en-US" sz="1600" dirty="0">
              <a:latin typeface="Courier New" pitchFamily="49" charset="0"/>
            </a:endParaRPr>
          </a:p>
          <a:p>
            <a:pPr>
              <a:buFont typeface="Wingdings" pitchFamily="2" charset="2"/>
              <a:buNone/>
            </a:pPr>
            <a:r>
              <a:rPr lang="en-US" sz="1600" b="1" dirty="0">
                <a:latin typeface="Courier New" pitchFamily="49" charset="0"/>
              </a:rPr>
              <a:t>FROM</a:t>
            </a:r>
            <a:r>
              <a:rPr lang="en-US" sz="1600" dirty="0">
                <a:latin typeface="Courier New" pitchFamily="49" charset="0"/>
              </a:rPr>
              <a:t> </a:t>
            </a:r>
            <a:r>
              <a:rPr lang="en-US" sz="1600" dirty="0" err="1">
                <a:latin typeface="Courier New" pitchFamily="49" charset="0"/>
              </a:rPr>
              <a:t>jadralec</a:t>
            </a:r>
            <a:r>
              <a:rPr lang="en-US" sz="1600" dirty="0">
                <a:latin typeface="Courier New" pitchFamily="49" charset="0"/>
              </a:rPr>
              <a:t> </a:t>
            </a:r>
          </a:p>
          <a:p>
            <a:pPr>
              <a:buFont typeface="Wingdings" pitchFamily="2" charset="2"/>
              <a:buNone/>
            </a:pPr>
            <a:r>
              <a:rPr lang="en-US" sz="1600" b="1" dirty="0">
                <a:latin typeface="Courier New" pitchFamily="49" charset="0"/>
              </a:rPr>
              <a:t>WHERE</a:t>
            </a:r>
            <a:r>
              <a:rPr lang="en-US" sz="1600" dirty="0">
                <a:latin typeface="Courier New" pitchFamily="49" charset="0"/>
              </a:rPr>
              <a:t> (rating = 1) </a:t>
            </a:r>
            <a:r>
              <a:rPr lang="en-US" sz="1600" b="1" dirty="0">
                <a:latin typeface="Courier New" pitchFamily="49" charset="0"/>
              </a:rPr>
              <a:t>OR</a:t>
            </a:r>
          </a:p>
          <a:p>
            <a:pPr>
              <a:buFont typeface="Wingdings" pitchFamily="2" charset="2"/>
              <a:buNone/>
            </a:pPr>
            <a:r>
              <a:rPr lang="en-US" sz="1600" dirty="0">
                <a:latin typeface="Courier New" pitchFamily="49" charset="0"/>
              </a:rPr>
              <a:t>      (rating = 3) </a:t>
            </a:r>
            <a:r>
              <a:rPr lang="en-US" sz="1600" b="1" dirty="0">
                <a:latin typeface="Courier New" pitchFamily="49" charset="0"/>
              </a:rPr>
              <a:t>OR</a:t>
            </a:r>
          </a:p>
          <a:p>
            <a:pPr>
              <a:buFont typeface="Wingdings" pitchFamily="2" charset="2"/>
              <a:buNone/>
            </a:pPr>
            <a:r>
              <a:rPr lang="en-US" sz="1600" dirty="0">
                <a:latin typeface="Courier New" pitchFamily="49" charset="0"/>
              </a:rPr>
              <a:t>      (rating = 7); </a:t>
            </a:r>
          </a:p>
          <a:p>
            <a:pPr>
              <a:buFont typeface="Wingdings" pitchFamily="2" charset="2"/>
              <a:buNone/>
            </a:pPr>
            <a:r>
              <a:rPr lang="en-US" sz="1600" dirty="0">
                <a:latin typeface="Courier New" pitchFamily="49" charset="0"/>
              </a:rPr>
              <a:t> </a:t>
            </a:r>
          </a:p>
        </p:txBody>
      </p:sp>
      <p:sp>
        <p:nvSpPr>
          <p:cNvPr id="124932" name="Rectangle 4"/>
          <p:cNvSpPr>
            <a:spLocks noGrp="1" noChangeArrowheads="1"/>
          </p:cNvSpPr>
          <p:nvPr>
            <p:ph type="body" sz="half" idx="3"/>
          </p:nvPr>
        </p:nvSpPr>
        <p:spPr>
          <a:xfrm>
            <a:off x="762000" y="2362200"/>
            <a:ext cx="2743200" cy="1785938"/>
          </a:xfrm>
        </p:spPr>
        <p:txBody>
          <a:bodyPr/>
          <a:lstStyle/>
          <a:p>
            <a:r>
              <a:rPr lang="sl-SI" sz="2400"/>
              <a:t>Poišči imena jadralcev  z ratingi 1, </a:t>
            </a:r>
            <a:r>
              <a:rPr lang="en-US" sz="2400"/>
              <a:t>3</a:t>
            </a:r>
            <a:r>
              <a:rPr lang="sl-SI" sz="2400"/>
              <a:t> ali </a:t>
            </a:r>
            <a:r>
              <a:rPr lang="en-US" sz="2400"/>
              <a:t>7</a:t>
            </a:r>
            <a:r>
              <a:rPr lang="sl-SI" sz="2400"/>
              <a:t>.</a:t>
            </a:r>
            <a:endParaRPr lang="en-US" sz="2400"/>
          </a:p>
        </p:txBody>
      </p:sp>
      <p:sp>
        <p:nvSpPr>
          <p:cNvPr id="124934" name="Text Box 6"/>
          <p:cNvSpPr txBox="1">
            <a:spLocks noChangeArrowheads="1"/>
          </p:cNvSpPr>
          <p:nvPr/>
        </p:nvSpPr>
        <p:spPr bwMode="auto">
          <a:xfrm>
            <a:off x="6553200" y="4191000"/>
            <a:ext cx="3124200" cy="22923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Borut  |</a:t>
            </a:r>
          </a:p>
          <a:p>
            <a:pPr algn="l"/>
            <a:r>
              <a:rPr lang="en-US" sz="1600">
                <a:latin typeface="Courier New" pitchFamily="49" charset="0"/>
              </a:rPr>
              <a:t>| Henrik |</a:t>
            </a:r>
          </a:p>
          <a:p>
            <a:pPr algn="l"/>
            <a:r>
              <a:rPr lang="en-US" sz="1600">
                <a:latin typeface="Courier New" pitchFamily="49" charset="0"/>
              </a:rPr>
              <a:t>| Anze   |</a:t>
            </a:r>
          </a:p>
          <a:p>
            <a:pPr algn="l"/>
            <a:r>
              <a:rPr lang="en-US" sz="1600">
                <a:latin typeface="Courier New" pitchFamily="49" charset="0"/>
              </a:rPr>
              <a:t>| Bine   |</a:t>
            </a:r>
          </a:p>
          <a:p>
            <a:pPr algn="l"/>
            <a:r>
              <a:rPr lang="en-US" sz="1600">
                <a:latin typeface="Courier New" pitchFamily="49" charset="0"/>
              </a:rPr>
              <a:t>+--------+</a:t>
            </a:r>
          </a:p>
        </p:txBody>
      </p:sp>
      <p:sp>
        <p:nvSpPr>
          <p:cNvPr id="124936" name="Text Box 8"/>
          <p:cNvSpPr txBox="1">
            <a:spLocks noChangeArrowheads="1"/>
          </p:cNvSpPr>
          <p:nvPr/>
        </p:nvSpPr>
        <p:spPr bwMode="auto">
          <a:xfrm>
            <a:off x="3276600" y="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77584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49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49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p:bldP spid="124934" grpId="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25954" name="AutoShape 2"/>
          <p:cNvSpPr>
            <a:spLocks noGrp="1" noChangeArrowheads="1"/>
          </p:cNvSpPr>
          <p:nvPr>
            <p:ph type="title"/>
          </p:nvPr>
        </p:nvSpPr>
        <p:spPr/>
        <p:txBody>
          <a:bodyPr/>
          <a:lstStyle/>
          <a:p>
            <a:r>
              <a:rPr lang="sl-SI"/>
              <a:t>SQL: vsebovanost elementa</a:t>
            </a:r>
            <a:endParaRPr lang="en-US"/>
          </a:p>
        </p:txBody>
      </p:sp>
      <p:sp>
        <p:nvSpPr>
          <p:cNvPr id="125955" name="Rectangle 3"/>
          <p:cNvSpPr>
            <a:spLocks noGrp="1" noChangeArrowheads="1"/>
          </p:cNvSpPr>
          <p:nvPr>
            <p:ph sz="quarter" idx="2"/>
          </p:nvPr>
        </p:nvSpPr>
        <p:spPr>
          <a:xfrm>
            <a:off x="762000" y="4343400"/>
            <a:ext cx="51054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rating </a:t>
            </a:r>
            <a:r>
              <a:rPr lang="en-US" sz="1600" b="1">
                <a:solidFill>
                  <a:srgbClr val="FF0066"/>
                </a:solidFill>
                <a:latin typeface="Courier New" pitchFamily="49" charset="0"/>
              </a:rPr>
              <a:t>IN (1,3,7)</a:t>
            </a:r>
            <a:r>
              <a:rPr lang="en-US" sz="1600">
                <a:latin typeface="Courier New" pitchFamily="49" charset="0"/>
              </a:rPr>
              <a:t>;</a:t>
            </a:r>
          </a:p>
          <a:p>
            <a:pPr>
              <a:buFont typeface="Wingdings" pitchFamily="2" charset="2"/>
              <a:buNone/>
            </a:pPr>
            <a:endParaRPr lang="en-US" sz="1600">
              <a:latin typeface="Courier New" pitchFamily="49" charset="0"/>
            </a:endParaRPr>
          </a:p>
          <a:p>
            <a:pPr>
              <a:buFont typeface="Wingdings" pitchFamily="2" charset="2"/>
              <a:buNone/>
            </a:pPr>
            <a:r>
              <a:rPr lang="en-US" sz="2000" err="1"/>
              <a:t>Mno</a:t>
            </a:r>
            <a:r>
              <a:rPr lang="sl-SI" sz="2000"/>
              <a:t>žica v SQL. Namesto seznama</a:t>
            </a:r>
          </a:p>
          <a:p>
            <a:pPr>
              <a:buFont typeface="Wingdings" pitchFamily="2" charset="2"/>
              <a:buNone/>
            </a:pPr>
            <a:r>
              <a:rPr lang="sl-SI" sz="2000"/>
              <a:t>imamo lahko tudi rezultat neke poizvedbe.</a:t>
            </a:r>
            <a:r>
              <a:rPr lang="en-US" sz="2000"/>
              <a:t> </a:t>
            </a:r>
          </a:p>
          <a:p>
            <a:pPr>
              <a:buFont typeface="Wingdings" pitchFamily="2" charset="2"/>
              <a:buNone/>
            </a:pPr>
            <a:r>
              <a:rPr lang="en-US" sz="1600">
                <a:latin typeface="Courier New" pitchFamily="49" charset="0"/>
              </a:rPr>
              <a:t> </a:t>
            </a:r>
          </a:p>
        </p:txBody>
      </p:sp>
      <p:sp>
        <p:nvSpPr>
          <p:cNvPr id="125956" name="Rectangle 4"/>
          <p:cNvSpPr>
            <a:spLocks noGrp="1" noChangeArrowheads="1"/>
          </p:cNvSpPr>
          <p:nvPr>
            <p:ph type="body" sz="half" idx="3"/>
          </p:nvPr>
        </p:nvSpPr>
        <p:spPr>
          <a:xfrm>
            <a:off x="762000" y="2362200"/>
            <a:ext cx="2743200" cy="1785938"/>
          </a:xfrm>
        </p:spPr>
        <p:txBody>
          <a:bodyPr/>
          <a:lstStyle/>
          <a:p>
            <a:r>
              <a:rPr lang="sl-SI" sz="2400"/>
              <a:t>Poišči imena jadralcev, z ratingi 1, </a:t>
            </a:r>
            <a:r>
              <a:rPr lang="en-US" sz="2400"/>
              <a:t>3</a:t>
            </a:r>
            <a:r>
              <a:rPr lang="sl-SI" sz="2400"/>
              <a:t> ali </a:t>
            </a:r>
            <a:r>
              <a:rPr lang="en-US" sz="2400"/>
              <a:t>7</a:t>
            </a:r>
            <a:r>
              <a:rPr lang="sl-SI" sz="2400"/>
              <a:t>.</a:t>
            </a:r>
            <a:endParaRPr lang="en-US" sz="2400"/>
          </a:p>
        </p:txBody>
      </p:sp>
      <p:sp>
        <p:nvSpPr>
          <p:cNvPr id="125958" name="Text Box 6"/>
          <p:cNvSpPr txBox="1">
            <a:spLocks noChangeArrowheads="1"/>
          </p:cNvSpPr>
          <p:nvPr/>
        </p:nvSpPr>
        <p:spPr bwMode="auto">
          <a:xfrm>
            <a:off x="6553200" y="4191000"/>
            <a:ext cx="3124200" cy="22923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Borut  |</a:t>
            </a:r>
          </a:p>
          <a:p>
            <a:pPr algn="l"/>
            <a:r>
              <a:rPr lang="en-US" sz="1600">
                <a:latin typeface="Courier New" pitchFamily="49" charset="0"/>
              </a:rPr>
              <a:t>| Henrik |</a:t>
            </a:r>
          </a:p>
          <a:p>
            <a:pPr algn="l"/>
            <a:r>
              <a:rPr lang="en-US" sz="1600">
                <a:latin typeface="Courier New" pitchFamily="49" charset="0"/>
              </a:rPr>
              <a:t>| Anze   |</a:t>
            </a:r>
          </a:p>
          <a:p>
            <a:pPr algn="l"/>
            <a:r>
              <a:rPr lang="en-US" sz="1600">
                <a:latin typeface="Courier New" pitchFamily="49" charset="0"/>
              </a:rPr>
              <a:t>| Bine   |</a:t>
            </a:r>
          </a:p>
          <a:p>
            <a:pPr algn="l"/>
            <a:r>
              <a:rPr lang="en-US" sz="1600">
                <a:latin typeface="Courier New" pitchFamily="49" charset="0"/>
              </a:rPr>
              <a:t>+--------+</a:t>
            </a:r>
          </a:p>
        </p:txBody>
      </p:sp>
      <p:sp>
        <p:nvSpPr>
          <p:cNvPr id="125959" name="Text Box 7"/>
          <p:cNvSpPr txBox="1">
            <a:spLocks noChangeArrowheads="1"/>
          </p:cNvSpPr>
          <p:nvPr/>
        </p:nvSpPr>
        <p:spPr bwMode="auto">
          <a:xfrm>
            <a:off x="3267075" y="263992"/>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grpSp>
        <p:nvGrpSpPr>
          <p:cNvPr id="125973" name="Group 125972"/>
          <p:cNvGrpSpPr>
            <a:grpSpLocks noChangeAspect="1"/>
          </p:cNvGrpSpPr>
          <p:nvPr>
            <p:custDataLst>
              <p:tags r:id="rId1"/>
            </p:custDataLst>
          </p:nvPr>
        </p:nvGrpSpPr>
        <p:grpSpPr>
          <a:xfrm>
            <a:off x="4072344" y="2891491"/>
            <a:ext cx="3985429" cy="386977"/>
            <a:chOff x="2541588" y="2540000"/>
            <a:chExt cx="3008313" cy="292101"/>
          </a:xfrm>
        </p:grpSpPr>
        <p:sp>
          <p:nvSpPr>
            <p:cNvPr id="48" name="Freeform 44"/>
            <p:cNvSpPr>
              <a:spLocks/>
            </p:cNvSpPr>
            <p:nvPr>
              <p:custDataLst>
                <p:tags r:id="rId2"/>
              </p:custDataLst>
            </p:nvPr>
          </p:nvSpPr>
          <p:spPr bwMode="auto">
            <a:xfrm>
              <a:off x="2541588" y="2557463"/>
              <a:ext cx="153988" cy="180975"/>
            </a:xfrm>
            <a:custGeom>
              <a:avLst/>
              <a:gdLst>
                <a:gd name="T0" fmla="*/ 289 w 340"/>
                <a:gd name="T1" fmla="*/ 39 h 340"/>
                <a:gd name="T2" fmla="*/ 329 w 340"/>
                <a:gd name="T3" fmla="*/ 16 h 340"/>
                <a:gd name="T4" fmla="*/ 340 w 340"/>
                <a:gd name="T5" fmla="*/ 16 h 340"/>
                <a:gd name="T6" fmla="*/ 340 w 340"/>
                <a:gd name="T7" fmla="*/ 0 h 340"/>
                <a:gd name="T8" fmla="*/ 0 w 340"/>
                <a:gd name="T9" fmla="*/ 0 h 340"/>
                <a:gd name="T10" fmla="*/ 0 w 340"/>
                <a:gd name="T11" fmla="*/ 16 h 340"/>
                <a:gd name="T12" fmla="*/ 12 w 340"/>
                <a:gd name="T13" fmla="*/ 16 h 340"/>
                <a:gd name="T14" fmla="*/ 51 w 340"/>
                <a:gd name="T15" fmla="*/ 39 h 340"/>
                <a:gd name="T16" fmla="*/ 51 w 340"/>
                <a:gd name="T17" fmla="*/ 301 h 340"/>
                <a:gd name="T18" fmla="*/ 12 w 340"/>
                <a:gd name="T19" fmla="*/ 324 h 340"/>
                <a:gd name="T20" fmla="*/ 0 w 340"/>
                <a:gd name="T21" fmla="*/ 324 h 340"/>
                <a:gd name="T22" fmla="*/ 0 w 340"/>
                <a:gd name="T23" fmla="*/ 340 h 340"/>
                <a:gd name="T24" fmla="*/ 73 w 340"/>
                <a:gd name="T25" fmla="*/ 338 h 340"/>
                <a:gd name="T26" fmla="*/ 147 w 340"/>
                <a:gd name="T27" fmla="*/ 340 h 340"/>
                <a:gd name="T28" fmla="*/ 147 w 340"/>
                <a:gd name="T29" fmla="*/ 324 h 340"/>
                <a:gd name="T30" fmla="*/ 135 w 340"/>
                <a:gd name="T31" fmla="*/ 324 h 340"/>
                <a:gd name="T32" fmla="*/ 96 w 340"/>
                <a:gd name="T33" fmla="*/ 301 h 340"/>
                <a:gd name="T34" fmla="*/ 96 w 340"/>
                <a:gd name="T35" fmla="*/ 16 h 340"/>
                <a:gd name="T36" fmla="*/ 245 w 340"/>
                <a:gd name="T37" fmla="*/ 16 h 340"/>
                <a:gd name="T38" fmla="*/ 245 w 340"/>
                <a:gd name="T39" fmla="*/ 301 h 340"/>
                <a:gd name="T40" fmla="*/ 205 w 340"/>
                <a:gd name="T41" fmla="*/ 324 h 340"/>
                <a:gd name="T42" fmla="*/ 193 w 340"/>
                <a:gd name="T43" fmla="*/ 324 h 340"/>
                <a:gd name="T44" fmla="*/ 193 w 340"/>
                <a:gd name="T45" fmla="*/ 340 h 340"/>
                <a:gd name="T46" fmla="*/ 267 w 340"/>
                <a:gd name="T47" fmla="*/ 338 h 340"/>
                <a:gd name="T48" fmla="*/ 340 w 340"/>
                <a:gd name="T49" fmla="*/ 340 h 340"/>
                <a:gd name="T50" fmla="*/ 340 w 340"/>
                <a:gd name="T51" fmla="*/ 324 h 340"/>
                <a:gd name="T52" fmla="*/ 329 w 340"/>
                <a:gd name="T53" fmla="*/ 324 h 340"/>
                <a:gd name="T54" fmla="*/ 289 w 340"/>
                <a:gd name="T55" fmla="*/ 301 h 340"/>
                <a:gd name="T56" fmla="*/ 289 w 340"/>
                <a:gd name="T57" fmla="*/ 39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40">
                  <a:moveTo>
                    <a:pt x="289" y="39"/>
                  </a:moveTo>
                  <a:cubicBezTo>
                    <a:pt x="289" y="21"/>
                    <a:pt x="290" y="16"/>
                    <a:pt x="329" y="16"/>
                  </a:cubicBezTo>
                  <a:lnTo>
                    <a:pt x="340" y="16"/>
                  </a:lnTo>
                  <a:lnTo>
                    <a:pt x="340" y="0"/>
                  </a:lnTo>
                  <a:lnTo>
                    <a:pt x="0" y="0"/>
                  </a:lnTo>
                  <a:lnTo>
                    <a:pt x="0" y="16"/>
                  </a:lnTo>
                  <a:lnTo>
                    <a:pt x="12" y="16"/>
                  </a:lnTo>
                  <a:cubicBezTo>
                    <a:pt x="50" y="16"/>
                    <a:pt x="51" y="21"/>
                    <a:pt x="51" y="39"/>
                  </a:cubicBezTo>
                  <a:lnTo>
                    <a:pt x="51" y="301"/>
                  </a:lnTo>
                  <a:cubicBezTo>
                    <a:pt x="51" y="319"/>
                    <a:pt x="50" y="324"/>
                    <a:pt x="12" y="324"/>
                  </a:cubicBezTo>
                  <a:lnTo>
                    <a:pt x="0" y="324"/>
                  </a:lnTo>
                  <a:lnTo>
                    <a:pt x="0" y="340"/>
                  </a:lnTo>
                  <a:cubicBezTo>
                    <a:pt x="17" y="338"/>
                    <a:pt x="54" y="338"/>
                    <a:pt x="73" y="338"/>
                  </a:cubicBezTo>
                  <a:cubicBezTo>
                    <a:pt x="92" y="338"/>
                    <a:pt x="130" y="338"/>
                    <a:pt x="147" y="340"/>
                  </a:cubicBezTo>
                  <a:lnTo>
                    <a:pt x="147" y="324"/>
                  </a:lnTo>
                  <a:lnTo>
                    <a:pt x="135" y="324"/>
                  </a:lnTo>
                  <a:cubicBezTo>
                    <a:pt x="97" y="324"/>
                    <a:pt x="96" y="319"/>
                    <a:pt x="96" y="301"/>
                  </a:cubicBezTo>
                  <a:lnTo>
                    <a:pt x="96" y="16"/>
                  </a:lnTo>
                  <a:lnTo>
                    <a:pt x="245" y="16"/>
                  </a:lnTo>
                  <a:lnTo>
                    <a:pt x="245" y="301"/>
                  </a:lnTo>
                  <a:cubicBezTo>
                    <a:pt x="245" y="319"/>
                    <a:pt x="244" y="324"/>
                    <a:pt x="205" y="324"/>
                  </a:cubicBezTo>
                  <a:lnTo>
                    <a:pt x="193" y="324"/>
                  </a:lnTo>
                  <a:lnTo>
                    <a:pt x="193" y="340"/>
                  </a:lnTo>
                  <a:cubicBezTo>
                    <a:pt x="211" y="338"/>
                    <a:pt x="248" y="338"/>
                    <a:pt x="267" y="338"/>
                  </a:cubicBezTo>
                  <a:cubicBezTo>
                    <a:pt x="286" y="338"/>
                    <a:pt x="323" y="338"/>
                    <a:pt x="340" y="340"/>
                  </a:cubicBezTo>
                  <a:lnTo>
                    <a:pt x="340" y="324"/>
                  </a:lnTo>
                  <a:lnTo>
                    <a:pt x="329" y="324"/>
                  </a:lnTo>
                  <a:cubicBezTo>
                    <a:pt x="290" y="324"/>
                    <a:pt x="289" y="319"/>
                    <a:pt x="289" y="301"/>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45"/>
            <p:cNvSpPr>
              <a:spLocks noEditPoints="1"/>
            </p:cNvSpPr>
            <p:nvPr>
              <p:custDataLst>
                <p:tags r:id="rId3"/>
              </p:custDataLst>
            </p:nvPr>
          </p:nvSpPr>
          <p:spPr bwMode="auto">
            <a:xfrm>
              <a:off x="2709863" y="2654300"/>
              <a:ext cx="49213" cy="125413"/>
            </a:xfrm>
            <a:custGeom>
              <a:avLst/>
              <a:gdLst>
                <a:gd name="T0" fmla="*/ 97 w 106"/>
                <a:gd name="T1" fmla="*/ 13 h 235"/>
                <a:gd name="T2" fmla="*/ 83 w 106"/>
                <a:gd name="T3" fmla="*/ 0 h 235"/>
                <a:gd name="T4" fmla="*/ 64 w 106"/>
                <a:gd name="T5" fmla="*/ 19 h 235"/>
                <a:gd name="T6" fmla="*/ 77 w 106"/>
                <a:gd name="T7" fmla="*/ 32 h 235"/>
                <a:gd name="T8" fmla="*/ 97 w 106"/>
                <a:gd name="T9" fmla="*/ 13 h 235"/>
                <a:gd name="T10" fmla="*/ 26 w 106"/>
                <a:gd name="T11" fmla="*/ 191 h 235"/>
                <a:gd name="T12" fmla="*/ 23 w 106"/>
                <a:gd name="T13" fmla="*/ 205 h 235"/>
                <a:gd name="T14" fmla="*/ 56 w 106"/>
                <a:gd name="T15" fmla="*/ 235 h 235"/>
                <a:gd name="T16" fmla="*/ 106 w 106"/>
                <a:gd name="T17" fmla="*/ 182 h 235"/>
                <a:gd name="T18" fmla="*/ 101 w 106"/>
                <a:gd name="T19" fmla="*/ 177 h 235"/>
                <a:gd name="T20" fmla="*/ 94 w 106"/>
                <a:gd name="T21" fmla="*/ 183 h 235"/>
                <a:gd name="T22" fmla="*/ 57 w 106"/>
                <a:gd name="T23" fmla="*/ 225 h 235"/>
                <a:gd name="T24" fmla="*/ 48 w 106"/>
                <a:gd name="T25" fmla="*/ 213 h 235"/>
                <a:gd name="T26" fmla="*/ 54 w 106"/>
                <a:gd name="T27" fmla="*/ 191 h 235"/>
                <a:gd name="T28" fmla="*/ 65 w 106"/>
                <a:gd name="T29" fmla="*/ 163 h 235"/>
                <a:gd name="T30" fmla="*/ 82 w 106"/>
                <a:gd name="T31" fmla="*/ 118 h 235"/>
                <a:gd name="T32" fmla="*/ 84 w 106"/>
                <a:gd name="T33" fmla="*/ 107 h 235"/>
                <a:gd name="T34" fmla="*/ 51 w 106"/>
                <a:gd name="T35" fmla="*/ 77 h 235"/>
                <a:gd name="T36" fmla="*/ 0 w 106"/>
                <a:gd name="T37" fmla="*/ 131 h 235"/>
                <a:gd name="T38" fmla="*/ 6 w 106"/>
                <a:gd name="T39" fmla="*/ 135 h 235"/>
                <a:gd name="T40" fmla="*/ 13 w 106"/>
                <a:gd name="T41" fmla="*/ 130 h 235"/>
                <a:gd name="T42" fmla="*/ 50 w 106"/>
                <a:gd name="T43" fmla="*/ 87 h 235"/>
                <a:gd name="T44" fmla="*/ 59 w 106"/>
                <a:gd name="T45" fmla="*/ 99 h 235"/>
                <a:gd name="T46" fmla="*/ 48 w 106"/>
                <a:gd name="T47" fmla="*/ 134 h 235"/>
                <a:gd name="T48" fmla="*/ 26 w 106"/>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8"/>
                    <a:pt x="93" y="0"/>
                    <a:pt x="83" y="0"/>
                  </a:cubicBezTo>
                  <a:cubicBezTo>
                    <a:pt x="74" y="0"/>
                    <a:pt x="64" y="9"/>
                    <a:pt x="64" y="19"/>
                  </a:cubicBezTo>
                  <a:cubicBezTo>
                    <a:pt x="64" y="25"/>
                    <a:pt x="68" y="32"/>
                    <a:pt x="77" y="32"/>
                  </a:cubicBezTo>
                  <a:cubicBezTo>
                    <a:pt x="88" y="32"/>
                    <a:pt x="97" y="23"/>
                    <a:pt x="97" y="13"/>
                  </a:cubicBezTo>
                  <a:close/>
                  <a:moveTo>
                    <a:pt x="26" y="191"/>
                  </a:moveTo>
                  <a:cubicBezTo>
                    <a:pt x="24" y="195"/>
                    <a:pt x="23" y="199"/>
                    <a:pt x="23" y="205"/>
                  </a:cubicBezTo>
                  <a:cubicBezTo>
                    <a:pt x="23" y="222"/>
                    <a:pt x="37" y="235"/>
                    <a:pt x="56" y="235"/>
                  </a:cubicBezTo>
                  <a:cubicBezTo>
                    <a:pt x="91" y="235"/>
                    <a:pt x="106" y="187"/>
                    <a:pt x="106" y="182"/>
                  </a:cubicBezTo>
                  <a:cubicBezTo>
                    <a:pt x="106" y="177"/>
                    <a:pt x="102" y="177"/>
                    <a:pt x="101" y="177"/>
                  </a:cubicBezTo>
                  <a:cubicBezTo>
                    <a:pt x="96" y="177"/>
                    <a:pt x="95" y="179"/>
                    <a:pt x="94" y="183"/>
                  </a:cubicBezTo>
                  <a:cubicBezTo>
                    <a:pt x="86" y="211"/>
                    <a:pt x="71" y="225"/>
                    <a:pt x="57" y="225"/>
                  </a:cubicBezTo>
                  <a:cubicBezTo>
                    <a:pt x="50" y="225"/>
                    <a:pt x="48" y="221"/>
                    <a:pt x="48" y="213"/>
                  </a:cubicBezTo>
                  <a:cubicBezTo>
                    <a:pt x="48" y="205"/>
                    <a:pt x="51" y="198"/>
                    <a:pt x="54" y="191"/>
                  </a:cubicBezTo>
                  <a:cubicBezTo>
                    <a:pt x="57" y="181"/>
                    <a:pt x="61" y="172"/>
                    <a:pt x="65" y="163"/>
                  </a:cubicBezTo>
                  <a:cubicBezTo>
                    <a:pt x="68" y="154"/>
                    <a:pt x="81" y="123"/>
                    <a:pt x="82" y="118"/>
                  </a:cubicBezTo>
                  <a:cubicBezTo>
                    <a:pt x="83" y="115"/>
                    <a:pt x="84" y="111"/>
                    <a:pt x="84" y="107"/>
                  </a:cubicBezTo>
                  <a:cubicBezTo>
                    <a:pt x="84" y="91"/>
                    <a:pt x="70" y="77"/>
                    <a:pt x="51" y="77"/>
                  </a:cubicBezTo>
                  <a:cubicBezTo>
                    <a:pt x="16" y="77"/>
                    <a:pt x="0" y="125"/>
                    <a:pt x="0" y="131"/>
                  </a:cubicBezTo>
                  <a:cubicBezTo>
                    <a:pt x="0" y="135"/>
                    <a:pt x="5" y="135"/>
                    <a:pt x="6" y="135"/>
                  </a:cubicBezTo>
                  <a:cubicBezTo>
                    <a:pt x="11" y="135"/>
                    <a:pt x="12" y="134"/>
                    <a:pt x="13" y="130"/>
                  </a:cubicBezTo>
                  <a:cubicBezTo>
                    <a:pt x="22" y="100"/>
                    <a:pt x="37" y="87"/>
                    <a:pt x="50" y="87"/>
                  </a:cubicBezTo>
                  <a:cubicBezTo>
                    <a:pt x="56" y="87"/>
                    <a:pt x="59" y="90"/>
                    <a:pt x="59" y="99"/>
                  </a:cubicBezTo>
                  <a:cubicBezTo>
                    <a:pt x="59" y="107"/>
                    <a:pt x="57" y="113"/>
                    <a:pt x="48" y="134"/>
                  </a:cubicBezTo>
                  <a:lnTo>
                    <a:pt x="26"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46"/>
            <p:cNvSpPr>
              <a:spLocks/>
            </p:cNvSpPr>
            <p:nvPr>
              <p:custDataLst>
                <p:tags r:id="rId4"/>
              </p:custDataLst>
            </p:nvPr>
          </p:nvSpPr>
          <p:spPr bwMode="auto">
            <a:xfrm>
              <a:off x="2774951" y="2695575"/>
              <a:ext cx="144463" cy="84138"/>
            </a:xfrm>
            <a:custGeom>
              <a:avLst/>
              <a:gdLst>
                <a:gd name="T0" fmla="*/ 135 w 321"/>
                <a:gd name="T1" fmla="*/ 126 h 158"/>
                <a:gd name="T2" fmla="*/ 131 w 321"/>
                <a:gd name="T3" fmla="*/ 147 h 158"/>
                <a:gd name="T4" fmla="*/ 142 w 321"/>
                <a:gd name="T5" fmla="*/ 158 h 158"/>
                <a:gd name="T6" fmla="*/ 156 w 321"/>
                <a:gd name="T7" fmla="*/ 150 h 158"/>
                <a:gd name="T8" fmla="*/ 162 w 321"/>
                <a:gd name="T9" fmla="*/ 129 h 158"/>
                <a:gd name="T10" fmla="*/ 170 w 321"/>
                <a:gd name="T11" fmla="*/ 97 h 158"/>
                <a:gd name="T12" fmla="*/ 176 w 321"/>
                <a:gd name="T13" fmla="*/ 74 h 158"/>
                <a:gd name="T14" fmla="*/ 187 w 321"/>
                <a:gd name="T15" fmla="*/ 47 h 158"/>
                <a:gd name="T16" fmla="*/ 242 w 321"/>
                <a:gd name="T17" fmla="*/ 10 h 158"/>
                <a:gd name="T18" fmla="*/ 263 w 321"/>
                <a:gd name="T19" fmla="*/ 35 h 158"/>
                <a:gd name="T20" fmla="*/ 242 w 321"/>
                <a:gd name="T21" fmla="*/ 109 h 158"/>
                <a:gd name="T22" fmla="*/ 237 w 321"/>
                <a:gd name="T23" fmla="*/ 128 h 158"/>
                <a:gd name="T24" fmla="*/ 270 w 321"/>
                <a:gd name="T25" fmla="*/ 158 h 158"/>
                <a:gd name="T26" fmla="*/ 321 w 321"/>
                <a:gd name="T27" fmla="*/ 105 h 158"/>
                <a:gd name="T28" fmla="*/ 315 w 321"/>
                <a:gd name="T29" fmla="*/ 100 h 158"/>
                <a:gd name="T30" fmla="*/ 308 w 321"/>
                <a:gd name="T31" fmla="*/ 106 h 158"/>
                <a:gd name="T32" fmla="*/ 271 w 321"/>
                <a:gd name="T33" fmla="*/ 148 h 158"/>
                <a:gd name="T34" fmla="*/ 263 w 321"/>
                <a:gd name="T35" fmla="*/ 136 h 158"/>
                <a:gd name="T36" fmla="*/ 271 w 321"/>
                <a:gd name="T37" fmla="*/ 108 h 158"/>
                <a:gd name="T38" fmla="*/ 289 w 321"/>
                <a:gd name="T39" fmla="*/ 40 h 158"/>
                <a:gd name="T40" fmla="*/ 276 w 321"/>
                <a:gd name="T41" fmla="*/ 10 h 158"/>
                <a:gd name="T42" fmla="*/ 244 w 321"/>
                <a:gd name="T43" fmla="*/ 0 h 158"/>
                <a:gd name="T44" fmla="*/ 182 w 321"/>
                <a:gd name="T45" fmla="*/ 36 h 158"/>
                <a:gd name="T46" fmla="*/ 137 w 321"/>
                <a:gd name="T47" fmla="*/ 0 h 158"/>
                <a:gd name="T48" fmla="*/ 78 w 321"/>
                <a:gd name="T49" fmla="*/ 32 h 158"/>
                <a:gd name="T50" fmla="*/ 41 w 321"/>
                <a:gd name="T51" fmla="*/ 0 h 158"/>
                <a:gd name="T52" fmla="*/ 13 w 321"/>
                <a:gd name="T53" fmla="*/ 19 h 158"/>
                <a:gd name="T54" fmla="*/ 0 w 321"/>
                <a:gd name="T55" fmla="*/ 54 h 158"/>
                <a:gd name="T56" fmla="*/ 6 w 321"/>
                <a:gd name="T57" fmla="*/ 58 h 158"/>
                <a:gd name="T58" fmla="*/ 14 w 321"/>
                <a:gd name="T59" fmla="*/ 48 h 158"/>
                <a:gd name="T60" fmla="*/ 40 w 321"/>
                <a:gd name="T61" fmla="*/ 10 h 158"/>
                <a:gd name="T62" fmla="*/ 51 w 321"/>
                <a:gd name="T63" fmla="*/ 27 h 158"/>
                <a:gd name="T64" fmla="*/ 45 w 321"/>
                <a:gd name="T65" fmla="*/ 56 h 158"/>
                <a:gd name="T66" fmla="*/ 38 w 321"/>
                <a:gd name="T67" fmla="*/ 88 h 158"/>
                <a:gd name="T68" fmla="*/ 27 w 321"/>
                <a:gd name="T69" fmla="*/ 132 h 158"/>
                <a:gd name="T70" fmla="*/ 23 w 321"/>
                <a:gd name="T71" fmla="*/ 147 h 158"/>
                <a:gd name="T72" fmla="*/ 35 w 321"/>
                <a:gd name="T73" fmla="*/ 158 h 158"/>
                <a:gd name="T74" fmla="*/ 49 w 321"/>
                <a:gd name="T75" fmla="*/ 150 h 158"/>
                <a:gd name="T76" fmla="*/ 55 w 321"/>
                <a:gd name="T77" fmla="*/ 129 h 158"/>
                <a:gd name="T78" fmla="*/ 63 w 321"/>
                <a:gd name="T79" fmla="*/ 97 h 158"/>
                <a:gd name="T80" fmla="*/ 68 w 321"/>
                <a:gd name="T81" fmla="*/ 74 h 158"/>
                <a:gd name="T82" fmla="*/ 83 w 321"/>
                <a:gd name="T83" fmla="*/ 42 h 158"/>
                <a:gd name="T84" fmla="*/ 135 w 321"/>
                <a:gd name="T85" fmla="*/ 10 h 158"/>
                <a:gd name="T86" fmla="*/ 156 w 321"/>
                <a:gd name="T87" fmla="*/ 35 h 158"/>
                <a:gd name="T88" fmla="*/ 150 w 321"/>
                <a:gd name="T89" fmla="*/ 68 h 158"/>
                <a:gd name="T90" fmla="*/ 135 w 321"/>
                <a:gd name="T91" fmla="*/ 12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1" h="158">
                  <a:moveTo>
                    <a:pt x="135" y="126"/>
                  </a:moveTo>
                  <a:cubicBezTo>
                    <a:pt x="134" y="133"/>
                    <a:pt x="131" y="145"/>
                    <a:pt x="131" y="147"/>
                  </a:cubicBezTo>
                  <a:cubicBezTo>
                    <a:pt x="131" y="154"/>
                    <a:pt x="137" y="158"/>
                    <a:pt x="142" y="158"/>
                  </a:cubicBezTo>
                  <a:cubicBezTo>
                    <a:pt x="149" y="158"/>
                    <a:pt x="154" y="153"/>
                    <a:pt x="156" y="150"/>
                  </a:cubicBezTo>
                  <a:cubicBezTo>
                    <a:pt x="158" y="147"/>
                    <a:pt x="161" y="136"/>
                    <a:pt x="162" y="129"/>
                  </a:cubicBezTo>
                  <a:cubicBezTo>
                    <a:pt x="164" y="122"/>
                    <a:pt x="168" y="106"/>
                    <a:pt x="170" y="97"/>
                  </a:cubicBezTo>
                  <a:cubicBezTo>
                    <a:pt x="172" y="90"/>
                    <a:pt x="174" y="82"/>
                    <a:pt x="176" y="74"/>
                  </a:cubicBezTo>
                  <a:cubicBezTo>
                    <a:pt x="180" y="59"/>
                    <a:pt x="180" y="58"/>
                    <a:pt x="187" y="47"/>
                  </a:cubicBezTo>
                  <a:cubicBezTo>
                    <a:pt x="198" y="30"/>
                    <a:pt x="215" y="10"/>
                    <a:pt x="242" y="10"/>
                  </a:cubicBezTo>
                  <a:cubicBezTo>
                    <a:pt x="262" y="10"/>
                    <a:pt x="263" y="26"/>
                    <a:pt x="263" y="35"/>
                  </a:cubicBezTo>
                  <a:cubicBezTo>
                    <a:pt x="263" y="56"/>
                    <a:pt x="248" y="94"/>
                    <a:pt x="242" y="109"/>
                  </a:cubicBezTo>
                  <a:cubicBezTo>
                    <a:pt x="239" y="119"/>
                    <a:pt x="237" y="122"/>
                    <a:pt x="237" y="128"/>
                  </a:cubicBezTo>
                  <a:cubicBezTo>
                    <a:pt x="237" y="146"/>
                    <a:pt x="253" y="158"/>
                    <a:pt x="270" y="158"/>
                  </a:cubicBezTo>
                  <a:cubicBezTo>
                    <a:pt x="305" y="158"/>
                    <a:pt x="321" y="110"/>
                    <a:pt x="321" y="105"/>
                  </a:cubicBezTo>
                  <a:cubicBezTo>
                    <a:pt x="321" y="100"/>
                    <a:pt x="316" y="100"/>
                    <a:pt x="315" y="100"/>
                  </a:cubicBezTo>
                  <a:cubicBezTo>
                    <a:pt x="310" y="100"/>
                    <a:pt x="310" y="102"/>
                    <a:pt x="308" y="106"/>
                  </a:cubicBezTo>
                  <a:cubicBezTo>
                    <a:pt x="300" y="134"/>
                    <a:pt x="285" y="148"/>
                    <a:pt x="271" y="148"/>
                  </a:cubicBezTo>
                  <a:cubicBezTo>
                    <a:pt x="264" y="148"/>
                    <a:pt x="263" y="143"/>
                    <a:pt x="263" y="136"/>
                  </a:cubicBezTo>
                  <a:cubicBezTo>
                    <a:pt x="263" y="128"/>
                    <a:pt x="264" y="123"/>
                    <a:pt x="271" y="108"/>
                  </a:cubicBezTo>
                  <a:cubicBezTo>
                    <a:pt x="275" y="97"/>
                    <a:pt x="289" y="60"/>
                    <a:pt x="289" y="40"/>
                  </a:cubicBezTo>
                  <a:cubicBezTo>
                    <a:pt x="289" y="35"/>
                    <a:pt x="289" y="20"/>
                    <a:pt x="276" y="10"/>
                  </a:cubicBezTo>
                  <a:cubicBezTo>
                    <a:pt x="270" y="5"/>
                    <a:pt x="260" y="0"/>
                    <a:pt x="244" y="0"/>
                  </a:cubicBezTo>
                  <a:cubicBezTo>
                    <a:pt x="212" y="0"/>
                    <a:pt x="193" y="21"/>
                    <a:pt x="182" y="36"/>
                  </a:cubicBezTo>
                  <a:cubicBezTo>
                    <a:pt x="179" y="6"/>
                    <a:pt x="155" y="0"/>
                    <a:pt x="137" y="0"/>
                  </a:cubicBezTo>
                  <a:cubicBezTo>
                    <a:pt x="108" y="0"/>
                    <a:pt x="88" y="18"/>
                    <a:pt x="78" y="32"/>
                  </a:cubicBezTo>
                  <a:cubicBezTo>
                    <a:pt x="75" y="8"/>
                    <a:pt x="55" y="0"/>
                    <a:pt x="41" y="0"/>
                  </a:cubicBezTo>
                  <a:cubicBezTo>
                    <a:pt x="26" y="0"/>
                    <a:pt x="18" y="11"/>
                    <a:pt x="13" y="19"/>
                  </a:cubicBezTo>
                  <a:cubicBezTo>
                    <a:pt x="5" y="32"/>
                    <a:pt x="0" y="52"/>
                    <a:pt x="0" y="54"/>
                  </a:cubicBezTo>
                  <a:cubicBezTo>
                    <a:pt x="0" y="58"/>
                    <a:pt x="5" y="58"/>
                    <a:pt x="6" y="58"/>
                  </a:cubicBezTo>
                  <a:cubicBezTo>
                    <a:pt x="11" y="58"/>
                    <a:pt x="12" y="57"/>
                    <a:pt x="14" y="48"/>
                  </a:cubicBezTo>
                  <a:cubicBezTo>
                    <a:pt x="19" y="27"/>
                    <a:pt x="26" y="10"/>
                    <a:pt x="40" y="10"/>
                  </a:cubicBezTo>
                  <a:cubicBezTo>
                    <a:pt x="49" y="10"/>
                    <a:pt x="51" y="18"/>
                    <a:pt x="51" y="27"/>
                  </a:cubicBezTo>
                  <a:cubicBezTo>
                    <a:pt x="51" y="34"/>
                    <a:pt x="48" y="47"/>
                    <a:pt x="45" y="56"/>
                  </a:cubicBezTo>
                  <a:cubicBezTo>
                    <a:pt x="43" y="66"/>
                    <a:pt x="40" y="80"/>
                    <a:pt x="38" y="88"/>
                  </a:cubicBezTo>
                  <a:lnTo>
                    <a:pt x="27" y="132"/>
                  </a:lnTo>
                  <a:cubicBezTo>
                    <a:pt x="25" y="137"/>
                    <a:pt x="23" y="146"/>
                    <a:pt x="23" y="147"/>
                  </a:cubicBezTo>
                  <a:cubicBezTo>
                    <a:pt x="23" y="154"/>
                    <a:pt x="29" y="158"/>
                    <a:pt x="35" y="158"/>
                  </a:cubicBezTo>
                  <a:cubicBezTo>
                    <a:pt x="41" y="158"/>
                    <a:pt x="47" y="153"/>
                    <a:pt x="49" y="150"/>
                  </a:cubicBezTo>
                  <a:cubicBezTo>
                    <a:pt x="50" y="147"/>
                    <a:pt x="53" y="136"/>
                    <a:pt x="55" y="129"/>
                  </a:cubicBezTo>
                  <a:cubicBezTo>
                    <a:pt x="57" y="122"/>
                    <a:pt x="60" y="106"/>
                    <a:pt x="63" y="97"/>
                  </a:cubicBezTo>
                  <a:cubicBezTo>
                    <a:pt x="65" y="90"/>
                    <a:pt x="67" y="82"/>
                    <a:pt x="68" y="74"/>
                  </a:cubicBezTo>
                  <a:cubicBezTo>
                    <a:pt x="72" y="59"/>
                    <a:pt x="73" y="57"/>
                    <a:pt x="83" y="42"/>
                  </a:cubicBezTo>
                  <a:cubicBezTo>
                    <a:pt x="93" y="28"/>
                    <a:pt x="109" y="10"/>
                    <a:pt x="135" y="10"/>
                  </a:cubicBezTo>
                  <a:cubicBezTo>
                    <a:pt x="156" y="10"/>
                    <a:pt x="156" y="28"/>
                    <a:pt x="156" y="35"/>
                  </a:cubicBezTo>
                  <a:cubicBezTo>
                    <a:pt x="156" y="43"/>
                    <a:pt x="155" y="48"/>
                    <a:pt x="150" y="68"/>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47"/>
            <p:cNvSpPr>
              <a:spLocks noEditPoints="1"/>
            </p:cNvSpPr>
            <p:nvPr>
              <p:custDataLst>
                <p:tags r:id="rId5"/>
              </p:custDataLst>
            </p:nvPr>
          </p:nvSpPr>
          <p:spPr bwMode="auto">
            <a:xfrm>
              <a:off x="2938463" y="2695575"/>
              <a:ext cx="66675" cy="84138"/>
            </a:xfrm>
            <a:custGeom>
              <a:avLst/>
              <a:gdLst>
                <a:gd name="T0" fmla="*/ 55 w 149"/>
                <a:gd name="T1" fmla="*/ 75 h 158"/>
                <a:gd name="T2" fmla="*/ 111 w 149"/>
                <a:gd name="T3" fmla="*/ 68 h 158"/>
                <a:gd name="T4" fmla="*/ 141 w 149"/>
                <a:gd name="T5" fmla="*/ 31 h 158"/>
                <a:gd name="T6" fmla="*/ 98 w 149"/>
                <a:gd name="T7" fmla="*/ 0 h 158"/>
                <a:gd name="T8" fmla="*/ 0 w 149"/>
                <a:gd name="T9" fmla="*/ 92 h 158"/>
                <a:gd name="T10" fmla="*/ 63 w 149"/>
                <a:gd name="T11" fmla="*/ 158 h 158"/>
                <a:gd name="T12" fmla="*/ 149 w 149"/>
                <a:gd name="T13" fmla="*/ 119 h 158"/>
                <a:gd name="T14" fmla="*/ 143 w 149"/>
                <a:gd name="T15" fmla="*/ 113 h 158"/>
                <a:gd name="T16" fmla="*/ 138 w 149"/>
                <a:gd name="T17" fmla="*/ 116 h 158"/>
                <a:gd name="T18" fmla="*/ 63 w 149"/>
                <a:gd name="T19" fmla="*/ 148 h 158"/>
                <a:gd name="T20" fmla="*/ 29 w 149"/>
                <a:gd name="T21" fmla="*/ 106 h 158"/>
                <a:gd name="T22" fmla="*/ 33 w 149"/>
                <a:gd name="T23" fmla="*/ 75 h 158"/>
                <a:gd name="T24" fmla="*/ 55 w 149"/>
                <a:gd name="T25" fmla="*/ 75 h 158"/>
                <a:gd name="T26" fmla="*/ 35 w 149"/>
                <a:gd name="T27" fmla="*/ 65 h 158"/>
                <a:gd name="T28" fmla="*/ 98 w 149"/>
                <a:gd name="T29" fmla="*/ 10 h 158"/>
                <a:gd name="T30" fmla="*/ 126 w 149"/>
                <a:gd name="T31" fmla="*/ 31 h 158"/>
                <a:gd name="T32" fmla="*/ 53 w 149"/>
                <a:gd name="T33" fmla="*/ 65 h 158"/>
                <a:gd name="T34" fmla="*/ 35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5"/>
                  </a:moveTo>
                  <a:cubicBezTo>
                    <a:pt x="64" y="75"/>
                    <a:pt x="92" y="74"/>
                    <a:pt x="111" y="68"/>
                  </a:cubicBezTo>
                  <a:cubicBezTo>
                    <a:pt x="137" y="58"/>
                    <a:pt x="141" y="42"/>
                    <a:pt x="141" y="31"/>
                  </a:cubicBezTo>
                  <a:cubicBezTo>
                    <a:pt x="141" y="12"/>
                    <a:pt x="122" y="0"/>
                    <a:pt x="98" y="0"/>
                  </a:cubicBezTo>
                  <a:cubicBezTo>
                    <a:pt x="56" y="0"/>
                    <a:pt x="0" y="33"/>
                    <a:pt x="0" y="92"/>
                  </a:cubicBezTo>
                  <a:cubicBezTo>
                    <a:pt x="0" y="128"/>
                    <a:pt x="22" y="158"/>
                    <a:pt x="63" y="158"/>
                  </a:cubicBezTo>
                  <a:cubicBezTo>
                    <a:pt x="122" y="158"/>
                    <a:pt x="149" y="123"/>
                    <a:pt x="149" y="119"/>
                  </a:cubicBezTo>
                  <a:cubicBezTo>
                    <a:pt x="149" y="116"/>
                    <a:pt x="146" y="113"/>
                    <a:pt x="143" y="113"/>
                  </a:cubicBezTo>
                  <a:cubicBezTo>
                    <a:pt x="141" y="113"/>
                    <a:pt x="140" y="113"/>
                    <a:pt x="138" y="116"/>
                  </a:cubicBezTo>
                  <a:cubicBezTo>
                    <a:pt x="110" y="148"/>
                    <a:pt x="70" y="148"/>
                    <a:pt x="63" y="148"/>
                  </a:cubicBezTo>
                  <a:cubicBezTo>
                    <a:pt x="42" y="148"/>
                    <a:pt x="29" y="134"/>
                    <a:pt x="29" y="106"/>
                  </a:cubicBezTo>
                  <a:cubicBezTo>
                    <a:pt x="29" y="101"/>
                    <a:pt x="29" y="94"/>
                    <a:pt x="33" y="75"/>
                  </a:cubicBezTo>
                  <a:lnTo>
                    <a:pt x="55" y="75"/>
                  </a:lnTo>
                  <a:close/>
                  <a:moveTo>
                    <a:pt x="35" y="65"/>
                  </a:moveTo>
                  <a:cubicBezTo>
                    <a:pt x="50" y="14"/>
                    <a:pt x="88" y="10"/>
                    <a:pt x="98" y="10"/>
                  </a:cubicBezTo>
                  <a:cubicBezTo>
                    <a:pt x="114" y="10"/>
                    <a:pt x="126" y="18"/>
                    <a:pt x="126" y="31"/>
                  </a:cubicBezTo>
                  <a:cubicBezTo>
                    <a:pt x="126" y="65"/>
                    <a:pt x="68" y="65"/>
                    <a:pt x="53"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8"/>
            <p:cNvSpPr>
              <a:spLocks/>
            </p:cNvSpPr>
            <p:nvPr>
              <p:custDataLst>
                <p:tags r:id="rId6"/>
              </p:custDataLst>
            </p:nvPr>
          </p:nvSpPr>
          <p:spPr bwMode="auto">
            <a:xfrm>
              <a:off x="3046413" y="2540000"/>
              <a:ext cx="52388" cy="263525"/>
            </a:xfrm>
            <a:custGeom>
              <a:avLst/>
              <a:gdLst>
                <a:gd name="T0" fmla="*/ 115 w 115"/>
                <a:gd name="T1" fmla="*/ 495 h 500"/>
                <a:gd name="T2" fmla="*/ 107 w 115"/>
                <a:gd name="T3" fmla="*/ 484 h 500"/>
                <a:gd name="T4" fmla="*/ 29 w 115"/>
                <a:gd name="T5" fmla="*/ 250 h 500"/>
                <a:gd name="T6" fmla="*/ 109 w 115"/>
                <a:gd name="T7" fmla="*/ 14 h 500"/>
                <a:gd name="T8" fmla="*/ 115 w 115"/>
                <a:gd name="T9" fmla="*/ 5 h 500"/>
                <a:gd name="T10" fmla="*/ 111 w 115"/>
                <a:gd name="T11" fmla="*/ 0 h 500"/>
                <a:gd name="T12" fmla="*/ 31 w 115"/>
                <a:gd name="T13" fmla="*/ 97 h 500"/>
                <a:gd name="T14" fmla="*/ 0 w 115"/>
                <a:gd name="T15" fmla="*/ 250 h 500"/>
                <a:gd name="T16" fmla="*/ 33 w 115"/>
                <a:gd name="T17" fmla="*/ 406 h 500"/>
                <a:gd name="T18" fmla="*/ 111 w 115"/>
                <a:gd name="T19" fmla="*/ 500 h 500"/>
                <a:gd name="T20" fmla="*/ 115 w 115"/>
                <a:gd name="T21" fmla="*/ 495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500">
                  <a:moveTo>
                    <a:pt x="115" y="495"/>
                  </a:moveTo>
                  <a:cubicBezTo>
                    <a:pt x="115" y="493"/>
                    <a:pt x="115" y="492"/>
                    <a:pt x="107" y="484"/>
                  </a:cubicBezTo>
                  <a:cubicBezTo>
                    <a:pt x="45" y="421"/>
                    <a:pt x="29" y="326"/>
                    <a:pt x="29" y="250"/>
                  </a:cubicBezTo>
                  <a:cubicBezTo>
                    <a:pt x="29" y="163"/>
                    <a:pt x="48" y="76"/>
                    <a:pt x="109" y="14"/>
                  </a:cubicBezTo>
                  <a:cubicBezTo>
                    <a:pt x="115" y="8"/>
                    <a:pt x="115" y="7"/>
                    <a:pt x="115" y="5"/>
                  </a:cubicBezTo>
                  <a:cubicBezTo>
                    <a:pt x="115" y="2"/>
                    <a:pt x="114" y="0"/>
                    <a:pt x="111" y="0"/>
                  </a:cubicBezTo>
                  <a:cubicBezTo>
                    <a:pt x="106" y="0"/>
                    <a:pt x="61" y="34"/>
                    <a:pt x="31" y="97"/>
                  </a:cubicBezTo>
                  <a:cubicBezTo>
                    <a:pt x="6" y="152"/>
                    <a:pt x="0" y="208"/>
                    <a:pt x="0" y="250"/>
                  </a:cubicBezTo>
                  <a:cubicBezTo>
                    <a:pt x="0" y="289"/>
                    <a:pt x="5" y="349"/>
                    <a:pt x="33" y="406"/>
                  </a:cubicBezTo>
                  <a:cubicBezTo>
                    <a:pt x="63" y="467"/>
                    <a:pt x="106" y="500"/>
                    <a:pt x="111" y="500"/>
                  </a:cubicBezTo>
                  <a:cubicBezTo>
                    <a:pt x="114" y="500"/>
                    <a:pt x="115" y="498"/>
                    <a:pt x="115" y="49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9"/>
            <p:cNvSpPr>
              <a:spLocks noEditPoints="1"/>
            </p:cNvSpPr>
            <p:nvPr>
              <p:custDataLst>
                <p:tags r:id="rId7"/>
              </p:custDataLst>
            </p:nvPr>
          </p:nvSpPr>
          <p:spPr bwMode="auto">
            <a:xfrm>
              <a:off x="3121026" y="2624138"/>
              <a:ext cx="120650" cy="115888"/>
            </a:xfrm>
            <a:custGeom>
              <a:avLst/>
              <a:gdLst>
                <a:gd name="T0" fmla="*/ 239 w 264"/>
                <a:gd name="T1" fmla="*/ 29 h 221"/>
                <a:gd name="T2" fmla="*/ 264 w 264"/>
                <a:gd name="T3" fmla="*/ 12 h 221"/>
                <a:gd name="T4" fmla="*/ 244 w 264"/>
                <a:gd name="T5" fmla="*/ 0 h 221"/>
                <a:gd name="T6" fmla="*/ 131 w 264"/>
                <a:gd name="T7" fmla="*/ 0 h 221"/>
                <a:gd name="T8" fmla="*/ 0 w 264"/>
                <a:gd name="T9" fmla="*/ 142 h 221"/>
                <a:gd name="T10" fmla="*/ 75 w 264"/>
                <a:gd name="T11" fmla="*/ 221 h 221"/>
                <a:gd name="T12" fmla="*/ 200 w 264"/>
                <a:gd name="T13" fmla="*/ 84 h 221"/>
                <a:gd name="T14" fmla="*/ 185 w 264"/>
                <a:gd name="T15" fmla="*/ 29 h 221"/>
                <a:gd name="T16" fmla="*/ 239 w 264"/>
                <a:gd name="T17" fmla="*/ 29 h 221"/>
                <a:gd name="T18" fmla="*/ 75 w 264"/>
                <a:gd name="T19" fmla="*/ 210 h 221"/>
                <a:gd name="T20" fmla="*/ 31 w 264"/>
                <a:gd name="T21" fmla="*/ 156 h 221"/>
                <a:gd name="T22" fmla="*/ 54 w 264"/>
                <a:gd name="T23" fmla="*/ 71 h 221"/>
                <a:gd name="T24" fmla="*/ 122 w 264"/>
                <a:gd name="T25" fmla="*/ 29 h 221"/>
                <a:gd name="T26" fmla="*/ 168 w 264"/>
                <a:gd name="T27" fmla="*/ 78 h 221"/>
                <a:gd name="T28" fmla="*/ 141 w 264"/>
                <a:gd name="T29" fmla="*/ 168 h 221"/>
                <a:gd name="T30" fmla="*/ 75 w 264"/>
                <a:gd name="T31" fmla="*/ 21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4" h="221">
                  <a:moveTo>
                    <a:pt x="239" y="29"/>
                  </a:moveTo>
                  <a:cubicBezTo>
                    <a:pt x="246" y="29"/>
                    <a:pt x="264" y="29"/>
                    <a:pt x="264" y="12"/>
                  </a:cubicBezTo>
                  <a:cubicBezTo>
                    <a:pt x="264" y="0"/>
                    <a:pt x="253" y="0"/>
                    <a:pt x="244" y="0"/>
                  </a:cubicBezTo>
                  <a:lnTo>
                    <a:pt x="131" y="0"/>
                  </a:lnTo>
                  <a:cubicBezTo>
                    <a:pt x="55" y="0"/>
                    <a:pt x="0" y="83"/>
                    <a:pt x="0" y="142"/>
                  </a:cubicBezTo>
                  <a:cubicBezTo>
                    <a:pt x="0" y="186"/>
                    <a:pt x="30" y="221"/>
                    <a:pt x="75" y="221"/>
                  </a:cubicBezTo>
                  <a:cubicBezTo>
                    <a:pt x="134" y="221"/>
                    <a:pt x="200" y="161"/>
                    <a:pt x="200" y="84"/>
                  </a:cubicBezTo>
                  <a:cubicBezTo>
                    <a:pt x="200" y="75"/>
                    <a:pt x="200" y="51"/>
                    <a:pt x="185" y="29"/>
                  </a:cubicBezTo>
                  <a:lnTo>
                    <a:pt x="239" y="29"/>
                  </a:lnTo>
                  <a:close/>
                  <a:moveTo>
                    <a:pt x="75" y="210"/>
                  </a:moveTo>
                  <a:cubicBezTo>
                    <a:pt x="51" y="210"/>
                    <a:pt x="31" y="192"/>
                    <a:pt x="31" y="156"/>
                  </a:cubicBezTo>
                  <a:cubicBezTo>
                    <a:pt x="31" y="141"/>
                    <a:pt x="37" y="100"/>
                    <a:pt x="54" y="71"/>
                  </a:cubicBezTo>
                  <a:cubicBezTo>
                    <a:pt x="75" y="36"/>
                    <a:pt x="105" y="29"/>
                    <a:pt x="122" y="29"/>
                  </a:cubicBezTo>
                  <a:cubicBezTo>
                    <a:pt x="164" y="29"/>
                    <a:pt x="168" y="62"/>
                    <a:pt x="168" y="78"/>
                  </a:cubicBezTo>
                  <a:cubicBezTo>
                    <a:pt x="168" y="101"/>
                    <a:pt x="158" y="142"/>
                    <a:pt x="141" y="168"/>
                  </a:cubicBezTo>
                  <a:cubicBezTo>
                    <a:pt x="122" y="197"/>
                    <a:pt x="95" y="210"/>
                    <a:pt x="75" y="21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50"/>
            <p:cNvSpPr>
              <a:spLocks/>
            </p:cNvSpPr>
            <p:nvPr>
              <p:custDataLst>
                <p:tags r:id="rId8"/>
              </p:custDataLst>
            </p:nvPr>
          </p:nvSpPr>
          <p:spPr bwMode="auto">
            <a:xfrm>
              <a:off x="3249613" y="2703513"/>
              <a:ext cx="73025" cy="84138"/>
            </a:xfrm>
            <a:custGeom>
              <a:avLst/>
              <a:gdLst>
                <a:gd name="T0" fmla="*/ 66 w 162"/>
                <a:gd name="T1" fmla="*/ 83 h 157"/>
                <a:gd name="T2" fmla="*/ 75 w 162"/>
                <a:gd name="T3" fmla="*/ 48 h 157"/>
                <a:gd name="T4" fmla="*/ 97 w 162"/>
                <a:gd name="T5" fmla="*/ 19 h 157"/>
                <a:gd name="T6" fmla="*/ 125 w 162"/>
                <a:gd name="T7" fmla="*/ 10 h 157"/>
                <a:gd name="T8" fmla="*/ 144 w 162"/>
                <a:gd name="T9" fmla="*/ 14 h 157"/>
                <a:gd name="T10" fmla="*/ 129 w 162"/>
                <a:gd name="T11" fmla="*/ 34 h 157"/>
                <a:gd name="T12" fmla="*/ 143 w 162"/>
                <a:gd name="T13" fmla="*/ 47 h 157"/>
                <a:gd name="T14" fmla="*/ 162 w 162"/>
                <a:gd name="T15" fmla="*/ 25 h 157"/>
                <a:gd name="T16" fmla="*/ 125 w 162"/>
                <a:gd name="T17" fmla="*/ 0 h 157"/>
                <a:gd name="T18" fmla="*/ 76 w 162"/>
                <a:gd name="T19" fmla="*/ 25 h 157"/>
                <a:gd name="T20" fmla="*/ 40 w 162"/>
                <a:gd name="T21" fmla="*/ 0 h 157"/>
                <a:gd name="T22" fmla="*/ 13 w 162"/>
                <a:gd name="T23" fmla="*/ 18 h 157"/>
                <a:gd name="T24" fmla="*/ 0 w 162"/>
                <a:gd name="T25" fmla="*/ 53 h 157"/>
                <a:gd name="T26" fmla="*/ 6 w 162"/>
                <a:gd name="T27" fmla="*/ 58 h 157"/>
                <a:gd name="T28" fmla="*/ 14 w 162"/>
                <a:gd name="T29" fmla="*/ 47 h 157"/>
                <a:gd name="T30" fmla="*/ 39 w 162"/>
                <a:gd name="T31" fmla="*/ 10 h 157"/>
                <a:gd name="T32" fmla="*/ 51 w 162"/>
                <a:gd name="T33" fmla="*/ 27 h 157"/>
                <a:gd name="T34" fmla="*/ 45 w 162"/>
                <a:gd name="T35" fmla="*/ 56 h 157"/>
                <a:gd name="T36" fmla="*/ 38 w 162"/>
                <a:gd name="T37" fmla="*/ 87 h 157"/>
                <a:gd name="T38" fmla="*/ 26 w 162"/>
                <a:gd name="T39" fmla="*/ 132 h 157"/>
                <a:gd name="T40" fmla="*/ 23 w 162"/>
                <a:gd name="T41" fmla="*/ 146 h 157"/>
                <a:gd name="T42" fmla="*/ 35 w 162"/>
                <a:gd name="T43" fmla="*/ 157 h 157"/>
                <a:gd name="T44" fmla="*/ 50 w 162"/>
                <a:gd name="T45" fmla="*/ 147 h 157"/>
                <a:gd name="T46" fmla="*/ 56 w 162"/>
                <a:gd name="T47" fmla="*/ 121 h 157"/>
                <a:gd name="T48" fmla="*/ 66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6" y="83"/>
                  </a:moveTo>
                  <a:cubicBezTo>
                    <a:pt x="66" y="81"/>
                    <a:pt x="74" y="50"/>
                    <a:pt x="75" y="48"/>
                  </a:cubicBezTo>
                  <a:cubicBezTo>
                    <a:pt x="76" y="45"/>
                    <a:pt x="86" y="28"/>
                    <a:pt x="97" y="19"/>
                  </a:cubicBezTo>
                  <a:cubicBezTo>
                    <a:pt x="101" y="17"/>
                    <a:pt x="110" y="10"/>
                    <a:pt x="125" y="10"/>
                  </a:cubicBezTo>
                  <a:cubicBezTo>
                    <a:pt x="129" y="10"/>
                    <a:pt x="137" y="10"/>
                    <a:pt x="144" y="14"/>
                  </a:cubicBezTo>
                  <a:cubicBezTo>
                    <a:pt x="133" y="18"/>
                    <a:pt x="129" y="27"/>
                    <a:pt x="129" y="34"/>
                  </a:cubicBezTo>
                  <a:cubicBezTo>
                    <a:pt x="129" y="41"/>
                    <a:pt x="135" y="47"/>
                    <a:pt x="143" y="47"/>
                  </a:cubicBezTo>
                  <a:cubicBezTo>
                    <a:pt x="151" y="47"/>
                    <a:pt x="162" y="40"/>
                    <a:pt x="162" y="25"/>
                  </a:cubicBezTo>
                  <a:cubicBezTo>
                    <a:pt x="162" y="7"/>
                    <a:pt x="143" y="0"/>
                    <a:pt x="125" y="0"/>
                  </a:cubicBezTo>
                  <a:cubicBezTo>
                    <a:pt x="107" y="0"/>
                    <a:pt x="92" y="7"/>
                    <a:pt x="76" y="25"/>
                  </a:cubicBezTo>
                  <a:cubicBezTo>
                    <a:pt x="70" y="3"/>
                    <a:pt x="49" y="0"/>
                    <a:pt x="40" y="0"/>
                  </a:cubicBezTo>
                  <a:cubicBezTo>
                    <a:pt x="27" y="0"/>
                    <a:pt x="19" y="8"/>
                    <a:pt x="13" y="18"/>
                  </a:cubicBezTo>
                  <a:cubicBezTo>
                    <a:pt x="5" y="31"/>
                    <a:pt x="0" y="51"/>
                    <a:pt x="0" y="53"/>
                  </a:cubicBezTo>
                  <a:cubicBezTo>
                    <a:pt x="0" y="58"/>
                    <a:pt x="5" y="58"/>
                    <a:pt x="6" y="58"/>
                  </a:cubicBezTo>
                  <a:cubicBezTo>
                    <a:pt x="11" y="58"/>
                    <a:pt x="11" y="57"/>
                    <a:pt x="14" y="47"/>
                  </a:cubicBezTo>
                  <a:cubicBezTo>
                    <a:pt x="19" y="26"/>
                    <a:pt x="26" y="10"/>
                    <a:pt x="39" y="10"/>
                  </a:cubicBezTo>
                  <a:cubicBezTo>
                    <a:pt x="48" y="10"/>
                    <a:pt x="51" y="17"/>
                    <a:pt x="51" y="27"/>
                  </a:cubicBezTo>
                  <a:cubicBezTo>
                    <a:pt x="51" y="33"/>
                    <a:pt x="48" y="46"/>
                    <a:pt x="45" y="56"/>
                  </a:cubicBezTo>
                  <a:cubicBezTo>
                    <a:pt x="43" y="65"/>
                    <a:pt x="39" y="79"/>
                    <a:pt x="38" y="87"/>
                  </a:cubicBezTo>
                  <a:lnTo>
                    <a:pt x="26" y="132"/>
                  </a:lnTo>
                  <a:cubicBezTo>
                    <a:pt x="25" y="136"/>
                    <a:pt x="23" y="145"/>
                    <a:pt x="23" y="146"/>
                  </a:cubicBezTo>
                  <a:cubicBezTo>
                    <a:pt x="23" y="154"/>
                    <a:pt x="29" y="157"/>
                    <a:pt x="35" y="157"/>
                  </a:cubicBezTo>
                  <a:cubicBezTo>
                    <a:pt x="40" y="157"/>
                    <a:pt x="47" y="154"/>
                    <a:pt x="50" y="147"/>
                  </a:cubicBezTo>
                  <a:cubicBezTo>
                    <a:pt x="51" y="145"/>
                    <a:pt x="54" y="130"/>
                    <a:pt x="56" y="121"/>
                  </a:cubicBezTo>
                  <a:lnTo>
                    <a:pt x="66"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51"/>
            <p:cNvSpPr>
              <a:spLocks noEditPoints="1"/>
            </p:cNvSpPr>
            <p:nvPr>
              <p:custDataLst>
                <p:tags r:id="rId9"/>
              </p:custDataLst>
            </p:nvPr>
          </p:nvSpPr>
          <p:spPr bwMode="auto">
            <a:xfrm>
              <a:off x="3340101" y="2703513"/>
              <a:ext cx="80963" cy="84138"/>
            </a:xfrm>
            <a:custGeom>
              <a:avLst/>
              <a:gdLst>
                <a:gd name="T0" fmla="*/ 126 w 178"/>
                <a:gd name="T1" fmla="*/ 20 h 157"/>
                <a:gd name="T2" fmla="*/ 90 w 178"/>
                <a:gd name="T3" fmla="*/ 0 h 157"/>
                <a:gd name="T4" fmla="*/ 0 w 178"/>
                <a:gd name="T5" fmla="*/ 99 h 157"/>
                <a:gd name="T6" fmla="*/ 53 w 178"/>
                <a:gd name="T7" fmla="*/ 157 h 157"/>
                <a:gd name="T8" fmla="*/ 102 w 178"/>
                <a:gd name="T9" fmla="*/ 133 h 157"/>
                <a:gd name="T10" fmla="*/ 138 w 178"/>
                <a:gd name="T11" fmla="*/ 157 h 157"/>
                <a:gd name="T12" fmla="*/ 166 w 178"/>
                <a:gd name="T13" fmla="*/ 139 h 157"/>
                <a:gd name="T14" fmla="*/ 178 w 178"/>
                <a:gd name="T15" fmla="*/ 104 h 157"/>
                <a:gd name="T16" fmla="*/ 172 w 178"/>
                <a:gd name="T17" fmla="*/ 99 h 157"/>
                <a:gd name="T18" fmla="*/ 164 w 178"/>
                <a:gd name="T19" fmla="*/ 110 h 157"/>
                <a:gd name="T20" fmla="*/ 139 w 178"/>
                <a:gd name="T21" fmla="*/ 148 h 157"/>
                <a:gd name="T22" fmla="*/ 128 w 178"/>
                <a:gd name="T23" fmla="*/ 130 h 157"/>
                <a:gd name="T24" fmla="*/ 133 w 178"/>
                <a:gd name="T25" fmla="*/ 103 h 157"/>
                <a:gd name="T26" fmla="*/ 140 w 178"/>
                <a:gd name="T27" fmla="*/ 71 h 157"/>
                <a:gd name="T28" fmla="*/ 147 w 178"/>
                <a:gd name="T29" fmla="*/ 45 h 157"/>
                <a:gd name="T30" fmla="*/ 154 w 178"/>
                <a:gd name="T31" fmla="*/ 18 h 157"/>
                <a:gd name="T32" fmla="*/ 142 w 178"/>
                <a:gd name="T33" fmla="*/ 6 h 157"/>
                <a:gd name="T34" fmla="*/ 126 w 178"/>
                <a:gd name="T35" fmla="*/ 20 h 157"/>
                <a:gd name="T36" fmla="*/ 103 w 178"/>
                <a:gd name="T37" fmla="*/ 110 h 157"/>
                <a:gd name="T38" fmla="*/ 86 w 178"/>
                <a:gd name="T39" fmla="*/ 134 h 157"/>
                <a:gd name="T40" fmla="*/ 54 w 178"/>
                <a:gd name="T41" fmla="*/ 148 h 157"/>
                <a:gd name="T42" fmla="*/ 28 w 178"/>
                <a:gd name="T43" fmla="*/ 114 h 157"/>
                <a:gd name="T44" fmla="*/ 46 w 178"/>
                <a:gd name="T45" fmla="*/ 43 h 157"/>
                <a:gd name="T46" fmla="*/ 90 w 178"/>
                <a:gd name="T47" fmla="*/ 10 h 157"/>
                <a:gd name="T48" fmla="*/ 121 w 178"/>
                <a:gd name="T49" fmla="*/ 40 h 157"/>
                <a:gd name="T50" fmla="*/ 120 w 178"/>
                <a:gd name="T51" fmla="*/ 45 h 157"/>
                <a:gd name="T52" fmla="*/ 103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0"/>
                  </a:moveTo>
                  <a:cubicBezTo>
                    <a:pt x="118" y="9"/>
                    <a:pt x="107" y="0"/>
                    <a:pt x="90" y="0"/>
                  </a:cubicBezTo>
                  <a:cubicBezTo>
                    <a:pt x="45" y="0"/>
                    <a:pt x="0" y="49"/>
                    <a:pt x="0" y="99"/>
                  </a:cubicBezTo>
                  <a:cubicBezTo>
                    <a:pt x="0" y="133"/>
                    <a:pt x="23" y="157"/>
                    <a:pt x="53" y="157"/>
                  </a:cubicBezTo>
                  <a:cubicBezTo>
                    <a:pt x="71" y="157"/>
                    <a:pt x="88" y="146"/>
                    <a:pt x="102" y="133"/>
                  </a:cubicBezTo>
                  <a:cubicBezTo>
                    <a:pt x="109" y="154"/>
                    <a:pt x="129" y="157"/>
                    <a:pt x="138" y="157"/>
                  </a:cubicBezTo>
                  <a:cubicBezTo>
                    <a:pt x="151" y="157"/>
                    <a:pt x="159" y="150"/>
                    <a:pt x="166" y="139"/>
                  </a:cubicBezTo>
                  <a:cubicBezTo>
                    <a:pt x="173" y="125"/>
                    <a:pt x="178" y="105"/>
                    <a:pt x="178" y="104"/>
                  </a:cubicBezTo>
                  <a:cubicBezTo>
                    <a:pt x="178" y="99"/>
                    <a:pt x="173" y="99"/>
                    <a:pt x="172" y="99"/>
                  </a:cubicBezTo>
                  <a:cubicBezTo>
                    <a:pt x="167" y="99"/>
                    <a:pt x="167" y="101"/>
                    <a:pt x="164" y="110"/>
                  </a:cubicBezTo>
                  <a:cubicBezTo>
                    <a:pt x="160" y="127"/>
                    <a:pt x="154" y="148"/>
                    <a:pt x="139" y="148"/>
                  </a:cubicBezTo>
                  <a:cubicBezTo>
                    <a:pt x="130" y="148"/>
                    <a:pt x="128" y="140"/>
                    <a:pt x="128" y="130"/>
                  </a:cubicBezTo>
                  <a:cubicBezTo>
                    <a:pt x="128" y="124"/>
                    <a:pt x="130" y="112"/>
                    <a:pt x="133" y="103"/>
                  </a:cubicBezTo>
                  <a:cubicBezTo>
                    <a:pt x="135" y="93"/>
                    <a:pt x="139" y="79"/>
                    <a:pt x="140" y="71"/>
                  </a:cubicBezTo>
                  <a:lnTo>
                    <a:pt x="147" y="45"/>
                  </a:lnTo>
                  <a:cubicBezTo>
                    <a:pt x="149" y="36"/>
                    <a:pt x="154" y="19"/>
                    <a:pt x="154" y="18"/>
                  </a:cubicBezTo>
                  <a:cubicBezTo>
                    <a:pt x="154" y="10"/>
                    <a:pt x="147" y="6"/>
                    <a:pt x="142" y="6"/>
                  </a:cubicBezTo>
                  <a:cubicBezTo>
                    <a:pt x="136" y="6"/>
                    <a:pt x="128" y="11"/>
                    <a:pt x="126" y="20"/>
                  </a:cubicBezTo>
                  <a:close/>
                  <a:moveTo>
                    <a:pt x="103" y="110"/>
                  </a:moveTo>
                  <a:cubicBezTo>
                    <a:pt x="101" y="120"/>
                    <a:pt x="93" y="127"/>
                    <a:pt x="86" y="134"/>
                  </a:cubicBezTo>
                  <a:cubicBezTo>
                    <a:pt x="83" y="136"/>
                    <a:pt x="69" y="148"/>
                    <a:pt x="54" y="148"/>
                  </a:cubicBezTo>
                  <a:cubicBezTo>
                    <a:pt x="41" y="148"/>
                    <a:pt x="28" y="138"/>
                    <a:pt x="28" y="114"/>
                  </a:cubicBezTo>
                  <a:cubicBezTo>
                    <a:pt x="28" y="95"/>
                    <a:pt x="38" y="57"/>
                    <a:pt x="46" y="43"/>
                  </a:cubicBezTo>
                  <a:cubicBezTo>
                    <a:pt x="62" y="15"/>
                    <a:pt x="80" y="10"/>
                    <a:pt x="90" y="10"/>
                  </a:cubicBezTo>
                  <a:cubicBezTo>
                    <a:pt x="114" y="10"/>
                    <a:pt x="121" y="36"/>
                    <a:pt x="121" y="40"/>
                  </a:cubicBezTo>
                  <a:cubicBezTo>
                    <a:pt x="121" y="41"/>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52"/>
            <p:cNvSpPr>
              <a:spLocks/>
            </p:cNvSpPr>
            <p:nvPr>
              <p:custDataLst>
                <p:tags r:id="rId10"/>
              </p:custDataLst>
            </p:nvPr>
          </p:nvSpPr>
          <p:spPr bwMode="auto">
            <a:xfrm>
              <a:off x="3435351" y="2670175"/>
              <a:ext cx="53975" cy="117475"/>
            </a:xfrm>
            <a:custGeom>
              <a:avLst/>
              <a:gdLst>
                <a:gd name="T0" fmla="*/ 72 w 118"/>
                <a:gd name="T1" fmla="*/ 80 h 221"/>
                <a:gd name="T2" fmla="*/ 107 w 118"/>
                <a:gd name="T3" fmla="*/ 80 h 221"/>
                <a:gd name="T4" fmla="*/ 118 w 118"/>
                <a:gd name="T5" fmla="*/ 72 h 221"/>
                <a:gd name="T6" fmla="*/ 108 w 118"/>
                <a:gd name="T7" fmla="*/ 67 h 221"/>
                <a:gd name="T8" fmla="*/ 75 w 118"/>
                <a:gd name="T9" fmla="*/ 67 h 221"/>
                <a:gd name="T10" fmla="*/ 88 w 118"/>
                <a:gd name="T11" fmla="*/ 16 h 221"/>
                <a:gd name="T12" fmla="*/ 89 w 118"/>
                <a:gd name="T13" fmla="*/ 11 h 221"/>
                <a:gd name="T14" fmla="*/ 77 w 118"/>
                <a:gd name="T15" fmla="*/ 0 h 221"/>
                <a:gd name="T16" fmla="*/ 60 w 118"/>
                <a:gd name="T17" fmla="*/ 15 h 221"/>
                <a:gd name="T18" fmla="*/ 47 w 118"/>
                <a:gd name="T19" fmla="*/ 67 h 221"/>
                <a:gd name="T20" fmla="*/ 12 w 118"/>
                <a:gd name="T21" fmla="*/ 67 h 221"/>
                <a:gd name="T22" fmla="*/ 0 w 118"/>
                <a:gd name="T23" fmla="*/ 75 h 221"/>
                <a:gd name="T24" fmla="*/ 11 w 118"/>
                <a:gd name="T25" fmla="*/ 80 h 221"/>
                <a:gd name="T26" fmla="*/ 44 w 118"/>
                <a:gd name="T27" fmla="*/ 80 h 221"/>
                <a:gd name="T28" fmla="*/ 23 w 118"/>
                <a:gd name="T29" fmla="*/ 162 h 221"/>
                <a:gd name="T30" fmla="*/ 18 w 118"/>
                <a:gd name="T31" fmla="*/ 188 h 221"/>
                <a:gd name="T32" fmla="*/ 56 w 118"/>
                <a:gd name="T33" fmla="*/ 221 h 221"/>
                <a:gd name="T34" fmla="*/ 116 w 118"/>
                <a:gd name="T35" fmla="*/ 168 h 221"/>
                <a:gd name="T36" fmla="*/ 111 w 118"/>
                <a:gd name="T37" fmla="*/ 163 h 221"/>
                <a:gd name="T38" fmla="*/ 103 w 118"/>
                <a:gd name="T39" fmla="*/ 170 h 221"/>
                <a:gd name="T40" fmla="*/ 57 w 118"/>
                <a:gd name="T41" fmla="*/ 212 h 221"/>
                <a:gd name="T42" fmla="*/ 44 w 118"/>
                <a:gd name="T43" fmla="*/ 194 h 221"/>
                <a:gd name="T44" fmla="*/ 47 w 118"/>
                <a:gd name="T45" fmla="*/ 180 h 221"/>
                <a:gd name="T46" fmla="*/ 72 w 118"/>
                <a:gd name="T47" fmla="*/ 8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8" h="221">
                  <a:moveTo>
                    <a:pt x="72" y="80"/>
                  </a:moveTo>
                  <a:lnTo>
                    <a:pt x="107" y="80"/>
                  </a:lnTo>
                  <a:cubicBezTo>
                    <a:pt x="114" y="80"/>
                    <a:pt x="118" y="80"/>
                    <a:pt x="118" y="72"/>
                  </a:cubicBezTo>
                  <a:cubicBezTo>
                    <a:pt x="118" y="67"/>
                    <a:pt x="114" y="67"/>
                    <a:pt x="108" y="67"/>
                  </a:cubicBezTo>
                  <a:lnTo>
                    <a:pt x="75" y="67"/>
                  </a:lnTo>
                  <a:lnTo>
                    <a:pt x="88" y="16"/>
                  </a:lnTo>
                  <a:cubicBezTo>
                    <a:pt x="88" y="14"/>
                    <a:pt x="89" y="12"/>
                    <a:pt x="89" y="11"/>
                  </a:cubicBezTo>
                  <a:cubicBezTo>
                    <a:pt x="89" y="4"/>
                    <a:pt x="84" y="0"/>
                    <a:pt x="77" y="0"/>
                  </a:cubicBezTo>
                  <a:cubicBezTo>
                    <a:pt x="68" y="0"/>
                    <a:pt x="63" y="5"/>
                    <a:pt x="60" y="15"/>
                  </a:cubicBezTo>
                  <a:cubicBezTo>
                    <a:pt x="58" y="23"/>
                    <a:pt x="63" y="6"/>
                    <a:pt x="47" y="67"/>
                  </a:cubicBezTo>
                  <a:lnTo>
                    <a:pt x="12" y="67"/>
                  </a:lnTo>
                  <a:cubicBezTo>
                    <a:pt x="5" y="67"/>
                    <a:pt x="0" y="67"/>
                    <a:pt x="0" y="75"/>
                  </a:cubicBezTo>
                  <a:cubicBezTo>
                    <a:pt x="0" y="80"/>
                    <a:pt x="5" y="80"/>
                    <a:pt x="11" y="80"/>
                  </a:cubicBezTo>
                  <a:lnTo>
                    <a:pt x="44" y="80"/>
                  </a:lnTo>
                  <a:lnTo>
                    <a:pt x="23" y="162"/>
                  </a:lnTo>
                  <a:cubicBezTo>
                    <a:pt x="21" y="171"/>
                    <a:pt x="18" y="184"/>
                    <a:pt x="18" y="188"/>
                  </a:cubicBezTo>
                  <a:cubicBezTo>
                    <a:pt x="18" y="209"/>
                    <a:pt x="36" y="221"/>
                    <a:pt x="56" y="221"/>
                  </a:cubicBezTo>
                  <a:cubicBezTo>
                    <a:pt x="94" y="221"/>
                    <a:pt x="116" y="172"/>
                    <a:pt x="116" y="168"/>
                  </a:cubicBezTo>
                  <a:cubicBezTo>
                    <a:pt x="116" y="163"/>
                    <a:pt x="112" y="163"/>
                    <a:pt x="111" y="163"/>
                  </a:cubicBezTo>
                  <a:cubicBezTo>
                    <a:pt x="106" y="163"/>
                    <a:pt x="106" y="164"/>
                    <a:pt x="103" y="170"/>
                  </a:cubicBezTo>
                  <a:cubicBezTo>
                    <a:pt x="94" y="192"/>
                    <a:pt x="76" y="212"/>
                    <a:pt x="57" y="212"/>
                  </a:cubicBezTo>
                  <a:cubicBezTo>
                    <a:pt x="49" y="212"/>
                    <a:pt x="44" y="207"/>
                    <a:pt x="44" y="194"/>
                  </a:cubicBezTo>
                  <a:cubicBezTo>
                    <a:pt x="44" y="191"/>
                    <a:pt x="46" y="184"/>
                    <a:pt x="47" y="180"/>
                  </a:cubicBezTo>
                  <a:lnTo>
                    <a:pt x="72" y="8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53"/>
            <p:cNvSpPr>
              <a:spLocks noEditPoints="1"/>
            </p:cNvSpPr>
            <p:nvPr>
              <p:custDataLst>
                <p:tags r:id="rId11"/>
              </p:custDataLst>
            </p:nvPr>
          </p:nvSpPr>
          <p:spPr bwMode="auto">
            <a:xfrm>
              <a:off x="3505201" y="2662238"/>
              <a:ext cx="47625" cy="125413"/>
            </a:xfrm>
            <a:custGeom>
              <a:avLst/>
              <a:gdLst>
                <a:gd name="T0" fmla="*/ 96 w 105"/>
                <a:gd name="T1" fmla="*/ 14 h 235"/>
                <a:gd name="T2" fmla="*/ 82 w 105"/>
                <a:gd name="T3" fmla="*/ 0 h 235"/>
                <a:gd name="T4" fmla="*/ 63 w 105"/>
                <a:gd name="T5" fmla="*/ 19 h 235"/>
                <a:gd name="T6" fmla="*/ 77 w 105"/>
                <a:gd name="T7" fmla="*/ 33 h 235"/>
                <a:gd name="T8" fmla="*/ 96 w 105"/>
                <a:gd name="T9" fmla="*/ 14 h 235"/>
                <a:gd name="T10" fmla="*/ 25 w 105"/>
                <a:gd name="T11" fmla="*/ 191 h 235"/>
                <a:gd name="T12" fmla="*/ 22 w 105"/>
                <a:gd name="T13" fmla="*/ 206 h 235"/>
                <a:gd name="T14" fmla="*/ 55 w 105"/>
                <a:gd name="T15" fmla="*/ 235 h 235"/>
                <a:gd name="T16" fmla="*/ 105 w 105"/>
                <a:gd name="T17" fmla="*/ 182 h 235"/>
                <a:gd name="T18" fmla="*/ 100 w 105"/>
                <a:gd name="T19" fmla="*/ 177 h 235"/>
                <a:gd name="T20" fmla="*/ 93 w 105"/>
                <a:gd name="T21" fmla="*/ 183 h 235"/>
                <a:gd name="T22" fmla="*/ 56 w 105"/>
                <a:gd name="T23" fmla="*/ 226 h 235"/>
                <a:gd name="T24" fmla="*/ 48 w 105"/>
                <a:gd name="T25" fmla="*/ 213 h 235"/>
                <a:gd name="T26" fmla="*/ 53 w 105"/>
                <a:gd name="T27" fmla="*/ 191 h 235"/>
                <a:gd name="T28" fmla="*/ 64 w 105"/>
                <a:gd name="T29" fmla="*/ 163 h 235"/>
                <a:gd name="T30" fmla="*/ 81 w 105"/>
                <a:gd name="T31" fmla="*/ 119 h 235"/>
                <a:gd name="T32" fmla="*/ 83 w 105"/>
                <a:gd name="T33" fmla="*/ 107 h 235"/>
                <a:gd name="T34" fmla="*/ 50 w 105"/>
                <a:gd name="T35" fmla="*/ 78 h 235"/>
                <a:gd name="T36" fmla="*/ 0 w 105"/>
                <a:gd name="T37" fmla="*/ 131 h 235"/>
                <a:gd name="T38" fmla="*/ 6 w 105"/>
                <a:gd name="T39" fmla="*/ 136 h 235"/>
                <a:gd name="T40" fmla="*/ 12 w 105"/>
                <a:gd name="T41" fmla="*/ 130 h 235"/>
                <a:gd name="T42" fmla="*/ 49 w 105"/>
                <a:gd name="T43" fmla="*/ 88 h 235"/>
                <a:gd name="T44" fmla="*/ 58 w 105"/>
                <a:gd name="T45" fmla="*/ 100 h 235"/>
                <a:gd name="T46" fmla="*/ 47 w 105"/>
                <a:gd name="T47" fmla="*/ 135 h 235"/>
                <a:gd name="T48" fmla="*/ 25 w 105"/>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 h="235">
                  <a:moveTo>
                    <a:pt x="96" y="14"/>
                  </a:moveTo>
                  <a:cubicBezTo>
                    <a:pt x="96" y="8"/>
                    <a:pt x="92" y="0"/>
                    <a:pt x="82" y="0"/>
                  </a:cubicBezTo>
                  <a:cubicBezTo>
                    <a:pt x="73" y="0"/>
                    <a:pt x="63" y="9"/>
                    <a:pt x="63" y="19"/>
                  </a:cubicBezTo>
                  <a:cubicBezTo>
                    <a:pt x="63" y="25"/>
                    <a:pt x="67" y="33"/>
                    <a:pt x="77" y="33"/>
                  </a:cubicBezTo>
                  <a:cubicBezTo>
                    <a:pt x="87" y="33"/>
                    <a:pt x="96" y="23"/>
                    <a:pt x="96" y="14"/>
                  </a:cubicBezTo>
                  <a:close/>
                  <a:moveTo>
                    <a:pt x="25" y="191"/>
                  </a:moveTo>
                  <a:cubicBezTo>
                    <a:pt x="24" y="195"/>
                    <a:pt x="22" y="200"/>
                    <a:pt x="22" y="206"/>
                  </a:cubicBezTo>
                  <a:cubicBezTo>
                    <a:pt x="22" y="222"/>
                    <a:pt x="36" y="235"/>
                    <a:pt x="55" y="235"/>
                  </a:cubicBezTo>
                  <a:cubicBezTo>
                    <a:pt x="90" y="235"/>
                    <a:pt x="105" y="187"/>
                    <a:pt x="105" y="182"/>
                  </a:cubicBezTo>
                  <a:cubicBezTo>
                    <a:pt x="105" y="177"/>
                    <a:pt x="101" y="177"/>
                    <a:pt x="100" y="177"/>
                  </a:cubicBezTo>
                  <a:cubicBezTo>
                    <a:pt x="95" y="177"/>
                    <a:pt x="95" y="179"/>
                    <a:pt x="93" y="183"/>
                  </a:cubicBezTo>
                  <a:cubicBezTo>
                    <a:pt x="85" y="211"/>
                    <a:pt x="70" y="226"/>
                    <a:pt x="56" y="226"/>
                  </a:cubicBezTo>
                  <a:cubicBezTo>
                    <a:pt x="49" y="226"/>
                    <a:pt x="48" y="221"/>
                    <a:pt x="48" y="213"/>
                  </a:cubicBezTo>
                  <a:cubicBezTo>
                    <a:pt x="48" y="205"/>
                    <a:pt x="50" y="199"/>
                    <a:pt x="53" y="191"/>
                  </a:cubicBezTo>
                  <a:cubicBezTo>
                    <a:pt x="57" y="182"/>
                    <a:pt x="60" y="172"/>
                    <a:pt x="64" y="163"/>
                  </a:cubicBezTo>
                  <a:cubicBezTo>
                    <a:pt x="67" y="155"/>
                    <a:pt x="80" y="123"/>
                    <a:pt x="81" y="119"/>
                  </a:cubicBezTo>
                  <a:cubicBezTo>
                    <a:pt x="82" y="115"/>
                    <a:pt x="83" y="111"/>
                    <a:pt x="83" y="107"/>
                  </a:cubicBezTo>
                  <a:cubicBezTo>
                    <a:pt x="83" y="91"/>
                    <a:pt x="70" y="78"/>
                    <a:pt x="50" y="78"/>
                  </a:cubicBezTo>
                  <a:cubicBezTo>
                    <a:pt x="16" y="78"/>
                    <a:pt x="0" y="125"/>
                    <a:pt x="0" y="131"/>
                  </a:cubicBezTo>
                  <a:cubicBezTo>
                    <a:pt x="0" y="136"/>
                    <a:pt x="5" y="136"/>
                    <a:pt x="6" y="136"/>
                  </a:cubicBezTo>
                  <a:cubicBezTo>
                    <a:pt x="11" y="136"/>
                    <a:pt x="11" y="134"/>
                    <a:pt x="12" y="130"/>
                  </a:cubicBezTo>
                  <a:cubicBezTo>
                    <a:pt x="21" y="100"/>
                    <a:pt x="36" y="88"/>
                    <a:pt x="49" y="88"/>
                  </a:cubicBezTo>
                  <a:cubicBezTo>
                    <a:pt x="55" y="88"/>
                    <a:pt x="58" y="90"/>
                    <a:pt x="58" y="100"/>
                  </a:cubicBezTo>
                  <a:cubicBezTo>
                    <a:pt x="58" y="108"/>
                    <a:pt x="56" y="113"/>
                    <a:pt x="47" y="135"/>
                  </a:cubicBezTo>
                  <a:lnTo>
                    <a:pt x="25"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4"/>
            <p:cNvSpPr>
              <a:spLocks/>
            </p:cNvSpPr>
            <p:nvPr>
              <p:custDataLst>
                <p:tags r:id="rId12"/>
              </p:custDataLst>
            </p:nvPr>
          </p:nvSpPr>
          <p:spPr bwMode="auto">
            <a:xfrm>
              <a:off x="3568701" y="2703513"/>
              <a:ext cx="96838" cy="84138"/>
            </a:xfrm>
            <a:custGeom>
              <a:avLst/>
              <a:gdLst>
                <a:gd name="T0" fmla="*/ 26 w 213"/>
                <a:gd name="T1" fmla="*/ 132 h 157"/>
                <a:gd name="T2" fmla="*/ 22 w 213"/>
                <a:gd name="T3" fmla="*/ 146 h 157"/>
                <a:gd name="T4" fmla="*/ 34 w 213"/>
                <a:gd name="T5" fmla="*/ 157 h 157"/>
                <a:gd name="T6" fmla="*/ 48 w 213"/>
                <a:gd name="T7" fmla="*/ 150 h 157"/>
                <a:gd name="T8" fmla="*/ 54 w 213"/>
                <a:gd name="T9" fmla="*/ 128 h 157"/>
                <a:gd name="T10" fmla="*/ 62 w 213"/>
                <a:gd name="T11" fmla="*/ 97 h 157"/>
                <a:gd name="T12" fmla="*/ 68 w 213"/>
                <a:gd name="T13" fmla="*/ 73 h 157"/>
                <a:gd name="T14" fmla="*/ 82 w 213"/>
                <a:gd name="T15" fmla="*/ 42 h 157"/>
                <a:gd name="T16" fmla="*/ 135 w 213"/>
                <a:gd name="T17" fmla="*/ 10 h 157"/>
                <a:gd name="T18" fmla="*/ 155 w 213"/>
                <a:gd name="T19" fmla="*/ 34 h 157"/>
                <a:gd name="T20" fmla="*/ 135 w 213"/>
                <a:gd name="T21" fmla="*/ 108 h 157"/>
                <a:gd name="T22" fmla="*/ 129 w 213"/>
                <a:gd name="T23" fmla="*/ 127 h 157"/>
                <a:gd name="T24" fmla="*/ 162 w 213"/>
                <a:gd name="T25" fmla="*/ 157 h 157"/>
                <a:gd name="T26" fmla="*/ 213 w 213"/>
                <a:gd name="T27" fmla="*/ 104 h 157"/>
                <a:gd name="T28" fmla="*/ 207 w 213"/>
                <a:gd name="T29" fmla="*/ 99 h 157"/>
                <a:gd name="T30" fmla="*/ 200 w 213"/>
                <a:gd name="T31" fmla="*/ 105 h 157"/>
                <a:gd name="T32" fmla="*/ 164 w 213"/>
                <a:gd name="T33" fmla="*/ 148 h 157"/>
                <a:gd name="T34" fmla="*/ 155 w 213"/>
                <a:gd name="T35" fmla="*/ 135 h 157"/>
                <a:gd name="T36" fmla="*/ 163 w 213"/>
                <a:gd name="T37" fmla="*/ 107 h 157"/>
                <a:gd name="T38" fmla="*/ 181 w 213"/>
                <a:gd name="T39" fmla="*/ 40 h 157"/>
                <a:gd name="T40" fmla="*/ 136 w 213"/>
                <a:gd name="T41" fmla="*/ 0 h 157"/>
                <a:gd name="T42" fmla="*/ 77 w 213"/>
                <a:gd name="T43" fmla="*/ 32 h 157"/>
                <a:gd name="T44" fmla="*/ 40 w 213"/>
                <a:gd name="T45" fmla="*/ 0 h 157"/>
                <a:gd name="T46" fmla="*/ 12 w 213"/>
                <a:gd name="T47" fmla="*/ 19 h 157"/>
                <a:gd name="T48" fmla="*/ 0 w 213"/>
                <a:gd name="T49" fmla="*/ 53 h 157"/>
                <a:gd name="T50" fmla="*/ 6 w 213"/>
                <a:gd name="T51" fmla="*/ 58 h 157"/>
                <a:gd name="T52" fmla="*/ 13 w 213"/>
                <a:gd name="T53" fmla="*/ 47 h 157"/>
                <a:gd name="T54" fmla="*/ 39 w 213"/>
                <a:gd name="T55" fmla="*/ 10 h 157"/>
                <a:gd name="T56" fmla="*/ 50 w 213"/>
                <a:gd name="T57" fmla="*/ 27 h 157"/>
                <a:gd name="T58" fmla="*/ 45 w 213"/>
                <a:gd name="T59" fmla="*/ 56 h 157"/>
                <a:gd name="T60" fmla="*/ 37 w 213"/>
                <a:gd name="T61" fmla="*/ 87 h 157"/>
                <a:gd name="T62" fmla="*/ 26 w 213"/>
                <a:gd name="T63" fmla="*/ 13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 h="157">
                  <a:moveTo>
                    <a:pt x="26" y="132"/>
                  </a:moveTo>
                  <a:cubicBezTo>
                    <a:pt x="24" y="136"/>
                    <a:pt x="22" y="145"/>
                    <a:pt x="22" y="146"/>
                  </a:cubicBezTo>
                  <a:cubicBezTo>
                    <a:pt x="22" y="154"/>
                    <a:pt x="29" y="157"/>
                    <a:pt x="34" y="157"/>
                  </a:cubicBezTo>
                  <a:cubicBezTo>
                    <a:pt x="40" y="157"/>
                    <a:pt x="46" y="153"/>
                    <a:pt x="48" y="150"/>
                  </a:cubicBezTo>
                  <a:cubicBezTo>
                    <a:pt x="50" y="146"/>
                    <a:pt x="52" y="135"/>
                    <a:pt x="54" y="128"/>
                  </a:cubicBezTo>
                  <a:cubicBezTo>
                    <a:pt x="56" y="121"/>
                    <a:pt x="60" y="105"/>
                    <a:pt x="62" y="97"/>
                  </a:cubicBezTo>
                  <a:cubicBezTo>
                    <a:pt x="64" y="89"/>
                    <a:pt x="66" y="81"/>
                    <a:pt x="68" y="73"/>
                  </a:cubicBezTo>
                  <a:cubicBezTo>
                    <a:pt x="71" y="59"/>
                    <a:pt x="72" y="56"/>
                    <a:pt x="82" y="42"/>
                  </a:cubicBezTo>
                  <a:cubicBezTo>
                    <a:pt x="92" y="28"/>
                    <a:pt x="108" y="10"/>
                    <a:pt x="135" y="10"/>
                  </a:cubicBezTo>
                  <a:cubicBezTo>
                    <a:pt x="155" y="10"/>
                    <a:pt x="155" y="27"/>
                    <a:pt x="155" y="34"/>
                  </a:cubicBezTo>
                  <a:cubicBezTo>
                    <a:pt x="155" y="55"/>
                    <a:pt x="140" y="94"/>
                    <a:pt x="135" y="108"/>
                  </a:cubicBezTo>
                  <a:cubicBezTo>
                    <a:pt x="131" y="118"/>
                    <a:pt x="129" y="121"/>
                    <a:pt x="129" y="127"/>
                  </a:cubicBezTo>
                  <a:cubicBezTo>
                    <a:pt x="129" y="146"/>
                    <a:pt x="145" y="157"/>
                    <a:pt x="162" y="157"/>
                  </a:cubicBezTo>
                  <a:cubicBezTo>
                    <a:pt x="197" y="157"/>
                    <a:pt x="213" y="109"/>
                    <a:pt x="213" y="104"/>
                  </a:cubicBezTo>
                  <a:cubicBezTo>
                    <a:pt x="213" y="99"/>
                    <a:pt x="208" y="99"/>
                    <a:pt x="207" y="99"/>
                  </a:cubicBezTo>
                  <a:cubicBezTo>
                    <a:pt x="202" y="99"/>
                    <a:pt x="202" y="101"/>
                    <a:pt x="200" y="105"/>
                  </a:cubicBezTo>
                  <a:cubicBezTo>
                    <a:pt x="192" y="133"/>
                    <a:pt x="177" y="148"/>
                    <a:pt x="164" y="148"/>
                  </a:cubicBezTo>
                  <a:cubicBezTo>
                    <a:pt x="156" y="148"/>
                    <a:pt x="155" y="143"/>
                    <a:pt x="155" y="135"/>
                  </a:cubicBezTo>
                  <a:cubicBezTo>
                    <a:pt x="155" y="127"/>
                    <a:pt x="157" y="123"/>
                    <a:pt x="163" y="107"/>
                  </a:cubicBezTo>
                  <a:cubicBezTo>
                    <a:pt x="167" y="96"/>
                    <a:pt x="181" y="59"/>
                    <a:pt x="181" y="40"/>
                  </a:cubicBezTo>
                  <a:cubicBezTo>
                    <a:pt x="181" y="6"/>
                    <a:pt x="154" y="0"/>
                    <a:pt x="136" y="0"/>
                  </a:cubicBezTo>
                  <a:cubicBezTo>
                    <a:pt x="107" y="0"/>
                    <a:pt x="88" y="18"/>
                    <a:pt x="77" y="32"/>
                  </a:cubicBezTo>
                  <a:cubicBezTo>
                    <a:pt x="75" y="7"/>
                    <a:pt x="54" y="0"/>
                    <a:pt x="40" y="0"/>
                  </a:cubicBezTo>
                  <a:cubicBezTo>
                    <a:pt x="25" y="0"/>
                    <a:pt x="17" y="11"/>
                    <a:pt x="12" y="19"/>
                  </a:cubicBezTo>
                  <a:cubicBezTo>
                    <a:pt x="5" y="32"/>
                    <a:pt x="0" y="51"/>
                    <a:pt x="0" y="53"/>
                  </a:cubicBezTo>
                  <a:cubicBezTo>
                    <a:pt x="0" y="58"/>
                    <a:pt x="5" y="58"/>
                    <a:pt x="6" y="58"/>
                  </a:cubicBezTo>
                  <a:cubicBezTo>
                    <a:pt x="10" y="58"/>
                    <a:pt x="11" y="57"/>
                    <a:pt x="13" y="47"/>
                  </a:cubicBezTo>
                  <a:cubicBezTo>
                    <a:pt x="18" y="27"/>
                    <a:pt x="25" y="10"/>
                    <a:pt x="39" y="10"/>
                  </a:cubicBezTo>
                  <a:cubicBezTo>
                    <a:pt x="48" y="10"/>
                    <a:pt x="50" y="17"/>
                    <a:pt x="50" y="27"/>
                  </a:cubicBezTo>
                  <a:cubicBezTo>
                    <a:pt x="50" y="33"/>
                    <a:pt x="47" y="46"/>
                    <a:pt x="45" y="56"/>
                  </a:cubicBezTo>
                  <a:cubicBezTo>
                    <a:pt x="42" y="65"/>
                    <a:pt x="39" y="79"/>
                    <a:pt x="37" y="87"/>
                  </a:cubicBezTo>
                  <a:lnTo>
                    <a:pt x="26" y="132"/>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55"/>
            <p:cNvSpPr>
              <a:spLocks noEditPoints="1"/>
            </p:cNvSpPr>
            <p:nvPr>
              <p:custDataLst>
                <p:tags r:id="rId13"/>
              </p:custDataLst>
            </p:nvPr>
          </p:nvSpPr>
          <p:spPr bwMode="auto">
            <a:xfrm>
              <a:off x="3679826" y="2703513"/>
              <a:ext cx="77788" cy="119063"/>
            </a:xfrm>
            <a:custGeom>
              <a:avLst/>
              <a:gdLst>
                <a:gd name="T0" fmla="*/ 170 w 171"/>
                <a:gd name="T1" fmla="*/ 25 h 225"/>
                <a:gd name="T2" fmla="*/ 171 w 171"/>
                <a:gd name="T3" fmla="*/ 18 h 225"/>
                <a:gd name="T4" fmla="*/ 160 w 171"/>
                <a:gd name="T5" fmla="*/ 6 h 225"/>
                <a:gd name="T6" fmla="*/ 144 w 171"/>
                <a:gd name="T7" fmla="*/ 20 h 225"/>
                <a:gd name="T8" fmla="*/ 108 w 171"/>
                <a:gd name="T9" fmla="*/ 0 h 225"/>
                <a:gd name="T10" fmla="*/ 18 w 171"/>
                <a:gd name="T11" fmla="*/ 97 h 225"/>
                <a:gd name="T12" fmla="*/ 71 w 171"/>
                <a:gd name="T13" fmla="*/ 154 h 225"/>
                <a:gd name="T14" fmla="*/ 115 w 171"/>
                <a:gd name="T15" fmla="*/ 135 h 225"/>
                <a:gd name="T16" fmla="*/ 107 w 171"/>
                <a:gd name="T17" fmla="*/ 166 h 225"/>
                <a:gd name="T18" fmla="*/ 88 w 171"/>
                <a:gd name="T19" fmla="*/ 202 h 225"/>
                <a:gd name="T20" fmla="*/ 49 w 171"/>
                <a:gd name="T21" fmla="*/ 215 h 225"/>
                <a:gd name="T22" fmla="*/ 22 w 171"/>
                <a:gd name="T23" fmla="*/ 213 h 225"/>
                <a:gd name="T24" fmla="*/ 33 w 171"/>
                <a:gd name="T25" fmla="*/ 195 h 225"/>
                <a:gd name="T26" fmla="*/ 19 w 171"/>
                <a:gd name="T27" fmla="*/ 182 h 225"/>
                <a:gd name="T28" fmla="*/ 0 w 171"/>
                <a:gd name="T29" fmla="*/ 204 h 225"/>
                <a:gd name="T30" fmla="*/ 49 w 171"/>
                <a:gd name="T31" fmla="*/ 225 h 225"/>
                <a:gd name="T32" fmla="*/ 132 w 171"/>
                <a:gd name="T33" fmla="*/ 177 h 225"/>
                <a:gd name="T34" fmla="*/ 170 w 171"/>
                <a:gd name="T35" fmla="*/ 25 h 225"/>
                <a:gd name="T36" fmla="*/ 122 w 171"/>
                <a:gd name="T37" fmla="*/ 107 h 225"/>
                <a:gd name="T38" fmla="*/ 115 w 171"/>
                <a:gd name="T39" fmla="*/ 120 h 225"/>
                <a:gd name="T40" fmla="*/ 72 w 171"/>
                <a:gd name="T41" fmla="*/ 144 h 225"/>
                <a:gd name="T42" fmla="*/ 46 w 171"/>
                <a:gd name="T43" fmla="*/ 111 h 225"/>
                <a:gd name="T44" fmla="*/ 65 w 171"/>
                <a:gd name="T45" fmla="*/ 41 h 225"/>
                <a:gd name="T46" fmla="*/ 108 w 171"/>
                <a:gd name="T47" fmla="*/ 10 h 225"/>
                <a:gd name="T48" fmla="*/ 139 w 171"/>
                <a:gd name="T49" fmla="*/ 39 h 225"/>
                <a:gd name="T50" fmla="*/ 138 w 171"/>
                <a:gd name="T51" fmla="*/ 44 h 225"/>
                <a:gd name="T52" fmla="*/ 122 w 171"/>
                <a:gd name="T53" fmla="*/ 10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1" h="225">
                  <a:moveTo>
                    <a:pt x="170" y="25"/>
                  </a:moveTo>
                  <a:cubicBezTo>
                    <a:pt x="171" y="20"/>
                    <a:pt x="171" y="18"/>
                    <a:pt x="171" y="18"/>
                  </a:cubicBezTo>
                  <a:cubicBezTo>
                    <a:pt x="171" y="10"/>
                    <a:pt x="165" y="6"/>
                    <a:pt x="160" y="6"/>
                  </a:cubicBezTo>
                  <a:cubicBezTo>
                    <a:pt x="152" y="6"/>
                    <a:pt x="145" y="13"/>
                    <a:pt x="144" y="20"/>
                  </a:cubicBezTo>
                  <a:cubicBezTo>
                    <a:pt x="138" y="10"/>
                    <a:pt x="126" y="0"/>
                    <a:pt x="108" y="0"/>
                  </a:cubicBezTo>
                  <a:cubicBezTo>
                    <a:pt x="64" y="0"/>
                    <a:pt x="18" y="47"/>
                    <a:pt x="18" y="97"/>
                  </a:cubicBezTo>
                  <a:cubicBezTo>
                    <a:pt x="18" y="132"/>
                    <a:pt x="43" y="154"/>
                    <a:pt x="71" y="154"/>
                  </a:cubicBezTo>
                  <a:cubicBezTo>
                    <a:pt x="87" y="154"/>
                    <a:pt x="103" y="146"/>
                    <a:pt x="115" y="135"/>
                  </a:cubicBezTo>
                  <a:lnTo>
                    <a:pt x="107" y="166"/>
                  </a:lnTo>
                  <a:cubicBezTo>
                    <a:pt x="103" y="181"/>
                    <a:pt x="101" y="190"/>
                    <a:pt x="88" y="202"/>
                  </a:cubicBezTo>
                  <a:cubicBezTo>
                    <a:pt x="72" y="215"/>
                    <a:pt x="57" y="215"/>
                    <a:pt x="49" y="215"/>
                  </a:cubicBezTo>
                  <a:cubicBezTo>
                    <a:pt x="33" y="215"/>
                    <a:pt x="28" y="214"/>
                    <a:pt x="22" y="213"/>
                  </a:cubicBezTo>
                  <a:cubicBezTo>
                    <a:pt x="31" y="209"/>
                    <a:pt x="33" y="200"/>
                    <a:pt x="33" y="195"/>
                  </a:cubicBezTo>
                  <a:cubicBezTo>
                    <a:pt x="33" y="187"/>
                    <a:pt x="26" y="182"/>
                    <a:pt x="19" y="182"/>
                  </a:cubicBezTo>
                  <a:cubicBezTo>
                    <a:pt x="10" y="182"/>
                    <a:pt x="0" y="190"/>
                    <a:pt x="0" y="204"/>
                  </a:cubicBezTo>
                  <a:cubicBezTo>
                    <a:pt x="0" y="225"/>
                    <a:pt x="29" y="225"/>
                    <a:pt x="49" y="225"/>
                  </a:cubicBezTo>
                  <a:cubicBezTo>
                    <a:pt x="104" y="225"/>
                    <a:pt x="127" y="197"/>
                    <a:pt x="132" y="177"/>
                  </a:cubicBezTo>
                  <a:lnTo>
                    <a:pt x="170" y="25"/>
                  </a:lnTo>
                  <a:close/>
                  <a:moveTo>
                    <a:pt x="122" y="107"/>
                  </a:moveTo>
                  <a:cubicBezTo>
                    <a:pt x="121" y="113"/>
                    <a:pt x="121" y="113"/>
                    <a:pt x="115" y="120"/>
                  </a:cubicBezTo>
                  <a:cubicBezTo>
                    <a:pt x="102" y="135"/>
                    <a:pt x="86" y="144"/>
                    <a:pt x="72" y="144"/>
                  </a:cubicBezTo>
                  <a:cubicBezTo>
                    <a:pt x="55" y="144"/>
                    <a:pt x="46" y="129"/>
                    <a:pt x="46" y="111"/>
                  </a:cubicBezTo>
                  <a:cubicBezTo>
                    <a:pt x="46" y="95"/>
                    <a:pt x="56" y="56"/>
                    <a:pt x="65" y="41"/>
                  </a:cubicBezTo>
                  <a:cubicBezTo>
                    <a:pt x="79" y="17"/>
                    <a:pt x="96" y="10"/>
                    <a:pt x="108" y="10"/>
                  </a:cubicBezTo>
                  <a:cubicBezTo>
                    <a:pt x="132" y="10"/>
                    <a:pt x="139" y="36"/>
                    <a:pt x="139" y="39"/>
                  </a:cubicBezTo>
                  <a:cubicBezTo>
                    <a:pt x="139" y="40"/>
                    <a:pt x="139" y="41"/>
                    <a:pt x="138" y="44"/>
                  </a:cubicBezTo>
                  <a:lnTo>
                    <a:pt x="122" y="10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6"/>
            <p:cNvSpPr>
              <a:spLocks/>
            </p:cNvSpPr>
            <p:nvPr>
              <p:custDataLst>
                <p:tags r:id="rId14"/>
              </p:custDataLst>
            </p:nvPr>
          </p:nvSpPr>
          <p:spPr bwMode="auto">
            <a:xfrm>
              <a:off x="3784601" y="2678113"/>
              <a:ext cx="87313" cy="120650"/>
            </a:xfrm>
            <a:custGeom>
              <a:avLst/>
              <a:gdLst>
                <a:gd name="T0" fmla="*/ 179 w 193"/>
                <a:gd name="T1" fmla="*/ 123 h 228"/>
                <a:gd name="T2" fmla="*/ 193 w 193"/>
                <a:gd name="T3" fmla="*/ 114 h 228"/>
                <a:gd name="T4" fmla="*/ 179 w 193"/>
                <a:gd name="T5" fmla="*/ 106 h 228"/>
                <a:gd name="T6" fmla="*/ 17 w 193"/>
                <a:gd name="T7" fmla="*/ 106 h 228"/>
                <a:gd name="T8" fmla="*/ 119 w 193"/>
                <a:gd name="T9" fmla="*/ 17 h 228"/>
                <a:gd name="T10" fmla="*/ 179 w 193"/>
                <a:gd name="T11" fmla="*/ 17 h 228"/>
                <a:gd name="T12" fmla="*/ 193 w 193"/>
                <a:gd name="T13" fmla="*/ 9 h 228"/>
                <a:gd name="T14" fmla="*/ 179 w 193"/>
                <a:gd name="T15" fmla="*/ 0 h 228"/>
                <a:gd name="T16" fmla="*/ 118 w 193"/>
                <a:gd name="T17" fmla="*/ 0 h 228"/>
                <a:gd name="T18" fmla="*/ 0 w 193"/>
                <a:gd name="T19" fmla="*/ 114 h 228"/>
                <a:gd name="T20" fmla="*/ 118 w 193"/>
                <a:gd name="T21" fmla="*/ 228 h 228"/>
                <a:gd name="T22" fmla="*/ 179 w 193"/>
                <a:gd name="T23" fmla="*/ 228 h 228"/>
                <a:gd name="T24" fmla="*/ 193 w 193"/>
                <a:gd name="T25" fmla="*/ 220 h 228"/>
                <a:gd name="T26" fmla="*/ 179 w 193"/>
                <a:gd name="T27" fmla="*/ 211 h 228"/>
                <a:gd name="T28" fmla="*/ 119 w 193"/>
                <a:gd name="T29" fmla="*/ 211 h 228"/>
                <a:gd name="T30" fmla="*/ 17 w 193"/>
                <a:gd name="T31" fmla="*/ 123 h 228"/>
                <a:gd name="T32" fmla="*/ 179 w 193"/>
                <a:gd name="T33" fmla="*/ 123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3" h="228">
                  <a:moveTo>
                    <a:pt x="179" y="123"/>
                  </a:moveTo>
                  <a:cubicBezTo>
                    <a:pt x="185" y="123"/>
                    <a:pt x="193" y="123"/>
                    <a:pt x="193" y="114"/>
                  </a:cubicBezTo>
                  <a:cubicBezTo>
                    <a:pt x="193" y="106"/>
                    <a:pt x="185" y="106"/>
                    <a:pt x="179" y="106"/>
                  </a:cubicBezTo>
                  <a:lnTo>
                    <a:pt x="17" y="106"/>
                  </a:lnTo>
                  <a:cubicBezTo>
                    <a:pt x="23" y="55"/>
                    <a:pt x="65" y="17"/>
                    <a:pt x="119" y="17"/>
                  </a:cubicBezTo>
                  <a:lnTo>
                    <a:pt x="179" y="17"/>
                  </a:lnTo>
                  <a:cubicBezTo>
                    <a:pt x="185" y="17"/>
                    <a:pt x="193" y="17"/>
                    <a:pt x="193" y="9"/>
                  </a:cubicBezTo>
                  <a:cubicBezTo>
                    <a:pt x="193" y="0"/>
                    <a:pt x="185" y="0"/>
                    <a:pt x="179" y="0"/>
                  </a:cubicBezTo>
                  <a:lnTo>
                    <a:pt x="118" y="0"/>
                  </a:lnTo>
                  <a:cubicBezTo>
                    <a:pt x="53" y="0"/>
                    <a:pt x="0" y="51"/>
                    <a:pt x="0" y="114"/>
                  </a:cubicBezTo>
                  <a:cubicBezTo>
                    <a:pt x="0" y="178"/>
                    <a:pt x="54" y="228"/>
                    <a:pt x="118" y="228"/>
                  </a:cubicBezTo>
                  <a:lnTo>
                    <a:pt x="179" y="228"/>
                  </a:lnTo>
                  <a:cubicBezTo>
                    <a:pt x="185" y="228"/>
                    <a:pt x="193" y="228"/>
                    <a:pt x="193" y="220"/>
                  </a:cubicBezTo>
                  <a:cubicBezTo>
                    <a:pt x="193" y="211"/>
                    <a:pt x="185" y="211"/>
                    <a:pt x="179" y="211"/>
                  </a:cubicBezTo>
                  <a:lnTo>
                    <a:pt x="119" y="211"/>
                  </a:lnTo>
                  <a:cubicBezTo>
                    <a:pt x="65" y="211"/>
                    <a:pt x="23" y="173"/>
                    <a:pt x="17" y="123"/>
                  </a:cubicBezTo>
                  <a:lnTo>
                    <a:pt x="179" y="12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57"/>
            <p:cNvSpPr>
              <a:spLocks/>
            </p:cNvSpPr>
            <p:nvPr>
              <p:custDataLst>
                <p:tags r:id="rId15"/>
              </p:custDataLst>
            </p:nvPr>
          </p:nvSpPr>
          <p:spPr bwMode="auto">
            <a:xfrm>
              <a:off x="3903663" y="2646363"/>
              <a:ext cx="61913" cy="185738"/>
            </a:xfrm>
            <a:custGeom>
              <a:avLst/>
              <a:gdLst>
                <a:gd name="T0" fmla="*/ 82 w 138"/>
                <a:gd name="T1" fmla="*/ 50 h 349"/>
                <a:gd name="T2" fmla="*/ 93 w 138"/>
                <a:gd name="T3" fmla="*/ 23 h 349"/>
                <a:gd name="T4" fmla="*/ 130 w 138"/>
                <a:gd name="T5" fmla="*/ 10 h 349"/>
                <a:gd name="T6" fmla="*/ 138 w 138"/>
                <a:gd name="T7" fmla="*/ 5 h 349"/>
                <a:gd name="T8" fmla="*/ 129 w 138"/>
                <a:gd name="T9" fmla="*/ 0 h 349"/>
                <a:gd name="T10" fmla="*/ 55 w 138"/>
                <a:gd name="T11" fmla="*/ 44 h 349"/>
                <a:gd name="T12" fmla="*/ 55 w 138"/>
                <a:gd name="T13" fmla="*/ 126 h 349"/>
                <a:gd name="T14" fmla="*/ 43 w 138"/>
                <a:gd name="T15" fmla="*/ 156 h 349"/>
                <a:gd name="T16" fmla="*/ 7 w 138"/>
                <a:gd name="T17" fmla="*/ 170 h 349"/>
                <a:gd name="T18" fmla="*/ 0 w 138"/>
                <a:gd name="T19" fmla="*/ 174 h 349"/>
                <a:gd name="T20" fmla="*/ 5 w 138"/>
                <a:gd name="T21" fmla="*/ 179 h 349"/>
                <a:gd name="T22" fmla="*/ 55 w 138"/>
                <a:gd name="T23" fmla="*/ 216 h 349"/>
                <a:gd name="T24" fmla="*/ 55 w 138"/>
                <a:gd name="T25" fmla="*/ 298 h 349"/>
                <a:gd name="T26" fmla="*/ 73 w 138"/>
                <a:gd name="T27" fmla="*/ 335 h 349"/>
                <a:gd name="T28" fmla="*/ 129 w 138"/>
                <a:gd name="T29" fmla="*/ 349 h 349"/>
                <a:gd name="T30" fmla="*/ 138 w 138"/>
                <a:gd name="T31" fmla="*/ 344 h 349"/>
                <a:gd name="T32" fmla="*/ 132 w 138"/>
                <a:gd name="T33" fmla="*/ 339 h 349"/>
                <a:gd name="T34" fmla="*/ 83 w 138"/>
                <a:gd name="T35" fmla="*/ 309 h 349"/>
                <a:gd name="T36" fmla="*/ 82 w 138"/>
                <a:gd name="T37" fmla="*/ 298 h 349"/>
                <a:gd name="T38" fmla="*/ 82 w 138"/>
                <a:gd name="T39" fmla="*/ 225 h 349"/>
                <a:gd name="T40" fmla="*/ 73 w 138"/>
                <a:gd name="T41" fmla="*/ 193 h 349"/>
                <a:gd name="T42" fmla="*/ 41 w 138"/>
                <a:gd name="T43" fmla="*/ 174 h 349"/>
                <a:gd name="T44" fmla="*/ 82 w 138"/>
                <a:gd name="T45" fmla="*/ 137 h 349"/>
                <a:gd name="T46" fmla="*/ 82 w 138"/>
                <a:gd name="T47" fmla="*/ 123 h 349"/>
                <a:gd name="T48" fmla="*/ 82 w 138"/>
                <a:gd name="T49" fmla="*/ 50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8" h="349">
                  <a:moveTo>
                    <a:pt x="82" y="50"/>
                  </a:moveTo>
                  <a:cubicBezTo>
                    <a:pt x="82" y="43"/>
                    <a:pt x="82" y="33"/>
                    <a:pt x="93" y="23"/>
                  </a:cubicBezTo>
                  <a:cubicBezTo>
                    <a:pt x="103" y="14"/>
                    <a:pt x="117" y="11"/>
                    <a:pt x="130" y="10"/>
                  </a:cubicBezTo>
                  <a:cubicBezTo>
                    <a:pt x="135" y="9"/>
                    <a:pt x="138" y="9"/>
                    <a:pt x="138" y="5"/>
                  </a:cubicBezTo>
                  <a:cubicBezTo>
                    <a:pt x="138" y="0"/>
                    <a:pt x="134" y="0"/>
                    <a:pt x="129" y="0"/>
                  </a:cubicBezTo>
                  <a:cubicBezTo>
                    <a:pt x="92" y="0"/>
                    <a:pt x="55" y="16"/>
                    <a:pt x="55" y="44"/>
                  </a:cubicBezTo>
                  <a:lnTo>
                    <a:pt x="55" y="126"/>
                  </a:lnTo>
                  <a:cubicBezTo>
                    <a:pt x="55" y="135"/>
                    <a:pt x="55" y="146"/>
                    <a:pt x="43" y="156"/>
                  </a:cubicBezTo>
                  <a:cubicBezTo>
                    <a:pt x="35" y="163"/>
                    <a:pt x="24" y="169"/>
                    <a:pt x="7" y="170"/>
                  </a:cubicBezTo>
                  <a:cubicBezTo>
                    <a:pt x="2" y="170"/>
                    <a:pt x="0" y="170"/>
                    <a:pt x="0" y="174"/>
                  </a:cubicBezTo>
                  <a:cubicBezTo>
                    <a:pt x="0" y="179"/>
                    <a:pt x="3" y="179"/>
                    <a:pt x="5" y="179"/>
                  </a:cubicBezTo>
                  <a:cubicBezTo>
                    <a:pt x="47" y="182"/>
                    <a:pt x="55" y="206"/>
                    <a:pt x="55" y="216"/>
                  </a:cubicBezTo>
                  <a:lnTo>
                    <a:pt x="55" y="298"/>
                  </a:lnTo>
                  <a:cubicBezTo>
                    <a:pt x="55" y="308"/>
                    <a:pt x="55" y="323"/>
                    <a:pt x="73" y="335"/>
                  </a:cubicBezTo>
                  <a:cubicBezTo>
                    <a:pt x="93" y="348"/>
                    <a:pt x="120" y="349"/>
                    <a:pt x="129" y="349"/>
                  </a:cubicBezTo>
                  <a:cubicBezTo>
                    <a:pt x="134" y="349"/>
                    <a:pt x="138" y="349"/>
                    <a:pt x="138" y="344"/>
                  </a:cubicBezTo>
                  <a:cubicBezTo>
                    <a:pt x="138" y="340"/>
                    <a:pt x="134" y="339"/>
                    <a:pt x="132" y="339"/>
                  </a:cubicBezTo>
                  <a:cubicBezTo>
                    <a:pt x="99" y="338"/>
                    <a:pt x="86" y="322"/>
                    <a:pt x="83" y="309"/>
                  </a:cubicBezTo>
                  <a:cubicBezTo>
                    <a:pt x="82" y="305"/>
                    <a:pt x="82" y="303"/>
                    <a:pt x="82" y="298"/>
                  </a:cubicBezTo>
                  <a:lnTo>
                    <a:pt x="82" y="225"/>
                  </a:lnTo>
                  <a:cubicBezTo>
                    <a:pt x="82" y="215"/>
                    <a:pt x="82" y="202"/>
                    <a:pt x="73" y="193"/>
                  </a:cubicBezTo>
                  <a:cubicBezTo>
                    <a:pt x="68" y="188"/>
                    <a:pt x="60" y="180"/>
                    <a:pt x="41" y="174"/>
                  </a:cubicBezTo>
                  <a:cubicBezTo>
                    <a:pt x="55" y="171"/>
                    <a:pt x="78" y="161"/>
                    <a:pt x="82" y="137"/>
                  </a:cubicBezTo>
                  <a:cubicBezTo>
                    <a:pt x="82" y="135"/>
                    <a:pt x="82" y="135"/>
                    <a:pt x="82" y="123"/>
                  </a:cubicBezTo>
                  <a:lnTo>
                    <a:pt x="82" y="5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58"/>
            <p:cNvSpPr>
              <a:spLocks/>
            </p:cNvSpPr>
            <p:nvPr>
              <p:custDataLst>
                <p:tags r:id="rId16"/>
              </p:custDataLst>
            </p:nvPr>
          </p:nvSpPr>
          <p:spPr bwMode="auto">
            <a:xfrm>
              <a:off x="3998913" y="2662238"/>
              <a:ext cx="57150" cy="123825"/>
            </a:xfrm>
            <a:custGeom>
              <a:avLst/>
              <a:gdLst>
                <a:gd name="T0" fmla="*/ 79 w 127"/>
                <a:gd name="T1" fmla="*/ 10 h 232"/>
                <a:gd name="T2" fmla="*/ 68 w 127"/>
                <a:gd name="T3" fmla="*/ 0 h 232"/>
                <a:gd name="T4" fmla="*/ 0 w 127"/>
                <a:gd name="T5" fmla="*/ 22 h 232"/>
                <a:gd name="T6" fmla="*/ 0 w 127"/>
                <a:gd name="T7" fmla="*/ 35 h 232"/>
                <a:gd name="T8" fmla="*/ 51 w 127"/>
                <a:gd name="T9" fmla="*/ 25 h 232"/>
                <a:gd name="T10" fmla="*/ 51 w 127"/>
                <a:gd name="T11" fmla="*/ 203 h 232"/>
                <a:gd name="T12" fmla="*/ 16 w 127"/>
                <a:gd name="T13" fmla="*/ 219 h 232"/>
                <a:gd name="T14" fmla="*/ 2 w 127"/>
                <a:gd name="T15" fmla="*/ 219 h 232"/>
                <a:gd name="T16" fmla="*/ 2 w 127"/>
                <a:gd name="T17" fmla="*/ 232 h 232"/>
                <a:gd name="T18" fmla="*/ 64 w 127"/>
                <a:gd name="T19" fmla="*/ 230 h 232"/>
                <a:gd name="T20" fmla="*/ 127 w 127"/>
                <a:gd name="T21" fmla="*/ 232 h 232"/>
                <a:gd name="T22" fmla="*/ 127 w 127"/>
                <a:gd name="T23" fmla="*/ 219 h 232"/>
                <a:gd name="T24" fmla="*/ 114 w 127"/>
                <a:gd name="T25" fmla="*/ 219 h 232"/>
                <a:gd name="T26" fmla="*/ 79 w 127"/>
                <a:gd name="T27" fmla="*/ 203 h 232"/>
                <a:gd name="T28" fmla="*/ 79 w 127"/>
                <a:gd name="T29" fmla="*/ 1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 h="232">
                  <a:moveTo>
                    <a:pt x="79" y="10"/>
                  </a:moveTo>
                  <a:cubicBezTo>
                    <a:pt x="79" y="0"/>
                    <a:pt x="78" y="0"/>
                    <a:pt x="68" y="0"/>
                  </a:cubicBezTo>
                  <a:cubicBezTo>
                    <a:pt x="46" y="22"/>
                    <a:pt x="14" y="22"/>
                    <a:pt x="0" y="22"/>
                  </a:cubicBezTo>
                  <a:lnTo>
                    <a:pt x="0" y="35"/>
                  </a:lnTo>
                  <a:cubicBezTo>
                    <a:pt x="8" y="35"/>
                    <a:pt x="31" y="35"/>
                    <a:pt x="51" y="25"/>
                  </a:cubicBezTo>
                  <a:lnTo>
                    <a:pt x="51" y="203"/>
                  </a:lnTo>
                  <a:cubicBezTo>
                    <a:pt x="51" y="215"/>
                    <a:pt x="51" y="219"/>
                    <a:pt x="16" y="219"/>
                  </a:cubicBezTo>
                  <a:lnTo>
                    <a:pt x="2" y="219"/>
                  </a:lnTo>
                  <a:lnTo>
                    <a:pt x="2" y="232"/>
                  </a:lnTo>
                  <a:cubicBezTo>
                    <a:pt x="9" y="231"/>
                    <a:pt x="52" y="230"/>
                    <a:pt x="64" y="230"/>
                  </a:cubicBezTo>
                  <a:cubicBezTo>
                    <a:pt x="75" y="230"/>
                    <a:pt x="119" y="231"/>
                    <a:pt x="127" y="232"/>
                  </a:cubicBezTo>
                  <a:lnTo>
                    <a:pt x="127" y="219"/>
                  </a:lnTo>
                  <a:lnTo>
                    <a:pt x="114" y="219"/>
                  </a:lnTo>
                  <a:cubicBezTo>
                    <a:pt x="79" y="219"/>
                    <a:pt x="79" y="215"/>
                    <a:pt x="79" y="203"/>
                  </a:cubicBezTo>
                  <a:lnTo>
                    <a:pt x="79" y="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59"/>
            <p:cNvSpPr>
              <a:spLocks/>
            </p:cNvSpPr>
            <p:nvPr>
              <p:custDataLst>
                <p:tags r:id="rId17"/>
              </p:custDataLst>
            </p:nvPr>
          </p:nvSpPr>
          <p:spPr bwMode="auto">
            <a:xfrm>
              <a:off x="4089401" y="2763838"/>
              <a:ext cx="20638" cy="57150"/>
            </a:xfrm>
            <a:custGeom>
              <a:avLst/>
              <a:gdLst>
                <a:gd name="T0" fmla="*/ 34 w 44"/>
                <a:gd name="T1" fmla="*/ 34 h 107"/>
                <a:gd name="T2" fmla="*/ 7 w 44"/>
                <a:gd name="T3" fmla="*/ 98 h 107"/>
                <a:gd name="T4" fmla="*/ 4 w 44"/>
                <a:gd name="T5" fmla="*/ 102 h 107"/>
                <a:gd name="T6" fmla="*/ 9 w 44"/>
                <a:gd name="T7" fmla="*/ 107 h 107"/>
                <a:gd name="T8" fmla="*/ 44 w 44"/>
                <a:gd name="T9" fmla="*/ 38 h 107"/>
                <a:gd name="T10" fmla="*/ 19 w 44"/>
                <a:gd name="T11" fmla="*/ 0 h 107"/>
                <a:gd name="T12" fmla="*/ 0 w 44"/>
                <a:gd name="T13" fmla="*/ 20 h 107"/>
                <a:gd name="T14" fmla="*/ 20 w 44"/>
                <a:gd name="T15" fmla="*/ 40 h 107"/>
                <a:gd name="T16" fmla="*/ 34 w 44"/>
                <a:gd name="T17" fmla="*/ 3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107">
                  <a:moveTo>
                    <a:pt x="34" y="34"/>
                  </a:moveTo>
                  <a:cubicBezTo>
                    <a:pt x="34" y="53"/>
                    <a:pt x="31" y="76"/>
                    <a:pt x="7" y="98"/>
                  </a:cubicBezTo>
                  <a:cubicBezTo>
                    <a:pt x="6" y="100"/>
                    <a:pt x="4" y="101"/>
                    <a:pt x="4" y="102"/>
                  </a:cubicBezTo>
                  <a:cubicBezTo>
                    <a:pt x="4" y="105"/>
                    <a:pt x="7" y="107"/>
                    <a:pt x="9" y="107"/>
                  </a:cubicBezTo>
                  <a:cubicBezTo>
                    <a:pt x="14" y="107"/>
                    <a:pt x="44" y="79"/>
                    <a:pt x="44" y="38"/>
                  </a:cubicBezTo>
                  <a:cubicBezTo>
                    <a:pt x="44" y="16"/>
                    <a:pt x="36" y="0"/>
                    <a:pt x="19" y="0"/>
                  </a:cubicBezTo>
                  <a:cubicBezTo>
                    <a:pt x="8" y="0"/>
                    <a:pt x="0" y="9"/>
                    <a:pt x="0" y="20"/>
                  </a:cubicBezTo>
                  <a:cubicBezTo>
                    <a:pt x="0" y="31"/>
                    <a:pt x="8" y="40"/>
                    <a:pt x="20" y="40"/>
                  </a:cubicBezTo>
                  <a:cubicBezTo>
                    <a:pt x="28" y="40"/>
                    <a:pt x="34" y="34"/>
                    <a:pt x="34" y="3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52" name="Freeform 60"/>
            <p:cNvSpPr>
              <a:spLocks/>
            </p:cNvSpPr>
            <p:nvPr>
              <p:custDataLst>
                <p:tags r:id="rId18"/>
              </p:custDataLst>
            </p:nvPr>
          </p:nvSpPr>
          <p:spPr bwMode="auto">
            <a:xfrm>
              <a:off x="4133851" y="2662238"/>
              <a:ext cx="73025" cy="127000"/>
            </a:xfrm>
            <a:custGeom>
              <a:avLst/>
              <a:gdLst>
                <a:gd name="T0" fmla="*/ 76 w 160"/>
                <a:gd name="T1" fmla="*/ 115 h 239"/>
                <a:gd name="T2" fmla="*/ 123 w 160"/>
                <a:gd name="T3" fmla="*/ 171 h 239"/>
                <a:gd name="T4" fmla="*/ 77 w 160"/>
                <a:gd name="T5" fmla="*/ 228 h 239"/>
                <a:gd name="T6" fmla="*/ 18 w 160"/>
                <a:gd name="T7" fmla="*/ 203 h 239"/>
                <a:gd name="T8" fmla="*/ 38 w 160"/>
                <a:gd name="T9" fmla="*/ 184 h 239"/>
                <a:gd name="T10" fmla="*/ 19 w 160"/>
                <a:gd name="T11" fmla="*/ 164 h 239"/>
                <a:gd name="T12" fmla="*/ 0 w 160"/>
                <a:gd name="T13" fmla="*/ 185 h 239"/>
                <a:gd name="T14" fmla="*/ 78 w 160"/>
                <a:gd name="T15" fmla="*/ 239 h 239"/>
                <a:gd name="T16" fmla="*/ 160 w 160"/>
                <a:gd name="T17" fmla="*/ 171 h 239"/>
                <a:gd name="T18" fmla="*/ 99 w 160"/>
                <a:gd name="T19" fmla="*/ 109 h 239"/>
                <a:gd name="T20" fmla="*/ 149 w 160"/>
                <a:gd name="T21" fmla="*/ 48 h 239"/>
                <a:gd name="T22" fmla="*/ 79 w 160"/>
                <a:gd name="T23" fmla="*/ 0 h 239"/>
                <a:gd name="T24" fmla="*/ 11 w 160"/>
                <a:gd name="T25" fmla="*/ 47 h 239"/>
                <a:gd name="T26" fmla="*/ 29 w 160"/>
                <a:gd name="T27" fmla="*/ 65 h 239"/>
                <a:gd name="T28" fmla="*/ 46 w 160"/>
                <a:gd name="T29" fmla="*/ 47 h 239"/>
                <a:gd name="T30" fmla="*/ 29 w 160"/>
                <a:gd name="T31" fmla="*/ 29 h 239"/>
                <a:gd name="T32" fmla="*/ 78 w 160"/>
                <a:gd name="T33" fmla="*/ 10 h 239"/>
                <a:gd name="T34" fmla="*/ 115 w 160"/>
                <a:gd name="T35" fmla="*/ 48 h 239"/>
                <a:gd name="T36" fmla="*/ 102 w 160"/>
                <a:gd name="T37" fmla="*/ 90 h 239"/>
                <a:gd name="T38" fmla="*/ 63 w 160"/>
                <a:gd name="T39" fmla="*/ 105 h 239"/>
                <a:gd name="T40" fmla="*/ 52 w 160"/>
                <a:gd name="T41" fmla="*/ 106 h 239"/>
                <a:gd name="T42" fmla="*/ 48 w 160"/>
                <a:gd name="T43" fmla="*/ 110 h 239"/>
                <a:gd name="T44" fmla="*/ 57 w 160"/>
                <a:gd name="T45" fmla="*/ 115 h 239"/>
                <a:gd name="T46" fmla="*/ 76 w 160"/>
                <a:gd name="T47" fmla="*/ 11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0" h="239">
                  <a:moveTo>
                    <a:pt x="76" y="115"/>
                  </a:moveTo>
                  <a:cubicBezTo>
                    <a:pt x="103" y="115"/>
                    <a:pt x="123" y="134"/>
                    <a:pt x="123" y="171"/>
                  </a:cubicBezTo>
                  <a:cubicBezTo>
                    <a:pt x="123" y="215"/>
                    <a:pt x="98" y="228"/>
                    <a:pt x="77" y="228"/>
                  </a:cubicBezTo>
                  <a:cubicBezTo>
                    <a:pt x="64" y="228"/>
                    <a:pt x="33" y="224"/>
                    <a:pt x="18" y="203"/>
                  </a:cubicBezTo>
                  <a:cubicBezTo>
                    <a:pt x="35" y="202"/>
                    <a:pt x="38" y="191"/>
                    <a:pt x="38" y="184"/>
                  </a:cubicBezTo>
                  <a:cubicBezTo>
                    <a:pt x="38" y="172"/>
                    <a:pt x="30" y="164"/>
                    <a:pt x="19" y="164"/>
                  </a:cubicBezTo>
                  <a:cubicBezTo>
                    <a:pt x="9" y="164"/>
                    <a:pt x="0" y="170"/>
                    <a:pt x="0" y="185"/>
                  </a:cubicBezTo>
                  <a:cubicBezTo>
                    <a:pt x="0" y="217"/>
                    <a:pt x="36" y="239"/>
                    <a:pt x="78" y="239"/>
                  </a:cubicBezTo>
                  <a:cubicBezTo>
                    <a:pt x="127" y="239"/>
                    <a:pt x="160" y="206"/>
                    <a:pt x="160" y="171"/>
                  </a:cubicBezTo>
                  <a:cubicBezTo>
                    <a:pt x="160" y="144"/>
                    <a:pt x="138" y="117"/>
                    <a:pt x="99" y="109"/>
                  </a:cubicBezTo>
                  <a:cubicBezTo>
                    <a:pt x="136" y="96"/>
                    <a:pt x="149" y="69"/>
                    <a:pt x="149" y="48"/>
                  </a:cubicBezTo>
                  <a:cubicBezTo>
                    <a:pt x="149" y="20"/>
                    <a:pt x="118" y="0"/>
                    <a:pt x="79" y="0"/>
                  </a:cubicBezTo>
                  <a:cubicBezTo>
                    <a:pt x="40" y="0"/>
                    <a:pt x="11" y="19"/>
                    <a:pt x="11" y="47"/>
                  </a:cubicBezTo>
                  <a:cubicBezTo>
                    <a:pt x="11" y="59"/>
                    <a:pt x="18" y="65"/>
                    <a:pt x="29" y="65"/>
                  </a:cubicBezTo>
                  <a:cubicBezTo>
                    <a:pt x="39" y="65"/>
                    <a:pt x="46" y="57"/>
                    <a:pt x="46" y="47"/>
                  </a:cubicBezTo>
                  <a:cubicBezTo>
                    <a:pt x="46" y="37"/>
                    <a:pt x="39" y="30"/>
                    <a:pt x="29" y="29"/>
                  </a:cubicBezTo>
                  <a:cubicBezTo>
                    <a:pt x="41" y="14"/>
                    <a:pt x="65" y="10"/>
                    <a:pt x="78" y="10"/>
                  </a:cubicBezTo>
                  <a:cubicBezTo>
                    <a:pt x="94" y="10"/>
                    <a:pt x="115" y="18"/>
                    <a:pt x="115" y="48"/>
                  </a:cubicBezTo>
                  <a:cubicBezTo>
                    <a:pt x="115" y="63"/>
                    <a:pt x="111" y="79"/>
                    <a:pt x="102" y="90"/>
                  </a:cubicBezTo>
                  <a:cubicBezTo>
                    <a:pt x="90" y="103"/>
                    <a:pt x="80" y="104"/>
                    <a:pt x="63" y="105"/>
                  </a:cubicBezTo>
                  <a:cubicBezTo>
                    <a:pt x="54" y="105"/>
                    <a:pt x="53" y="105"/>
                    <a:pt x="52" y="106"/>
                  </a:cubicBezTo>
                  <a:cubicBezTo>
                    <a:pt x="51" y="106"/>
                    <a:pt x="48" y="106"/>
                    <a:pt x="48" y="110"/>
                  </a:cubicBezTo>
                  <a:cubicBezTo>
                    <a:pt x="48" y="115"/>
                    <a:pt x="51" y="115"/>
                    <a:pt x="57" y="115"/>
                  </a:cubicBezTo>
                  <a:lnTo>
                    <a:pt x="76" y="11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53" name="Freeform 61"/>
            <p:cNvSpPr>
              <a:spLocks/>
            </p:cNvSpPr>
            <p:nvPr>
              <p:custDataLst>
                <p:tags r:id="rId19"/>
              </p:custDataLst>
            </p:nvPr>
          </p:nvSpPr>
          <p:spPr bwMode="auto">
            <a:xfrm>
              <a:off x="4233863" y="2763838"/>
              <a:ext cx="19050" cy="57150"/>
            </a:xfrm>
            <a:custGeom>
              <a:avLst/>
              <a:gdLst>
                <a:gd name="T0" fmla="*/ 34 w 44"/>
                <a:gd name="T1" fmla="*/ 34 h 107"/>
                <a:gd name="T2" fmla="*/ 7 w 44"/>
                <a:gd name="T3" fmla="*/ 98 h 107"/>
                <a:gd name="T4" fmla="*/ 4 w 44"/>
                <a:gd name="T5" fmla="*/ 102 h 107"/>
                <a:gd name="T6" fmla="*/ 9 w 44"/>
                <a:gd name="T7" fmla="*/ 107 h 107"/>
                <a:gd name="T8" fmla="*/ 44 w 44"/>
                <a:gd name="T9" fmla="*/ 38 h 107"/>
                <a:gd name="T10" fmla="*/ 19 w 44"/>
                <a:gd name="T11" fmla="*/ 0 h 107"/>
                <a:gd name="T12" fmla="*/ 0 w 44"/>
                <a:gd name="T13" fmla="*/ 20 h 107"/>
                <a:gd name="T14" fmla="*/ 20 w 44"/>
                <a:gd name="T15" fmla="*/ 40 h 107"/>
                <a:gd name="T16" fmla="*/ 34 w 44"/>
                <a:gd name="T17" fmla="*/ 3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107">
                  <a:moveTo>
                    <a:pt x="34" y="34"/>
                  </a:moveTo>
                  <a:cubicBezTo>
                    <a:pt x="34" y="53"/>
                    <a:pt x="31" y="76"/>
                    <a:pt x="7" y="98"/>
                  </a:cubicBezTo>
                  <a:cubicBezTo>
                    <a:pt x="5" y="100"/>
                    <a:pt x="4" y="101"/>
                    <a:pt x="4" y="102"/>
                  </a:cubicBezTo>
                  <a:cubicBezTo>
                    <a:pt x="4" y="105"/>
                    <a:pt x="7" y="107"/>
                    <a:pt x="9" y="107"/>
                  </a:cubicBezTo>
                  <a:cubicBezTo>
                    <a:pt x="14" y="107"/>
                    <a:pt x="44" y="79"/>
                    <a:pt x="44" y="38"/>
                  </a:cubicBezTo>
                  <a:cubicBezTo>
                    <a:pt x="44" y="16"/>
                    <a:pt x="35" y="0"/>
                    <a:pt x="19" y="0"/>
                  </a:cubicBezTo>
                  <a:cubicBezTo>
                    <a:pt x="8" y="0"/>
                    <a:pt x="0" y="9"/>
                    <a:pt x="0" y="20"/>
                  </a:cubicBezTo>
                  <a:cubicBezTo>
                    <a:pt x="0" y="31"/>
                    <a:pt x="8" y="40"/>
                    <a:pt x="20" y="40"/>
                  </a:cubicBezTo>
                  <a:cubicBezTo>
                    <a:pt x="28" y="40"/>
                    <a:pt x="34" y="34"/>
                    <a:pt x="34" y="3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57" name="Freeform 62"/>
            <p:cNvSpPr>
              <a:spLocks/>
            </p:cNvSpPr>
            <p:nvPr>
              <p:custDataLst>
                <p:tags r:id="rId20"/>
              </p:custDataLst>
            </p:nvPr>
          </p:nvSpPr>
          <p:spPr bwMode="auto">
            <a:xfrm>
              <a:off x="4279901" y="2660650"/>
              <a:ext cx="76200" cy="128588"/>
            </a:xfrm>
            <a:custGeom>
              <a:avLst/>
              <a:gdLst>
                <a:gd name="T0" fmla="*/ 162 w 166"/>
                <a:gd name="T1" fmla="*/ 25 h 243"/>
                <a:gd name="T2" fmla="*/ 166 w 166"/>
                <a:gd name="T3" fmla="*/ 11 h 243"/>
                <a:gd name="T4" fmla="*/ 75 w 166"/>
                <a:gd name="T5" fmla="*/ 11 h 243"/>
                <a:gd name="T6" fmla="*/ 44 w 166"/>
                <a:gd name="T7" fmla="*/ 9 h 243"/>
                <a:gd name="T8" fmla="*/ 24 w 166"/>
                <a:gd name="T9" fmla="*/ 0 h 243"/>
                <a:gd name="T10" fmla="*/ 12 w 166"/>
                <a:gd name="T11" fmla="*/ 0 h 243"/>
                <a:gd name="T12" fmla="*/ 0 w 166"/>
                <a:gd name="T13" fmla="*/ 74 h 243"/>
                <a:gd name="T14" fmla="*/ 12 w 166"/>
                <a:gd name="T15" fmla="*/ 74 h 243"/>
                <a:gd name="T16" fmla="*/ 22 w 166"/>
                <a:gd name="T17" fmla="*/ 43 h 243"/>
                <a:gd name="T18" fmla="*/ 58 w 166"/>
                <a:gd name="T19" fmla="*/ 41 h 243"/>
                <a:gd name="T20" fmla="*/ 134 w 166"/>
                <a:gd name="T21" fmla="*/ 41 h 243"/>
                <a:gd name="T22" fmla="*/ 98 w 166"/>
                <a:gd name="T23" fmla="*/ 87 h 243"/>
                <a:gd name="T24" fmla="*/ 48 w 166"/>
                <a:gd name="T25" fmla="*/ 223 h 243"/>
                <a:gd name="T26" fmla="*/ 64 w 166"/>
                <a:gd name="T27" fmla="*/ 243 h 243"/>
                <a:gd name="T28" fmla="*/ 81 w 166"/>
                <a:gd name="T29" fmla="*/ 223 h 243"/>
                <a:gd name="T30" fmla="*/ 81 w 166"/>
                <a:gd name="T31" fmla="*/ 209 h 243"/>
                <a:gd name="T32" fmla="*/ 110 w 166"/>
                <a:gd name="T33" fmla="*/ 91 h 243"/>
                <a:gd name="T34" fmla="*/ 162 w 166"/>
                <a:gd name="T35" fmla="*/ 2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6" h="243">
                  <a:moveTo>
                    <a:pt x="162" y="25"/>
                  </a:moveTo>
                  <a:cubicBezTo>
                    <a:pt x="166" y="21"/>
                    <a:pt x="166" y="20"/>
                    <a:pt x="166" y="11"/>
                  </a:cubicBezTo>
                  <a:lnTo>
                    <a:pt x="75" y="11"/>
                  </a:lnTo>
                  <a:cubicBezTo>
                    <a:pt x="61" y="11"/>
                    <a:pt x="57" y="11"/>
                    <a:pt x="44" y="9"/>
                  </a:cubicBezTo>
                  <a:cubicBezTo>
                    <a:pt x="26" y="8"/>
                    <a:pt x="25" y="6"/>
                    <a:pt x="24" y="0"/>
                  </a:cubicBezTo>
                  <a:lnTo>
                    <a:pt x="12" y="0"/>
                  </a:lnTo>
                  <a:lnTo>
                    <a:pt x="0" y="74"/>
                  </a:lnTo>
                  <a:lnTo>
                    <a:pt x="12" y="74"/>
                  </a:lnTo>
                  <a:cubicBezTo>
                    <a:pt x="13" y="69"/>
                    <a:pt x="16" y="46"/>
                    <a:pt x="22" y="43"/>
                  </a:cubicBezTo>
                  <a:cubicBezTo>
                    <a:pt x="25" y="41"/>
                    <a:pt x="53" y="41"/>
                    <a:pt x="58" y="41"/>
                  </a:cubicBezTo>
                  <a:lnTo>
                    <a:pt x="134" y="41"/>
                  </a:lnTo>
                  <a:cubicBezTo>
                    <a:pt x="123" y="55"/>
                    <a:pt x="105" y="77"/>
                    <a:pt x="98" y="87"/>
                  </a:cubicBezTo>
                  <a:cubicBezTo>
                    <a:pt x="52" y="147"/>
                    <a:pt x="48" y="202"/>
                    <a:pt x="48" y="223"/>
                  </a:cubicBezTo>
                  <a:cubicBezTo>
                    <a:pt x="48" y="227"/>
                    <a:pt x="48" y="243"/>
                    <a:pt x="64" y="243"/>
                  </a:cubicBezTo>
                  <a:cubicBezTo>
                    <a:pt x="81" y="243"/>
                    <a:pt x="81" y="227"/>
                    <a:pt x="81" y="223"/>
                  </a:cubicBezTo>
                  <a:lnTo>
                    <a:pt x="81" y="209"/>
                  </a:lnTo>
                  <a:cubicBezTo>
                    <a:pt x="81" y="141"/>
                    <a:pt x="95" y="110"/>
                    <a:pt x="110" y="91"/>
                  </a:cubicBezTo>
                  <a:lnTo>
                    <a:pt x="162" y="2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0" name="Freeform 63"/>
            <p:cNvSpPr>
              <a:spLocks/>
            </p:cNvSpPr>
            <p:nvPr>
              <p:custDataLst>
                <p:tags r:id="rId21"/>
              </p:custDataLst>
            </p:nvPr>
          </p:nvSpPr>
          <p:spPr bwMode="auto">
            <a:xfrm>
              <a:off x="4373563" y="2646363"/>
              <a:ext cx="63500" cy="185738"/>
            </a:xfrm>
            <a:custGeom>
              <a:avLst/>
              <a:gdLst>
                <a:gd name="T0" fmla="*/ 83 w 138"/>
                <a:gd name="T1" fmla="*/ 223 h 349"/>
                <a:gd name="T2" fmla="*/ 94 w 138"/>
                <a:gd name="T3" fmla="*/ 193 h 349"/>
                <a:gd name="T4" fmla="*/ 131 w 138"/>
                <a:gd name="T5" fmla="*/ 179 h 349"/>
                <a:gd name="T6" fmla="*/ 138 w 138"/>
                <a:gd name="T7" fmla="*/ 174 h 349"/>
                <a:gd name="T8" fmla="*/ 132 w 138"/>
                <a:gd name="T9" fmla="*/ 170 h 349"/>
                <a:gd name="T10" fmla="*/ 83 w 138"/>
                <a:gd name="T11" fmla="*/ 133 h 349"/>
                <a:gd name="T12" fmla="*/ 83 w 138"/>
                <a:gd name="T13" fmla="*/ 51 h 349"/>
                <a:gd name="T14" fmla="*/ 64 w 138"/>
                <a:gd name="T15" fmla="*/ 14 h 349"/>
                <a:gd name="T16" fmla="*/ 9 w 138"/>
                <a:gd name="T17" fmla="*/ 0 h 349"/>
                <a:gd name="T18" fmla="*/ 0 w 138"/>
                <a:gd name="T19" fmla="*/ 5 h 349"/>
                <a:gd name="T20" fmla="*/ 6 w 138"/>
                <a:gd name="T21" fmla="*/ 10 h 349"/>
                <a:gd name="T22" fmla="*/ 55 w 138"/>
                <a:gd name="T23" fmla="*/ 40 h 349"/>
                <a:gd name="T24" fmla="*/ 56 w 138"/>
                <a:gd name="T25" fmla="*/ 51 h 349"/>
                <a:gd name="T26" fmla="*/ 56 w 138"/>
                <a:gd name="T27" fmla="*/ 124 h 349"/>
                <a:gd name="T28" fmla="*/ 65 w 138"/>
                <a:gd name="T29" fmla="*/ 156 h 349"/>
                <a:gd name="T30" fmla="*/ 97 w 138"/>
                <a:gd name="T31" fmla="*/ 174 h 349"/>
                <a:gd name="T32" fmla="*/ 56 w 138"/>
                <a:gd name="T33" fmla="*/ 212 h 349"/>
                <a:gd name="T34" fmla="*/ 56 w 138"/>
                <a:gd name="T35" fmla="*/ 225 h 349"/>
                <a:gd name="T36" fmla="*/ 56 w 138"/>
                <a:gd name="T37" fmla="*/ 299 h 349"/>
                <a:gd name="T38" fmla="*/ 45 w 138"/>
                <a:gd name="T39" fmla="*/ 326 h 349"/>
                <a:gd name="T40" fmla="*/ 8 w 138"/>
                <a:gd name="T41" fmla="*/ 339 h 349"/>
                <a:gd name="T42" fmla="*/ 0 w 138"/>
                <a:gd name="T43" fmla="*/ 344 h 349"/>
                <a:gd name="T44" fmla="*/ 9 w 138"/>
                <a:gd name="T45" fmla="*/ 349 h 349"/>
                <a:gd name="T46" fmla="*/ 83 w 138"/>
                <a:gd name="T47" fmla="*/ 305 h 349"/>
                <a:gd name="T48" fmla="*/ 83 w 138"/>
                <a:gd name="T49" fmla="*/ 223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8" h="349">
                  <a:moveTo>
                    <a:pt x="83" y="223"/>
                  </a:moveTo>
                  <a:cubicBezTo>
                    <a:pt x="83" y="214"/>
                    <a:pt x="83" y="203"/>
                    <a:pt x="94" y="193"/>
                  </a:cubicBezTo>
                  <a:cubicBezTo>
                    <a:pt x="103" y="186"/>
                    <a:pt x="114" y="180"/>
                    <a:pt x="131" y="179"/>
                  </a:cubicBezTo>
                  <a:cubicBezTo>
                    <a:pt x="135" y="179"/>
                    <a:pt x="138" y="179"/>
                    <a:pt x="138" y="174"/>
                  </a:cubicBezTo>
                  <a:cubicBezTo>
                    <a:pt x="138" y="170"/>
                    <a:pt x="135" y="170"/>
                    <a:pt x="132" y="170"/>
                  </a:cubicBezTo>
                  <a:cubicBezTo>
                    <a:pt x="91" y="167"/>
                    <a:pt x="83" y="143"/>
                    <a:pt x="83" y="133"/>
                  </a:cubicBezTo>
                  <a:lnTo>
                    <a:pt x="83" y="51"/>
                  </a:lnTo>
                  <a:cubicBezTo>
                    <a:pt x="83" y="41"/>
                    <a:pt x="83" y="26"/>
                    <a:pt x="64" y="14"/>
                  </a:cubicBezTo>
                  <a:cubicBezTo>
                    <a:pt x="45" y="1"/>
                    <a:pt x="18" y="0"/>
                    <a:pt x="9" y="0"/>
                  </a:cubicBezTo>
                  <a:cubicBezTo>
                    <a:pt x="4" y="0"/>
                    <a:pt x="0" y="0"/>
                    <a:pt x="0" y="5"/>
                  </a:cubicBezTo>
                  <a:cubicBezTo>
                    <a:pt x="0" y="9"/>
                    <a:pt x="3" y="10"/>
                    <a:pt x="6" y="10"/>
                  </a:cubicBezTo>
                  <a:cubicBezTo>
                    <a:pt x="39" y="11"/>
                    <a:pt x="52" y="27"/>
                    <a:pt x="55" y="40"/>
                  </a:cubicBezTo>
                  <a:cubicBezTo>
                    <a:pt x="56" y="44"/>
                    <a:pt x="56" y="46"/>
                    <a:pt x="56" y="51"/>
                  </a:cubicBezTo>
                  <a:lnTo>
                    <a:pt x="56" y="124"/>
                  </a:lnTo>
                  <a:cubicBezTo>
                    <a:pt x="56" y="134"/>
                    <a:pt x="56" y="147"/>
                    <a:pt x="65" y="156"/>
                  </a:cubicBezTo>
                  <a:cubicBezTo>
                    <a:pt x="70" y="161"/>
                    <a:pt x="78" y="169"/>
                    <a:pt x="97" y="174"/>
                  </a:cubicBezTo>
                  <a:cubicBezTo>
                    <a:pt x="83" y="178"/>
                    <a:pt x="60" y="188"/>
                    <a:pt x="56" y="212"/>
                  </a:cubicBezTo>
                  <a:cubicBezTo>
                    <a:pt x="56" y="214"/>
                    <a:pt x="56" y="214"/>
                    <a:pt x="56" y="225"/>
                  </a:cubicBezTo>
                  <a:lnTo>
                    <a:pt x="56" y="299"/>
                  </a:lnTo>
                  <a:cubicBezTo>
                    <a:pt x="56" y="306"/>
                    <a:pt x="56" y="316"/>
                    <a:pt x="45" y="326"/>
                  </a:cubicBezTo>
                  <a:cubicBezTo>
                    <a:pt x="34" y="335"/>
                    <a:pt x="21" y="338"/>
                    <a:pt x="8" y="339"/>
                  </a:cubicBezTo>
                  <a:cubicBezTo>
                    <a:pt x="3" y="340"/>
                    <a:pt x="0" y="340"/>
                    <a:pt x="0" y="344"/>
                  </a:cubicBezTo>
                  <a:cubicBezTo>
                    <a:pt x="0" y="349"/>
                    <a:pt x="4" y="349"/>
                    <a:pt x="9" y="349"/>
                  </a:cubicBezTo>
                  <a:cubicBezTo>
                    <a:pt x="46" y="349"/>
                    <a:pt x="83" y="333"/>
                    <a:pt x="83" y="305"/>
                  </a:cubicBezTo>
                  <a:lnTo>
                    <a:pt x="83" y="22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1" name="Freeform 64"/>
            <p:cNvSpPr>
              <a:spLocks/>
            </p:cNvSpPr>
            <p:nvPr>
              <p:custDataLst>
                <p:tags r:id="rId22"/>
              </p:custDataLst>
            </p:nvPr>
          </p:nvSpPr>
          <p:spPr bwMode="auto">
            <a:xfrm>
              <a:off x="4486276" y="2540000"/>
              <a:ext cx="50800" cy="263525"/>
            </a:xfrm>
            <a:custGeom>
              <a:avLst/>
              <a:gdLst>
                <a:gd name="T0" fmla="*/ 115 w 115"/>
                <a:gd name="T1" fmla="*/ 495 h 500"/>
                <a:gd name="T2" fmla="*/ 107 w 115"/>
                <a:gd name="T3" fmla="*/ 484 h 500"/>
                <a:gd name="T4" fmla="*/ 29 w 115"/>
                <a:gd name="T5" fmla="*/ 250 h 500"/>
                <a:gd name="T6" fmla="*/ 109 w 115"/>
                <a:gd name="T7" fmla="*/ 14 h 500"/>
                <a:gd name="T8" fmla="*/ 115 w 115"/>
                <a:gd name="T9" fmla="*/ 5 h 500"/>
                <a:gd name="T10" fmla="*/ 111 w 115"/>
                <a:gd name="T11" fmla="*/ 0 h 500"/>
                <a:gd name="T12" fmla="*/ 31 w 115"/>
                <a:gd name="T13" fmla="*/ 97 h 500"/>
                <a:gd name="T14" fmla="*/ 0 w 115"/>
                <a:gd name="T15" fmla="*/ 250 h 500"/>
                <a:gd name="T16" fmla="*/ 33 w 115"/>
                <a:gd name="T17" fmla="*/ 406 h 500"/>
                <a:gd name="T18" fmla="*/ 111 w 115"/>
                <a:gd name="T19" fmla="*/ 500 h 500"/>
                <a:gd name="T20" fmla="*/ 115 w 115"/>
                <a:gd name="T21" fmla="*/ 495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500">
                  <a:moveTo>
                    <a:pt x="115" y="495"/>
                  </a:moveTo>
                  <a:cubicBezTo>
                    <a:pt x="115" y="493"/>
                    <a:pt x="115" y="492"/>
                    <a:pt x="107" y="484"/>
                  </a:cubicBezTo>
                  <a:cubicBezTo>
                    <a:pt x="45" y="421"/>
                    <a:pt x="29" y="326"/>
                    <a:pt x="29" y="250"/>
                  </a:cubicBezTo>
                  <a:cubicBezTo>
                    <a:pt x="29" y="163"/>
                    <a:pt x="48" y="76"/>
                    <a:pt x="109" y="14"/>
                  </a:cubicBezTo>
                  <a:cubicBezTo>
                    <a:pt x="115" y="8"/>
                    <a:pt x="115" y="7"/>
                    <a:pt x="115" y="5"/>
                  </a:cubicBezTo>
                  <a:cubicBezTo>
                    <a:pt x="115" y="2"/>
                    <a:pt x="113" y="0"/>
                    <a:pt x="111" y="0"/>
                  </a:cubicBezTo>
                  <a:cubicBezTo>
                    <a:pt x="106" y="0"/>
                    <a:pt x="61" y="34"/>
                    <a:pt x="31" y="97"/>
                  </a:cubicBezTo>
                  <a:cubicBezTo>
                    <a:pt x="6" y="152"/>
                    <a:pt x="0" y="208"/>
                    <a:pt x="0" y="250"/>
                  </a:cubicBezTo>
                  <a:cubicBezTo>
                    <a:pt x="0" y="289"/>
                    <a:pt x="5" y="349"/>
                    <a:pt x="33" y="406"/>
                  </a:cubicBezTo>
                  <a:cubicBezTo>
                    <a:pt x="63" y="467"/>
                    <a:pt x="106" y="500"/>
                    <a:pt x="111" y="500"/>
                  </a:cubicBezTo>
                  <a:cubicBezTo>
                    <a:pt x="113" y="500"/>
                    <a:pt x="115" y="498"/>
                    <a:pt x="115" y="49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2" name="Freeform 65"/>
            <p:cNvSpPr>
              <a:spLocks noEditPoints="1"/>
            </p:cNvSpPr>
            <p:nvPr>
              <p:custDataLst>
                <p:tags r:id="rId23"/>
              </p:custDataLst>
            </p:nvPr>
          </p:nvSpPr>
          <p:spPr bwMode="auto">
            <a:xfrm>
              <a:off x="4548188" y="2563813"/>
              <a:ext cx="92075" cy="228600"/>
            </a:xfrm>
            <a:custGeom>
              <a:avLst/>
              <a:gdLst>
                <a:gd name="T0" fmla="*/ 204 w 204"/>
                <a:gd name="T1" fmla="*/ 17 h 432"/>
                <a:gd name="T2" fmla="*/ 185 w 204"/>
                <a:gd name="T3" fmla="*/ 0 h 432"/>
                <a:gd name="T4" fmla="*/ 159 w 204"/>
                <a:gd name="T5" fmla="*/ 26 h 432"/>
                <a:gd name="T6" fmla="*/ 177 w 204"/>
                <a:gd name="T7" fmla="*/ 44 h 432"/>
                <a:gd name="T8" fmla="*/ 204 w 204"/>
                <a:gd name="T9" fmla="*/ 17 h 432"/>
                <a:gd name="T10" fmla="*/ 104 w 204"/>
                <a:gd name="T11" fmla="*/ 355 h 432"/>
                <a:gd name="T12" fmla="*/ 43 w 204"/>
                <a:gd name="T13" fmla="*/ 421 h 432"/>
                <a:gd name="T14" fmla="*/ 23 w 204"/>
                <a:gd name="T15" fmla="*/ 417 h 432"/>
                <a:gd name="T16" fmla="*/ 46 w 204"/>
                <a:gd name="T17" fmla="*/ 390 h 432"/>
                <a:gd name="T18" fmla="*/ 27 w 204"/>
                <a:gd name="T19" fmla="*/ 373 h 432"/>
                <a:gd name="T20" fmla="*/ 0 w 204"/>
                <a:gd name="T21" fmla="*/ 401 h 432"/>
                <a:gd name="T22" fmla="*/ 44 w 204"/>
                <a:gd name="T23" fmla="*/ 432 h 432"/>
                <a:gd name="T24" fmla="*/ 137 w 204"/>
                <a:gd name="T25" fmla="*/ 356 h 432"/>
                <a:gd name="T26" fmla="*/ 183 w 204"/>
                <a:gd name="T27" fmla="*/ 173 h 432"/>
                <a:gd name="T28" fmla="*/ 186 w 204"/>
                <a:gd name="T29" fmla="*/ 155 h 432"/>
                <a:gd name="T30" fmla="*/ 140 w 204"/>
                <a:gd name="T31" fmla="*/ 109 h 432"/>
                <a:gd name="T32" fmla="*/ 61 w 204"/>
                <a:gd name="T33" fmla="*/ 186 h 432"/>
                <a:gd name="T34" fmla="*/ 67 w 204"/>
                <a:gd name="T35" fmla="*/ 191 h 432"/>
                <a:gd name="T36" fmla="*/ 75 w 204"/>
                <a:gd name="T37" fmla="*/ 181 h 432"/>
                <a:gd name="T38" fmla="*/ 138 w 204"/>
                <a:gd name="T39" fmla="*/ 120 h 432"/>
                <a:gd name="T40" fmla="*/ 154 w 204"/>
                <a:gd name="T41" fmla="*/ 143 h 432"/>
                <a:gd name="T42" fmla="*/ 151 w 204"/>
                <a:gd name="T43" fmla="*/ 168 h 432"/>
                <a:gd name="T44" fmla="*/ 104 w 204"/>
                <a:gd name="T45" fmla="*/ 35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4" h="432">
                  <a:moveTo>
                    <a:pt x="204" y="17"/>
                  </a:moveTo>
                  <a:cubicBezTo>
                    <a:pt x="204" y="8"/>
                    <a:pt x="197" y="0"/>
                    <a:pt x="185" y="0"/>
                  </a:cubicBezTo>
                  <a:cubicBezTo>
                    <a:pt x="174" y="0"/>
                    <a:pt x="159" y="11"/>
                    <a:pt x="159" y="26"/>
                  </a:cubicBezTo>
                  <a:cubicBezTo>
                    <a:pt x="159" y="36"/>
                    <a:pt x="166" y="44"/>
                    <a:pt x="177" y="44"/>
                  </a:cubicBezTo>
                  <a:cubicBezTo>
                    <a:pt x="191" y="44"/>
                    <a:pt x="204" y="31"/>
                    <a:pt x="204" y="17"/>
                  </a:cubicBezTo>
                  <a:close/>
                  <a:moveTo>
                    <a:pt x="104" y="355"/>
                  </a:moveTo>
                  <a:cubicBezTo>
                    <a:pt x="94" y="393"/>
                    <a:pt x="70" y="421"/>
                    <a:pt x="43" y="421"/>
                  </a:cubicBezTo>
                  <a:cubicBezTo>
                    <a:pt x="40" y="421"/>
                    <a:pt x="32" y="421"/>
                    <a:pt x="23" y="417"/>
                  </a:cubicBezTo>
                  <a:cubicBezTo>
                    <a:pt x="38" y="413"/>
                    <a:pt x="46" y="400"/>
                    <a:pt x="46" y="390"/>
                  </a:cubicBezTo>
                  <a:cubicBezTo>
                    <a:pt x="46" y="382"/>
                    <a:pt x="40" y="373"/>
                    <a:pt x="27" y="373"/>
                  </a:cubicBezTo>
                  <a:cubicBezTo>
                    <a:pt x="14" y="373"/>
                    <a:pt x="0" y="383"/>
                    <a:pt x="0" y="401"/>
                  </a:cubicBezTo>
                  <a:cubicBezTo>
                    <a:pt x="0" y="421"/>
                    <a:pt x="20" y="432"/>
                    <a:pt x="44" y="432"/>
                  </a:cubicBezTo>
                  <a:cubicBezTo>
                    <a:pt x="78" y="432"/>
                    <a:pt x="125" y="406"/>
                    <a:pt x="137" y="356"/>
                  </a:cubicBezTo>
                  <a:lnTo>
                    <a:pt x="183" y="173"/>
                  </a:lnTo>
                  <a:cubicBezTo>
                    <a:pt x="186" y="163"/>
                    <a:pt x="186" y="156"/>
                    <a:pt x="186" y="155"/>
                  </a:cubicBezTo>
                  <a:cubicBezTo>
                    <a:pt x="186" y="126"/>
                    <a:pt x="165" y="109"/>
                    <a:pt x="140" y="109"/>
                  </a:cubicBezTo>
                  <a:cubicBezTo>
                    <a:pt x="89" y="109"/>
                    <a:pt x="61" y="181"/>
                    <a:pt x="61" y="186"/>
                  </a:cubicBezTo>
                  <a:cubicBezTo>
                    <a:pt x="61" y="191"/>
                    <a:pt x="66" y="191"/>
                    <a:pt x="67" y="191"/>
                  </a:cubicBezTo>
                  <a:cubicBezTo>
                    <a:pt x="71" y="191"/>
                    <a:pt x="72" y="190"/>
                    <a:pt x="75" y="181"/>
                  </a:cubicBezTo>
                  <a:cubicBezTo>
                    <a:pt x="88" y="150"/>
                    <a:pt x="111" y="120"/>
                    <a:pt x="138" y="120"/>
                  </a:cubicBezTo>
                  <a:cubicBezTo>
                    <a:pt x="145" y="120"/>
                    <a:pt x="154" y="122"/>
                    <a:pt x="154" y="143"/>
                  </a:cubicBezTo>
                  <a:cubicBezTo>
                    <a:pt x="154" y="154"/>
                    <a:pt x="153" y="160"/>
                    <a:pt x="151" y="168"/>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3" name="Freeform 66"/>
            <p:cNvSpPr>
              <a:spLocks noEditPoints="1"/>
            </p:cNvSpPr>
            <p:nvPr>
              <p:custDataLst>
                <p:tags r:id="rId24"/>
              </p:custDataLst>
            </p:nvPr>
          </p:nvSpPr>
          <p:spPr bwMode="auto">
            <a:xfrm>
              <a:off x="4665663" y="2620963"/>
              <a:ext cx="104775" cy="119063"/>
            </a:xfrm>
            <a:custGeom>
              <a:avLst/>
              <a:gdLst>
                <a:gd name="T0" fmla="*/ 166 w 228"/>
                <a:gd name="T1" fmla="*/ 32 h 226"/>
                <a:gd name="T2" fmla="*/ 120 w 228"/>
                <a:gd name="T3" fmla="*/ 0 h 226"/>
                <a:gd name="T4" fmla="*/ 0 w 228"/>
                <a:gd name="T5" fmla="*/ 146 h 226"/>
                <a:gd name="T6" fmla="*/ 66 w 228"/>
                <a:gd name="T7" fmla="*/ 226 h 226"/>
                <a:gd name="T8" fmla="*/ 131 w 228"/>
                <a:gd name="T9" fmla="*/ 189 h 226"/>
                <a:gd name="T10" fmla="*/ 176 w 228"/>
                <a:gd name="T11" fmla="*/ 226 h 226"/>
                <a:gd name="T12" fmla="*/ 213 w 228"/>
                <a:gd name="T13" fmla="*/ 199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80 h 226"/>
                <a:gd name="T40" fmla="*/ 67 w 228"/>
                <a:gd name="T41" fmla="*/ 215 h 226"/>
                <a:gd name="T42" fmla="*/ 35 w 228"/>
                <a:gd name="T43" fmla="*/ 168 h 226"/>
                <a:gd name="T44" fmla="*/ 62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1" y="0"/>
                    <a:pt x="0" y="73"/>
                    <a:pt x="0" y="146"/>
                  </a:cubicBezTo>
                  <a:cubicBezTo>
                    <a:pt x="0" y="193"/>
                    <a:pt x="27" y="226"/>
                    <a:pt x="66" y="226"/>
                  </a:cubicBezTo>
                  <a:cubicBezTo>
                    <a:pt x="76" y="226"/>
                    <a:pt x="101" y="224"/>
                    <a:pt x="131" y="189"/>
                  </a:cubicBezTo>
                  <a:cubicBezTo>
                    <a:pt x="135" y="210"/>
                    <a:pt x="152" y="226"/>
                    <a:pt x="176" y="226"/>
                  </a:cubicBezTo>
                  <a:cubicBezTo>
                    <a:pt x="194" y="226"/>
                    <a:pt x="205" y="215"/>
                    <a:pt x="213" y="199"/>
                  </a:cubicBezTo>
                  <a:cubicBezTo>
                    <a:pt x="222" y="181"/>
                    <a:pt x="228" y="150"/>
                    <a:pt x="228" y="149"/>
                  </a:cubicBezTo>
                  <a:cubicBezTo>
                    <a:pt x="228" y="144"/>
                    <a:pt x="224" y="144"/>
                    <a:pt x="222" y="144"/>
                  </a:cubicBezTo>
                  <a:cubicBezTo>
                    <a:pt x="217" y="144"/>
                    <a:pt x="217" y="146"/>
                    <a:pt x="215" y="153"/>
                  </a:cubicBezTo>
                  <a:cubicBezTo>
                    <a:pt x="207" y="186"/>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80"/>
                  </a:cubicBezTo>
                  <a:cubicBezTo>
                    <a:pt x="101" y="207"/>
                    <a:pt x="81" y="215"/>
                    <a:pt x="67" y="215"/>
                  </a:cubicBezTo>
                  <a:cubicBezTo>
                    <a:pt x="42" y="215"/>
                    <a:pt x="35" y="188"/>
                    <a:pt x="35" y="168"/>
                  </a:cubicBezTo>
                  <a:cubicBezTo>
                    <a:pt x="35" y="143"/>
                    <a:pt x="51" y="82"/>
                    <a:pt x="62"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4" name="Freeform 67"/>
            <p:cNvSpPr>
              <a:spLocks noEditPoints="1"/>
            </p:cNvSpPr>
            <p:nvPr>
              <p:custDataLst>
                <p:tags r:id="rId25"/>
              </p:custDataLst>
            </p:nvPr>
          </p:nvSpPr>
          <p:spPr bwMode="auto">
            <a:xfrm>
              <a:off x="4786313" y="2554288"/>
              <a:ext cx="106363" cy="185738"/>
            </a:xfrm>
            <a:custGeom>
              <a:avLst/>
              <a:gdLst>
                <a:gd name="T0" fmla="*/ 237 w 237"/>
                <a:gd name="T1" fmla="*/ 6 h 352"/>
                <a:gd name="T2" fmla="*/ 231 w 237"/>
                <a:gd name="T3" fmla="*/ 0 h 352"/>
                <a:gd name="T4" fmla="*/ 168 w 237"/>
                <a:gd name="T5" fmla="*/ 6 h 352"/>
                <a:gd name="T6" fmla="*/ 161 w 237"/>
                <a:gd name="T7" fmla="*/ 15 h 352"/>
                <a:gd name="T8" fmla="*/ 172 w 237"/>
                <a:gd name="T9" fmla="*/ 21 h 352"/>
                <a:gd name="T10" fmla="*/ 197 w 237"/>
                <a:gd name="T11" fmla="*/ 30 h 352"/>
                <a:gd name="T12" fmla="*/ 196 w 237"/>
                <a:gd name="T13" fmla="*/ 40 h 352"/>
                <a:gd name="T14" fmla="*/ 166 w 237"/>
                <a:gd name="T15" fmla="*/ 158 h 352"/>
                <a:gd name="T16" fmla="*/ 120 w 237"/>
                <a:gd name="T17" fmla="*/ 126 h 352"/>
                <a:gd name="T18" fmla="*/ 0 w 237"/>
                <a:gd name="T19" fmla="*/ 272 h 352"/>
                <a:gd name="T20" fmla="*/ 66 w 237"/>
                <a:gd name="T21" fmla="*/ 352 h 352"/>
                <a:gd name="T22" fmla="*/ 131 w 237"/>
                <a:gd name="T23" fmla="*/ 315 h 352"/>
                <a:gd name="T24" fmla="*/ 176 w 237"/>
                <a:gd name="T25" fmla="*/ 352 h 352"/>
                <a:gd name="T26" fmla="*/ 213 w 237"/>
                <a:gd name="T27" fmla="*/ 325 h 352"/>
                <a:gd name="T28" fmla="*/ 228 w 237"/>
                <a:gd name="T29" fmla="*/ 275 h 352"/>
                <a:gd name="T30" fmla="*/ 222 w 237"/>
                <a:gd name="T31" fmla="*/ 270 h 352"/>
                <a:gd name="T32" fmla="*/ 215 w 237"/>
                <a:gd name="T33" fmla="*/ 279 h 352"/>
                <a:gd name="T34" fmla="*/ 177 w 237"/>
                <a:gd name="T35" fmla="*/ 341 h 352"/>
                <a:gd name="T36" fmla="*/ 163 w 237"/>
                <a:gd name="T37" fmla="*/ 318 h 352"/>
                <a:gd name="T38" fmla="*/ 166 w 237"/>
                <a:gd name="T39" fmla="*/ 294 h 352"/>
                <a:gd name="T40" fmla="*/ 237 w 237"/>
                <a:gd name="T41" fmla="*/ 6 h 352"/>
                <a:gd name="T42" fmla="*/ 134 w 237"/>
                <a:gd name="T43" fmla="*/ 287 h 352"/>
                <a:gd name="T44" fmla="*/ 124 w 237"/>
                <a:gd name="T45" fmla="*/ 306 h 352"/>
                <a:gd name="T46" fmla="*/ 67 w 237"/>
                <a:gd name="T47" fmla="*/ 341 h 352"/>
                <a:gd name="T48" fmla="*/ 35 w 237"/>
                <a:gd name="T49" fmla="*/ 294 h 352"/>
                <a:gd name="T50" fmla="*/ 63 w 237"/>
                <a:gd name="T51" fmla="*/ 185 h 352"/>
                <a:gd name="T52" fmla="*/ 121 w 237"/>
                <a:gd name="T53" fmla="*/ 137 h 352"/>
                <a:gd name="T54" fmla="*/ 160 w 237"/>
                <a:gd name="T55" fmla="*/ 181 h 352"/>
                <a:gd name="T56" fmla="*/ 159 w 237"/>
                <a:gd name="T57" fmla="*/ 189 h 352"/>
                <a:gd name="T58" fmla="*/ 134 w 237"/>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352">
                  <a:moveTo>
                    <a:pt x="237" y="6"/>
                  </a:moveTo>
                  <a:cubicBezTo>
                    <a:pt x="237" y="5"/>
                    <a:pt x="237" y="0"/>
                    <a:pt x="231" y="0"/>
                  </a:cubicBezTo>
                  <a:cubicBezTo>
                    <a:pt x="223" y="0"/>
                    <a:pt x="176" y="5"/>
                    <a:pt x="168" y="6"/>
                  </a:cubicBezTo>
                  <a:cubicBezTo>
                    <a:pt x="164" y="6"/>
                    <a:pt x="161" y="9"/>
                    <a:pt x="161" y="15"/>
                  </a:cubicBezTo>
                  <a:cubicBezTo>
                    <a:pt x="161" y="21"/>
                    <a:pt x="165" y="21"/>
                    <a:pt x="172" y="21"/>
                  </a:cubicBezTo>
                  <a:cubicBezTo>
                    <a:pt x="196" y="21"/>
                    <a:pt x="197" y="25"/>
                    <a:pt x="197" y="30"/>
                  </a:cubicBezTo>
                  <a:lnTo>
                    <a:pt x="196" y="40"/>
                  </a:lnTo>
                  <a:lnTo>
                    <a:pt x="166" y="158"/>
                  </a:lnTo>
                  <a:cubicBezTo>
                    <a:pt x="157" y="139"/>
                    <a:pt x="143" y="126"/>
                    <a:pt x="120" y="126"/>
                  </a:cubicBezTo>
                  <a:cubicBezTo>
                    <a:pt x="62" y="126"/>
                    <a:pt x="0" y="199"/>
                    <a:pt x="0" y="272"/>
                  </a:cubicBezTo>
                  <a:cubicBezTo>
                    <a:pt x="0" y="319"/>
                    <a:pt x="27" y="352"/>
                    <a:pt x="66" y="352"/>
                  </a:cubicBezTo>
                  <a:cubicBezTo>
                    <a:pt x="76" y="352"/>
                    <a:pt x="101" y="350"/>
                    <a:pt x="131" y="315"/>
                  </a:cubicBezTo>
                  <a:cubicBezTo>
                    <a:pt x="135" y="336"/>
                    <a:pt x="153" y="352"/>
                    <a:pt x="176" y="352"/>
                  </a:cubicBezTo>
                  <a:cubicBezTo>
                    <a:pt x="194" y="352"/>
                    <a:pt x="205" y="341"/>
                    <a:pt x="213" y="325"/>
                  </a:cubicBezTo>
                  <a:cubicBezTo>
                    <a:pt x="222" y="307"/>
                    <a:pt x="228" y="276"/>
                    <a:pt x="228" y="275"/>
                  </a:cubicBezTo>
                  <a:cubicBezTo>
                    <a:pt x="228" y="270"/>
                    <a:pt x="224" y="270"/>
                    <a:pt x="222" y="270"/>
                  </a:cubicBezTo>
                  <a:cubicBezTo>
                    <a:pt x="217" y="270"/>
                    <a:pt x="217" y="272"/>
                    <a:pt x="215" y="279"/>
                  </a:cubicBezTo>
                  <a:cubicBezTo>
                    <a:pt x="207" y="312"/>
                    <a:pt x="198" y="341"/>
                    <a:pt x="177" y="341"/>
                  </a:cubicBezTo>
                  <a:cubicBezTo>
                    <a:pt x="164" y="341"/>
                    <a:pt x="163" y="328"/>
                    <a:pt x="163" y="318"/>
                  </a:cubicBezTo>
                  <a:cubicBezTo>
                    <a:pt x="163" y="306"/>
                    <a:pt x="164" y="303"/>
                    <a:pt x="166" y="294"/>
                  </a:cubicBezTo>
                  <a:lnTo>
                    <a:pt x="237" y="6"/>
                  </a:lnTo>
                  <a:close/>
                  <a:moveTo>
                    <a:pt x="134" y="287"/>
                  </a:moveTo>
                  <a:cubicBezTo>
                    <a:pt x="131" y="296"/>
                    <a:pt x="131" y="297"/>
                    <a:pt x="124" y="306"/>
                  </a:cubicBezTo>
                  <a:cubicBezTo>
                    <a:pt x="102" y="333"/>
                    <a:pt x="81" y="341"/>
                    <a:pt x="67" y="341"/>
                  </a:cubicBezTo>
                  <a:cubicBezTo>
                    <a:pt x="42" y="341"/>
                    <a:pt x="35" y="314"/>
                    <a:pt x="35" y="294"/>
                  </a:cubicBezTo>
                  <a:cubicBezTo>
                    <a:pt x="35" y="269"/>
                    <a:pt x="51" y="208"/>
                    <a:pt x="63" y="185"/>
                  </a:cubicBezTo>
                  <a:cubicBezTo>
                    <a:pt x="78" y="155"/>
                    <a:pt x="101" y="137"/>
                    <a:pt x="121" y="137"/>
                  </a:cubicBezTo>
                  <a:cubicBezTo>
                    <a:pt x="153" y="137"/>
                    <a:pt x="160" y="178"/>
                    <a:pt x="160" y="181"/>
                  </a:cubicBezTo>
                  <a:cubicBezTo>
                    <a:pt x="160" y="184"/>
                    <a:pt x="159" y="187"/>
                    <a:pt x="159" y="189"/>
                  </a:cubicBezTo>
                  <a:lnTo>
                    <a:pt x="134"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5" name="Freeform 68"/>
            <p:cNvSpPr>
              <a:spLocks/>
            </p:cNvSpPr>
            <p:nvPr>
              <p:custDataLst>
                <p:tags r:id="rId26"/>
              </p:custDataLst>
            </p:nvPr>
          </p:nvSpPr>
          <p:spPr bwMode="auto">
            <a:xfrm>
              <a:off x="4900613" y="2620963"/>
              <a:ext cx="92075" cy="119063"/>
            </a:xfrm>
            <a:custGeom>
              <a:avLst/>
              <a:gdLst>
                <a:gd name="T0" fmla="*/ 29 w 203"/>
                <a:gd name="T1" fmla="*/ 191 h 226"/>
                <a:gd name="T2" fmla="*/ 25 w 203"/>
                <a:gd name="T3" fmla="*/ 213 h 226"/>
                <a:gd name="T4" fmla="*/ 39 w 203"/>
                <a:gd name="T5" fmla="*/ 226 h 226"/>
                <a:gd name="T6" fmla="*/ 58 w 203"/>
                <a:gd name="T7" fmla="*/ 212 h 226"/>
                <a:gd name="T8" fmla="*/ 78 w 203"/>
                <a:gd name="T9" fmla="*/ 133 h 226"/>
                <a:gd name="T10" fmla="*/ 94 w 203"/>
                <a:gd name="T11" fmla="*/ 68 h 226"/>
                <a:gd name="T12" fmla="*/ 122 w 203"/>
                <a:gd name="T13" fmla="*/ 27 h 226"/>
                <a:gd name="T14" fmla="*/ 161 w 203"/>
                <a:gd name="T15" fmla="*/ 11 h 226"/>
                <a:gd name="T16" fmla="*/ 182 w 203"/>
                <a:gd name="T17" fmla="*/ 17 h 226"/>
                <a:gd name="T18" fmla="*/ 156 w 203"/>
                <a:gd name="T19" fmla="*/ 44 h 226"/>
                <a:gd name="T20" fmla="*/ 175 w 203"/>
                <a:gd name="T21" fmla="*/ 62 h 226"/>
                <a:gd name="T22" fmla="*/ 203 w 203"/>
                <a:gd name="T23" fmla="*/ 32 h 226"/>
                <a:gd name="T24" fmla="*/ 161 w 203"/>
                <a:gd name="T25" fmla="*/ 0 h 226"/>
                <a:gd name="T26" fmla="*/ 98 w 203"/>
                <a:gd name="T27" fmla="*/ 38 h 226"/>
                <a:gd name="T28" fmla="*/ 52 w 203"/>
                <a:gd name="T29" fmla="*/ 0 h 226"/>
                <a:gd name="T30" fmla="*/ 15 w 203"/>
                <a:gd name="T31" fmla="*/ 28 h 226"/>
                <a:gd name="T32" fmla="*/ 0 w 203"/>
                <a:gd name="T33" fmla="*/ 77 h 226"/>
                <a:gd name="T34" fmla="*/ 6 w 203"/>
                <a:gd name="T35" fmla="*/ 82 h 226"/>
                <a:gd name="T36" fmla="*/ 14 w 203"/>
                <a:gd name="T37" fmla="*/ 70 h 226"/>
                <a:gd name="T38" fmla="*/ 51 w 203"/>
                <a:gd name="T39" fmla="*/ 11 h 226"/>
                <a:gd name="T40" fmla="*/ 66 w 203"/>
                <a:gd name="T41" fmla="*/ 34 h 226"/>
                <a:gd name="T42" fmla="*/ 58 w 203"/>
                <a:gd name="T43" fmla="*/ 76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8" y="199"/>
                    <a:pt x="25" y="210"/>
                    <a:pt x="25" y="213"/>
                  </a:cubicBezTo>
                  <a:cubicBezTo>
                    <a:pt x="25" y="222"/>
                    <a:pt x="32" y="226"/>
                    <a:pt x="39" y="226"/>
                  </a:cubicBezTo>
                  <a:cubicBezTo>
                    <a:pt x="45" y="226"/>
                    <a:pt x="54" y="222"/>
                    <a:pt x="58" y="212"/>
                  </a:cubicBezTo>
                  <a:cubicBezTo>
                    <a:pt x="59" y="210"/>
                    <a:pt x="76" y="142"/>
                    <a:pt x="78" y="133"/>
                  </a:cubicBezTo>
                  <a:cubicBezTo>
                    <a:pt x="82" y="117"/>
                    <a:pt x="91" y="82"/>
                    <a:pt x="94" y="68"/>
                  </a:cubicBezTo>
                  <a:cubicBezTo>
                    <a:pt x="96" y="62"/>
                    <a:pt x="110" y="38"/>
                    <a:pt x="122" y="27"/>
                  </a:cubicBezTo>
                  <a:cubicBezTo>
                    <a:pt x="126" y="24"/>
                    <a:pt x="140" y="11"/>
                    <a:pt x="161" y="11"/>
                  </a:cubicBezTo>
                  <a:cubicBezTo>
                    <a:pt x="174" y="11"/>
                    <a:pt x="182" y="17"/>
                    <a:pt x="182" y="17"/>
                  </a:cubicBezTo>
                  <a:cubicBezTo>
                    <a:pt x="167" y="19"/>
                    <a:pt x="156" y="31"/>
                    <a:pt x="156" y="44"/>
                  </a:cubicBezTo>
                  <a:cubicBezTo>
                    <a:pt x="156" y="52"/>
                    <a:pt x="162" y="62"/>
                    <a:pt x="175" y="62"/>
                  </a:cubicBezTo>
                  <a:cubicBezTo>
                    <a:pt x="189" y="62"/>
                    <a:pt x="203" y="50"/>
                    <a:pt x="203" y="32"/>
                  </a:cubicBezTo>
                  <a:cubicBezTo>
                    <a:pt x="203" y="15"/>
                    <a:pt x="187" y="0"/>
                    <a:pt x="161" y="0"/>
                  </a:cubicBezTo>
                  <a:cubicBezTo>
                    <a:pt x="129" y="0"/>
                    <a:pt x="107" y="24"/>
                    <a:pt x="98" y="38"/>
                  </a:cubicBezTo>
                  <a:cubicBezTo>
                    <a:pt x="94" y="16"/>
                    <a:pt x="76" y="0"/>
                    <a:pt x="52" y="0"/>
                  </a:cubicBezTo>
                  <a:cubicBezTo>
                    <a:pt x="29" y="0"/>
                    <a:pt x="20" y="19"/>
                    <a:pt x="15" y="28"/>
                  </a:cubicBezTo>
                  <a:cubicBezTo>
                    <a:pt x="6" y="45"/>
                    <a:pt x="0" y="75"/>
                    <a:pt x="0" y="77"/>
                  </a:cubicBezTo>
                  <a:cubicBezTo>
                    <a:pt x="0" y="82"/>
                    <a:pt x="5" y="82"/>
                    <a:pt x="6" y="82"/>
                  </a:cubicBezTo>
                  <a:cubicBezTo>
                    <a:pt x="11" y="82"/>
                    <a:pt x="11" y="81"/>
                    <a:pt x="14" y="70"/>
                  </a:cubicBezTo>
                  <a:cubicBezTo>
                    <a:pt x="23" y="35"/>
                    <a:pt x="33" y="11"/>
                    <a:pt x="51" y="11"/>
                  </a:cubicBezTo>
                  <a:cubicBezTo>
                    <a:pt x="59" y="11"/>
                    <a:pt x="66" y="15"/>
                    <a:pt x="66" y="34"/>
                  </a:cubicBezTo>
                  <a:cubicBezTo>
                    <a:pt x="66" y="44"/>
                    <a:pt x="65" y="50"/>
                    <a:pt x="58" y="76"/>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6" name="Freeform 69"/>
            <p:cNvSpPr>
              <a:spLocks noEditPoints="1"/>
            </p:cNvSpPr>
            <p:nvPr>
              <p:custDataLst>
                <p:tags r:id="rId27"/>
              </p:custDataLst>
            </p:nvPr>
          </p:nvSpPr>
          <p:spPr bwMode="auto">
            <a:xfrm>
              <a:off x="5011738" y="2620963"/>
              <a:ext cx="103188" cy="119063"/>
            </a:xfrm>
            <a:custGeom>
              <a:avLst/>
              <a:gdLst>
                <a:gd name="T0" fmla="*/ 166 w 228"/>
                <a:gd name="T1" fmla="*/ 32 h 226"/>
                <a:gd name="T2" fmla="*/ 120 w 228"/>
                <a:gd name="T3" fmla="*/ 0 h 226"/>
                <a:gd name="T4" fmla="*/ 0 w 228"/>
                <a:gd name="T5" fmla="*/ 146 h 226"/>
                <a:gd name="T6" fmla="*/ 66 w 228"/>
                <a:gd name="T7" fmla="*/ 226 h 226"/>
                <a:gd name="T8" fmla="*/ 131 w 228"/>
                <a:gd name="T9" fmla="*/ 189 h 226"/>
                <a:gd name="T10" fmla="*/ 177 w 228"/>
                <a:gd name="T11" fmla="*/ 226 h 226"/>
                <a:gd name="T12" fmla="*/ 213 w 228"/>
                <a:gd name="T13" fmla="*/ 199 h 226"/>
                <a:gd name="T14" fmla="*/ 228 w 228"/>
                <a:gd name="T15" fmla="*/ 149 h 226"/>
                <a:gd name="T16" fmla="*/ 222 w 228"/>
                <a:gd name="T17" fmla="*/ 144 h 226"/>
                <a:gd name="T18" fmla="*/ 216 w 228"/>
                <a:gd name="T19" fmla="*/ 153 h 226"/>
                <a:gd name="T20" fmla="*/ 178 w 228"/>
                <a:gd name="T21" fmla="*/ 215 h 226"/>
                <a:gd name="T22" fmla="*/ 163 w 228"/>
                <a:gd name="T23" fmla="*/ 192 h 226"/>
                <a:gd name="T24" fmla="*/ 169 w 228"/>
                <a:gd name="T25" fmla="*/ 155 h 226"/>
                <a:gd name="T26" fmla="*/ 180 w 228"/>
                <a:gd name="T27" fmla="*/ 110 h 226"/>
                <a:gd name="T28" fmla="*/ 198 w 228"/>
                <a:gd name="T29" fmla="*/ 40 h 226"/>
                <a:gd name="T30" fmla="*/ 202 w 228"/>
                <a:gd name="T31" fmla="*/ 23 h 226"/>
                <a:gd name="T32" fmla="*/ 187 w 228"/>
                <a:gd name="T33" fmla="*/ 10 h 226"/>
                <a:gd name="T34" fmla="*/ 166 w 228"/>
                <a:gd name="T35" fmla="*/ 32 h 226"/>
                <a:gd name="T36" fmla="*/ 134 w 228"/>
                <a:gd name="T37" fmla="*/ 161 h 226"/>
                <a:gd name="T38" fmla="*/ 124 w 228"/>
                <a:gd name="T39" fmla="*/ 180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9 w 228"/>
                <a:gd name="T51" fmla="*/ 63 h 226"/>
                <a:gd name="T52" fmla="*/ 134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3" y="0"/>
                    <a:pt x="120" y="0"/>
                  </a:cubicBezTo>
                  <a:cubicBezTo>
                    <a:pt x="62" y="0"/>
                    <a:pt x="0" y="73"/>
                    <a:pt x="0" y="146"/>
                  </a:cubicBezTo>
                  <a:cubicBezTo>
                    <a:pt x="0" y="193"/>
                    <a:pt x="27" y="226"/>
                    <a:pt x="66" y="226"/>
                  </a:cubicBezTo>
                  <a:cubicBezTo>
                    <a:pt x="76" y="226"/>
                    <a:pt x="101" y="224"/>
                    <a:pt x="131" y="189"/>
                  </a:cubicBezTo>
                  <a:cubicBezTo>
                    <a:pt x="135" y="210"/>
                    <a:pt x="153" y="226"/>
                    <a:pt x="177" y="226"/>
                  </a:cubicBezTo>
                  <a:cubicBezTo>
                    <a:pt x="194" y="226"/>
                    <a:pt x="206" y="215"/>
                    <a:pt x="213" y="199"/>
                  </a:cubicBezTo>
                  <a:cubicBezTo>
                    <a:pt x="222" y="181"/>
                    <a:pt x="228" y="150"/>
                    <a:pt x="228" y="149"/>
                  </a:cubicBezTo>
                  <a:cubicBezTo>
                    <a:pt x="228" y="144"/>
                    <a:pt x="224" y="144"/>
                    <a:pt x="222" y="144"/>
                  </a:cubicBezTo>
                  <a:cubicBezTo>
                    <a:pt x="217" y="144"/>
                    <a:pt x="217" y="146"/>
                    <a:pt x="216" y="153"/>
                  </a:cubicBezTo>
                  <a:cubicBezTo>
                    <a:pt x="207" y="186"/>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80"/>
                  </a:cubicBezTo>
                  <a:cubicBezTo>
                    <a:pt x="102" y="207"/>
                    <a:pt x="81" y="215"/>
                    <a:pt x="67" y="215"/>
                  </a:cubicBezTo>
                  <a:cubicBezTo>
                    <a:pt x="42" y="215"/>
                    <a:pt x="35" y="188"/>
                    <a:pt x="35" y="168"/>
                  </a:cubicBezTo>
                  <a:cubicBezTo>
                    <a:pt x="35" y="143"/>
                    <a:pt x="51" y="82"/>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7" name="Freeform 70"/>
            <p:cNvSpPr>
              <a:spLocks/>
            </p:cNvSpPr>
            <p:nvPr>
              <p:custDataLst>
                <p:tags r:id="rId28"/>
              </p:custDataLst>
            </p:nvPr>
          </p:nvSpPr>
          <p:spPr bwMode="auto">
            <a:xfrm>
              <a:off x="5132388" y="2554288"/>
              <a:ext cx="47625" cy="185738"/>
            </a:xfrm>
            <a:custGeom>
              <a:avLst/>
              <a:gdLst>
                <a:gd name="T0" fmla="*/ 107 w 107"/>
                <a:gd name="T1" fmla="*/ 6 h 352"/>
                <a:gd name="T2" fmla="*/ 101 w 107"/>
                <a:gd name="T3" fmla="*/ 0 h 352"/>
                <a:gd name="T4" fmla="*/ 40 w 107"/>
                <a:gd name="T5" fmla="*/ 5 h 352"/>
                <a:gd name="T6" fmla="*/ 30 w 107"/>
                <a:gd name="T7" fmla="*/ 16 h 352"/>
                <a:gd name="T8" fmla="*/ 43 w 107"/>
                <a:gd name="T9" fmla="*/ 21 h 352"/>
                <a:gd name="T10" fmla="*/ 67 w 107"/>
                <a:gd name="T11" fmla="*/ 30 h 352"/>
                <a:gd name="T12" fmla="*/ 66 w 107"/>
                <a:gd name="T13" fmla="*/ 40 h 352"/>
                <a:gd name="T14" fmla="*/ 3 w 107"/>
                <a:gd name="T15" fmla="*/ 289 h 352"/>
                <a:gd name="T16" fmla="*/ 0 w 107"/>
                <a:gd name="T17" fmla="*/ 306 h 352"/>
                <a:gd name="T18" fmla="*/ 46 w 107"/>
                <a:gd name="T19" fmla="*/ 352 h 352"/>
                <a:gd name="T20" fmla="*/ 83 w 107"/>
                <a:gd name="T21" fmla="*/ 324 h 352"/>
                <a:gd name="T22" fmla="*/ 98 w 107"/>
                <a:gd name="T23" fmla="*/ 275 h 352"/>
                <a:gd name="T24" fmla="*/ 92 w 107"/>
                <a:gd name="T25" fmla="*/ 270 h 352"/>
                <a:gd name="T26" fmla="*/ 85 w 107"/>
                <a:gd name="T27" fmla="*/ 279 h 352"/>
                <a:gd name="T28" fmla="*/ 47 w 107"/>
                <a:gd name="T29" fmla="*/ 341 h 352"/>
                <a:gd name="T30" fmla="*/ 32 w 107"/>
                <a:gd name="T31" fmla="*/ 318 h 352"/>
                <a:gd name="T32" fmla="*/ 35 w 107"/>
                <a:gd name="T33" fmla="*/ 294 h 352"/>
                <a:gd name="T34" fmla="*/ 107 w 107"/>
                <a:gd name="T35" fmla="*/ 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352">
                  <a:moveTo>
                    <a:pt x="107" y="6"/>
                  </a:moveTo>
                  <a:cubicBezTo>
                    <a:pt x="107" y="5"/>
                    <a:pt x="107" y="0"/>
                    <a:pt x="101" y="0"/>
                  </a:cubicBezTo>
                  <a:cubicBezTo>
                    <a:pt x="89" y="0"/>
                    <a:pt x="53" y="4"/>
                    <a:pt x="40" y="5"/>
                  </a:cubicBezTo>
                  <a:cubicBezTo>
                    <a:pt x="36" y="6"/>
                    <a:pt x="30" y="6"/>
                    <a:pt x="30" y="16"/>
                  </a:cubicBezTo>
                  <a:cubicBezTo>
                    <a:pt x="30" y="21"/>
                    <a:pt x="35" y="21"/>
                    <a:pt x="43" y="21"/>
                  </a:cubicBezTo>
                  <a:cubicBezTo>
                    <a:pt x="67" y="21"/>
                    <a:pt x="67" y="26"/>
                    <a:pt x="67" y="30"/>
                  </a:cubicBezTo>
                  <a:lnTo>
                    <a:pt x="66" y="40"/>
                  </a:lnTo>
                  <a:lnTo>
                    <a:pt x="3" y="289"/>
                  </a:lnTo>
                  <a:cubicBezTo>
                    <a:pt x="1" y="295"/>
                    <a:pt x="0" y="298"/>
                    <a:pt x="0" y="306"/>
                  </a:cubicBezTo>
                  <a:cubicBezTo>
                    <a:pt x="0" y="335"/>
                    <a:pt x="22" y="352"/>
                    <a:pt x="46" y="352"/>
                  </a:cubicBezTo>
                  <a:cubicBezTo>
                    <a:pt x="62" y="352"/>
                    <a:pt x="75" y="342"/>
                    <a:pt x="83" y="324"/>
                  </a:cubicBezTo>
                  <a:cubicBezTo>
                    <a:pt x="92" y="305"/>
                    <a:pt x="98" y="276"/>
                    <a:pt x="98" y="275"/>
                  </a:cubicBezTo>
                  <a:cubicBezTo>
                    <a:pt x="98" y="270"/>
                    <a:pt x="94" y="270"/>
                    <a:pt x="92" y="270"/>
                  </a:cubicBezTo>
                  <a:cubicBezTo>
                    <a:pt x="87" y="270"/>
                    <a:pt x="87" y="272"/>
                    <a:pt x="85" y="279"/>
                  </a:cubicBezTo>
                  <a:cubicBezTo>
                    <a:pt x="77" y="312"/>
                    <a:pt x="67" y="341"/>
                    <a:pt x="47" y="341"/>
                  </a:cubicBezTo>
                  <a:cubicBezTo>
                    <a:pt x="32" y="341"/>
                    <a:pt x="32" y="325"/>
                    <a:pt x="32" y="318"/>
                  </a:cubicBezTo>
                  <a:cubicBezTo>
                    <a:pt x="32" y="306"/>
                    <a:pt x="33" y="304"/>
                    <a:pt x="35" y="294"/>
                  </a:cubicBezTo>
                  <a:lnTo>
                    <a:pt x="107" y="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8" name="Freeform 71"/>
            <p:cNvSpPr>
              <a:spLocks noEditPoints="1"/>
            </p:cNvSpPr>
            <p:nvPr>
              <p:custDataLst>
                <p:tags r:id="rId29"/>
              </p:custDataLst>
            </p:nvPr>
          </p:nvSpPr>
          <p:spPr bwMode="auto">
            <a:xfrm>
              <a:off x="5205413" y="2620963"/>
              <a:ext cx="85725" cy="119063"/>
            </a:xfrm>
            <a:custGeom>
              <a:avLst/>
              <a:gdLst>
                <a:gd name="T0" fmla="*/ 70 w 192"/>
                <a:gd name="T1" fmla="*/ 105 h 226"/>
                <a:gd name="T2" fmla="*/ 147 w 192"/>
                <a:gd name="T3" fmla="*/ 94 h 226"/>
                <a:gd name="T4" fmla="*/ 184 w 192"/>
                <a:gd name="T5" fmla="*/ 42 h 226"/>
                <a:gd name="T6" fmla="*/ 131 w 192"/>
                <a:gd name="T7" fmla="*/ 0 h 226"/>
                <a:gd name="T8" fmla="*/ 0 w 192"/>
                <a:gd name="T9" fmla="*/ 136 h 226"/>
                <a:gd name="T10" fmla="*/ 78 w 192"/>
                <a:gd name="T11" fmla="*/ 226 h 226"/>
                <a:gd name="T12" fmla="*/ 192 w 192"/>
                <a:gd name="T13" fmla="*/ 167 h 226"/>
                <a:gd name="T14" fmla="*/ 186 w 192"/>
                <a:gd name="T15" fmla="*/ 161 h 226"/>
                <a:gd name="T16" fmla="*/ 179 w 192"/>
                <a:gd name="T17" fmla="*/ 166 h 226"/>
                <a:gd name="T18" fmla="*/ 79 w 192"/>
                <a:gd name="T19" fmla="*/ 215 h 226"/>
                <a:gd name="T20" fmla="*/ 36 w 192"/>
                <a:gd name="T21" fmla="*/ 157 h 226"/>
                <a:gd name="T22" fmla="*/ 44 w 192"/>
                <a:gd name="T23" fmla="*/ 105 h 226"/>
                <a:gd name="T24" fmla="*/ 70 w 192"/>
                <a:gd name="T25" fmla="*/ 105 h 226"/>
                <a:gd name="T26" fmla="*/ 47 w 192"/>
                <a:gd name="T27" fmla="*/ 94 h 226"/>
                <a:gd name="T28" fmla="*/ 131 w 192"/>
                <a:gd name="T29" fmla="*/ 11 h 226"/>
                <a:gd name="T30" fmla="*/ 168 w 192"/>
                <a:gd name="T31" fmla="*/ 42 h 226"/>
                <a:gd name="T32" fmla="*/ 67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0" y="105"/>
                  </a:moveTo>
                  <a:cubicBezTo>
                    <a:pt x="85" y="105"/>
                    <a:pt x="122" y="104"/>
                    <a:pt x="147" y="94"/>
                  </a:cubicBezTo>
                  <a:cubicBezTo>
                    <a:pt x="182" y="79"/>
                    <a:pt x="184" y="49"/>
                    <a:pt x="184" y="42"/>
                  </a:cubicBezTo>
                  <a:cubicBezTo>
                    <a:pt x="184" y="20"/>
                    <a:pt x="165" y="0"/>
                    <a:pt x="131" y="0"/>
                  </a:cubicBezTo>
                  <a:cubicBezTo>
                    <a:pt x="75" y="0"/>
                    <a:pt x="0" y="48"/>
                    <a:pt x="0" y="136"/>
                  </a:cubicBezTo>
                  <a:cubicBezTo>
                    <a:pt x="0" y="187"/>
                    <a:pt x="29" y="226"/>
                    <a:pt x="78" y="226"/>
                  </a:cubicBezTo>
                  <a:cubicBezTo>
                    <a:pt x="150" y="226"/>
                    <a:pt x="192" y="173"/>
                    <a:pt x="192" y="167"/>
                  </a:cubicBezTo>
                  <a:cubicBezTo>
                    <a:pt x="192" y="164"/>
                    <a:pt x="189" y="161"/>
                    <a:pt x="186" y="161"/>
                  </a:cubicBezTo>
                  <a:cubicBezTo>
                    <a:pt x="183" y="161"/>
                    <a:pt x="182" y="162"/>
                    <a:pt x="179" y="166"/>
                  </a:cubicBezTo>
                  <a:cubicBezTo>
                    <a:pt x="140" y="215"/>
                    <a:pt x="85" y="215"/>
                    <a:pt x="79" y="215"/>
                  </a:cubicBezTo>
                  <a:cubicBezTo>
                    <a:pt x="40" y="215"/>
                    <a:pt x="36" y="173"/>
                    <a:pt x="36" y="157"/>
                  </a:cubicBezTo>
                  <a:cubicBezTo>
                    <a:pt x="36" y="151"/>
                    <a:pt x="36" y="136"/>
                    <a:pt x="44" y="105"/>
                  </a:cubicBezTo>
                  <a:lnTo>
                    <a:pt x="70" y="105"/>
                  </a:lnTo>
                  <a:close/>
                  <a:moveTo>
                    <a:pt x="47" y="94"/>
                  </a:moveTo>
                  <a:cubicBezTo>
                    <a:pt x="66" y="18"/>
                    <a:pt x="118" y="11"/>
                    <a:pt x="131" y="11"/>
                  </a:cubicBezTo>
                  <a:cubicBezTo>
                    <a:pt x="154" y="11"/>
                    <a:pt x="168" y="25"/>
                    <a:pt x="168" y="42"/>
                  </a:cubicBezTo>
                  <a:cubicBezTo>
                    <a:pt x="168" y="94"/>
                    <a:pt x="88"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69" name="Freeform 72"/>
            <p:cNvSpPr>
              <a:spLocks/>
            </p:cNvSpPr>
            <p:nvPr>
              <p:custDataLst>
                <p:tags r:id="rId30"/>
              </p:custDataLst>
            </p:nvPr>
          </p:nvSpPr>
          <p:spPr bwMode="auto">
            <a:xfrm>
              <a:off x="5308601" y="2620963"/>
              <a:ext cx="88900" cy="119063"/>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3 w 194"/>
                <a:gd name="T11" fmla="*/ 0 h 226"/>
                <a:gd name="T12" fmla="*/ 0 w 194"/>
                <a:gd name="T13" fmla="*/ 142 h 226"/>
                <a:gd name="T14" fmla="*/ 80 w 194"/>
                <a:gd name="T15" fmla="*/ 226 h 226"/>
                <a:gd name="T16" fmla="*/ 194 w 194"/>
                <a:gd name="T17" fmla="*/ 167 h 226"/>
                <a:gd name="T18" fmla="*/ 188 w 194"/>
                <a:gd name="T19" fmla="*/ 161 h 226"/>
                <a:gd name="T20" fmla="*/ 181 w 194"/>
                <a:gd name="T21" fmla="*/ 166 h 226"/>
                <a:gd name="T22" fmla="*/ 81 w 194"/>
                <a:gd name="T23" fmla="*/ 215 h 226"/>
                <a:gd name="T24" fmla="*/ 36 w 194"/>
                <a:gd name="T25" fmla="*/ 161 h 226"/>
                <a:gd name="T26" fmla="*/ 63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3" y="0"/>
                  </a:cubicBezTo>
                  <a:cubicBezTo>
                    <a:pt x="66" y="0"/>
                    <a:pt x="0" y="71"/>
                    <a:pt x="0" y="142"/>
                  </a:cubicBezTo>
                  <a:cubicBezTo>
                    <a:pt x="0" y="187"/>
                    <a:pt x="29" y="226"/>
                    <a:pt x="80" y="226"/>
                  </a:cubicBezTo>
                  <a:cubicBezTo>
                    <a:pt x="152" y="226"/>
                    <a:pt x="194" y="173"/>
                    <a:pt x="194" y="167"/>
                  </a:cubicBezTo>
                  <a:cubicBezTo>
                    <a:pt x="194" y="164"/>
                    <a:pt x="191" y="161"/>
                    <a:pt x="188" y="161"/>
                  </a:cubicBezTo>
                  <a:cubicBezTo>
                    <a:pt x="185" y="161"/>
                    <a:pt x="184" y="162"/>
                    <a:pt x="181" y="166"/>
                  </a:cubicBezTo>
                  <a:cubicBezTo>
                    <a:pt x="142" y="215"/>
                    <a:pt x="87" y="215"/>
                    <a:pt x="81" y="215"/>
                  </a:cubicBezTo>
                  <a:cubicBezTo>
                    <a:pt x="50" y="215"/>
                    <a:pt x="36" y="191"/>
                    <a:pt x="36" y="161"/>
                  </a:cubicBezTo>
                  <a:cubicBezTo>
                    <a:pt x="36" y="140"/>
                    <a:pt x="46" y="92"/>
                    <a:pt x="63" y="61"/>
                  </a:cubicBezTo>
                  <a:cubicBezTo>
                    <a:pt x="79" y="32"/>
                    <a:pt x="106"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70" name="Freeform 73"/>
            <p:cNvSpPr>
              <a:spLocks/>
            </p:cNvSpPr>
            <p:nvPr>
              <p:custDataLst>
                <p:tags r:id="rId31"/>
              </p:custDataLst>
            </p:nvPr>
          </p:nvSpPr>
          <p:spPr bwMode="auto">
            <a:xfrm>
              <a:off x="5410201" y="2540000"/>
              <a:ext cx="52388" cy="263525"/>
            </a:xfrm>
            <a:custGeom>
              <a:avLst/>
              <a:gdLst>
                <a:gd name="T0" fmla="*/ 116 w 116"/>
                <a:gd name="T1" fmla="*/ 250 h 500"/>
                <a:gd name="T2" fmla="*/ 83 w 116"/>
                <a:gd name="T3" fmla="*/ 94 h 500"/>
                <a:gd name="T4" fmla="*/ 5 w 116"/>
                <a:gd name="T5" fmla="*/ 0 h 500"/>
                <a:gd name="T6" fmla="*/ 0 w 116"/>
                <a:gd name="T7" fmla="*/ 5 h 500"/>
                <a:gd name="T8" fmla="*/ 9 w 116"/>
                <a:gd name="T9" fmla="*/ 17 h 500"/>
                <a:gd name="T10" fmla="*/ 87 w 116"/>
                <a:gd name="T11" fmla="*/ 250 h 500"/>
                <a:gd name="T12" fmla="*/ 6 w 116"/>
                <a:gd name="T13" fmla="*/ 486 h 500"/>
                <a:gd name="T14" fmla="*/ 0 w 116"/>
                <a:gd name="T15" fmla="*/ 495 h 500"/>
                <a:gd name="T16" fmla="*/ 5 w 116"/>
                <a:gd name="T17" fmla="*/ 500 h 500"/>
                <a:gd name="T18" fmla="*/ 84 w 116"/>
                <a:gd name="T19" fmla="*/ 402 h 500"/>
                <a:gd name="T20" fmla="*/ 116 w 116"/>
                <a:gd name="T21" fmla="*/ 25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500">
                  <a:moveTo>
                    <a:pt x="116" y="250"/>
                  </a:moveTo>
                  <a:cubicBezTo>
                    <a:pt x="116" y="211"/>
                    <a:pt x="110" y="150"/>
                    <a:pt x="83" y="94"/>
                  </a:cubicBezTo>
                  <a:cubicBezTo>
                    <a:pt x="53" y="33"/>
                    <a:pt x="10" y="0"/>
                    <a:pt x="5" y="0"/>
                  </a:cubicBezTo>
                  <a:cubicBezTo>
                    <a:pt x="2" y="0"/>
                    <a:pt x="0" y="2"/>
                    <a:pt x="0" y="5"/>
                  </a:cubicBezTo>
                  <a:cubicBezTo>
                    <a:pt x="0" y="7"/>
                    <a:pt x="0" y="8"/>
                    <a:pt x="9" y="17"/>
                  </a:cubicBezTo>
                  <a:cubicBezTo>
                    <a:pt x="58" y="66"/>
                    <a:pt x="87" y="145"/>
                    <a:pt x="87" y="250"/>
                  </a:cubicBezTo>
                  <a:cubicBezTo>
                    <a:pt x="87" y="335"/>
                    <a:pt x="68" y="423"/>
                    <a:pt x="6" y="486"/>
                  </a:cubicBezTo>
                  <a:cubicBezTo>
                    <a:pt x="0" y="492"/>
                    <a:pt x="0" y="493"/>
                    <a:pt x="0" y="495"/>
                  </a:cubicBezTo>
                  <a:cubicBezTo>
                    <a:pt x="0" y="498"/>
                    <a:pt x="2" y="500"/>
                    <a:pt x="5" y="500"/>
                  </a:cubicBezTo>
                  <a:cubicBezTo>
                    <a:pt x="10" y="500"/>
                    <a:pt x="55" y="466"/>
                    <a:pt x="84" y="402"/>
                  </a:cubicBezTo>
                  <a:cubicBezTo>
                    <a:pt x="110" y="347"/>
                    <a:pt x="116" y="292"/>
                    <a:pt x="116" y="25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71" name="Freeform 74"/>
            <p:cNvSpPr>
              <a:spLocks/>
            </p:cNvSpPr>
            <p:nvPr>
              <p:custDataLst>
                <p:tags r:id="rId32"/>
              </p:custDataLst>
            </p:nvPr>
          </p:nvSpPr>
          <p:spPr bwMode="auto">
            <a:xfrm>
              <a:off x="5499101" y="2540000"/>
              <a:ext cx="50800" cy="263525"/>
            </a:xfrm>
            <a:custGeom>
              <a:avLst/>
              <a:gdLst>
                <a:gd name="T0" fmla="*/ 115 w 115"/>
                <a:gd name="T1" fmla="*/ 250 h 500"/>
                <a:gd name="T2" fmla="*/ 82 w 115"/>
                <a:gd name="T3" fmla="*/ 94 h 500"/>
                <a:gd name="T4" fmla="*/ 5 w 115"/>
                <a:gd name="T5" fmla="*/ 0 h 500"/>
                <a:gd name="T6" fmla="*/ 0 w 115"/>
                <a:gd name="T7" fmla="*/ 5 h 500"/>
                <a:gd name="T8" fmla="*/ 9 w 115"/>
                <a:gd name="T9" fmla="*/ 17 h 500"/>
                <a:gd name="T10" fmla="*/ 86 w 115"/>
                <a:gd name="T11" fmla="*/ 250 h 500"/>
                <a:gd name="T12" fmla="*/ 6 w 115"/>
                <a:gd name="T13" fmla="*/ 486 h 500"/>
                <a:gd name="T14" fmla="*/ 0 w 115"/>
                <a:gd name="T15" fmla="*/ 495 h 500"/>
                <a:gd name="T16" fmla="*/ 5 w 115"/>
                <a:gd name="T17" fmla="*/ 500 h 500"/>
                <a:gd name="T18" fmla="*/ 84 w 115"/>
                <a:gd name="T19" fmla="*/ 402 h 500"/>
                <a:gd name="T20" fmla="*/ 115 w 115"/>
                <a:gd name="T21" fmla="*/ 25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500">
                  <a:moveTo>
                    <a:pt x="115" y="250"/>
                  </a:moveTo>
                  <a:cubicBezTo>
                    <a:pt x="115" y="211"/>
                    <a:pt x="110" y="150"/>
                    <a:pt x="82" y="94"/>
                  </a:cubicBezTo>
                  <a:cubicBezTo>
                    <a:pt x="52" y="33"/>
                    <a:pt x="10" y="0"/>
                    <a:pt x="5" y="0"/>
                  </a:cubicBezTo>
                  <a:cubicBezTo>
                    <a:pt x="2" y="0"/>
                    <a:pt x="0" y="2"/>
                    <a:pt x="0" y="5"/>
                  </a:cubicBezTo>
                  <a:cubicBezTo>
                    <a:pt x="0" y="7"/>
                    <a:pt x="0" y="8"/>
                    <a:pt x="9" y="17"/>
                  </a:cubicBezTo>
                  <a:cubicBezTo>
                    <a:pt x="58" y="66"/>
                    <a:pt x="86" y="145"/>
                    <a:pt x="86" y="250"/>
                  </a:cubicBezTo>
                  <a:cubicBezTo>
                    <a:pt x="86" y="335"/>
                    <a:pt x="68" y="423"/>
                    <a:pt x="6" y="486"/>
                  </a:cubicBezTo>
                  <a:cubicBezTo>
                    <a:pt x="0" y="492"/>
                    <a:pt x="0" y="493"/>
                    <a:pt x="0" y="495"/>
                  </a:cubicBezTo>
                  <a:cubicBezTo>
                    <a:pt x="0" y="498"/>
                    <a:pt x="2" y="500"/>
                    <a:pt x="5" y="500"/>
                  </a:cubicBezTo>
                  <a:cubicBezTo>
                    <a:pt x="10" y="500"/>
                    <a:pt x="54" y="466"/>
                    <a:pt x="84" y="402"/>
                  </a:cubicBezTo>
                  <a:cubicBezTo>
                    <a:pt x="109" y="347"/>
                    <a:pt x="115" y="292"/>
                    <a:pt x="115" y="25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6358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9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59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p:bldP spid="125958" grpId="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26978" name="AutoShape 2"/>
          <p:cNvSpPr>
            <a:spLocks noGrp="1" noChangeArrowheads="1"/>
          </p:cNvSpPr>
          <p:nvPr>
            <p:ph type="title"/>
          </p:nvPr>
        </p:nvSpPr>
        <p:spPr/>
        <p:txBody>
          <a:bodyPr/>
          <a:lstStyle/>
          <a:p>
            <a:r>
              <a:rPr lang="sl-SI"/>
              <a:t>SQL</a:t>
            </a:r>
            <a:r>
              <a:rPr lang="en-US"/>
              <a:t> (gnezdene poizvedbe)</a:t>
            </a:r>
          </a:p>
        </p:txBody>
      </p:sp>
      <p:sp>
        <p:nvSpPr>
          <p:cNvPr id="126979" name="Rectangle 3"/>
          <p:cNvSpPr>
            <a:spLocks noGrp="1" noChangeArrowheads="1"/>
          </p:cNvSpPr>
          <p:nvPr>
            <p:ph sz="quarter" idx="2"/>
          </p:nvPr>
        </p:nvSpPr>
        <p:spPr>
          <a:xfrm>
            <a:off x="762000" y="4343400"/>
            <a:ext cx="55626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sl-SI" sz="1600">
                <a:latin typeface="Courier New" pitchFamily="49" charset="0"/>
              </a:rPr>
              <a:t>jid </a:t>
            </a:r>
            <a:r>
              <a:rPr lang="sl-SI" sz="1600" b="1">
                <a:latin typeface="Courier New" pitchFamily="49" charset="0"/>
              </a:rPr>
              <a:t>IN </a:t>
            </a: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jid </a:t>
            </a:r>
            <a:endParaRPr lang="en-US" sz="1600">
              <a:latin typeface="Courier New" pitchFamily="49" charset="0"/>
            </a:endParaRPr>
          </a:p>
          <a:p>
            <a:pPr>
              <a:buFont typeface="Wingdings" pitchFamily="2" charset="2"/>
              <a:buNone/>
            </a:pPr>
            <a:r>
              <a:rPr lang="en-US" sz="1600">
                <a:latin typeface="Courier New" pitchFamily="49" charset="0"/>
              </a:rPr>
              <a:t>	 </a:t>
            </a:r>
            <a:r>
              <a:rPr lang="sl-SI" sz="1600" b="1">
                <a:latin typeface="Courier New" pitchFamily="49" charset="0"/>
              </a:rPr>
              <a:t>FROM</a:t>
            </a:r>
            <a:r>
              <a:rPr lang="sl-SI" sz="1600">
                <a:latin typeface="Courier New" pitchFamily="49" charset="0"/>
              </a:rPr>
              <a:t> rezervacija</a:t>
            </a:r>
            <a:r>
              <a:rPr lang="en-US" sz="1600">
                <a:latin typeface="Courier New" pitchFamily="49" charset="0"/>
              </a:rPr>
              <a:t> -- </a:t>
            </a:r>
            <a:r>
              <a:rPr lang="en-US" sz="1600" err="1">
                <a:latin typeface="Courier New" pitchFamily="49" charset="0"/>
              </a:rPr>
              <a:t>Mnozica</a:t>
            </a:r>
            <a:r>
              <a:rPr lang="en-US" sz="1600">
                <a:latin typeface="Courier New" pitchFamily="49" charset="0"/>
              </a:rPr>
              <a:t> </a:t>
            </a:r>
            <a:r>
              <a:rPr lang="en-US" sz="1600" err="1">
                <a:latin typeface="Courier New" pitchFamily="49" charset="0"/>
              </a:rPr>
              <a:t>rezervacij</a:t>
            </a:r>
            <a:endParaRPr lang="sl-SI" sz="1600">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	 </a:t>
            </a:r>
            <a:r>
              <a:rPr lang="sl-SI" sz="1600" b="1">
                <a:latin typeface="Courier New" pitchFamily="49" charset="0"/>
              </a:rPr>
              <a:t>WHERE</a:t>
            </a:r>
            <a:r>
              <a:rPr lang="sl-SI" sz="1600">
                <a:latin typeface="Courier New" pitchFamily="49" charset="0"/>
              </a:rPr>
              <a:t> cid</a:t>
            </a:r>
            <a:r>
              <a:rPr lang="en-US" sz="1600">
                <a:latin typeface="Courier New" pitchFamily="49" charset="0"/>
              </a:rPr>
              <a:t>=103</a:t>
            </a:r>
            <a:r>
              <a:rPr lang="sl-SI" sz="1600">
                <a:latin typeface="Courier New" pitchFamily="49" charset="0"/>
              </a:rPr>
              <a:t>)</a:t>
            </a:r>
            <a:r>
              <a:rPr lang="en-US" sz="1600">
                <a:latin typeface="Courier New" pitchFamily="49" charset="0"/>
              </a:rPr>
              <a:t>;  -- </a:t>
            </a:r>
            <a:r>
              <a:rPr lang="en-US" sz="1600" err="1">
                <a:latin typeface="Courier New" pitchFamily="49" charset="0"/>
              </a:rPr>
              <a:t>colna</a:t>
            </a:r>
            <a:r>
              <a:rPr lang="en-US" sz="1600">
                <a:latin typeface="Courier New" pitchFamily="49" charset="0"/>
              </a:rPr>
              <a:t> 103</a:t>
            </a:r>
          </a:p>
        </p:txBody>
      </p:sp>
      <p:sp>
        <p:nvSpPr>
          <p:cNvPr id="126980" name="Rectangle 4"/>
          <p:cNvSpPr>
            <a:spLocks noGrp="1" noChangeArrowheads="1"/>
          </p:cNvSpPr>
          <p:nvPr>
            <p:ph type="body" sz="half" idx="3"/>
          </p:nvPr>
        </p:nvSpPr>
        <p:spPr>
          <a:xfrm>
            <a:off x="762000" y="2362200"/>
            <a:ext cx="2743200" cy="1785938"/>
          </a:xfrm>
        </p:spPr>
        <p:txBody>
          <a:bodyPr/>
          <a:lstStyle/>
          <a:p>
            <a:r>
              <a:rPr lang="sl-SI" sz="2400"/>
              <a:t>Poišči imena jadralcev, ki so rezervirali čoln s šifro 103.</a:t>
            </a:r>
            <a:endParaRPr lang="en-US" sz="2400"/>
          </a:p>
        </p:txBody>
      </p:sp>
      <p:sp>
        <p:nvSpPr>
          <p:cNvPr id="126982" name="Text Box 6"/>
          <p:cNvSpPr txBox="1">
            <a:spLocks noChangeArrowheads="1"/>
          </p:cNvSpPr>
          <p:nvPr/>
        </p:nvSpPr>
        <p:spPr bwMode="auto">
          <a:xfrm>
            <a:off x="6553200" y="41910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sp>
        <p:nvSpPr>
          <p:cNvPr id="126983" name="Text Box 7"/>
          <p:cNvSpPr txBox="1">
            <a:spLocks noChangeArrowheads="1"/>
          </p:cNvSpPr>
          <p:nvPr/>
        </p:nvSpPr>
        <p:spPr bwMode="auto">
          <a:xfrm>
            <a:off x="3145536" y="288925"/>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graphicFrame>
        <p:nvGraphicFramePr>
          <p:cNvPr id="892929" name="Object 1"/>
          <p:cNvGraphicFramePr>
            <a:graphicFrameLocks noChangeAspect="1"/>
          </p:cNvGraphicFramePr>
          <p:nvPr/>
        </p:nvGraphicFramePr>
        <p:xfrm>
          <a:off x="3429000" y="2378075"/>
          <a:ext cx="5616575" cy="731838"/>
        </p:xfrm>
        <a:graphic>
          <a:graphicData uri="http://schemas.openxmlformats.org/presentationml/2006/ole">
            <mc:AlternateContent xmlns:mc="http://schemas.openxmlformats.org/markup-compatibility/2006">
              <mc:Choice xmlns:v="urn:schemas-microsoft-com:vml" Requires="v">
                <p:oleObj name="Equation" r:id="rId2" imgW="2324100" imgH="304800" progId="">
                  <p:embed/>
                </p:oleObj>
              </mc:Choice>
              <mc:Fallback>
                <p:oleObj name="Equation" r:id="rId2" imgW="2324100" imgH="304800" progId="">
                  <p:embed/>
                  <p:pic>
                    <p:nvPicPr>
                      <p:cNvPr id="892929"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378075"/>
                        <a:ext cx="5616575"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6626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9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29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p:bldP spid="126982" grpId="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28002" name="AutoShape 2"/>
          <p:cNvSpPr>
            <a:spLocks noGrp="1" noChangeArrowheads="1"/>
          </p:cNvSpPr>
          <p:nvPr>
            <p:ph type="title"/>
          </p:nvPr>
        </p:nvSpPr>
        <p:spPr/>
        <p:txBody>
          <a:bodyPr/>
          <a:lstStyle/>
          <a:p>
            <a:r>
              <a:rPr lang="sl-SI" sz="2800"/>
              <a:t>SQL</a:t>
            </a:r>
            <a:r>
              <a:rPr lang="en-US" sz="2800"/>
              <a:t> (</a:t>
            </a:r>
            <a:r>
              <a:rPr lang="en-US" sz="2800" err="1"/>
              <a:t>gnezdene</a:t>
            </a:r>
            <a:r>
              <a:rPr lang="en-US" sz="2800"/>
              <a:t> </a:t>
            </a:r>
            <a:r>
              <a:rPr lang="en-US" sz="2800" err="1"/>
              <a:t>poizvedbe</a:t>
            </a:r>
            <a:r>
              <a:rPr lang="sl-SI" sz="2800"/>
              <a:t>, kvantifikacija)</a:t>
            </a:r>
            <a:endParaRPr lang="en-US" sz="2800"/>
          </a:p>
        </p:txBody>
      </p:sp>
      <p:sp>
        <p:nvSpPr>
          <p:cNvPr id="128003" name="Rectangle 3"/>
          <p:cNvSpPr>
            <a:spLocks noGrp="1" noChangeArrowheads="1"/>
          </p:cNvSpPr>
          <p:nvPr>
            <p:ph sz="quarter" idx="2"/>
          </p:nvPr>
        </p:nvSpPr>
        <p:spPr>
          <a:xfrm>
            <a:off x="762000" y="3962400"/>
            <a:ext cx="57150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sl-SI" sz="1600">
                <a:latin typeface="Courier New" pitchFamily="49" charset="0"/>
              </a:rPr>
              <a:t>jid </a:t>
            </a:r>
            <a:r>
              <a:rPr lang="sl-SI" sz="1600" b="1">
                <a:latin typeface="Courier New" pitchFamily="49" charset="0"/>
              </a:rPr>
              <a:t>IN</a:t>
            </a:r>
            <a:r>
              <a:rPr lang="sl-SI" sz="1600">
                <a:latin typeface="Courier New" pitchFamily="49" charset="0"/>
              </a:rPr>
              <a:t> </a:t>
            </a:r>
            <a:r>
              <a:rPr lang="en-US" sz="1600">
                <a:latin typeface="Courier New" pitchFamily="49" charset="0"/>
              </a:rPr>
              <a:t>      -- </a:t>
            </a:r>
            <a:r>
              <a:rPr lang="en-US" sz="1600" err="1">
                <a:latin typeface="Courier New" pitchFamily="49" charset="0"/>
              </a:rPr>
              <a:t>Mnozica</a:t>
            </a:r>
            <a:r>
              <a:rPr lang="en-US" sz="1600">
                <a:latin typeface="Courier New" pitchFamily="49" charset="0"/>
              </a:rPr>
              <a:t> </a:t>
            </a:r>
            <a:r>
              <a:rPr lang="en-US" sz="1600" err="1">
                <a:latin typeface="Courier New" pitchFamily="49" charset="0"/>
              </a:rPr>
              <a:t>rezervacij</a:t>
            </a:r>
            <a:r>
              <a:rPr lang="en-US" sz="1600">
                <a:latin typeface="Courier New" pitchFamily="49" charset="0"/>
              </a:rPr>
              <a:t> </a:t>
            </a:r>
            <a:endParaRPr lang="sl-SI" sz="1600">
              <a:latin typeface="Courier New" pitchFamily="49" charset="0"/>
            </a:endParaRP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jid </a:t>
            </a:r>
            <a:r>
              <a:rPr lang="en-US" sz="1600">
                <a:latin typeface="Courier New" pitchFamily="49" charset="0"/>
              </a:rPr>
              <a:t>    -- </a:t>
            </a:r>
            <a:r>
              <a:rPr lang="en-US" sz="1600" err="1">
                <a:latin typeface="Courier New" pitchFamily="49" charset="0"/>
              </a:rPr>
              <a:t>rdecih</a:t>
            </a:r>
            <a:r>
              <a:rPr lang="en-US" sz="1600">
                <a:latin typeface="Courier New" pitchFamily="49" charset="0"/>
              </a:rPr>
              <a:t> </a:t>
            </a:r>
            <a:r>
              <a:rPr lang="en-US" sz="1600" err="1">
                <a:latin typeface="Courier New" pitchFamily="49" charset="0"/>
              </a:rPr>
              <a:t>colnov</a:t>
            </a:r>
            <a:endParaRPr lang="sl-SI" sz="1600">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	 </a:t>
            </a:r>
            <a:r>
              <a:rPr lang="sl-SI" sz="1600" b="1">
                <a:latin typeface="Courier New" pitchFamily="49" charset="0"/>
              </a:rPr>
              <a:t>FROM</a:t>
            </a:r>
            <a:r>
              <a:rPr lang="sl-SI" sz="1600">
                <a:latin typeface="Courier New" pitchFamily="49" charset="0"/>
              </a:rPr>
              <a:t> rezervacija</a:t>
            </a:r>
          </a:p>
          <a:p>
            <a:pPr>
              <a:buFont typeface="Wingdings" pitchFamily="2" charset="2"/>
              <a:buNone/>
            </a:pPr>
            <a:r>
              <a:rPr lang="sl-SI" sz="1600">
                <a:latin typeface="Courier New" pitchFamily="49" charset="0"/>
              </a:rPr>
              <a:t> </a:t>
            </a:r>
            <a:r>
              <a:rPr lang="en-US" sz="1600">
                <a:latin typeface="Courier New" pitchFamily="49" charset="0"/>
              </a:rPr>
              <a:t>	 </a:t>
            </a:r>
            <a:r>
              <a:rPr lang="sl-SI" sz="1600" b="1">
                <a:latin typeface="Courier New" pitchFamily="49" charset="0"/>
              </a:rPr>
              <a:t>WHERE</a:t>
            </a:r>
            <a:r>
              <a:rPr lang="sl-SI" sz="1600">
                <a:latin typeface="Courier New" pitchFamily="49" charset="0"/>
              </a:rPr>
              <a:t> cid </a:t>
            </a:r>
            <a:r>
              <a:rPr lang="sl-SI" sz="1600" b="1">
                <a:latin typeface="Courier New" pitchFamily="49" charset="0"/>
              </a:rPr>
              <a:t>IN</a:t>
            </a:r>
            <a:r>
              <a:rPr lang="en-US" sz="1600">
                <a:latin typeface="Courier New" pitchFamily="49" charset="0"/>
              </a:rPr>
              <a:t>   -- </a:t>
            </a:r>
            <a:r>
              <a:rPr lang="en-US" sz="1600" err="1">
                <a:latin typeface="Courier New" pitchFamily="49" charset="0"/>
              </a:rPr>
              <a:t>Mnozica</a:t>
            </a:r>
            <a:r>
              <a:rPr lang="en-US" sz="1600">
                <a:latin typeface="Courier New" pitchFamily="49" charset="0"/>
              </a:rPr>
              <a:t> </a:t>
            </a:r>
            <a:r>
              <a:rPr lang="en-US" sz="1600" err="1">
                <a:latin typeface="Courier New" pitchFamily="49" charset="0"/>
              </a:rPr>
              <a:t>rdecih</a:t>
            </a:r>
            <a:r>
              <a:rPr lang="en-US" sz="1600">
                <a:latin typeface="Courier New" pitchFamily="49" charset="0"/>
              </a:rPr>
              <a:t> </a:t>
            </a:r>
            <a:r>
              <a:rPr lang="en-US" sz="1600" err="1">
                <a:latin typeface="Courier New" pitchFamily="49" charset="0"/>
              </a:rPr>
              <a:t>colnov</a:t>
            </a:r>
            <a:endParaRPr lang="sl-SI" sz="1600">
              <a:latin typeface="Courier New" pitchFamily="49" charset="0"/>
            </a:endParaRP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cid</a:t>
            </a:r>
          </a:p>
          <a:p>
            <a:pPr>
              <a:buFont typeface="Wingdings" pitchFamily="2" charset="2"/>
              <a:buNone/>
            </a:pPr>
            <a:r>
              <a:rPr lang="en-US" sz="1600">
                <a:latin typeface="Courier New" pitchFamily="49" charset="0"/>
              </a:rPr>
              <a:t>		 </a:t>
            </a:r>
            <a:r>
              <a:rPr lang="sl-SI" sz="1600" b="1">
                <a:latin typeface="Courier New" pitchFamily="49" charset="0"/>
              </a:rPr>
              <a:t>FROM</a:t>
            </a:r>
            <a:r>
              <a:rPr lang="sl-SI" sz="1600">
                <a:latin typeface="Courier New" pitchFamily="49" charset="0"/>
              </a:rPr>
              <a:t> coln</a:t>
            </a:r>
          </a:p>
          <a:p>
            <a:pPr>
              <a:buFont typeface="Wingdings" pitchFamily="2" charset="2"/>
              <a:buNone/>
            </a:pPr>
            <a:r>
              <a:rPr lang="en-US" sz="1600">
                <a:latin typeface="Courier New" pitchFamily="49" charset="0"/>
              </a:rPr>
              <a:t>		 </a:t>
            </a:r>
            <a:r>
              <a:rPr lang="sl-SI" sz="1600" b="1">
                <a:latin typeface="Courier New" pitchFamily="49" charset="0"/>
              </a:rPr>
              <a:t>WHERE</a:t>
            </a:r>
            <a:r>
              <a:rPr lang="sl-SI" sz="1600">
                <a:latin typeface="Courier New" pitchFamily="49" charset="0"/>
              </a:rPr>
              <a:t> barva</a:t>
            </a:r>
            <a:r>
              <a:rPr lang="en-US" sz="1600">
                <a:latin typeface="Courier New" pitchFamily="49" charset="0"/>
              </a:rPr>
              <a:t>='</a:t>
            </a:r>
            <a:r>
              <a:rPr lang="en-US" sz="1600" err="1">
                <a:latin typeface="Courier New" pitchFamily="49" charset="0"/>
              </a:rPr>
              <a:t>rdeca</a:t>
            </a:r>
            <a:r>
              <a:rPr lang="en-US" sz="1600">
                <a:latin typeface="Courier New" pitchFamily="49" charset="0"/>
              </a:rPr>
              <a:t>'</a:t>
            </a:r>
            <a:r>
              <a:rPr lang="sl-SI" sz="1600">
                <a:latin typeface="Courier New" pitchFamily="49" charset="0"/>
              </a:rPr>
              <a:t>)</a:t>
            </a:r>
            <a:r>
              <a:rPr lang="en-US" sz="1600">
                <a:latin typeface="Courier New" pitchFamily="49" charset="0"/>
              </a:rPr>
              <a:t>);</a:t>
            </a:r>
          </a:p>
        </p:txBody>
      </p:sp>
      <p:sp>
        <p:nvSpPr>
          <p:cNvPr id="128004" name="Rectangle 4"/>
          <p:cNvSpPr>
            <a:spLocks noGrp="1" noChangeArrowheads="1"/>
          </p:cNvSpPr>
          <p:nvPr>
            <p:ph type="body" sz="half" idx="3"/>
          </p:nvPr>
        </p:nvSpPr>
        <p:spPr>
          <a:xfrm>
            <a:off x="761999" y="2362200"/>
            <a:ext cx="7848981" cy="897731"/>
          </a:xfrm>
        </p:spPr>
        <p:txBody>
          <a:bodyPr/>
          <a:lstStyle/>
          <a:p>
            <a:r>
              <a:rPr lang="sl-SI" sz="2400"/>
              <a:t>Poišči imena jadralcev, ki so rezervirali </a:t>
            </a:r>
            <a:r>
              <a:rPr lang="en-US" sz="2400" err="1"/>
              <a:t>kak</a:t>
            </a:r>
            <a:r>
              <a:rPr lang="sl-SI" sz="2400"/>
              <a:t>šen </a:t>
            </a:r>
            <a:r>
              <a:rPr lang="en-US" sz="2400" err="1"/>
              <a:t>rde</a:t>
            </a:r>
            <a:r>
              <a:rPr lang="sl-SI" sz="2400"/>
              <a:t>č čoln.</a:t>
            </a:r>
            <a:endParaRPr lang="en-US" sz="2400"/>
          </a:p>
        </p:txBody>
      </p:sp>
      <p:sp>
        <p:nvSpPr>
          <p:cNvPr id="128005" name="Text Box 5"/>
          <p:cNvSpPr txBox="1">
            <a:spLocks noChangeArrowheads="1"/>
          </p:cNvSpPr>
          <p:nvPr/>
        </p:nvSpPr>
        <p:spPr bwMode="auto">
          <a:xfrm>
            <a:off x="6553200" y="41910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sp>
        <p:nvSpPr>
          <p:cNvPr id="128006" name="Text Box 6"/>
          <p:cNvSpPr txBox="1">
            <a:spLocks noChangeArrowheads="1"/>
          </p:cNvSpPr>
          <p:nvPr/>
        </p:nvSpPr>
        <p:spPr bwMode="auto">
          <a:xfrm>
            <a:off x="3191256" y="286543"/>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grpSp>
        <p:nvGrpSpPr>
          <p:cNvPr id="504" name="Group 503"/>
          <p:cNvGrpSpPr>
            <a:grpSpLocks noChangeAspect="1"/>
          </p:cNvGrpSpPr>
          <p:nvPr>
            <p:custDataLst>
              <p:tags r:id="rId1"/>
            </p:custDataLst>
          </p:nvPr>
        </p:nvGrpSpPr>
        <p:grpSpPr>
          <a:xfrm>
            <a:off x="908004" y="3250802"/>
            <a:ext cx="7632791" cy="474663"/>
            <a:chOff x="1984376" y="3582988"/>
            <a:chExt cx="6662738" cy="414338"/>
          </a:xfrm>
        </p:grpSpPr>
        <p:sp>
          <p:nvSpPr>
            <p:cNvPr id="128149" name="Freeform 284"/>
            <p:cNvSpPr>
              <a:spLocks/>
            </p:cNvSpPr>
            <p:nvPr>
              <p:custDataLst>
                <p:tags r:id="rId2"/>
              </p:custDataLst>
            </p:nvPr>
          </p:nvSpPr>
          <p:spPr bwMode="auto">
            <a:xfrm>
              <a:off x="1984376" y="3603626"/>
              <a:ext cx="155575" cy="214313"/>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1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1 h 339"/>
                <a:gd name="T34" fmla="*/ 96 w 340"/>
                <a:gd name="T35" fmla="*/ 15 h 339"/>
                <a:gd name="T36" fmla="*/ 245 w 340"/>
                <a:gd name="T37" fmla="*/ 15 h 339"/>
                <a:gd name="T38" fmla="*/ 245 w 340"/>
                <a:gd name="T39" fmla="*/ 301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8 w 340"/>
                <a:gd name="T53" fmla="*/ 324 h 339"/>
                <a:gd name="T54" fmla="*/ 289 w 340"/>
                <a:gd name="T55" fmla="*/ 301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1"/>
                  </a:lnTo>
                  <a:cubicBezTo>
                    <a:pt x="51" y="319"/>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9"/>
                    <a:pt x="96" y="301"/>
                  </a:cubicBezTo>
                  <a:lnTo>
                    <a:pt x="96" y="15"/>
                  </a:lnTo>
                  <a:lnTo>
                    <a:pt x="245" y="15"/>
                  </a:lnTo>
                  <a:lnTo>
                    <a:pt x="245" y="301"/>
                  </a:lnTo>
                  <a:cubicBezTo>
                    <a:pt x="245" y="319"/>
                    <a:pt x="244" y="324"/>
                    <a:pt x="205" y="324"/>
                  </a:cubicBezTo>
                  <a:lnTo>
                    <a:pt x="193" y="324"/>
                  </a:lnTo>
                  <a:lnTo>
                    <a:pt x="193" y="339"/>
                  </a:lnTo>
                  <a:cubicBezTo>
                    <a:pt x="211" y="338"/>
                    <a:pt x="248" y="338"/>
                    <a:pt x="267" y="338"/>
                  </a:cubicBezTo>
                  <a:cubicBezTo>
                    <a:pt x="286" y="338"/>
                    <a:pt x="323" y="338"/>
                    <a:pt x="340" y="339"/>
                  </a:cubicBezTo>
                  <a:lnTo>
                    <a:pt x="340" y="324"/>
                  </a:lnTo>
                  <a:lnTo>
                    <a:pt x="328" y="324"/>
                  </a:lnTo>
                  <a:cubicBezTo>
                    <a:pt x="290" y="324"/>
                    <a:pt x="289" y="319"/>
                    <a:pt x="289" y="301"/>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0" name="Freeform 285"/>
            <p:cNvSpPr>
              <a:spLocks noEditPoints="1"/>
            </p:cNvSpPr>
            <p:nvPr>
              <p:custDataLst>
                <p:tags r:id="rId3"/>
              </p:custDataLst>
            </p:nvPr>
          </p:nvSpPr>
          <p:spPr bwMode="auto">
            <a:xfrm>
              <a:off x="2154239" y="3719513"/>
              <a:ext cx="49213" cy="147638"/>
            </a:xfrm>
            <a:custGeom>
              <a:avLst/>
              <a:gdLst>
                <a:gd name="T0" fmla="*/ 97 w 106"/>
                <a:gd name="T1" fmla="*/ 13 h 235"/>
                <a:gd name="T2" fmla="*/ 83 w 106"/>
                <a:gd name="T3" fmla="*/ 0 h 235"/>
                <a:gd name="T4" fmla="*/ 64 w 106"/>
                <a:gd name="T5" fmla="*/ 19 h 235"/>
                <a:gd name="T6" fmla="*/ 77 w 106"/>
                <a:gd name="T7" fmla="*/ 32 h 235"/>
                <a:gd name="T8" fmla="*/ 97 w 106"/>
                <a:gd name="T9" fmla="*/ 13 h 235"/>
                <a:gd name="T10" fmla="*/ 26 w 106"/>
                <a:gd name="T11" fmla="*/ 190 h 235"/>
                <a:gd name="T12" fmla="*/ 23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0 h 235"/>
                <a:gd name="T28" fmla="*/ 65 w 106"/>
                <a:gd name="T29" fmla="*/ 162 h 235"/>
                <a:gd name="T30" fmla="*/ 82 w 106"/>
                <a:gd name="T31" fmla="*/ 118 h 235"/>
                <a:gd name="T32" fmla="*/ 84 w 106"/>
                <a:gd name="T33" fmla="*/ 107 h 235"/>
                <a:gd name="T34" fmla="*/ 51 w 106"/>
                <a:gd name="T35" fmla="*/ 77 h 235"/>
                <a:gd name="T36" fmla="*/ 0 w 106"/>
                <a:gd name="T37" fmla="*/ 131 h 235"/>
                <a:gd name="T38" fmla="*/ 6 w 106"/>
                <a:gd name="T39" fmla="*/ 135 h 235"/>
                <a:gd name="T40" fmla="*/ 13 w 106"/>
                <a:gd name="T41" fmla="*/ 130 h 235"/>
                <a:gd name="T42" fmla="*/ 50 w 106"/>
                <a:gd name="T43" fmla="*/ 87 h 235"/>
                <a:gd name="T44" fmla="*/ 59 w 106"/>
                <a:gd name="T45" fmla="*/ 99 h 235"/>
                <a:gd name="T46" fmla="*/ 48 w 106"/>
                <a:gd name="T47" fmla="*/ 134 h 235"/>
                <a:gd name="T48" fmla="*/ 26 w 106"/>
                <a:gd name="T49" fmla="*/ 19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7"/>
                    <a:pt x="93" y="0"/>
                    <a:pt x="83" y="0"/>
                  </a:cubicBezTo>
                  <a:cubicBezTo>
                    <a:pt x="74" y="0"/>
                    <a:pt x="64" y="9"/>
                    <a:pt x="64" y="19"/>
                  </a:cubicBezTo>
                  <a:cubicBezTo>
                    <a:pt x="64" y="25"/>
                    <a:pt x="68" y="32"/>
                    <a:pt x="77" y="32"/>
                  </a:cubicBezTo>
                  <a:cubicBezTo>
                    <a:pt x="88" y="32"/>
                    <a:pt x="97" y="22"/>
                    <a:pt x="97" y="13"/>
                  </a:cubicBezTo>
                  <a:close/>
                  <a:moveTo>
                    <a:pt x="26" y="190"/>
                  </a:moveTo>
                  <a:cubicBezTo>
                    <a:pt x="24" y="195"/>
                    <a:pt x="23" y="199"/>
                    <a:pt x="23" y="205"/>
                  </a:cubicBezTo>
                  <a:cubicBezTo>
                    <a:pt x="23" y="221"/>
                    <a:pt x="37" y="235"/>
                    <a:pt x="56" y="235"/>
                  </a:cubicBezTo>
                  <a:cubicBezTo>
                    <a:pt x="91" y="235"/>
                    <a:pt x="106" y="187"/>
                    <a:pt x="106" y="181"/>
                  </a:cubicBezTo>
                  <a:cubicBezTo>
                    <a:pt x="106" y="177"/>
                    <a:pt x="102" y="177"/>
                    <a:pt x="100" y="177"/>
                  </a:cubicBezTo>
                  <a:cubicBezTo>
                    <a:pt x="96" y="177"/>
                    <a:pt x="95" y="179"/>
                    <a:pt x="94" y="183"/>
                  </a:cubicBezTo>
                  <a:cubicBezTo>
                    <a:pt x="86" y="211"/>
                    <a:pt x="70" y="225"/>
                    <a:pt x="57" y="225"/>
                  </a:cubicBezTo>
                  <a:cubicBezTo>
                    <a:pt x="50" y="225"/>
                    <a:pt x="48" y="220"/>
                    <a:pt x="48" y="213"/>
                  </a:cubicBezTo>
                  <a:cubicBezTo>
                    <a:pt x="48" y="205"/>
                    <a:pt x="51" y="198"/>
                    <a:pt x="54" y="190"/>
                  </a:cubicBezTo>
                  <a:cubicBezTo>
                    <a:pt x="57" y="181"/>
                    <a:pt x="61" y="172"/>
                    <a:pt x="65" y="162"/>
                  </a:cubicBezTo>
                  <a:cubicBezTo>
                    <a:pt x="68" y="154"/>
                    <a:pt x="81" y="122"/>
                    <a:pt x="82" y="118"/>
                  </a:cubicBezTo>
                  <a:cubicBezTo>
                    <a:pt x="83" y="115"/>
                    <a:pt x="84" y="110"/>
                    <a:pt x="84" y="107"/>
                  </a:cubicBezTo>
                  <a:cubicBezTo>
                    <a:pt x="84" y="91"/>
                    <a:pt x="70" y="77"/>
                    <a:pt x="51" y="77"/>
                  </a:cubicBezTo>
                  <a:cubicBezTo>
                    <a:pt x="16" y="77"/>
                    <a:pt x="0" y="125"/>
                    <a:pt x="0" y="131"/>
                  </a:cubicBezTo>
                  <a:cubicBezTo>
                    <a:pt x="0" y="135"/>
                    <a:pt x="5" y="135"/>
                    <a:pt x="6" y="135"/>
                  </a:cubicBezTo>
                  <a:cubicBezTo>
                    <a:pt x="11" y="135"/>
                    <a:pt x="12" y="133"/>
                    <a:pt x="13" y="130"/>
                  </a:cubicBezTo>
                  <a:cubicBezTo>
                    <a:pt x="22" y="100"/>
                    <a:pt x="37" y="87"/>
                    <a:pt x="50" y="87"/>
                  </a:cubicBezTo>
                  <a:cubicBezTo>
                    <a:pt x="55" y="87"/>
                    <a:pt x="59" y="90"/>
                    <a:pt x="59" y="99"/>
                  </a:cubicBezTo>
                  <a:cubicBezTo>
                    <a:pt x="59" y="107"/>
                    <a:pt x="57" y="113"/>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1" name="Freeform 286"/>
            <p:cNvSpPr>
              <a:spLocks/>
            </p:cNvSpPr>
            <p:nvPr>
              <p:custDataLst>
                <p:tags r:id="rId4"/>
              </p:custDataLst>
            </p:nvPr>
          </p:nvSpPr>
          <p:spPr bwMode="auto">
            <a:xfrm>
              <a:off x="2219326" y="3767138"/>
              <a:ext cx="146050" cy="100013"/>
            </a:xfrm>
            <a:custGeom>
              <a:avLst/>
              <a:gdLst>
                <a:gd name="T0" fmla="*/ 135 w 321"/>
                <a:gd name="T1" fmla="*/ 126 h 158"/>
                <a:gd name="T2" fmla="*/ 130 w 321"/>
                <a:gd name="T3" fmla="*/ 147 h 158"/>
                <a:gd name="T4" fmla="*/ 142 w 321"/>
                <a:gd name="T5" fmla="*/ 158 h 158"/>
                <a:gd name="T6" fmla="*/ 156 w 321"/>
                <a:gd name="T7" fmla="*/ 150 h 158"/>
                <a:gd name="T8" fmla="*/ 162 w 321"/>
                <a:gd name="T9" fmla="*/ 128 h 158"/>
                <a:gd name="T10" fmla="*/ 170 w 321"/>
                <a:gd name="T11" fmla="*/ 97 h 158"/>
                <a:gd name="T12" fmla="*/ 176 w 321"/>
                <a:gd name="T13" fmla="*/ 74 h 158"/>
                <a:gd name="T14" fmla="*/ 187 w 321"/>
                <a:gd name="T15" fmla="*/ 47 h 158"/>
                <a:gd name="T16" fmla="*/ 242 w 321"/>
                <a:gd name="T17" fmla="*/ 10 h 158"/>
                <a:gd name="T18" fmla="*/ 263 w 321"/>
                <a:gd name="T19" fmla="*/ 34 h 158"/>
                <a:gd name="T20" fmla="*/ 242 w 321"/>
                <a:gd name="T21" fmla="*/ 109 h 158"/>
                <a:gd name="T22" fmla="*/ 237 w 321"/>
                <a:gd name="T23" fmla="*/ 128 h 158"/>
                <a:gd name="T24" fmla="*/ 270 w 321"/>
                <a:gd name="T25" fmla="*/ 158 h 158"/>
                <a:gd name="T26" fmla="*/ 321 w 321"/>
                <a:gd name="T27" fmla="*/ 104 h 158"/>
                <a:gd name="T28" fmla="*/ 315 w 321"/>
                <a:gd name="T29" fmla="*/ 100 h 158"/>
                <a:gd name="T30" fmla="*/ 308 w 321"/>
                <a:gd name="T31" fmla="*/ 106 h 158"/>
                <a:gd name="T32" fmla="*/ 271 w 321"/>
                <a:gd name="T33" fmla="*/ 148 h 158"/>
                <a:gd name="T34" fmla="*/ 263 w 321"/>
                <a:gd name="T35" fmla="*/ 136 h 158"/>
                <a:gd name="T36" fmla="*/ 271 w 321"/>
                <a:gd name="T37" fmla="*/ 107 h 158"/>
                <a:gd name="T38" fmla="*/ 289 w 321"/>
                <a:gd name="T39" fmla="*/ 40 h 158"/>
                <a:gd name="T40" fmla="*/ 276 w 321"/>
                <a:gd name="T41" fmla="*/ 10 h 158"/>
                <a:gd name="T42" fmla="*/ 244 w 321"/>
                <a:gd name="T43" fmla="*/ 0 h 158"/>
                <a:gd name="T44" fmla="*/ 182 w 321"/>
                <a:gd name="T45" fmla="*/ 36 h 158"/>
                <a:gd name="T46" fmla="*/ 137 w 321"/>
                <a:gd name="T47" fmla="*/ 0 h 158"/>
                <a:gd name="T48" fmla="*/ 78 w 321"/>
                <a:gd name="T49" fmla="*/ 32 h 158"/>
                <a:gd name="T50" fmla="*/ 41 w 321"/>
                <a:gd name="T51" fmla="*/ 0 h 158"/>
                <a:gd name="T52" fmla="*/ 13 w 321"/>
                <a:gd name="T53" fmla="*/ 19 h 158"/>
                <a:gd name="T54" fmla="*/ 0 w 321"/>
                <a:gd name="T55" fmla="*/ 54 h 158"/>
                <a:gd name="T56" fmla="*/ 6 w 321"/>
                <a:gd name="T57" fmla="*/ 58 h 158"/>
                <a:gd name="T58" fmla="*/ 14 w 321"/>
                <a:gd name="T59" fmla="*/ 48 h 158"/>
                <a:gd name="T60" fmla="*/ 39 w 321"/>
                <a:gd name="T61" fmla="*/ 10 h 158"/>
                <a:gd name="T62" fmla="*/ 51 w 321"/>
                <a:gd name="T63" fmla="*/ 27 h 158"/>
                <a:gd name="T64" fmla="*/ 45 w 321"/>
                <a:gd name="T65" fmla="*/ 56 h 158"/>
                <a:gd name="T66" fmla="*/ 38 w 321"/>
                <a:gd name="T67" fmla="*/ 88 h 158"/>
                <a:gd name="T68" fmla="*/ 27 w 321"/>
                <a:gd name="T69" fmla="*/ 132 h 158"/>
                <a:gd name="T70" fmla="*/ 23 w 321"/>
                <a:gd name="T71" fmla="*/ 147 h 158"/>
                <a:gd name="T72" fmla="*/ 35 w 321"/>
                <a:gd name="T73" fmla="*/ 158 h 158"/>
                <a:gd name="T74" fmla="*/ 49 w 321"/>
                <a:gd name="T75" fmla="*/ 150 h 158"/>
                <a:gd name="T76" fmla="*/ 55 w 321"/>
                <a:gd name="T77" fmla="*/ 128 h 158"/>
                <a:gd name="T78" fmla="*/ 62 w 321"/>
                <a:gd name="T79" fmla="*/ 97 h 158"/>
                <a:gd name="T80" fmla="*/ 68 w 321"/>
                <a:gd name="T81" fmla="*/ 74 h 158"/>
                <a:gd name="T82" fmla="*/ 83 w 321"/>
                <a:gd name="T83" fmla="*/ 42 h 158"/>
                <a:gd name="T84" fmla="*/ 135 w 321"/>
                <a:gd name="T85" fmla="*/ 10 h 158"/>
                <a:gd name="T86" fmla="*/ 156 w 321"/>
                <a:gd name="T87" fmla="*/ 34 h 158"/>
                <a:gd name="T88" fmla="*/ 150 w 321"/>
                <a:gd name="T89" fmla="*/ 67 h 158"/>
                <a:gd name="T90" fmla="*/ 135 w 321"/>
                <a:gd name="T91" fmla="*/ 12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1" h="158">
                  <a:moveTo>
                    <a:pt x="135" y="126"/>
                  </a:moveTo>
                  <a:cubicBezTo>
                    <a:pt x="134" y="133"/>
                    <a:pt x="130" y="145"/>
                    <a:pt x="130" y="147"/>
                  </a:cubicBezTo>
                  <a:cubicBezTo>
                    <a:pt x="130" y="154"/>
                    <a:pt x="137" y="158"/>
                    <a:pt x="142" y="158"/>
                  </a:cubicBezTo>
                  <a:cubicBezTo>
                    <a:pt x="149" y="158"/>
                    <a:pt x="154" y="153"/>
                    <a:pt x="156" y="150"/>
                  </a:cubicBezTo>
                  <a:cubicBezTo>
                    <a:pt x="158" y="147"/>
                    <a:pt x="160" y="136"/>
                    <a:pt x="162" y="128"/>
                  </a:cubicBezTo>
                  <a:cubicBezTo>
                    <a:pt x="164" y="122"/>
                    <a:pt x="168" y="106"/>
                    <a:pt x="170" y="97"/>
                  </a:cubicBezTo>
                  <a:cubicBezTo>
                    <a:pt x="172" y="89"/>
                    <a:pt x="174" y="82"/>
                    <a:pt x="176" y="74"/>
                  </a:cubicBezTo>
                  <a:cubicBezTo>
                    <a:pt x="180" y="59"/>
                    <a:pt x="180" y="58"/>
                    <a:pt x="187" y="47"/>
                  </a:cubicBezTo>
                  <a:cubicBezTo>
                    <a:pt x="198" y="30"/>
                    <a:pt x="215" y="10"/>
                    <a:pt x="242" y="10"/>
                  </a:cubicBezTo>
                  <a:cubicBezTo>
                    <a:pt x="262" y="10"/>
                    <a:pt x="263" y="26"/>
                    <a:pt x="263" y="34"/>
                  </a:cubicBezTo>
                  <a:cubicBezTo>
                    <a:pt x="263" y="55"/>
                    <a:pt x="248" y="94"/>
                    <a:pt x="242" y="109"/>
                  </a:cubicBezTo>
                  <a:cubicBezTo>
                    <a:pt x="239" y="119"/>
                    <a:pt x="237" y="122"/>
                    <a:pt x="237" y="128"/>
                  </a:cubicBezTo>
                  <a:cubicBezTo>
                    <a:pt x="237" y="146"/>
                    <a:pt x="253" y="158"/>
                    <a:pt x="270" y="158"/>
                  </a:cubicBezTo>
                  <a:cubicBezTo>
                    <a:pt x="305" y="158"/>
                    <a:pt x="321" y="110"/>
                    <a:pt x="321" y="104"/>
                  </a:cubicBezTo>
                  <a:cubicBezTo>
                    <a:pt x="321" y="100"/>
                    <a:pt x="316" y="100"/>
                    <a:pt x="315" y="100"/>
                  </a:cubicBezTo>
                  <a:cubicBezTo>
                    <a:pt x="310" y="100"/>
                    <a:pt x="310" y="102"/>
                    <a:pt x="308" y="106"/>
                  </a:cubicBezTo>
                  <a:cubicBezTo>
                    <a:pt x="300" y="134"/>
                    <a:pt x="285" y="148"/>
                    <a:pt x="271" y="148"/>
                  </a:cubicBezTo>
                  <a:cubicBezTo>
                    <a:pt x="264" y="148"/>
                    <a:pt x="263" y="143"/>
                    <a:pt x="263" y="136"/>
                  </a:cubicBezTo>
                  <a:cubicBezTo>
                    <a:pt x="263" y="128"/>
                    <a:pt x="264" y="123"/>
                    <a:pt x="271" y="107"/>
                  </a:cubicBezTo>
                  <a:cubicBezTo>
                    <a:pt x="275" y="97"/>
                    <a:pt x="289" y="60"/>
                    <a:pt x="289" y="40"/>
                  </a:cubicBezTo>
                  <a:cubicBezTo>
                    <a:pt x="289" y="34"/>
                    <a:pt x="289" y="20"/>
                    <a:pt x="276" y="10"/>
                  </a:cubicBezTo>
                  <a:cubicBezTo>
                    <a:pt x="270" y="5"/>
                    <a:pt x="260" y="0"/>
                    <a:pt x="244" y="0"/>
                  </a:cubicBezTo>
                  <a:cubicBezTo>
                    <a:pt x="212" y="0"/>
                    <a:pt x="193" y="21"/>
                    <a:pt x="182" y="36"/>
                  </a:cubicBezTo>
                  <a:cubicBezTo>
                    <a:pt x="179" y="6"/>
                    <a:pt x="155" y="0"/>
                    <a:pt x="137" y="0"/>
                  </a:cubicBezTo>
                  <a:cubicBezTo>
                    <a:pt x="108" y="0"/>
                    <a:pt x="88" y="18"/>
                    <a:pt x="78" y="32"/>
                  </a:cubicBezTo>
                  <a:cubicBezTo>
                    <a:pt x="75" y="8"/>
                    <a:pt x="55" y="0"/>
                    <a:pt x="41" y="0"/>
                  </a:cubicBezTo>
                  <a:cubicBezTo>
                    <a:pt x="26" y="0"/>
                    <a:pt x="18" y="11"/>
                    <a:pt x="13" y="19"/>
                  </a:cubicBezTo>
                  <a:cubicBezTo>
                    <a:pt x="5" y="32"/>
                    <a:pt x="0" y="52"/>
                    <a:pt x="0" y="54"/>
                  </a:cubicBezTo>
                  <a:cubicBezTo>
                    <a:pt x="0" y="58"/>
                    <a:pt x="5" y="58"/>
                    <a:pt x="6" y="58"/>
                  </a:cubicBezTo>
                  <a:cubicBezTo>
                    <a:pt x="11" y="58"/>
                    <a:pt x="12" y="57"/>
                    <a:pt x="14" y="48"/>
                  </a:cubicBezTo>
                  <a:cubicBezTo>
                    <a:pt x="19" y="27"/>
                    <a:pt x="26" y="10"/>
                    <a:pt x="39" y="10"/>
                  </a:cubicBezTo>
                  <a:cubicBezTo>
                    <a:pt x="49" y="10"/>
                    <a:pt x="51" y="18"/>
                    <a:pt x="51" y="27"/>
                  </a:cubicBezTo>
                  <a:cubicBezTo>
                    <a:pt x="51" y="34"/>
                    <a:pt x="48" y="47"/>
                    <a:pt x="45" y="56"/>
                  </a:cubicBezTo>
                  <a:cubicBezTo>
                    <a:pt x="43" y="66"/>
                    <a:pt x="39" y="80"/>
                    <a:pt x="38" y="88"/>
                  </a:cubicBezTo>
                  <a:lnTo>
                    <a:pt x="27" y="132"/>
                  </a:lnTo>
                  <a:cubicBezTo>
                    <a:pt x="25" y="137"/>
                    <a:pt x="23" y="146"/>
                    <a:pt x="23" y="147"/>
                  </a:cubicBezTo>
                  <a:cubicBezTo>
                    <a:pt x="23" y="154"/>
                    <a:pt x="29" y="158"/>
                    <a:pt x="35" y="158"/>
                  </a:cubicBezTo>
                  <a:cubicBezTo>
                    <a:pt x="41" y="158"/>
                    <a:pt x="47" y="153"/>
                    <a:pt x="49" y="150"/>
                  </a:cubicBezTo>
                  <a:cubicBezTo>
                    <a:pt x="50" y="147"/>
                    <a:pt x="53" y="136"/>
                    <a:pt x="55" y="128"/>
                  </a:cubicBezTo>
                  <a:cubicBezTo>
                    <a:pt x="57" y="122"/>
                    <a:pt x="60" y="106"/>
                    <a:pt x="62" y="97"/>
                  </a:cubicBezTo>
                  <a:cubicBezTo>
                    <a:pt x="65" y="89"/>
                    <a:pt x="67" y="82"/>
                    <a:pt x="68" y="74"/>
                  </a:cubicBezTo>
                  <a:cubicBezTo>
                    <a:pt x="72" y="59"/>
                    <a:pt x="73" y="56"/>
                    <a:pt x="83" y="42"/>
                  </a:cubicBezTo>
                  <a:cubicBezTo>
                    <a:pt x="93" y="28"/>
                    <a:pt x="109" y="10"/>
                    <a:pt x="135" y="10"/>
                  </a:cubicBezTo>
                  <a:cubicBezTo>
                    <a:pt x="156" y="10"/>
                    <a:pt x="156" y="28"/>
                    <a:pt x="156" y="34"/>
                  </a:cubicBezTo>
                  <a:cubicBezTo>
                    <a:pt x="156" y="43"/>
                    <a:pt x="155" y="48"/>
                    <a:pt x="150" y="67"/>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2" name="Freeform 287"/>
            <p:cNvSpPr>
              <a:spLocks noEditPoints="1"/>
            </p:cNvSpPr>
            <p:nvPr>
              <p:custDataLst>
                <p:tags r:id="rId5"/>
              </p:custDataLst>
            </p:nvPr>
          </p:nvSpPr>
          <p:spPr bwMode="auto">
            <a:xfrm>
              <a:off x="2384426" y="3767138"/>
              <a:ext cx="68263" cy="100013"/>
            </a:xfrm>
            <a:custGeom>
              <a:avLst/>
              <a:gdLst>
                <a:gd name="T0" fmla="*/ 55 w 149"/>
                <a:gd name="T1" fmla="*/ 75 h 158"/>
                <a:gd name="T2" fmla="*/ 111 w 149"/>
                <a:gd name="T3" fmla="*/ 67 h 158"/>
                <a:gd name="T4" fmla="*/ 141 w 149"/>
                <a:gd name="T5" fmla="*/ 31 h 158"/>
                <a:gd name="T6" fmla="*/ 98 w 149"/>
                <a:gd name="T7" fmla="*/ 0 h 158"/>
                <a:gd name="T8" fmla="*/ 0 w 149"/>
                <a:gd name="T9" fmla="*/ 92 h 158"/>
                <a:gd name="T10" fmla="*/ 63 w 149"/>
                <a:gd name="T11" fmla="*/ 158 h 158"/>
                <a:gd name="T12" fmla="*/ 149 w 149"/>
                <a:gd name="T13" fmla="*/ 118 h 158"/>
                <a:gd name="T14" fmla="*/ 143 w 149"/>
                <a:gd name="T15" fmla="*/ 112 h 158"/>
                <a:gd name="T16" fmla="*/ 138 w 149"/>
                <a:gd name="T17" fmla="*/ 116 h 158"/>
                <a:gd name="T18" fmla="*/ 63 w 149"/>
                <a:gd name="T19" fmla="*/ 148 h 158"/>
                <a:gd name="T20" fmla="*/ 28 w 149"/>
                <a:gd name="T21" fmla="*/ 106 h 158"/>
                <a:gd name="T22" fmla="*/ 33 w 149"/>
                <a:gd name="T23" fmla="*/ 75 h 158"/>
                <a:gd name="T24" fmla="*/ 55 w 149"/>
                <a:gd name="T25" fmla="*/ 75 h 158"/>
                <a:gd name="T26" fmla="*/ 35 w 149"/>
                <a:gd name="T27" fmla="*/ 65 h 158"/>
                <a:gd name="T28" fmla="*/ 98 w 149"/>
                <a:gd name="T29" fmla="*/ 10 h 158"/>
                <a:gd name="T30" fmla="*/ 126 w 149"/>
                <a:gd name="T31" fmla="*/ 31 h 158"/>
                <a:gd name="T32" fmla="*/ 52 w 149"/>
                <a:gd name="T33" fmla="*/ 65 h 158"/>
                <a:gd name="T34" fmla="*/ 35 w 149"/>
                <a:gd name="T35" fmla="*/ 6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8">
                  <a:moveTo>
                    <a:pt x="55" y="75"/>
                  </a:moveTo>
                  <a:cubicBezTo>
                    <a:pt x="64" y="75"/>
                    <a:pt x="92" y="74"/>
                    <a:pt x="111" y="67"/>
                  </a:cubicBezTo>
                  <a:cubicBezTo>
                    <a:pt x="137" y="58"/>
                    <a:pt x="141" y="41"/>
                    <a:pt x="141" y="31"/>
                  </a:cubicBezTo>
                  <a:cubicBezTo>
                    <a:pt x="141" y="12"/>
                    <a:pt x="122" y="0"/>
                    <a:pt x="98" y="0"/>
                  </a:cubicBezTo>
                  <a:cubicBezTo>
                    <a:pt x="56" y="0"/>
                    <a:pt x="0" y="32"/>
                    <a:pt x="0" y="92"/>
                  </a:cubicBezTo>
                  <a:cubicBezTo>
                    <a:pt x="0" y="127"/>
                    <a:pt x="22" y="158"/>
                    <a:pt x="63" y="158"/>
                  </a:cubicBezTo>
                  <a:cubicBezTo>
                    <a:pt x="122" y="158"/>
                    <a:pt x="149" y="123"/>
                    <a:pt x="149" y="118"/>
                  </a:cubicBezTo>
                  <a:cubicBezTo>
                    <a:pt x="149" y="116"/>
                    <a:pt x="146" y="112"/>
                    <a:pt x="143" y="112"/>
                  </a:cubicBezTo>
                  <a:cubicBezTo>
                    <a:pt x="141" y="112"/>
                    <a:pt x="140" y="113"/>
                    <a:pt x="138" y="116"/>
                  </a:cubicBezTo>
                  <a:cubicBezTo>
                    <a:pt x="110" y="148"/>
                    <a:pt x="70" y="148"/>
                    <a:pt x="63" y="148"/>
                  </a:cubicBezTo>
                  <a:cubicBezTo>
                    <a:pt x="42" y="148"/>
                    <a:pt x="28" y="134"/>
                    <a:pt x="28" y="106"/>
                  </a:cubicBezTo>
                  <a:cubicBezTo>
                    <a:pt x="28" y="101"/>
                    <a:pt x="28" y="94"/>
                    <a:pt x="33" y="75"/>
                  </a:cubicBezTo>
                  <a:lnTo>
                    <a:pt x="55" y="75"/>
                  </a:lnTo>
                  <a:close/>
                  <a:moveTo>
                    <a:pt x="35" y="65"/>
                  </a:moveTo>
                  <a:cubicBezTo>
                    <a:pt x="50" y="14"/>
                    <a:pt x="88" y="10"/>
                    <a:pt x="98" y="10"/>
                  </a:cubicBezTo>
                  <a:cubicBezTo>
                    <a:pt x="113" y="10"/>
                    <a:pt x="126" y="18"/>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3" name="Freeform 288"/>
            <p:cNvSpPr>
              <a:spLocks/>
            </p:cNvSpPr>
            <p:nvPr>
              <p:custDataLst>
                <p:tags r:id="rId6"/>
              </p:custDataLst>
            </p:nvPr>
          </p:nvSpPr>
          <p:spPr bwMode="auto">
            <a:xfrm>
              <a:off x="2493964" y="3582988"/>
              <a:ext cx="52388" cy="312738"/>
            </a:xfrm>
            <a:custGeom>
              <a:avLst/>
              <a:gdLst>
                <a:gd name="T0" fmla="*/ 115 w 115"/>
                <a:gd name="T1" fmla="*/ 494 h 499"/>
                <a:gd name="T2" fmla="*/ 107 w 115"/>
                <a:gd name="T3" fmla="*/ 483 h 499"/>
                <a:gd name="T4" fmla="*/ 29 w 115"/>
                <a:gd name="T5" fmla="*/ 250 h 499"/>
                <a:gd name="T6" fmla="*/ 109 w 115"/>
                <a:gd name="T7" fmla="*/ 13 h 499"/>
                <a:gd name="T8" fmla="*/ 115 w 115"/>
                <a:gd name="T9" fmla="*/ 5 h 499"/>
                <a:gd name="T10" fmla="*/ 110 w 115"/>
                <a:gd name="T11" fmla="*/ 0 h 499"/>
                <a:gd name="T12" fmla="*/ 31 w 115"/>
                <a:gd name="T13" fmla="*/ 97 h 499"/>
                <a:gd name="T14" fmla="*/ 0 w 115"/>
                <a:gd name="T15" fmla="*/ 250 h 499"/>
                <a:gd name="T16" fmla="*/ 33 w 115"/>
                <a:gd name="T17" fmla="*/ 405 h 499"/>
                <a:gd name="T18" fmla="*/ 110 w 115"/>
                <a:gd name="T19" fmla="*/ 499 h 499"/>
                <a:gd name="T20" fmla="*/ 115 w 115"/>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494"/>
                  </a:moveTo>
                  <a:cubicBezTo>
                    <a:pt x="115" y="493"/>
                    <a:pt x="115" y="492"/>
                    <a:pt x="107" y="483"/>
                  </a:cubicBezTo>
                  <a:cubicBezTo>
                    <a:pt x="45" y="420"/>
                    <a:pt x="29" y="326"/>
                    <a:pt x="29" y="250"/>
                  </a:cubicBezTo>
                  <a:cubicBezTo>
                    <a:pt x="29" y="163"/>
                    <a:pt x="48" y="76"/>
                    <a:pt x="109" y="13"/>
                  </a:cubicBezTo>
                  <a:cubicBezTo>
                    <a:pt x="115" y="7"/>
                    <a:pt x="115" y="6"/>
                    <a:pt x="115" y="5"/>
                  </a:cubicBezTo>
                  <a:cubicBezTo>
                    <a:pt x="115" y="1"/>
                    <a:pt x="113" y="0"/>
                    <a:pt x="110" y="0"/>
                  </a:cubicBezTo>
                  <a:cubicBezTo>
                    <a:pt x="105" y="0"/>
                    <a:pt x="61" y="34"/>
                    <a:pt x="31" y="97"/>
                  </a:cubicBezTo>
                  <a:cubicBezTo>
                    <a:pt x="6" y="152"/>
                    <a:pt x="0" y="208"/>
                    <a:pt x="0" y="250"/>
                  </a:cubicBezTo>
                  <a:cubicBezTo>
                    <a:pt x="0" y="289"/>
                    <a:pt x="5" y="349"/>
                    <a:pt x="33" y="405"/>
                  </a:cubicBezTo>
                  <a:cubicBezTo>
                    <a:pt x="63" y="467"/>
                    <a:pt x="105" y="499"/>
                    <a:pt x="110" y="499"/>
                  </a:cubicBezTo>
                  <a:cubicBezTo>
                    <a:pt x="113" y="499"/>
                    <a:pt x="115" y="498"/>
                    <a:pt x="115"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4" name="Freeform 289"/>
            <p:cNvSpPr>
              <a:spLocks noEditPoints="1"/>
            </p:cNvSpPr>
            <p:nvPr>
              <p:custDataLst>
                <p:tags r:id="rId7"/>
              </p:custDataLst>
            </p:nvPr>
          </p:nvSpPr>
          <p:spPr bwMode="auto">
            <a:xfrm>
              <a:off x="2568576" y="3683001"/>
              <a:ext cx="120650" cy="138113"/>
            </a:xfrm>
            <a:custGeom>
              <a:avLst/>
              <a:gdLst>
                <a:gd name="T0" fmla="*/ 239 w 264"/>
                <a:gd name="T1" fmla="*/ 29 h 221"/>
                <a:gd name="T2" fmla="*/ 264 w 264"/>
                <a:gd name="T3" fmla="*/ 12 h 221"/>
                <a:gd name="T4" fmla="*/ 244 w 264"/>
                <a:gd name="T5" fmla="*/ 0 h 221"/>
                <a:gd name="T6" fmla="*/ 131 w 264"/>
                <a:gd name="T7" fmla="*/ 0 h 221"/>
                <a:gd name="T8" fmla="*/ 0 w 264"/>
                <a:gd name="T9" fmla="*/ 142 h 221"/>
                <a:gd name="T10" fmla="*/ 75 w 264"/>
                <a:gd name="T11" fmla="*/ 221 h 221"/>
                <a:gd name="T12" fmla="*/ 200 w 264"/>
                <a:gd name="T13" fmla="*/ 84 h 221"/>
                <a:gd name="T14" fmla="*/ 184 w 264"/>
                <a:gd name="T15" fmla="*/ 29 h 221"/>
                <a:gd name="T16" fmla="*/ 239 w 264"/>
                <a:gd name="T17" fmla="*/ 29 h 221"/>
                <a:gd name="T18" fmla="*/ 75 w 264"/>
                <a:gd name="T19" fmla="*/ 210 h 221"/>
                <a:gd name="T20" fmla="*/ 31 w 264"/>
                <a:gd name="T21" fmla="*/ 156 h 221"/>
                <a:gd name="T22" fmla="*/ 54 w 264"/>
                <a:gd name="T23" fmla="*/ 71 h 221"/>
                <a:gd name="T24" fmla="*/ 122 w 264"/>
                <a:gd name="T25" fmla="*/ 29 h 221"/>
                <a:gd name="T26" fmla="*/ 168 w 264"/>
                <a:gd name="T27" fmla="*/ 78 h 221"/>
                <a:gd name="T28" fmla="*/ 141 w 264"/>
                <a:gd name="T29" fmla="*/ 168 h 221"/>
                <a:gd name="T30" fmla="*/ 75 w 264"/>
                <a:gd name="T31" fmla="*/ 21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4" h="221">
                  <a:moveTo>
                    <a:pt x="239" y="29"/>
                  </a:moveTo>
                  <a:cubicBezTo>
                    <a:pt x="246" y="29"/>
                    <a:pt x="264" y="29"/>
                    <a:pt x="264" y="12"/>
                  </a:cubicBezTo>
                  <a:cubicBezTo>
                    <a:pt x="264" y="0"/>
                    <a:pt x="253" y="0"/>
                    <a:pt x="244" y="0"/>
                  </a:cubicBezTo>
                  <a:lnTo>
                    <a:pt x="131" y="0"/>
                  </a:lnTo>
                  <a:cubicBezTo>
                    <a:pt x="55" y="0"/>
                    <a:pt x="0" y="83"/>
                    <a:pt x="0" y="142"/>
                  </a:cubicBezTo>
                  <a:cubicBezTo>
                    <a:pt x="0" y="186"/>
                    <a:pt x="29" y="221"/>
                    <a:pt x="75" y="221"/>
                  </a:cubicBezTo>
                  <a:cubicBezTo>
                    <a:pt x="134" y="221"/>
                    <a:pt x="200" y="161"/>
                    <a:pt x="200" y="84"/>
                  </a:cubicBezTo>
                  <a:cubicBezTo>
                    <a:pt x="200" y="75"/>
                    <a:pt x="200" y="51"/>
                    <a:pt x="184" y="29"/>
                  </a:cubicBezTo>
                  <a:lnTo>
                    <a:pt x="239" y="29"/>
                  </a:lnTo>
                  <a:close/>
                  <a:moveTo>
                    <a:pt x="75" y="210"/>
                  </a:moveTo>
                  <a:cubicBezTo>
                    <a:pt x="51" y="210"/>
                    <a:pt x="31" y="192"/>
                    <a:pt x="31" y="156"/>
                  </a:cubicBezTo>
                  <a:cubicBezTo>
                    <a:pt x="31" y="141"/>
                    <a:pt x="37" y="100"/>
                    <a:pt x="54" y="71"/>
                  </a:cubicBezTo>
                  <a:cubicBezTo>
                    <a:pt x="75" y="36"/>
                    <a:pt x="105" y="29"/>
                    <a:pt x="122" y="29"/>
                  </a:cubicBezTo>
                  <a:cubicBezTo>
                    <a:pt x="164" y="29"/>
                    <a:pt x="168" y="62"/>
                    <a:pt x="168" y="78"/>
                  </a:cubicBezTo>
                  <a:cubicBezTo>
                    <a:pt x="168" y="101"/>
                    <a:pt x="158" y="142"/>
                    <a:pt x="141" y="168"/>
                  </a:cubicBezTo>
                  <a:cubicBezTo>
                    <a:pt x="122" y="197"/>
                    <a:pt x="95" y="210"/>
                    <a:pt x="75" y="21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5" name="Freeform 290"/>
            <p:cNvSpPr>
              <a:spLocks noEditPoints="1"/>
            </p:cNvSpPr>
            <p:nvPr>
              <p:custDataLst>
                <p:tags r:id="rId8"/>
              </p:custDataLst>
            </p:nvPr>
          </p:nvSpPr>
          <p:spPr bwMode="auto">
            <a:xfrm>
              <a:off x="2690814" y="3729038"/>
              <a:ext cx="69850" cy="190500"/>
            </a:xfrm>
            <a:custGeom>
              <a:avLst/>
              <a:gdLst>
                <a:gd name="T0" fmla="*/ 153 w 153"/>
                <a:gd name="T1" fmla="*/ 13 h 303"/>
                <a:gd name="T2" fmla="*/ 139 w 153"/>
                <a:gd name="T3" fmla="*/ 0 h 303"/>
                <a:gd name="T4" fmla="*/ 119 w 153"/>
                <a:gd name="T5" fmla="*/ 19 h 303"/>
                <a:gd name="T6" fmla="*/ 133 w 153"/>
                <a:gd name="T7" fmla="*/ 33 h 303"/>
                <a:gd name="T8" fmla="*/ 153 w 153"/>
                <a:gd name="T9" fmla="*/ 13 h 303"/>
                <a:gd name="T10" fmla="*/ 79 w 153"/>
                <a:gd name="T11" fmla="*/ 249 h 303"/>
                <a:gd name="T12" fmla="*/ 34 w 153"/>
                <a:gd name="T13" fmla="*/ 293 h 303"/>
                <a:gd name="T14" fmla="*/ 21 w 153"/>
                <a:gd name="T15" fmla="*/ 291 h 303"/>
                <a:gd name="T16" fmla="*/ 33 w 153"/>
                <a:gd name="T17" fmla="*/ 273 h 303"/>
                <a:gd name="T18" fmla="*/ 20 w 153"/>
                <a:gd name="T19" fmla="*/ 260 h 303"/>
                <a:gd name="T20" fmla="*/ 0 w 153"/>
                <a:gd name="T21" fmla="*/ 281 h 303"/>
                <a:gd name="T22" fmla="*/ 34 w 153"/>
                <a:gd name="T23" fmla="*/ 303 h 303"/>
                <a:gd name="T24" fmla="*/ 107 w 153"/>
                <a:gd name="T25" fmla="*/ 248 h 303"/>
                <a:gd name="T26" fmla="*/ 138 w 153"/>
                <a:gd name="T27" fmla="*/ 123 h 303"/>
                <a:gd name="T28" fmla="*/ 140 w 153"/>
                <a:gd name="T29" fmla="*/ 110 h 303"/>
                <a:gd name="T30" fmla="*/ 103 w 153"/>
                <a:gd name="T31" fmla="*/ 78 h 303"/>
                <a:gd name="T32" fmla="*/ 42 w 153"/>
                <a:gd name="T33" fmla="*/ 131 h 303"/>
                <a:gd name="T34" fmla="*/ 48 w 153"/>
                <a:gd name="T35" fmla="*/ 136 h 303"/>
                <a:gd name="T36" fmla="*/ 55 w 153"/>
                <a:gd name="T37" fmla="*/ 129 h 303"/>
                <a:gd name="T38" fmla="*/ 102 w 153"/>
                <a:gd name="T39" fmla="*/ 87 h 303"/>
                <a:gd name="T40" fmla="*/ 113 w 153"/>
                <a:gd name="T41" fmla="*/ 104 h 303"/>
                <a:gd name="T42" fmla="*/ 112 w 153"/>
                <a:gd name="T43" fmla="*/ 115 h 303"/>
                <a:gd name="T44" fmla="*/ 79 w 153"/>
                <a:gd name="T45" fmla="*/ 249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8" y="0"/>
                    <a:pt x="139" y="0"/>
                  </a:cubicBezTo>
                  <a:cubicBezTo>
                    <a:pt x="129" y="0"/>
                    <a:pt x="119" y="10"/>
                    <a:pt x="119" y="19"/>
                  </a:cubicBezTo>
                  <a:cubicBezTo>
                    <a:pt x="119" y="25"/>
                    <a:pt x="124" y="33"/>
                    <a:pt x="133" y="33"/>
                  </a:cubicBezTo>
                  <a:cubicBezTo>
                    <a:pt x="143" y="33"/>
                    <a:pt x="153" y="23"/>
                    <a:pt x="153" y="13"/>
                  </a:cubicBezTo>
                  <a:close/>
                  <a:moveTo>
                    <a:pt x="79" y="249"/>
                  </a:moveTo>
                  <a:cubicBezTo>
                    <a:pt x="73" y="273"/>
                    <a:pt x="55" y="293"/>
                    <a:pt x="34" y="293"/>
                  </a:cubicBezTo>
                  <a:cubicBezTo>
                    <a:pt x="29" y="293"/>
                    <a:pt x="25" y="292"/>
                    <a:pt x="21" y="291"/>
                  </a:cubicBezTo>
                  <a:cubicBezTo>
                    <a:pt x="30" y="287"/>
                    <a:pt x="33" y="278"/>
                    <a:pt x="33" y="273"/>
                  </a:cubicBezTo>
                  <a:cubicBezTo>
                    <a:pt x="33" y="265"/>
                    <a:pt x="27" y="260"/>
                    <a:pt x="20" y="260"/>
                  </a:cubicBezTo>
                  <a:cubicBezTo>
                    <a:pt x="9" y="260"/>
                    <a:pt x="0" y="270"/>
                    <a:pt x="0" y="281"/>
                  </a:cubicBezTo>
                  <a:cubicBezTo>
                    <a:pt x="0" y="294"/>
                    <a:pt x="13" y="303"/>
                    <a:pt x="34" y="303"/>
                  </a:cubicBezTo>
                  <a:cubicBezTo>
                    <a:pt x="55" y="303"/>
                    <a:pt x="96" y="290"/>
                    <a:pt x="107" y="248"/>
                  </a:cubicBezTo>
                  <a:lnTo>
                    <a:pt x="138" y="123"/>
                  </a:lnTo>
                  <a:cubicBezTo>
                    <a:pt x="139" y="119"/>
                    <a:pt x="140" y="116"/>
                    <a:pt x="140" y="110"/>
                  </a:cubicBezTo>
                  <a:cubicBezTo>
                    <a:pt x="140" y="91"/>
                    <a:pt x="124" y="78"/>
                    <a:pt x="103" y="78"/>
                  </a:cubicBezTo>
                  <a:cubicBezTo>
                    <a:pt x="64" y="78"/>
                    <a:pt x="42" y="126"/>
                    <a:pt x="42" y="131"/>
                  </a:cubicBezTo>
                  <a:cubicBezTo>
                    <a:pt x="42" y="136"/>
                    <a:pt x="47" y="136"/>
                    <a:pt x="48" y="136"/>
                  </a:cubicBezTo>
                  <a:cubicBezTo>
                    <a:pt x="52" y="136"/>
                    <a:pt x="52" y="134"/>
                    <a:pt x="55" y="129"/>
                  </a:cubicBezTo>
                  <a:cubicBezTo>
                    <a:pt x="63" y="109"/>
                    <a:pt x="81" y="87"/>
                    <a:pt x="102" y="87"/>
                  </a:cubicBezTo>
                  <a:cubicBezTo>
                    <a:pt x="110" y="87"/>
                    <a:pt x="113" y="93"/>
                    <a:pt x="113" y="104"/>
                  </a:cubicBezTo>
                  <a:cubicBezTo>
                    <a:pt x="113" y="108"/>
                    <a:pt x="113" y="113"/>
                    <a:pt x="112" y="115"/>
                  </a:cubicBezTo>
                  <a:lnTo>
                    <a:pt x="79" y="24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6" name="Freeform 291"/>
            <p:cNvSpPr>
              <a:spLocks noEditPoints="1"/>
            </p:cNvSpPr>
            <p:nvPr>
              <p:custDataLst>
                <p:tags r:id="rId9"/>
              </p:custDataLst>
            </p:nvPr>
          </p:nvSpPr>
          <p:spPr bwMode="auto">
            <a:xfrm>
              <a:off x="2782889" y="3729038"/>
              <a:ext cx="47625" cy="147638"/>
            </a:xfrm>
            <a:custGeom>
              <a:avLst/>
              <a:gdLst>
                <a:gd name="T0" fmla="*/ 97 w 106"/>
                <a:gd name="T1" fmla="*/ 13 h 235"/>
                <a:gd name="T2" fmla="*/ 83 w 106"/>
                <a:gd name="T3" fmla="*/ 0 h 235"/>
                <a:gd name="T4" fmla="*/ 63 w 106"/>
                <a:gd name="T5" fmla="*/ 19 h 235"/>
                <a:gd name="T6" fmla="*/ 77 w 106"/>
                <a:gd name="T7" fmla="*/ 33 h 235"/>
                <a:gd name="T8" fmla="*/ 97 w 106"/>
                <a:gd name="T9" fmla="*/ 13 h 235"/>
                <a:gd name="T10" fmla="*/ 26 w 106"/>
                <a:gd name="T11" fmla="*/ 191 h 235"/>
                <a:gd name="T12" fmla="*/ 23 w 106"/>
                <a:gd name="T13" fmla="*/ 205 h 235"/>
                <a:gd name="T14" fmla="*/ 56 w 106"/>
                <a:gd name="T15" fmla="*/ 235 h 235"/>
                <a:gd name="T16" fmla="*/ 106 w 106"/>
                <a:gd name="T17" fmla="*/ 182 h 235"/>
                <a:gd name="T18" fmla="*/ 100 w 106"/>
                <a:gd name="T19" fmla="*/ 177 h 235"/>
                <a:gd name="T20" fmla="*/ 94 w 106"/>
                <a:gd name="T21" fmla="*/ 183 h 235"/>
                <a:gd name="T22" fmla="*/ 57 w 106"/>
                <a:gd name="T23" fmla="*/ 225 h 235"/>
                <a:gd name="T24" fmla="*/ 48 w 106"/>
                <a:gd name="T25" fmla="*/ 213 h 235"/>
                <a:gd name="T26" fmla="*/ 54 w 106"/>
                <a:gd name="T27" fmla="*/ 191 h 235"/>
                <a:gd name="T28" fmla="*/ 65 w 106"/>
                <a:gd name="T29" fmla="*/ 163 h 235"/>
                <a:gd name="T30" fmla="*/ 82 w 106"/>
                <a:gd name="T31" fmla="*/ 118 h 235"/>
                <a:gd name="T32" fmla="*/ 84 w 106"/>
                <a:gd name="T33" fmla="*/ 107 h 235"/>
                <a:gd name="T34" fmla="*/ 51 w 106"/>
                <a:gd name="T35" fmla="*/ 78 h 235"/>
                <a:gd name="T36" fmla="*/ 0 w 106"/>
                <a:gd name="T37" fmla="*/ 131 h 235"/>
                <a:gd name="T38" fmla="*/ 6 w 106"/>
                <a:gd name="T39" fmla="*/ 136 h 235"/>
                <a:gd name="T40" fmla="*/ 12 w 106"/>
                <a:gd name="T41" fmla="*/ 130 h 235"/>
                <a:gd name="T42" fmla="*/ 50 w 106"/>
                <a:gd name="T43" fmla="*/ 87 h 235"/>
                <a:gd name="T44" fmla="*/ 58 w 106"/>
                <a:gd name="T45" fmla="*/ 100 h 235"/>
                <a:gd name="T46" fmla="*/ 48 w 106"/>
                <a:gd name="T47" fmla="*/ 134 h 235"/>
                <a:gd name="T48" fmla="*/ 26 w 106"/>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8"/>
                    <a:pt x="93" y="0"/>
                    <a:pt x="83" y="0"/>
                  </a:cubicBezTo>
                  <a:cubicBezTo>
                    <a:pt x="73" y="0"/>
                    <a:pt x="63" y="9"/>
                    <a:pt x="63" y="19"/>
                  </a:cubicBezTo>
                  <a:cubicBezTo>
                    <a:pt x="63" y="25"/>
                    <a:pt x="68" y="33"/>
                    <a:pt x="77" y="33"/>
                  </a:cubicBezTo>
                  <a:cubicBezTo>
                    <a:pt x="87" y="33"/>
                    <a:pt x="97" y="23"/>
                    <a:pt x="97" y="13"/>
                  </a:cubicBezTo>
                  <a:close/>
                  <a:moveTo>
                    <a:pt x="26" y="191"/>
                  </a:moveTo>
                  <a:cubicBezTo>
                    <a:pt x="24" y="195"/>
                    <a:pt x="23" y="199"/>
                    <a:pt x="23" y="205"/>
                  </a:cubicBezTo>
                  <a:cubicBezTo>
                    <a:pt x="23" y="222"/>
                    <a:pt x="37" y="235"/>
                    <a:pt x="56" y="235"/>
                  </a:cubicBezTo>
                  <a:cubicBezTo>
                    <a:pt x="91" y="235"/>
                    <a:pt x="106" y="187"/>
                    <a:pt x="106" y="182"/>
                  </a:cubicBezTo>
                  <a:cubicBezTo>
                    <a:pt x="106" y="177"/>
                    <a:pt x="101" y="177"/>
                    <a:pt x="100" y="177"/>
                  </a:cubicBezTo>
                  <a:cubicBezTo>
                    <a:pt x="95" y="177"/>
                    <a:pt x="95" y="179"/>
                    <a:pt x="94" y="183"/>
                  </a:cubicBezTo>
                  <a:cubicBezTo>
                    <a:pt x="86" y="211"/>
                    <a:pt x="70" y="225"/>
                    <a:pt x="57" y="225"/>
                  </a:cubicBezTo>
                  <a:cubicBezTo>
                    <a:pt x="50" y="225"/>
                    <a:pt x="48" y="221"/>
                    <a:pt x="48" y="213"/>
                  </a:cubicBezTo>
                  <a:cubicBezTo>
                    <a:pt x="48" y="205"/>
                    <a:pt x="50" y="198"/>
                    <a:pt x="54" y="191"/>
                  </a:cubicBezTo>
                  <a:cubicBezTo>
                    <a:pt x="57" y="181"/>
                    <a:pt x="61" y="172"/>
                    <a:pt x="65" y="163"/>
                  </a:cubicBezTo>
                  <a:cubicBezTo>
                    <a:pt x="68" y="154"/>
                    <a:pt x="80" y="123"/>
                    <a:pt x="82" y="118"/>
                  </a:cubicBezTo>
                  <a:cubicBezTo>
                    <a:pt x="83" y="115"/>
                    <a:pt x="84" y="111"/>
                    <a:pt x="84" y="107"/>
                  </a:cubicBezTo>
                  <a:cubicBezTo>
                    <a:pt x="84" y="91"/>
                    <a:pt x="70" y="78"/>
                    <a:pt x="51" y="78"/>
                  </a:cubicBezTo>
                  <a:cubicBezTo>
                    <a:pt x="16" y="78"/>
                    <a:pt x="0" y="125"/>
                    <a:pt x="0" y="131"/>
                  </a:cubicBezTo>
                  <a:cubicBezTo>
                    <a:pt x="0" y="136"/>
                    <a:pt x="5" y="136"/>
                    <a:pt x="6" y="136"/>
                  </a:cubicBezTo>
                  <a:cubicBezTo>
                    <a:pt x="11" y="136"/>
                    <a:pt x="11" y="134"/>
                    <a:pt x="12" y="130"/>
                  </a:cubicBezTo>
                  <a:cubicBezTo>
                    <a:pt x="22" y="100"/>
                    <a:pt x="37" y="87"/>
                    <a:pt x="50" y="87"/>
                  </a:cubicBezTo>
                  <a:cubicBezTo>
                    <a:pt x="55" y="87"/>
                    <a:pt x="58" y="90"/>
                    <a:pt x="58" y="100"/>
                  </a:cubicBezTo>
                  <a:cubicBezTo>
                    <a:pt x="58" y="108"/>
                    <a:pt x="56" y="113"/>
                    <a:pt x="48" y="134"/>
                  </a:cubicBezTo>
                  <a:lnTo>
                    <a:pt x="26"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7" name="Freeform 292"/>
            <p:cNvSpPr>
              <a:spLocks noEditPoints="1"/>
            </p:cNvSpPr>
            <p:nvPr>
              <p:custDataLst>
                <p:tags r:id="rId10"/>
              </p:custDataLst>
            </p:nvPr>
          </p:nvSpPr>
          <p:spPr bwMode="auto">
            <a:xfrm>
              <a:off x="2849564" y="3721101"/>
              <a:ext cx="80963" cy="155575"/>
            </a:xfrm>
            <a:custGeom>
              <a:avLst/>
              <a:gdLst>
                <a:gd name="T0" fmla="*/ 178 w 179"/>
                <a:gd name="T1" fmla="*/ 11 h 246"/>
                <a:gd name="T2" fmla="*/ 179 w 179"/>
                <a:gd name="T3" fmla="*/ 5 h 246"/>
                <a:gd name="T4" fmla="*/ 174 w 179"/>
                <a:gd name="T5" fmla="*/ 0 h 246"/>
                <a:gd name="T6" fmla="*/ 129 w 179"/>
                <a:gd name="T7" fmla="*/ 4 h 246"/>
                <a:gd name="T8" fmla="*/ 121 w 179"/>
                <a:gd name="T9" fmla="*/ 12 h 246"/>
                <a:gd name="T10" fmla="*/ 131 w 179"/>
                <a:gd name="T11" fmla="*/ 17 h 246"/>
                <a:gd name="T12" fmla="*/ 147 w 179"/>
                <a:gd name="T13" fmla="*/ 22 h 246"/>
                <a:gd name="T14" fmla="*/ 146 w 179"/>
                <a:gd name="T15" fmla="*/ 30 h 246"/>
                <a:gd name="T16" fmla="*/ 126 w 179"/>
                <a:gd name="T17" fmla="*/ 109 h 246"/>
                <a:gd name="T18" fmla="*/ 90 w 179"/>
                <a:gd name="T19" fmla="*/ 89 h 246"/>
                <a:gd name="T20" fmla="*/ 0 w 179"/>
                <a:gd name="T21" fmla="*/ 188 h 246"/>
                <a:gd name="T22" fmla="*/ 53 w 179"/>
                <a:gd name="T23" fmla="*/ 246 h 246"/>
                <a:gd name="T24" fmla="*/ 102 w 179"/>
                <a:gd name="T25" fmla="*/ 222 h 246"/>
                <a:gd name="T26" fmla="*/ 138 w 179"/>
                <a:gd name="T27" fmla="*/ 246 h 246"/>
                <a:gd name="T28" fmla="*/ 166 w 179"/>
                <a:gd name="T29" fmla="*/ 228 h 246"/>
                <a:gd name="T30" fmla="*/ 178 w 179"/>
                <a:gd name="T31" fmla="*/ 193 h 246"/>
                <a:gd name="T32" fmla="*/ 172 w 179"/>
                <a:gd name="T33" fmla="*/ 188 h 246"/>
                <a:gd name="T34" fmla="*/ 165 w 179"/>
                <a:gd name="T35" fmla="*/ 199 h 246"/>
                <a:gd name="T36" fmla="*/ 139 w 179"/>
                <a:gd name="T37" fmla="*/ 236 h 246"/>
                <a:gd name="T38" fmla="*/ 128 w 179"/>
                <a:gd name="T39" fmla="*/ 219 h 246"/>
                <a:gd name="T40" fmla="*/ 130 w 179"/>
                <a:gd name="T41" fmla="*/ 205 h 246"/>
                <a:gd name="T42" fmla="*/ 178 w 179"/>
                <a:gd name="T43" fmla="*/ 11 h 246"/>
                <a:gd name="T44" fmla="*/ 104 w 179"/>
                <a:gd name="T45" fmla="*/ 199 h 246"/>
                <a:gd name="T46" fmla="*/ 86 w 179"/>
                <a:gd name="T47" fmla="*/ 222 h 246"/>
                <a:gd name="T48" fmla="*/ 54 w 179"/>
                <a:gd name="T49" fmla="*/ 236 h 246"/>
                <a:gd name="T50" fmla="*/ 28 w 179"/>
                <a:gd name="T51" fmla="*/ 202 h 246"/>
                <a:gd name="T52" fmla="*/ 47 w 179"/>
                <a:gd name="T53" fmla="*/ 132 h 246"/>
                <a:gd name="T54" fmla="*/ 90 w 179"/>
                <a:gd name="T55" fmla="*/ 98 h 246"/>
                <a:gd name="T56" fmla="*/ 121 w 179"/>
                <a:gd name="T57" fmla="*/ 129 h 246"/>
                <a:gd name="T58" fmla="*/ 120 w 179"/>
                <a:gd name="T59" fmla="*/ 134 h 246"/>
                <a:gd name="T60" fmla="*/ 104 w 179"/>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1"/>
                  </a:moveTo>
                  <a:cubicBezTo>
                    <a:pt x="178" y="10"/>
                    <a:pt x="179" y="5"/>
                    <a:pt x="179" y="5"/>
                  </a:cubicBezTo>
                  <a:cubicBezTo>
                    <a:pt x="179" y="3"/>
                    <a:pt x="178" y="0"/>
                    <a:pt x="174" y="0"/>
                  </a:cubicBezTo>
                  <a:cubicBezTo>
                    <a:pt x="167" y="0"/>
                    <a:pt x="138" y="3"/>
                    <a:pt x="129" y="4"/>
                  </a:cubicBezTo>
                  <a:cubicBezTo>
                    <a:pt x="126" y="4"/>
                    <a:pt x="121" y="4"/>
                    <a:pt x="121" y="12"/>
                  </a:cubicBezTo>
                  <a:cubicBezTo>
                    <a:pt x="121" y="17"/>
                    <a:pt x="126" y="17"/>
                    <a:pt x="131" y="17"/>
                  </a:cubicBezTo>
                  <a:cubicBezTo>
                    <a:pt x="147" y="17"/>
                    <a:pt x="147" y="19"/>
                    <a:pt x="147" y="22"/>
                  </a:cubicBezTo>
                  <a:cubicBezTo>
                    <a:pt x="147" y="24"/>
                    <a:pt x="147" y="26"/>
                    <a:pt x="146" y="30"/>
                  </a:cubicBezTo>
                  <a:lnTo>
                    <a:pt x="126" y="109"/>
                  </a:lnTo>
                  <a:cubicBezTo>
                    <a:pt x="119" y="98"/>
                    <a:pt x="107" y="89"/>
                    <a:pt x="90" y="89"/>
                  </a:cubicBezTo>
                  <a:cubicBezTo>
                    <a:pt x="45" y="89"/>
                    <a:pt x="0" y="138"/>
                    <a:pt x="0" y="188"/>
                  </a:cubicBezTo>
                  <a:cubicBezTo>
                    <a:pt x="0" y="222"/>
                    <a:pt x="23" y="246"/>
                    <a:pt x="53" y="246"/>
                  </a:cubicBezTo>
                  <a:cubicBezTo>
                    <a:pt x="72" y="246"/>
                    <a:pt x="88" y="235"/>
                    <a:pt x="102" y="222"/>
                  </a:cubicBezTo>
                  <a:cubicBezTo>
                    <a:pt x="109" y="243"/>
                    <a:pt x="129" y="246"/>
                    <a:pt x="138" y="246"/>
                  </a:cubicBezTo>
                  <a:cubicBezTo>
                    <a:pt x="151" y="246"/>
                    <a:pt x="160" y="238"/>
                    <a:pt x="166" y="228"/>
                  </a:cubicBezTo>
                  <a:cubicBezTo>
                    <a:pt x="173" y="214"/>
                    <a:pt x="178" y="194"/>
                    <a:pt x="178" y="193"/>
                  </a:cubicBezTo>
                  <a:cubicBezTo>
                    <a:pt x="178" y="188"/>
                    <a:pt x="173" y="188"/>
                    <a:pt x="172" y="188"/>
                  </a:cubicBezTo>
                  <a:cubicBezTo>
                    <a:pt x="168" y="188"/>
                    <a:pt x="167" y="189"/>
                    <a:pt x="165" y="199"/>
                  </a:cubicBezTo>
                  <a:cubicBezTo>
                    <a:pt x="161" y="216"/>
                    <a:pt x="154" y="236"/>
                    <a:pt x="139" y="236"/>
                  </a:cubicBezTo>
                  <a:cubicBezTo>
                    <a:pt x="130" y="236"/>
                    <a:pt x="128" y="229"/>
                    <a:pt x="128" y="219"/>
                  </a:cubicBezTo>
                  <a:cubicBezTo>
                    <a:pt x="128" y="213"/>
                    <a:pt x="128" y="209"/>
                    <a:pt x="130" y="205"/>
                  </a:cubicBezTo>
                  <a:lnTo>
                    <a:pt x="178" y="11"/>
                  </a:lnTo>
                  <a:close/>
                  <a:moveTo>
                    <a:pt x="104" y="199"/>
                  </a:moveTo>
                  <a:cubicBezTo>
                    <a:pt x="101" y="209"/>
                    <a:pt x="94" y="216"/>
                    <a:pt x="86" y="222"/>
                  </a:cubicBezTo>
                  <a:cubicBezTo>
                    <a:pt x="83" y="225"/>
                    <a:pt x="69" y="236"/>
                    <a:pt x="54" y="236"/>
                  </a:cubicBezTo>
                  <a:cubicBezTo>
                    <a:pt x="41" y="236"/>
                    <a:pt x="28" y="227"/>
                    <a:pt x="28" y="202"/>
                  </a:cubicBezTo>
                  <a:cubicBezTo>
                    <a:pt x="28" y="184"/>
                    <a:pt x="39" y="145"/>
                    <a:pt x="47" y="132"/>
                  </a:cubicBezTo>
                  <a:cubicBezTo>
                    <a:pt x="63" y="104"/>
                    <a:pt x="80" y="98"/>
                    <a:pt x="90" y="98"/>
                  </a:cubicBezTo>
                  <a:cubicBezTo>
                    <a:pt x="115" y="98"/>
                    <a:pt x="121" y="125"/>
                    <a:pt x="121" y="129"/>
                  </a:cubicBezTo>
                  <a:cubicBezTo>
                    <a:pt x="121" y="130"/>
                    <a:pt x="120" y="133"/>
                    <a:pt x="120" y="134"/>
                  </a:cubicBezTo>
                  <a:lnTo>
                    <a:pt x="104"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8" name="Freeform 293"/>
            <p:cNvSpPr>
              <a:spLocks/>
            </p:cNvSpPr>
            <p:nvPr>
              <p:custDataLst>
                <p:tags r:id="rId11"/>
              </p:custDataLst>
            </p:nvPr>
          </p:nvSpPr>
          <p:spPr bwMode="auto">
            <a:xfrm>
              <a:off x="2951164" y="3748088"/>
              <a:ext cx="88900" cy="142875"/>
            </a:xfrm>
            <a:custGeom>
              <a:avLst/>
              <a:gdLst>
                <a:gd name="T0" fmla="*/ 179 w 193"/>
                <a:gd name="T1" fmla="*/ 123 h 228"/>
                <a:gd name="T2" fmla="*/ 193 w 193"/>
                <a:gd name="T3" fmla="*/ 114 h 228"/>
                <a:gd name="T4" fmla="*/ 179 w 193"/>
                <a:gd name="T5" fmla="*/ 106 h 228"/>
                <a:gd name="T6" fmla="*/ 17 w 193"/>
                <a:gd name="T7" fmla="*/ 106 h 228"/>
                <a:gd name="T8" fmla="*/ 119 w 193"/>
                <a:gd name="T9" fmla="*/ 17 h 228"/>
                <a:gd name="T10" fmla="*/ 179 w 193"/>
                <a:gd name="T11" fmla="*/ 17 h 228"/>
                <a:gd name="T12" fmla="*/ 193 w 193"/>
                <a:gd name="T13" fmla="*/ 9 h 228"/>
                <a:gd name="T14" fmla="*/ 179 w 193"/>
                <a:gd name="T15" fmla="*/ 0 h 228"/>
                <a:gd name="T16" fmla="*/ 118 w 193"/>
                <a:gd name="T17" fmla="*/ 0 h 228"/>
                <a:gd name="T18" fmla="*/ 0 w 193"/>
                <a:gd name="T19" fmla="*/ 114 h 228"/>
                <a:gd name="T20" fmla="*/ 118 w 193"/>
                <a:gd name="T21" fmla="*/ 228 h 228"/>
                <a:gd name="T22" fmla="*/ 179 w 193"/>
                <a:gd name="T23" fmla="*/ 228 h 228"/>
                <a:gd name="T24" fmla="*/ 193 w 193"/>
                <a:gd name="T25" fmla="*/ 220 h 228"/>
                <a:gd name="T26" fmla="*/ 179 w 193"/>
                <a:gd name="T27" fmla="*/ 211 h 228"/>
                <a:gd name="T28" fmla="*/ 119 w 193"/>
                <a:gd name="T29" fmla="*/ 211 h 228"/>
                <a:gd name="T30" fmla="*/ 17 w 193"/>
                <a:gd name="T31" fmla="*/ 123 h 228"/>
                <a:gd name="T32" fmla="*/ 179 w 193"/>
                <a:gd name="T33" fmla="*/ 123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3" h="228">
                  <a:moveTo>
                    <a:pt x="179" y="123"/>
                  </a:moveTo>
                  <a:cubicBezTo>
                    <a:pt x="184" y="123"/>
                    <a:pt x="193" y="123"/>
                    <a:pt x="193" y="114"/>
                  </a:cubicBezTo>
                  <a:cubicBezTo>
                    <a:pt x="193" y="106"/>
                    <a:pt x="185" y="106"/>
                    <a:pt x="179" y="106"/>
                  </a:cubicBezTo>
                  <a:lnTo>
                    <a:pt x="17" y="106"/>
                  </a:lnTo>
                  <a:cubicBezTo>
                    <a:pt x="22" y="55"/>
                    <a:pt x="65" y="17"/>
                    <a:pt x="119" y="17"/>
                  </a:cubicBezTo>
                  <a:lnTo>
                    <a:pt x="179" y="17"/>
                  </a:lnTo>
                  <a:cubicBezTo>
                    <a:pt x="184" y="17"/>
                    <a:pt x="193" y="17"/>
                    <a:pt x="193" y="9"/>
                  </a:cubicBezTo>
                  <a:cubicBezTo>
                    <a:pt x="193" y="0"/>
                    <a:pt x="185" y="0"/>
                    <a:pt x="179" y="0"/>
                  </a:cubicBezTo>
                  <a:lnTo>
                    <a:pt x="118" y="0"/>
                  </a:lnTo>
                  <a:cubicBezTo>
                    <a:pt x="53" y="0"/>
                    <a:pt x="0" y="51"/>
                    <a:pt x="0" y="114"/>
                  </a:cubicBezTo>
                  <a:cubicBezTo>
                    <a:pt x="0" y="178"/>
                    <a:pt x="53" y="228"/>
                    <a:pt x="118" y="228"/>
                  </a:cubicBezTo>
                  <a:lnTo>
                    <a:pt x="179" y="228"/>
                  </a:lnTo>
                  <a:cubicBezTo>
                    <a:pt x="184" y="228"/>
                    <a:pt x="193" y="228"/>
                    <a:pt x="193" y="220"/>
                  </a:cubicBezTo>
                  <a:cubicBezTo>
                    <a:pt x="193" y="211"/>
                    <a:pt x="185" y="211"/>
                    <a:pt x="179" y="211"/>
                  </a:cubicBezTo>
                  <a:lnTo>
                    <a:pt x="119" y="211"/>
                  </a:lnTo>
                  <a:cubicBezTo>
                    <a:pt x="65" y="211"/>
                    <a:pt x="22" y="173"/>
                    <a:pt x="17" y="123"/>
                  </a:cubicBezTo>
                  <a:lnTo>
                    <a:pt x="179" y="12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59" name="Freeform 294"/>
            <p:cNvSpPr>
              <a:spLocks/>
            </p:cNvSpPr>
            <p:nvPr>
              <p:custDataLst>
                <p:tags r:id="rId12"/>
              </p:custDataLst>
            </p:nvPr>
          </p:nvSpPr>
          <p:spPr bwMode="auto">
            <a:xfrm>
              <a:off x="3071814" y="3709988"/>
              <a:ext cx="63500" cy="219075"/>
            </a:xfrm>
            <a:custGeom>
              <a:avLst/>
              <a:gdLst>
                <a:gd name="T0" fmla="*/ 83 w 138"/>
                <a:gd name="T1" fmla="*/ 50 h 349"/>
                <a:gd name="T2" fmla="*/ 94 w 138"/>
                <a:gd name="T3" fmla="*/ 23 h 349"/>
                <a:gd name="T4" fmla="*/ 131 w 138"/>
                <a:gd name="T5" fmla="*/ 9 h 349"/>
                <a:gd name="T6" fmla="*/ 138 w 138"/>
                <a:gd name="T7" fmla="*/ 5 h 349"/>
                <a:gd name="T8" fmla="*/ 130 w 138"/>
                <a:gd name="T9" fmla="*/ 0 h 349"/>
                <a:gd name="T10" fmla="*/ 56 w 138"/>
                <a:gd name="T11" fmla="*/ 44 h 349"/>
                <a:gd name="T12" fmla="*/ 56 w 138"/>
                <a:gd name="T13" fmla="*/ 126 h 349"/>
                <a:gd name="T14" fmla="*/ 44 w 138"/>
                <a:gd name="T15" fmla="*/ 156 h 349"/>
                <a:gd name="T16" fmla="*/ 7 w 138"/>
                <a:gd name="T17" fmla="*/ 169 h 349"/>
                <a:gd name="T18" fmla="*/ 0 w 138"/>
                <a:gd name="T19" fmla="*/ 174 h 349"/>
                <a:gd name="T20" fmla="*/ 6 w 138"/>
                <a:gd name="T21" fmla="*/ 179 h 349"/>
                <a:gd name="T22" fmla="*/ 56 w 138"/>
                <a:gd name="T23" fmla="*/ 216 h 349"/>
                <a:gd name="T24" fmla="*/ 56 w 138"/>
                <a:gd name="T25" fmla="*/ 298 h 349"/>
                <a:gd name="T26" fmla="*/ 74 w 138"/>
                <a:gd name="T27" fmla="*/ 335 h 349"/>
                <a:gd name="T28" fmla="*/ 130 w 138"/>
                <a:gd name="T29" fmla="*/ 349 h 349"/>
                <a:gd name="T30" fmla="*/ 138 w 138"/>
                <a:gd name="T31" fmla="*/ 344 h 349"/>
                <a:gd name="T32" fmla="*/ 133 w 138"/>
                <a:gd name="T33" fmla="*/ 339 h 349"/>
                <a:gd name="T34" fmla="*/ 84 w 138"/>
                <a:gd name="T35" fmla="*/ 309 h 349"/>
                <a:gd name="T36" fmla="*/ 83 w 138"/>
                <a:gd name="T37" fmla="*/ 298 h 349"/>
                <a:gd name="T38" fmla="*/ 83 w 138"/>
                <a:gd name="T39" fmla="*/ 225 h 349"/>
                <a:gd name="T40" fmla="*/ 74 w 138"/>
                <a:gd name="T41" fmla="*/ 192 h 349"/>
                <a:gd name="T42" fmla="*/ 42 w 138"/>
                <a:gd name="T43" fmla="*/ 174 h 349"/>
                <a:gd name="T44" fmla="*/ 83 w 138"/>
                <a:gd name="T45" fmla="*/ 137 h 349"/>
                <a:gd name="T46" fmla="*/ 83 w 138"/>
                <a:gd name="T47" fmla="*/ 123 h 349"/>
                <a:gd name="T48" fmla="*/ 83 w 138"/>
                <a:gd name="T49" fmla="*/ 50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8" h="349">
                  <a:moveTo>
                    <a:pt x="83" y="50"/>
                  </a:moveTo>
                  <a:cubicBezTo>
                    <a:pt x="83" y="43"/>
                    <a:pt x="83" y="33"/>
                    <a:pt x="94" y="23"/>
                  </a:cubicBezTo>
                  <a:cubicBezTo>
                    <a:pt x="104" y="14"/>
                    <a:pt x="118" y="11"/>
                    <a:pt x="131" y="9"/>
                  </a:cubicBezTo>
                  <a:cubicBezTo>
                    <a:pt x="136" y="9"/>
                    <a:pt x="138" y="9"/>
                    <a:pt x="138" y="5"/>
                  </a:cubicBezTo>
                  <a:cubicBezTo>
                    <a:pt x="138" y="0"/>
                    <a:pt x="135" y="0"/>
                    <a:pt x="130" y="0"/>
                  </a:cubicBezTo>
                  <a:cubicBezTo>
                    <a:pt x="92" y="0"/>
                    <a:pt x="56" y="15"/>
                    <a:pt x="56" y="44"/>
                  </a:cubicBezTo>
                  <a:lnTo>
                    <a:pt x="56" y="126"/>
                  </a:lnTo>
                  <a:cubicBezTo>
                    <a:pt x="56" y="135"/>
                    <a:pt x="56" y="146"/>
                    <a:pt x="44" y="156"/>
                  </a:cubicBezTo>
                  <a:cubicBezTo>
                    <a:pt x="36" y="163"/>
                    <a:pt x="25" y="168"/>
                    <a:pt x="7" y="169"/>
                  </a:cubicBezTo>
                  <a:cubicBezTo>
                    <a:pt x="3" y="170"/>
                    <a:pt x="0" y="170"/>
                    <a:pt x="0" y="174"/>
                  </a:cubicBezTo>
                  <a:cubicBezTo>
                    <a:pt x="0" y="179"/>
                    <a:pt x="4" y="179"/>
                    <a:pt x="6" y="179"/>
                  </a:cubicBezTo>
                  <a:cubicBezTo>
                    <a:pt x="48" y="182"/>
                    <a:pt x="55" y="206"/>
                    <a:pt x="56" y="216"/>
                  </a:cubicBezTo>
                  <a:lnTo>
                    <a:pt x="56" y="298"/>
                  </a:lnTo>
                  <a:cubicBezTo>
                    <a:pt x="56" y="307"/>
                    <a:pt x="56" y="323"/>
                    <a:pt x="74" y="335"/>
                  </a:cubicBezTo>
                  <a:cubicBezTo>
                    <a:pt x="94" y="347"/>
                    <a:pt x="121" y="349"/>
                    <a:pt x="130" y="349"/>
                  </a:cubicBezTo>
                  <a:cubicBezTo>
                    <a:pt x="135" y="349"/>
                    <a:pt x="138" y="349"/>
                    <a:pt x="138" y="344"/>
                  </a:cubicBezTo>
                  <a:cubicBezTo>
                    <a:pt x="138" y="339"/>
                    <a:pt x="135" y="339"/>
                    <a:pt x="133" y="339"/>
                  </a:cubicBezTo>
                  <a:cubicBezTo>
                    <a:pt x="100" y="337"/>
                    <a:pt x="87" y="322"/>
                    <a:pt x="84" y="309"/>
                  </a:cubicBezTo>
                  <a:cubicBezTo>
                    <a:pt x="83" y="305"/>
                    <a:pt x="83" y="303"/>
                    <a:pt x="83" y="298"/>
                  </a:cubicBezTo>
                  <a:lnTo>
                    <a:pt x="83" y="225"/>
                  </a:lnTo>
                  <a:cubicBezTo>
                    <a:pt x="83" y="214"/>
                    <a:pt x="83" y="202"/>
                    <a:pt x="74" y="192"/>
                  </a:cubicBezTo>
                  <a:cubicBezTo>
                    <a:pt x="69" y="188"/>
                    <a:pt x="61" y="180"/>
                    <a:pt x="42" y="174"/>
                  </a:cubicBezTo>
                  <a:cubicBezTo>
                    <a:pt x="55" y="170"/>
                    <a:pt x="79" y="161"/>
                    <a:pt x="83" y="137"/>
                  </a:cubicBezTo>
                  <a:cubicBezTo>
                    <a:pt x="83" y="135"/>
                    <a:pt x="83" y="134"/>
                    <a:pt x="83" y="123"/>
                  </a:cubicBezTo>
                  <a:lnTo>
                    <a:pt x="83" y="5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0" name="Freeform 295"/>
            <p:cNvSpPr>
              <a:spLocks/>
            </p:cNvSpPr>
            <p:nvPr>
              <p:custDataLst>
                <p:tags r:id="rId13"/>
              </p:custDataLst>
            </p:nvPr>
          </p:nvSpPr>
          <p:spPr bwMode="auto">
            <a:xfrm>
              <a:off x="3159126" y="3724276"/>
              <a:ext cx="117475" cy="150813"/>
            </a:xfrm>
            <a:custGeom>
              <a:avLst/>
              <a:gdLst>
                <a:gd name="T0" fmla="*/ 219 w 255"/>
                <a:gd name="T1" fmla="*/ 29 h 238"/>
                <a:gd name="T2" fmla="*/ 246 w 255"/>
                <a:gd name="T3" fmla="*/ 13 h 238"/>
                <a:gd name="T4" fmla="*/ 255 w 255"/>
                <a:gd name="T5" fmla="*/ 13 h 238"/>
                <a:gd name="T6" fmla="*/ 255 w 255"/>
                <a:gd name="T7" fmla="*/ 0 h 238"/>
                <a:gd name="T8" fmla="*/ 0 w 255"/>
                <a:gd name="T9" fmla="*/ 0 h 238"/>
                <a:gd name="T10" fmla="*/ 0 w 255"/>
                <a:gd name="T11" fmla="*/ 13 h 238"/>
                <a:gd name="T12" fmla="*/ 9 w 255"/>
                <a:gd name="T13" fmla="*/ 13 h 238"/>
                <a:gd name="T14" fmla="*/ 36 w 255"/>
                <a:gd name="T15" fmla="*/ 29 h 238"/>
                <a:gd name="T16" fmla="*/ 36 w 255"/>
                <a:gd name="T17" fmla="*/ 209 h 238"/>
                <a:gd name="T18" fmla="*/ 9 w 255"/>
                <a:gd name="T19" fmla="*/ 225 h 238"/>
                <a:gd name="T20" fmla="*/ 0 w 255"/>
                <a:gd name="T21" fmla="*/ 225 h 238"/>
                <a:gd name="T22" fmla="*/ 0 w 255"/>
                <a:gd name="T23" fmla="*/ 238 h 238"/>
                <a:gd name="T24" fmla="*/ 52 w 255"/>
                <a:gd name="T25" fmla="*/ 236 h 238"/>
                <a:gd name="T26" fmla="*/ 105 w 255"/>
                <a:gd name="T27" fmla="*/ 238 h 238"/>
                <a:gd name="T28" fmla="*/ 105 w 255"/>
                <a:gd name="T29" fmla="*/ 225 h 238"/>
                <a:gd name="T30" fmla="*/ 97 w 255"/>
                <a:gd name="T31" fmla="*/ 225 h 238"/>
                <a:gd name="T32" fmla="*/ 69 w 255"/>
                <a:gd name="T33" fmla="*/ 209 h 238"/>
                <a:gd name="T34" fmla="*/ 69 w 255"/>
                <a:gd name="T35" fmla="*/ 13 h 238"/>
                <a:gd name="T36" fmla="*/ 186 w 255"/>
                <a:gd name="T37" fmla="*/ 13 h 238"/>
                <a:gd name="T38" fmla="*/ 186 w 255"/>
                <a:gd name="T39" fmla="*/ 209 h 238"/>
                <a:gd name="T40" fmla="*/ 158 w 255"/>
                <a:gd name="T41" fmla="*/ 225 h 238"/>
                <a:gd name="T42" fmla="*/ 150 w 255"/>
                <a:gd name="T43" fmla="*/ 225 h 238"/>
                <a:gd name="T44" fmla="*/ 150 w 255"/>
                <a:gd name="T45" fmla="*/ 238 h 238"/>
                <a:gd name="T46" fmla="*/ 202 w 255"/>
                <a:gd name="T47" fmla="*/ 236 h 238"/>
                <a:gd name="T48" fmla="*/ 255 w 255"/>
                <a:gd name="T49" fmla="*/ 238 h 238"/>
                <a:gd name="T50" fmla="*/ 255 w 255"/>
                <a:gd name="T51" fmla="*/ 225 h 238"/>
                <a:gd name="T52" fmla="*/ 246 w 255"/>
                <a:gd name="T53" fmla="*/ 225 h 238"/>
                <a:gd name="T54" fmla="*/ 219 w 255"/>
                <a:gd name="T55" fmla="*/ 209 h 238"/>
                <a:gd name="T56" fmla="*/ 219 w 255"/>
                <a:gd name="T57" fmla="*/ 2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5" h="238">
                  <a:moveTo>
                    <a:pt x="219" y="29"/>
                  </a:moveTo>
                  <a:cubicBezTo>
                    <a:pt x="219" y="17"/>
                    <a:pt x="219" y="13"/>
                    <a:pt x="246" y="13"/>
                  </a:cubicBezTo>
                  <a:lnTo>
                    <a:pt x="255" y="13"/>
                  </a:lnTo>
                  <a:lnTo>
                    <a:pt x="255" y="0"/>
                  </a:lnTo>
                  <a:lnTo>
                    <a:pt x="0" y="0"/>
                  </a:lnTo>
                  <a:lnTo>
                    <a:pt x="0" y="13"/>
                  </a:lnTo>
                  <a:lnTo>
                    <a:pt x="9" y="13"/>
                  </a:lnTo>
                  <a:cubicBezTo>
                    <a:pt x="35" y="13"/>
                    <a:pt x="36" y="17"/>
                    <a:pt x="36" y="29"/>
                  </a:cubicBezTo>
                  <a:lnTo>
                    <a:pt x="36" y="209"/>
                  </a:lnTo>
                  <a:cubicBezTo>
                    <a:pt x="36" y="221"/>
                    <a:pt x="35" y="225"/>
                    <a:pt x="9" y="225"/>
                  </a:cubicBezTo>
                  <a:lnTo>
                    <a:pt x="0" y="225"/>
                  </a:lnTo>
                  <a:lnTo>
                    <a:pt x="0" y="238"/>
                  </a:lnTo>
                  <a:cubicBezTo>
                    <a:pt x="18" y="237"/>
                    <a:pt x="40" y="236"/>
                    <a:pt x="52" y="236"/>
                  </a:cubicBezTo>
                  <a:cubicBezTo>
                    <a:pt x="65" y="236"/>
                    <a:pt x="88" y="237"/>
                    <a:pt x="105" y="238"/>
                  </a:cubicBezTo>
                  <a:lnTo>
                    <a:pt x="105" y="225"/>
                  </a:lnTo>
                  <a:lnTo>
                    <a:pt x="97" y="225"/>
                  </a:lnTo>
                  <a:cubicBezTo>
                    <a:pt x="70" y="225"/>
                    <a:pt x="69" y="222"/>
                    <a:pt x="69" y="209"/>
                  </a:cubicBezTo>
                  <a:lnTo>
                    <a:pt x="69" y="13"/>
                  </a:lnTo>
                  <a:lnTo>
                    <a:pt x="186" y="13"/>
                  </a:lnTo>
                  <a:lnTo>
                    <a:pt x="186" y="209"/>
                  </a:lnTo>
                  <a:cubicBezTo>
                    <a:pt x="186" y="221"/>
                    <a:pt x="185" y="225"/>
                    <a:pt x="158" y="225"/>
                  </a:cubicBezTo>
                  <a:lnTo>
                    <a:pt x="150" y="225"/>
                  </a:lnTo>
                  <a:lnTo>
                    <a:pt x="150" y="238"/>
                  </a:lnTo>
                  <a:cubicBezTo>
                    <a:pt x="167" y="237"/>
                    <a:pt x="189" y="236"/>
                    <a:pt x="202" y="236"/>
                  </a:cubicBezTo>
                  <a:cubicBezTo>
                    <a:pt x="215" y="236"/>
                    <a:pt x="237" y="237"/>
                    <a:pt x="255" y="238"/>
                  </a:cubicBezTo>
                  <a:lnTo>
                    <a:pt x="255" y="225"/>
                  </a:lnTo>
                  <a:lnTo>
                    <a:pt x="246" y="225"/>
                  </a:lnTo>
                  <a:cubicBezTo>
                    <a:pt x="219" y="225"/>
                    <a:pt x="219" y="222"/>
                    <a:pt x="219" y="209"/>
                  </a:cubicBezTo>
                  <a:lnTo>
                    <a:pt x="219" y="2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1" name="Freeform 296"/>
            <p:cNvSpPr>
              <a:spLocks noEditPoints="1"/>
            </p:cNvSpPr>
            <p:nvPr>
              <p:custDataLst>
                <p:tags r:id="rId14"/>
              </p:custDataLst>
            </p:nvPr>
          </p:nvSpPr>
          <p:spPr bwMode="auto">
            <a:xfrm>
              <a:off x="3289301" y="3803651"/>
              <a:ext cx="53975" cy="136525"/>
            </a:xfrm>
            <a:custGeom>
              <a:avLst/>
              <a:gdLst>
                <a:gd name="T0" fmla="*/ 117 w 117"/>
                <a:gd name="T1" fmla="*/ 10 h 217"/>
                <a:gd name="T2" fmla="*/ 106 w 117"/>
                <a:gd name="T3" fmla="*/ 0 h 217"/>
                <a:gd name="T4" fmla="*/ 91 w 117"/>
                <a:gd name="T5" fmla="*/ 15 h 217"/>
                <a:gd name="T6" fmla="*/ 102 w 117"/>
                <a:gd name="T7" fmla="*/ 25 h 217"/>
                <a:gd name="T8" fmla="*/ 117 w 117"/>
                <a:gd name="T9" fmla="*/ 10 h 217"/>
                <a:gd name="T10" fmla="*/ 63 w 117"/>
                <a:gd name="T11" fmla="*/ 177 h 217"/>
                <a:gd name="T12" fmla="*/ 28 w 117"/>
                <a:gd name="T13" fmla="*/ 208 h 217"/>
                <a:gd name="T14" fmla="*/ 19 w 117"/>
                <a:gd name="T15" fmla="*/ 207 h 217"/>
                <a:gd name="T16" fmla="*/ 26 w 117"/>
                <a:gd name="T17" fmla="*/ 194 h 217"/>
                <a:gd name="T18" fmla="*/ 15 w 117"/>
                <a:gd name="T19" fmla="*/ 183 h 217"/>
                <a:gd name="T20" fmla="*/ 0 w 117"/>
                <a:gd name="T21" fmla="*/ 199 h 217"/>
                <a:gd name="T22" fmla="*/ 28 w 117"/>
                <a:gd name="T23" fmla="*/ 217 h 217"/>
                <a:gd name="T24" fmla="*/ 85 w 117"/>
                <a:gd name="T25" fmla="*/ 177 h 217"/>
                <a:gd name="T26" fmla="*/ 107 w 117"/>
                <a:gd name="T27" fmla="*/ 88 h 217"/>
                <a:gd name="T28" fmla="*/ 108 w 117"/>
                <a:gd name="T29" fmla="*/ 80 h 217"/>
                <a:gd name="T30" fmla="*/ 78 w 117"/>
                <a:gd name="T31" fmla="*/ 56 h 217"/>
                <a:gd name="T32" fmla="*/ 29 w 117"/>
                <a:gd name="T33" fmla="*/ 94 h 217"/>
                <a:gd name="T34" fmla="*/ 35 w 117"/>
                <a:gd name="T35" fmla="*/ 98 h 217"/>
                <a:gd name="T36" fmla="*/ 40 w 117"/>
                <a:gd name="T37" fmla="*/ 94 h 217"/>
                <a:gd name="T38" fmla="*/ 77 w 117"/>
                <a:gd name="T39" fmla="*/ 64 h 217"/>
                <a:gd name="T40" fmla="*/ 87 w 117"/>
                <a:gd name="T41" fmla="*/ 77 h 217"/>
                <a:gd name="T42" fmla="*/ 87 w 117"/>
                <a:gd name="T43" fmla="*/ 84 h 217"/>
                <a:gd name="T44" fmla="*/ 63 w 117"/>
                <a:gd name="T45" fmla="*/ 17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7" h="217">
                  <a:moveTo>
                    <a:pt x="117" y="10"/>
                  </a:moveTo>
                  <a:cubicBezTo>
                    <a:pt x="117" y="5"/>
                    <a:pt x="113" y="0"/>
                    <a:pt x="106" y="0"/>
                  </a:cubicBezTo>
                  <a:cubicBezTo>
                    <a:pt x="99" y="0"/>
                    <a:pt x="91" y="7"/>
                    <a:pt x="91" y="15"/>
                  </a:cubicBezTo>
                  <a:cubicBezTo>
                    <a:pt x="91" y="21"/>
                    <a:pt x="96" y="25"/>
                    <a:pt x="102" y="25"/>
                  </a:cubicBezTo>
                  <a:cubicBezTo>
                    <a:pt x="110" y="25"/>
                    <a:pt x="117" y="17"/>
                    <a:pt x="117" y="10"/>
                  </a:cubicBezTo>
                  <a:close/>
                  <a:moveTo>
                    <a:pt x="63" y="177"/>
                  </a:moveTo>
                  <a:cubicBezTo>
                    <a:pt x="59" y="196"/>
                    <a:pt x="43" y="208"/>
                    <a:pt x="28" y="208"/>
                  </a:cubicBezTo>
                  <a:cubicBezTo>
                    <a:pt x="23" y="208"/>
                    <a:pt x="21" y="207"/>
                    <a:pt x="19" y="207"/>
                  </a:cubicBezTo>
                  <a:cubicBezTo>
                    <a:pt x="25" y="203"/>
                    <a:pt x="26" y="197"/>
                    <a:pt x="26" y="194"/>
                  </a:cubicBezTo>
                  <a:cubicBezTo>
                    <a:pt x="26" y="189"/>
                    <a:pt x="23" y="183"/>
                    <a:pt x="15" y="183"/>
                  </a:cubicBezTo>
                  <a:cubicBezTo>
                    <a:pt x="7" y="183"/>
                    <a:pt x="0" y="191"/>
                    <a:pt x="0" y="199"/>
                  </a:cubicBezTo>
                  <a:cubicBezTo>
                    <a:pt x="0" y="210"/>
                    <a:pt x="11" y="217"/>
                    <a:pt x="28" y="217"/>
                  </a:cubicBezTo>
                  <a:cubicBezTo>
                    <a:pt x="45" y="217"/>
                    <a:pt x="77" y="208"/>
                    <a:pt x="85" y="177"/>
                  </a:cubicBezTo>
                  <a:lnTo>
                    <a:pt x="107" y="88"/>
                  </a:lnTo>
                  <a:cubicBezTo>
                    <a:pt x="108" y="85"/>
                    <a:pt x="108" y="83"/>
                    <a:pt x="108" y="80"/>
                  </a:cubicBezTo>
                  <a:cubicBezTo>
                    <a:pt x="108" y="66"/>
                    <a:pt x="95" y="56"/>
                    <a:pt x="78" y="56"/>
                  </a:cubicBezTo>
                  <a:cubicBezTo>
                    <a:pt x="48" y="56"/>
                    <a:pt x="29" y="89"/>
                    <a:pt x="29" y="94"/>
                  </a:cubicBezTo>
                  <a:cubicBezTo>
                    <a:pt x="29" y="98"/>
                    <a:pt x="33" y="98"/>
                    <a:pt x="35" y="98"/>
                  </a:cubicBezTo>
                  <a:cubicBezTo>
                    <a:pt x="38" y="98"/>
                    <a:pt x="39" y="97"/>
                    <a:pt x="40" y="94"/>
                  </a:cubicBezTo>
                  <a:cubicBezTo>
                    <a:pt x="52" y="70"/>
                    <a:pt x="68" y="64"/>
                    <a:pt x="77" y="64"/>
                  </a:cubicBezTo>
                  <a:cubicBezTo>
                    <a:pt x="87" y="64"/>
                    <a:pt x="87" y="73"/>
                    <a:pt x="87" y="77"/>
                  </a:cubicBezTo>
                  <a:cubicBezTo>
                    <a:pt x="87" y="81"/>
                    <a:pt x="87" y="82"/>
                    <a:pt x="87" y="84"/>
                  </a:cubicBezTo>
                  <a:lnTo>
                    <a:pt x="63" y="17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2" name="Freeform 297"/>
            <p:cNvSpPr>
              <a:spLocks noEditPoints="1"/>
            </p:cNvSpPr>
            <p:nvPr>
              <p:custDataLst>
                <p:tags r:id="rId15"/>
              </p:custDataLst>
            </p:nvPr>
          </p:nvSpPr>
          <p:spPr bwMode="auto">
            <a:xfrm>
              <a:off x="3368676" y="3803651"/>
              <a:ext cx="39688" cy="104775"/>
            </a:xfrm>
            <a:custGeom>
              <a:avLst/>
              <a:gdLst>
                <a:gd name="T0" fmla="*/ 76 w 88"/>
                <a:gd name="T1" fmla="*/ 10 h 168"/>
                <a:gd name="T2" fmla="*/ 65 w 88"/>
                <a:gd name="T3" fmla="*/ 0 h 168"/>
                <a:gd name="T4" fmla="*/ 50 w 88"/>
                <a:gd name="T5" fmla="*/ 15 h 168"/>
                <a:gd name="T6" fmla="*/ 61 w 88"/>
                <a:gd name="T7" fmla="*/ 25 h 168"/>
                <a:gd name="T8" fmla="*/ 76 w 88"/>
                <a:gd name="T9" fmla="*/ 10 h 168"/>
                <a:gd name="T10" fmla="*/ 88 w 88"/>
                <a:gd name="T11" fmla="*/ 130 h 168"/>
                <a:gd name="T12" fmla="*/ 83 w 88"/>
                <a:gd name="T13" fmla="*/ 126 h 168"/>
                <a:gd name="T14" fmla="*/ 77 w 88"/>
                <a:gd name="T15" fmla="*/ 132 h 168"/>
                <a:gd name="T16" fmla="*/ 49 w 88"/>
                <a:gd name="T17" fmla="*/ 160 h 168"/>
                <a:gd name="T18" fmla="*/ 41 w 88"/>
                <a:gd name="T19" fmla="*/ 150 h 168"/>
                <a:gd name="T20" fmla="*/ 45 w 88"/>
                <a:gd name="T21" fmla="*/ 138 h 168"/>
                <a:gd name="T22" fmla="*/ 50 w 88"/>
                <a:gd name="T23" fmla="*/ 124 h 168"/>
                <a:gd name="T24" fmla="*/ 64 w 88"/>
                <a:gd name="T25" fmla="*/ 90 h 168"/>
                <a:gd name="T26" fmla="*/ 68 w 88"/>
                <a:gd name="T27" fmla="*/ 77 h 168"/>
                <a:gd name="T28" fmla="*/ 40 w 88"/>
                <a:gd name="T29" fmla="*/ 56 h 168"/>
                <a:gd name="T30" fmla="*/ 0 w 88"/>
                <a:gd name="T31" fmla="*/ 94 h 168"/>
                <a:gd name="T32" fmla="*/ 6 w 88"/>
                <a:gd name="T33" fmla="*/ 98 h 168"/>
                <a:gd name="T34" fmla="*/ 11 w 88"/>
                <a:gd name="T35" fmla="*/ 93 h 168"/>
                <a:gd name="T36" fmla="*/ 39 w 88"/>
                <a:gd name="T37" fmla="*/ 64 h 168"/>
                <a:gd name="T38" fmla="*/ 47 w 88"/>
                <a:gd name="T39" fmla="*/ 73 h 168"/>
                <a:gd name="T40" fmla="*/ 45 w 88"/>
                <a:gd name="T41" fmla="*/ 82 h 168"/>
                <a:gd name="T42" fmla="*/ 29 w 88"/>
                <a:gd name="T43" fmla="*/ 122 h 168"/>
                <a:gd name="T44" fmla="*/ 24 w 88"/>
                <a:gd name="T45" fmla="*/ 135 h 168"/>
                <a:gd name="T46" fmla="*/ 21 w 88"/>
                <a:gd name="T47" fmla="*/ 146 h 168"/>
                <a:gd name="T48" fmla="*/ 48 w 88"/>
                <a:gd name="T49" fmla="*/ 168 h 168"/>
                <a:gd name="T50" fmla="*/ 88 w 88"/>
                <a:gd name="T51" fmla="*/ 13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8" h="168">
                  <a:moveTo>
                    <a:pt x="76" y="10"/>
                  </a:moveTo>
                  <a:cubicBezTo>
                    <a:pt x="76" y="4"/>
                    <a:pt x="72" y="0"/>
                    <a:pt x="65" y="0"/>
                  </a:cubicBezTo>
                  <a:cubicBezTo>
                    <a:pt x="58" y="0"/>
                    <a:pt x="50" y="6"/>
                    <a:pt x="50" y="15"/>
                  </a:cubicBezTo>
                  <a:cubicBezTo>
                    <a:pt x="50" y="22"/>
                    <a:pt x="56" y="25"/>
                    <a:pt x="61" y="25"/>
                  </a:cubicBezTo>
                  <a:cubicBezTo>
                    <a:pt x="69" y="25"/>
                    <a:pt x="76" y="18"/>
                    <a:pt x="76" y="10"/>
                  </a:cubicBezTo>
                  <a:close/>
                  <a:moveTo>
                    <a:pt x="88" y="130"/>
                  </a:moveTo>
                  <a:cubicBezTo>
                    <a:pt x="88" y="126"/>
                    <a:pt x="84" y="126"/>
                    <a:pt x="83" y="126"/>
                  </a:cubicBezTo>
                  <a:cubicBezTo>
                    <a:pt x="78" y="126"/>
                    <a:pt x="78" y="127"/>
                    <a:pt x="77" y="132"/>
                  </a:cubicBezTo>
                  <a:cubicBezTo>
                    <a:pt x="72" y="146"/>
                    <a:pt x="61" y="160"/>
                    <a:pt x="49" y="160"/>
                  </a:cubicBezTo>
                  <a:cubicBezTo>
                    <a:pt x="43" y="160"/>
                    <a:pt x="41" y="156"/>
                    <a:pt x="41" y="150"/>
                  </a:cubicBezTo>
                  <a:cubicBezTo>
                    <a:pt x="41" y="145"/>
                    <a:pt x="43" y="142"/>
                    <a:pt x="45" y="138"/>
                  </a:cubicBezTo>
                  <a:cubicBezTo>
                    <a:pt x="47" y="133"/>
                    <a:pt x="49" y="128"/>
                    <a:pt x="50" y="124"/>
                  </a:cubicBezTo>
                  <a:cubicBezTo>
                    <a:pt x="51" y="122"/>
                    <a:pt x="61" y="99"/>
                    <a:pt x="64" y="90"/>
                  </a:cubicBezTo>
                  <a:cubicBezTo>
                    <a:pt x="66" y="85"/>
                    <a:pt x="68" y="82"/>
                    <a:pt x="68" y="77"/>
                  </a:cubicBezTo>
                  <a:cubicBezTo>
                    <a:pt x="68" y="66"/>
                    <a:pt x="56" y="56"/>
                    <a:pt x="40" y="56"/>
                  </a:cubicBezTo>
                  <a:cubicBezTo>
                    <a:pt x="14" y="56"/>
                    <a:pt x="0" y="87"/>
                    <a:pt x="0" y="94"/>
                  </a:cubicBezTo>
                  <a:cubicBezTo>
                    <a:pt x="0" y="98"/>
                    <a:pt x="4" y="98"/>
                    <a:pt x="6" y="98"/>
                  </a:cubicBezTo>
                  <a:cubicBezTo>
                    <a:pt x="10" y="98"/>
                    <a:pt x="10" y="96"/>
                    <a:pt x="11" y="93"/>
                  </a:cubicBezTo>
                  <a:cubicBezTo>
                    <a:pt x="17" y="75"/>
                    <a:pt x="29" y="64"/>
                    <a:pt x="39" y="64"/>
                  </a:cubicBezTo>
                  <a:cubicBezTo>
                    <a:pt x="44" y="64"/>
                    <a:pt x="47" y="67"/>
                    <a:pt x="47" y="73"/>
                  </a:cubicBezTo>
                  <a:cubicBezTo>
                    <a:pt x="47" y="74"/>
                    <a:pt x="47" y="78"/>
                    <a:pt x="45" y="82"/>
                  </a:cubicBezTo>
                  <a:cubicBezTo>
                    <a:pt x="44" y="87"/>
                    <a:pt x="33" y="114"/>
                    <a:pt x="29" y="122"/>
                  </a:cubicBezTo>
                  <a:cubicBezTo>
                    <a:pt x="27" y="126"/>
                    <a:pt x="27" y="127"/>
                    <a:pt x="24" y="135"/>
                  </a:cubicBezTo>
                  <a:cubicBezTo>
                    <a:pt x="22" y="139"/>
                    <a:pt x="21" y="142"/>
                    <a:pt x="21" y="146"/>
                  </a:cubicBezTo>
                  <a:cubicBezTo>
                    <a:pt x="21" y="159"/>
                    <a:pt x="33" y="168"/>
                    <a:pt x="48" y="168"/>
                  </a:cubicBezTo>
                  <a:cubicBezTo>
                    <a:pt x="74" y="168"/>
                    <a:pt x="88" y="136"/>
                    <a:pt x="88" y="13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3" name="Freeform 298"/>
            <p:cNvSpPr>
              <a:spLocks noEditPoints="1"/>
            </p:cNvSpPr>
            <p:nvPr>
              <p:custDataLst>
                <p:tags r:id="rId16"/>
              </p:custDataLst>
            </p:nvPr>
          </p:nvSpPr>
          <p:spPr bwMode="auto">
            <a:xfrm>
              <a:off x="3432176" y="3798888"/>
              <a:ext cx="65088" cy="109538"/>
            </a:xfrm>
            <a:custGeom>
              <a:avLst/>
              <a:gdLst>
                <a:gd name="T0" fmla="*/ 138 w 144"/>
                <a:gd name="T1" fmla="*/ 9 h 175"/>
                <a:gd name="T2" fmla="*/ 139 w 144"/>
                <a:gd name="T3" fmla="*/ 4 h 175"/>
                <a:gd name="T4" fmla="*/ 131 w 144"/>
                <a:gd name="T5" fmla="*/ 0 h 175"/>
                <a:gd name="T6" fmla="*/ 101 w 144"/>
                <a:gd name="T7" fmla="*/ 2 h 175"/>
                <a:gd name="T8" fmla="*/ 95 w 144"/>
                <a:gd name="T9" fmla="*/ 4 h 175"/>
                <a:gd name="T10" fmla="*/ 93 w 144"/>
                <a:gd name="T11" fmla="*/ 10 h 175"/>
                <a:gd name="T12" fmla="*/ 101 w 144"/>
                <a:gd name="T13" fmla="*/ 14 h 175"/>
                <a:gd name="T14" fmla="*/ 109 w 144"/>
                <a:gd name="T15" fmla="*/ 14 h 175"/>
                <a:gd name="T16" fmla="*/ 114 w 144"/>
                <a:gd name="T17" fmla="*/ 18 h 175"/>
                <a:gd name="T18" fmla="*/ 111 w 144"/>
                <a:gd name="T19" fmla="*/ 31 h 175"/>
                <a:gd name="T20" fmla="*/ 99 w 144"/>
                <a:gd name="T21" fmla="*/ 78 h 175"/>
                <a:gd name="T22" fmla="*/ 70 w 144"/>
                <a:gd name="T23" fmla="*/ 63 h 175"/>
                <a:gd name="T24" fmla="*/ 0 w 144"/>
                <a:gd name="T25" fmla="*/ 132 h 175"/>
                <a:gd name="T26" fmla="*/ 43 w 144"/>
                <a:gd name="T27" fmla="*/ 175 h 175"/>
                <a:gd name="T28" fmla="*/ 83 w 144"/>
                <a:gd name="T29" fmla="*/ 158 h 175"/>
                <a:gd name="T30" fmla="*/ 112 w 144"/>
                <a:gd name="T31" fmla="*/ 175 h 175"/>
                <a:gd name="T32" fmla="*/ 134 w 144"/>
                <a:gd name="T33" fmla="*/ 161 h 175"/>
                <a:gd name="T34" fmla="*/ 144 w 144"/>
                <a:gd name="T35" fmla="*/ 137 h 175"/>
                <a:gd name="T36" fmla="*/ 138 w 144"/>
                <a:gd name="T37" fmla="*/ 133 h 175"/>
                <a:gd name="T38" fmla="*/ 132 w 144"/>
                <a:gd name="T39" fmla="*/ 139 h 175"/>
                <a:gd name="T40" fmla="*/ 113 w 144"/>
                <a:gd name="T41" fmla="*/ 167 h 175"/>
                <a:gd name="T42" fmla="*/ 103 w 144"/>
                <a:gd name="T43" fmla="*/ 154 h 175"/>
                <a:gd name="T44" fmla="*/ 104 w 144"/>
                <a:gd name="T45" fmla="*/ 146 h 175"/>
                <a:gd name="T46" fmla="*/ 138 w 144"/>
                <a:gd name="T47" fmla="*/ 9 h 175"/>
                <a:gd name="T48" fmla="*/ 84 w 144"/>
                <a:gd name="T49" fmla="*/ 139 h 175"/>
                <a:gd name="T50" fmla="*/ 79 w 144"/>
                <a:gd name="T51" fmla="*/ 149 h 175"/>
                <a:gd name="T52" fmla="*/ 44 w 144"/>
                <a:gd name="T53" fmla="*/ 167 h 175"/>
                <a:gd name="T54" fmla="*/ 22 w 144"/>
                <a:gd name="T55" fmla="*/ 141 h 175"/>
                <a:gd name="T56" fmla="*/ 37 w 144"/>
                <a:gd name="T57" fmla="*/ 91 h 175"/>
                <a:gd name="T58" fmla="*/ 70 w 144"/>
                <a:gd name="T59" fmla="*/ 71 h 175"/>
                <a:gd name="T60" fmla="*/ 95 w 144"/>
                <a:gd name="T61" fmla="*/ 93 h 175"/>
                <a:gd name="T62" fmla="*/ 84 w 144"/>
                <a:gd name="T63" fmla="*/ 139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4" h="175">
                  <a:moveTo>
                    <a:pt x="138" y="9"/>
                  </a:moveTo>
                  <a:cubicBezTo>
                    <a:pt x="139" y="6"/>
                    <a:pt x="139" y="5"/>
                    <a:pt x="139" y="4"/>
                  </a:cubicBezTo>
                  <a:cubicBezTo>
                    <a:pt x="139" y="0"/>
                    <a:pt x="135" y="0"/>
                    <a:pt x="131" y="0"/>
                  </a:cubicBezTo>
                  <a:lnTo>
                    <a:pt x="101" y="2"/>
                  </a:lnTo>
                  <a:cubicBezTo>
                    <a:pt x="97" y="3"/>
                    <a:pt x="96" y="3"/>
                    <a:pt x="95" y="4"/>
                  </a:cubicBezTo>
                  <a:cubicBezTo>
                    <a:pt x="94" y="5"/>
                    <a:pt x="93" y="8"/>
                    <a:pt x="93" y="10"/>
                  </a:cubicBezTo>
                  <a:cubicBezTo>
                    <a:pt x="93" y="14"/>
                    <a:pt x="97" y="14"/>
                    <a:pt x="101" y="14"/>
                  </a:cubicBezTo>
                  <a:cubicBezTo>
                    <a:pt x="101" y="14"/>
                    <a:pt x="105" y="14"/>
                    <a:pt x="109" y="14"/>
                  </a:cubicBezTo>
                  <a:cubicBezTo>
                    <a:pt x="114" y="15"/>
                    <a:pt x="114" y="16"/>
                    <a:pt x="114" y="18"/>
                  </a:cubicBezTo>
                  <a:cubicBezTo>
                    <a:pt x="114" y="19"/>
                    <a:pt x="112" y="26"/>
                    <a:pt x="111" y="31"/>
                  </a:cubicBezTo>
                  <a:lnTo>
                    <a:pt x="99" y="78"/>
                  </a:lnTo>
                  <a:cubicBezTo>
                    <a:pt x="95" y="71"/>
                    <a:pt x="85" y="63"/>
                    <a:pt x="70" y="63"/>
                  </a:cubicBezTo>
                  <a:cubicBezTo>
                    <a:pt x="35" y="63"/>
                    <a:pt x="0" y="97"/>
                    <a:pt x="0" y="132"/>
                  </a:cubicBezTo>
                  <a:cubicBezTo>
                    <a:pt x="0" y="157"/>
                    <a:pt x="18" y="175"/>
                    <a:pt x="43" y="175"/>
                  </a:cubicBezTo>
                  <a:cubicBezTo>
                    <a:pt x="64" y="175"/>
                    <a:pt x="80" y="161"/>
                    <a:pt x="83" y="158"/>
                  </a:cubicBezTo>
                  <a:cubicBezTo>
                    <a:pt x="87" y="170"/>
                    <a:pt x="101" y="175"/>
                    <a:pt x="112" y="175"/>
                  </a:cubicBezTo>
                  <a:cubicBezTo>
                    <a:pt x="122" y="175"/>
                    <a:pt x="129" y="170"/>
                    <a:pt x="134" y="161"/>
                  </a:cubicBezTo>
                  <a:cubicBezTo>
                    <a:pt x="140" y="152"/>
                    <a:pt x="144" y="138"/>
                    <a:pt x="144" y="137"/>
                  </a:cubicBezTo>
                  <a:cubicBezTo>
                    <a:pt x="144" y="133"/>
                    <a:pt x="139" y="133"/>
                    <a:pt x="138" y="133"/>
                  </a:cubicBezTo>
                  <a:cubicBezTo>
                    <a:pt x="134" y="133"/>
                    <a:pt x="134" y="135"/>
                    <a:pt x="132" y="139"/>
                  </a:cubicBezTo>
                  <a:cubicBezTo>
                    <a:pt x="128" y="157"/>
                    <a:pt x="122" y="167"/>
                    <a:pt x="113" y="167"/>
                  </a:cubicBezTo>
                  <a:cubicBezTo>
                    <a:pt x="106" y="167"/>
                    <a:pt x="103" y="161"/>
                    <a:pt x="103" y="154"/>
                  </a:cubicBezTo>
                  <a:cubicBezTo>
                    <a:pt x="103" y="151"/>
                    <a:pt x="103" y="148"/>
                    <a:pt x="104" y="146"/>
                  </a:cubicBezTo>
                  <a:lnTo>
                    <a:pt x="138" y="9"/>
                  </a:lnTo>
                  <a:close/>
                  <a:moveTo>
                    <a:pt x="84" y="139"/>
                  </a:moveTo>
                  <a:cubicBezTo>
                    <a:pt x="83" y="143"/>
                    <a:pt x="83" y="144"/>
                    <a:pt x="79" y="149"/>
                  </a:cubicBezTo>
                  <a:cubicBezTo>
                    <a:pt x="69" y="159"/>
                    <a:pt x="56" y="167"/>
                    <a:pt x="44" y="167"/>
                  </a:cubicBezTo>
                  <a:cubicBezTo>
                    <a:pt x="35" y="167"/>
                    <a:pt x="22" y="162"/>
                    <a:pt x="22" y="141"/>
                  </a:cubicBezTo>
                  <a:cubicBezTo>
                    <a:pt x="22" y="130"/>
                    <a:pt x="28" y="104"/>
                    <a:pt x="37" y="91"/>
                  </a:cubicBezTo>
                  <a:cubicBezTo>
                    <a:pt x="47" y="77"/>
                    <a:pt x="59" y="71"/>
                    <a:pt x="70" y="71"/>
                  </a:cubicBezTo>
                  <a:cubicBezTo>
                    <a:pt x="81" y="71"/>
                    <a:pt x="92" y="78"/>
                    <a:pt x="95" y="93"/>
                  </a:cubicBezTo>
                  <a:lnTo>
                    <a:pt x="84" y="1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4" name="Freeform 299"/>
            <p:cNvSpPr>
              <a:spLocks/>
            </p:cNvSpPr>
            <p:nvPr>
              <p:custDataLst>
                <p:tags r:id="rId17"/>
              </p:custDataLst>
            </p:nvPr>
          </p:nvSpPr>
          <p:spPr bwMode="auto">
            <a:xfrm>
              <a:off x="3533776" y="3709988"/>
              <a:ext cx="41275" cy="219075"/>
            </a:xfrm>
            <a:custGeom>
              <a:avLst/>
              <a:gdLst>
                <a:gd name="T0" fmla="*/ 84 w 91"/>
                <a:gd name="T1" fmla="*/ 0 h 348"/>
                <a:gd name="T2" fmla="*/ 0 w 91"/>
                <a:gd name="T3" fmla="*/ 174 h 348"/>
                <a:gd name="T4" fmla="*/ 84 w 91"/>
                <a:gd name="T5" fmla="*/ 348 h 348"/>
                <a:gd name="T6" fmla="*/ 91 w 91"/>
                <a:gd name="T7" fmla="*/ 344 h 348"/>
                <a:gd name="T8" fmla="*/ 87 w 91"/>
                <a:gd name="T9" fmla="*/ 339 h 348"/>
                <a:gd name="T10" fmla="*/ 24 w 91"/>
                <a:gd name="T11" fmla="*/ 174 h 348"/>
                <a:gd name="T12" fmla="*/ 88 w 91"/>
                <a:gd name="T13" fmla="*/ 8 h 348"/>
                <a:gd name="T14" fmla="*/ 91 w 91"/>
                <a:gd name="T15" fmla="*/ 4 h 348"/>
                <a:gd name="T16" fmla="*/ 84 w 91"/>
                <a:gd name="T17"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48">
                  <a:moveTo>
                    <a:pt x="84" y="0"/>
                  </a:moveTo>
                  <a:cubicBezTo>
                    <a:pt x="17" y="46"/>
                    <a:pt x="0" y="120"/>
                    <a:pt x="0" y="174"/>
                  </a:cubicBezTo>
                  <a:cubicBezTo>
                    <a:pt x="0" y="223"/>
                    <a:pt x="15" y="300"/>
                    <a:pt x="84" y="348"/>
                  </a:cubicBezTo>
                  <a:cubicBezTo>
                    <a:pt x="87" y="348"/>
                    <a:pt x="91" y="348"/>
                    <a:pt x="91" y="344"/>
                  </a:cubicBezTo>
                  <a:cubicBezTo>
                    <a:pt x="91" y="342"/>
                    <a:pt x="90" y="342"/>
                    <a:pt x="87" y="339"/>
                  </a:cubicBezTo>
                  <a:cubicBezTo>
                    <a:pt x="41" y="297"/>
                    <a:pt x="24" y="238"/>
                    <a:pt x="24" y="174"/>
                  </a:cubicBezTo>
                  <a:cubicBezTo>
                    <a:pt x="24" y="80"/>
                    <a:pt x="60" y="34"/>
                    <a:pt x="88" y="8"/>
                  </a:cubicBezTo>
                  <a:cubicBezTo>
                    <a:pt x="90" y="7"/>
                    <a:pt x="91" y="6"/>
                    <a:pt x="91" y="4"/>
                  </a:cubicBezTo>
                  <a:cubicBezTo>
                    <a:pt x="91" y="0"/>
                    <a:pt x="87" y="0"/>
                    <a:pt x="84" y="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5" name="Freeform 300"/>
            <p:cNvSpPr>
              <a:spLocks noEditPoints="1"/>
            </p:cNvSpPr>
            <p:nvPr>
              <p:custDataLst>
                <p:tags r:id="rId18"/>
              </p:custDataLst>
            </p:nvPr>
          </p:nvSpPr>
          <p:spPr bwMode="auto">
            <a:xfrm>
              <a:off x="3595689" y="3779838"/>
              <a:ext cx="92075" cy="96838"/>
            </a:xfrm>
            <a:custGeom>
              <a:avLst/>
              <a:gdLst>
                <a:gd name="T0" fmla="*/ 184 w 202"/>
                <a:gd name="T1" fmla="*/ 24 h 154"/>
                <a:gd name="T2" fmla="*/ 197 w 202"/>
                <a:gd name="T3" fmla="*/ 21 h 154"/>
                <a:gd name="T4" fmla="*/ 202 w 202"/>
                <a:gd name="T5" fmla="*/ 10 h 154"/>
                <a:gd name="T6" fmla="*/ 187 w 202"/>
                <a:gd name="T7" fmla="*/ 0 h 154"/>
                <a:gd name="T8" fmla="*/ 98 w 202"/>
                <a:gd name="T9" fmla="*/ 0 h 154"/>
                <a:gd name="T10" fmla="*/ 0 w 202"/>
                <a:gd name="T11" fmla="*/ 97 h 154"/>
                <a:gd name="T12" fmla="*/ 60 w 202"/>
                <a:gd name="T13" fmla="*/ 154 h 154"/>
                <a:gd name="T14" fmla="*/ 154 w 202"/>
                <a:gd name="T15" fmla="*/ 61 h 154"/>
                <a:gd name="T16" fmla="*/ 144 w 202"/>
                <a:gd name="T17" fmla="*/ 24 h 154"/>
                <a:gd name="T18" fmla="*/ 184 w 202"/>
                <a:gd name="T19" fmla="*/ 24 h 154"/>
                <a:gd name="T20" fmla="*/ 60 w 202"/>
                <a:gd name="T21" fmla="*/ 144 h 154"/>
                <a:gd name="T22" fmla="*/ 26 w 202"/>
                <a:gd name="T23" fmla="*/ 107 h 154"/>
                <a:gd name="T24" fmla="*/ 92 w 202"/>
                <a:gd name="T25" fmla="*/ 24 h 154"/>
                <a:gd name="T26" fmla="*/ 128 w 202"/>
                <a:gd name="T27" fmla="*/ 57 h 154"/>
                <a:gd name="T28" fmla="*/ 108 w 202"/>
                <a:gd name="T29" fmla="*/ 118 h 154"/>
                <a:gd name="T30" fmla="*/ 60 w 202"/>
                <a:gd name="T31" fmla="*/ 14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2" h="154">
                  <a:moveTo>
                    <a:pt x="184" y="24"/>
                  </a:moveTo>
                  <a:cubicBezTo>
                    <a:pt x="190" y="24"/>
                    <a:pt x="193" y="24"/>
                    <a:pt x="197" y="21"/>
                  </a:cubicBezTo>
                  <a:cubicBezTo>
                    <a:pt x="201" y="17"/>
                    <a:pt x="202" y="12"/>
                    <a:pt x="202" y="10"/>
                  </a:cubicBezTo>
                  <a:cubicBezTo>
                    <a:pt x="202" y="0"/>
                    <a:pt x="193" y="0"/>
                    <a:pt x="187" y="0"/>
                  </a:cubicBezTo>
                  <a:lnTo>
                    <a:pt x="98" y="0"/>
                  </a:lnTo>
                  <a:cubicBezTo>
                    <a:pt x="42" y="0"/>
                    <a:pt x="0" y="55"/>
                    <a:pt x="0" y="97"/>
                  </a:cubicBezTo>
                  <a:cubicBezTo>
                    <a:pt x="0" y="130"/>
                    <a:pt x="24" y="154"/>
                    <a:pt x="60" y="154"/>
                  </a:cubicBezTo>
                  <a:cubicBezTo>
                    <a:pt x="104" y="154"/>
                    <a:pt x="154" y="114"/>
                    <a:pt x="154" y="61"/>
                  </a:cubicBezTo>
                  <a:cubicBezTo>
                    <a:pt x="154" y="55"/>
                    <a:pt x="154" y="40"/>
                    <a:pt x="144" y="24"/>
                  </a:cubicBezTo>
                  <a:lnTo>
                    <a:pt x="184" y="24"/>
                  </a:lnTo>
                  <a:close/>
                  <a:moveTo>
                    <a:pt x="60" y="144"/>
                  </a:moveTo>
                  <a:cubicBezTo>
                    <a:pt x="41" y="144"/>
                    <a:pt x="26" y="132"/>
                    <a:pt x="26" y="107"/>
                  </a:cubicBezTo>
                  <a:cubicBezTo>
                    <a:pt x="26" y="96"/>
                    <a:pt x="32" y="24"/>
                    <a:pt x="92" y="24"/>
                  </a:cubicBezTo>
                  <a:cubicBezTo>
                    <a:pt x="110" y="24"/>
                    <a:pt x="128" y="30"/>
                    <a:pt x="128" y="57"/>
                  </a:cubicBezTo>
                  <a:cubicBezTo>
                    <a:pt x="128" y="63"/>
                    <a:pt x="125" y="95"/>
                    <a:pt x="108" y="118"/>
                  </a:cubicBezTo>
                  <a:cubicBezTo>
                    <a:pt x="93" y="137"/>
                    <a:pt x="74" y="144"/>
                    <a:pt x="60" y="14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6" name="Freeform 301"/>
            <p:cNvSpPr>
              <a:spLocks/>
            </p:cNvSpPr>
            <p:nvPr>
              <p:custDataLst>
                <p:tags r:id="rId19"/>
              </p:custDataLst>
            </p:nvPr>
          </p:nvSpPr>
          <p:spPr bwMode="auto">
            <a:xfrm>
              <a:off x="3703639" y="3846513"/>
              <a:ext cx="55563" cy="71438"/>
            </a:xfrm>
            <a:custGeom>
              <a:avLst/>
              <a:gdLst>
                <a:gd name="T0" fmla="*/ 101 w 122"/>
                <a:gd name="T1" fmla="*/ 14 h 113"/>
                <a:gd name="T2" fmla="*/ 90 w 122"/>
                <a:gd name="T3" fmla="*/ 29 h 113"/>
                <a:gd name="T4" fmla="*/ 101 w 122"/>
                <a:gd name="T5" fmla="*/ 39 h 113"/>
                <a:gd name="T6" fmla="*/ 116 w 122"/>
                <a:gd name="T7" fmla="*/ 22 h 113"/>
                <a:gd name="T8" fmla="*/ 79 w 122"/>
                <a:gd name="T9" fmla="*/ 0 h 113"/>
                <a:gd name="T10" fmla="*/ 0 w 122"/>
                <a:gd name="T11" fmla="*/ 68 h 113"/>
                <a:gd name="T12" fmla="*/ 53 w 122"/>
                <a:gd name="T13" fmla="*/ 113 h 113"/>
                <a:gd name="T14" fmla="*/ 95 w 122"/>
                <a:gd name="T15" fmla="*/ 107 h 113"/>
                <a:gd name="T16" fmla="*/ 122 w 122"/>
                <a:gd name="T17" fmla="*/ 86 h 113"/>
                <a:gd name="T18" fmla="*/ 116 w 122"/>
                <a:gd name="T19" fmla="*/ 80 h 113"/>
                <a:gd name="T20" fmla="*/ 111 w 122"/>
                <a:gd name="T21" fmla="*/ 85 h 113"/>
                <a:gd name="T22" fmla="*/ 54 w 122"/>
                <a:gd name="T23" fmla="*/ 105 h 113"/>
                <a:gd name="T24" fmla="*/ 23 w 122"/>
                <a:gd name="T25" fmla="*/ 76 h 113"/>
                <a:gd name="T26" fmla="*/ 79 w 122"/>
                <a:gd name="T27" fmla="*/ 9 h 113"/>
                <a:gd name="T28" fmla="*/ 101 w 122"/>
                <a:gd name="T29" fmla="*/ 1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13">
                  <a:moveTo>
                    <a:pt x="101" y="14"/>
                  </a:moveTo>
                  <a:cubicBezTo>
                    <a:pt x="97" y="16"/>
                    <a:pt x="90" y="21"/>
                    <a:pt x="90" y="29"/>
                  </a:cubicBezTo>
                  <a:cubicBezTo>
                    <a:pt x="90" y="36"/>
                    <a:pt x="95" y="39"/>
                    <a:pt x="101" y="39"/>
                  </a:cubicBezTo>
                  <a:cubicBezTo>
                    <a:pt x="107" y="39"/>
                    <a:pt x="116" y="35"/>
                    <a:pt x="116" y="22"/>
                  </a:cubicBezTo>
                  <a:cubicBezTo>
                    <a:pt x="116" y="4"/>
                    <a:pt x="92" y="0"/>
                    <a:pt x="79" y="0"/>
                  </a:cubicBezTo>
                  <a:cubicBezTo>
                    <a:pt x="37" y="0"/>
                    <a:pt x="0" y="35"/>
                    <a:pt x="0" y="68"/>
                  </a:cubicBezTo>
                  <a:cubicBezTo>
                    <a:pt x="0" y="89"/>
                    <a:pt x="16" y="113"/>
                    <a:pt x="53" y="113"/>
                  </a:cubicBezTo>
                  <a:cubicBezTo>
                    <a:pt x="58" y="113"/>
                    <a:pt x="78" y="113"/>
                    <a:pt x="95" y="107"/>
                  </a:cubicBezTo>
                  <a:cubicBezTo>
                    <a:pt x="112" y="100"/>
                    <a:pt x="122" y="89"/>
                    <a:pt x="122" y="86"/>
                  </a:cubicBezTo>
                  <a:cubicBezTo>
                    <a:pt x="122" y="84"/>
                    <a:pt x="118" y="80"/>
                    <a:pt x="116" y="80"/>
                  </a:cubicBezTo>
                  <a:cubicBezTo>
                    <a:pt x="115" y="80"/>
                    <a:pt x="115" y="81"/>
                    <a:pt x="111" y="85"/>
                  </a:cubicBezTo>
                  <a:cubicBezTo>
                    <a:pt x="99" y="97"/>
                    <a:pt x="79" y="105"/>
                    <a:pt x="54" y="105"/>
                  </a:cubicBezTo>
                  <a:cubicBezTo>
                    <a:pt x="33" y="105"/>
                    <a:pt x="23" y="93"/>
                    <a:pt x="23" y="76"/>
                  </a:cubicBezTo>
                  <a:cubicBezTo>
                    <a:pt x="23" y="50"/>
                    <a:pt x="39" y="9"/>
                    <a:pt x="79" y="9"/>
                  </a:cubicBezTo>
                  <a:cubicBezTo>
                    <a:pt x="81" y="9"/>
                    <a:pt x="94" y="9"/>
                    <a:pt x="101" y="1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7" name="Freeform 302"/>
            <p:cNvSpPr>
              <a:spLocks noEditPoints="1"/>
            </p:cNvSpPr>
            <p:nvPr>
              <p:custDataLst>
                <p:tags r:id="rId20"/>
              </p:custDataLst>
            </p:nvPr>
          </p:nvSpPr>
          <p:spPr bwMode="auto">
            <a:xfrm>
              <a:off x="3776664" y="3811588"/>
              <a:ext cx="39688" cy="106363"/>
            </a:xfrm>
            <a:custGeom>
              <a:avLst/>
              <a:gdLst>
                <a:gd name="T0" fmla="*/ 76 w 87"/>
                <a:gd name="T1" fmla="*/ 11 h 169"/>
                <a:gd name="T2" fmla="*/ 65 w 87"/>
                <a:gd name="T3" fmla="*/ 0 h 169"/>
                <a:gd name="T4" fmla="*/ 49 w 87"/>
                <a:gd name="T5" fmla="*/ 15 h 169"/>
                <a:gd name="T6" fmla="*/ 60 w 87"/>
                <a:gd name="T7" fmla="*/ 26 h 169"/>
                <a:gd name="T8" fmla="*/ 76 w 87"/>
                <a:gd name="T9" fmla="*/ 11 h 169"/>
                <a:gd name="T10" fmla="*/ 87 w 87"/>
                <a:gd name="T11" fmla="*/ 131 h 169"/>
                <a:gd name="T12" fmla="*/ 82 w 87"/>
                <a:gd name="T13" fmla="*/ 127 h 169"/>
                <a:gd name="T14" fmla="*/ 76 w 87"/>
                <a:gd name="T15" fmla="*/ 133 h 169"/>
                <a:gd name="T16" fmla="*/ 48 w 87"/>
                <a:gd name="T17" fmla="*/ 161 h 169"/>
                <a:gd name="T18" fmla="*/ 41 w 87"/>
                <a:gd name="T19" fmla="*/ 151 h 169"/>
                <a:gd name="T20" fmla="*/ 44 w 87"/>
                <a:gd name="T21" fmla="*/ 139 h 169"/>
                <a:gd name="T22" fmla="*/ 49 w 87"/>
                <a:gd name="T23" fmla="*/ 125 h 169"/>
                <a:gd name="T24" fmla="*/ 63 w 87"/>
                <a:gd name="T25" fmla="*/ 91 h 169"/>
                <a:gd name="T26" fmla="*/ 67 w 87"/>
                <a:gd name="T27" fmla="*/ 78 h 169"/>
                <a:gd name="T28" fmla="*/ 40 w 87"/>
                <a:gd name="T29" fmla="*/ 56 h 169"/>
                <a:gd name="T30" fmla="*/ 0 w 87"/>
                <a:gd name="T31" fmla="*/ 95 h 169"/>
                <a:gd name="T32" fmla="*/ 5 w 87"/>
                <a:gd name="T33" fmla="*/ 98 h 169"/>
                <a:gd name="T34" fmla="*/ 11 w 87"/>
                <a:gd name="T35" fmla="*/ 94 h 169"/>
                <a:gd name="T36" fmla="*/ 39 w 87"/>
                <a:gd name="T37" fmla="*/ 65 h 169"/>
                <a:gd name="T38" fmla="*/ 46 w 87"/>
                <a:gd name="T39" fmla="*/ 74 h 169"/>
                <a:gd name="T40" fmla="*/ 45 w 87"/>
                <a:gd name="T41" fmla="*/ 83 h 169"/>
                <a:gd name="T42" fmla="*/ 28 w 87"/>
                <a:gd name="T43" fmla="*/ 123 h 169"/>
                <a:gd name="T44" fmla="*/ 23 w 87"/>
                <a:gd name="T45" fmla="*/ 136 h 169"/>
                <a:gd name="T46" fmla="*/ 20 w 87"/>
                <a:gd name="T47" fmla="*/ 147 h 169"/>
                <a:gd name="T48" fmla="*/ 47 w 87"/>
                <a:gd name="T49" fmla="*/ 169 h 169"/>
                <a:gd name="T50" fmla="*/ 87 w 87"/>
                <a:gd name="T51" fmla="*/ 131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7" h="169">
                  <a:moveTo>
                    <a:pt x="76" y="11"/>
                  </a:moveTo>
                  <a:cubicBezTo>
                    <a:pt x="76" y="5"/>
                    <a:pt x="71" y="0"/>
                    <a:pt x="65" y="0"/>
                  </a:cubicBezTo>
                  <a:cubicBezTo>
                    <a:pt x="58" y="0"/>
                    <a:pt x="49" y="7"/>
                    <a:pt x="49" y="15"/>
                  </a:cubicBezTo>
                  <a:cubicBezTo>
                    <a:pt x="49" y="22"/>
                    <a:pt x="55" y="26"/>
                    <a:pt x="60" y="26"/>
                  </a:cubicBezTo>
                  <a:cubicBezTo>
                    <a:pt x="68" y="26"/>
                    <a:pt x="76" y="19"/>
                    <a:pt x="76" y="11"/>
                  </a:cubicBezTo>
                  <a:close/>
                  <a:moveTo>
                    <a:pt x="87" y="131"/>
                  </a:moveTo>
                  <a:cubicBezTo>
                    <a:pt x="87" y="127"/>
                    <a:pt x="83" y="127"/>
                    <a:pt x="82" y="127"/>
                  </a:cubicBezTo>
                  <a:cubicBezTo>
                    <a:pt x="78" y="127"/>
                    <a:pt x="78" y="128"/>
                    <a:pt x="76" y="133"/>
                  </a:cubicBezTo>
                  <a:cubicBezTo>
                    <a:pt x="72" y="146"/>
                    <a:pt x="61" y="161"/>
                    <a:pt x="48" y="161"/>
                  </a:cubicBezTo>
                  <a:cubicBezTo>
                    <a:pt x="43" y="161"/>
                    <a:pt x="41" y="157"/>
                    <a:pt x="41" y="151"/>
                  </a:cubicBezTo>
                  <a:cubicBezTo>
                    <a:pt x="41" y="146"/>
                    <a:pt x="42" y="143"/>
                    <a:pt x="44" y="139"/>
                  </a:cubicBezTo>
                  <a:cubicBezTo>
                    <a:pt x="46" y="134"/>
                    <a:pt x="48" y="129"/>
                    <a:pt x="49" y="125"/>
                  </a:cubicBezTo>
                  <a:cubicBezTo>
                    <a:pt x="50" y="123"/>
                    <a:pt x="60" y="100"/>
                    <a:pt x="63" y="91"/>
                  </a:cubicBezTo>
                  <a:cubicBezTo>
                    <a:pt x="65" y="86"/>
                    <a:pt x="67" y="83"/>
                    <a:pt x="67" y="78"/>
                  </a:cubicBezTo>
                  <a:cubicBezTo>
                    <a:pt x="67" y="66"/>
                    <a:pt x="55" y="56"/>
                    <a:pt x="40" y="56"/>
                  </a:cubicBezTo>
                  <a:cubicBezTo>
                    <a:pt x="14" y="56"/>
                    <a:pt x="0" y="88"/>
                    <a:pt x="0" y="95"/>
                  </a:cubicBezTo>
                  <a:cubicBezTo>
                    <a:pt x="0" y="98"/>
                    <a:pt x="4" y="98"/>
                    <a:pt x="5" y="98"/>
                  </a:cubicBezTo>
                  <a:cubicBezTo>
                    <a:pt x="9" y="98"/>
                    <a:pt x="9" y="97"/>
                    <a:pt x="11" y="94"/>
                  </a:cubicBezTo>
                  <a:cubicBezTo>
                    <a:pt x="16" y="76"/>
                    <a:pt x="28" y="65"/>
                    <a:pt x="39" y="65"/>
                  </a:cubicBezTo>
                  <a:cubicBezTo>
                    <a:pt x="44" y="65"/>
                    <a:pt x="46" y="68"/>
                    <a:pt x="46" y="74"/>
                  </a:cubicBezTo>
                  <a:cubicBezTo>
                    <a:pt x="46" y="75"/>
                    <a:pt x="46" y="79"/>
                    <a:pt x="45" y="83"/>
                  </a:cubicBezTo>
                  <a:cubicBezTo>
                    <a:pt x="43" y="88"/>
                    <a:pt x="32" y="114"/>
                    <a:pt x="28" y="123"/>
                  </a:cubicBezTo>
                  <a:cubicBezTo>
                    <a:pt x="27" y="127"/>
                    <a:pt x="27" y="128"/>
                    <a:pt x="23" y="136"/>
                  </a:cubicBezTo>
                  <a:cubicBezTo>
                    <a:pt x="22" y="140"/>
                    <a:pt x="20" y="143"/>
                    <a:pt x="20" y="147"/>
                  </a:cubicBezTo>
                  <a:cubicBezTo>
                    <a:pt x="20" y="160"/>
                    <a:pt x="32" y="169"/>
                    <a:pt x="47" y="169"/>
                  </a:cubicBezTo>
                  <a:cubicBezTo>
                    <a:pt x="73" y="169"/>
                    <a:pt x="87" y="137"/>
                    <a:pt x="87" y="1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8" name="Freeform 303"/>
            <p:cNvSpPr>
              <a:spLocks noEditPoints="1"/>
            </p:cNvSpPr>
            <p:nvPr>
              <p:custDataLst>
                <p:tags r:id="rId21"/>
              </p:custDataLst>
            </p:nvPr>
          </p:nvSpPr>
          <p:spPr bwMode="auto">
            <a:xfrm>
              <a:off x="3838576" y="3808413"/>
              <a:ext cx="66675" cy="109538"/>
            </a:xfrm>
            <a:custGeom>
              <a:avLst/>
              <a:gdLst>
                <a:gd name="T0" fmla="*/ 139 w 144"/>
                <a:gd name="T1" fmla="*/ 9 h 175"/>
                <a:gd name="T2" fmla="*/ 140 w 144"/>
                <a:gd name="T3" fmla="*/ 4 h 175"/>
                <a:gd name="T4" fmla="*/ 132 w 144"/>
                <a:gd name="T5" fmla="*/ 0 h 175"/>
                <a:gd name="T6" fmla="*/ 101 w 144"/>
                <a:gd name="T7" fmla="*/ 2 h 175"/>
                <a:gd name="T8" fmla="*/ 95 w 144"/>
                <a:gd name="T9" fmla="*/ 4 h 175"/>
                <a:gd name="T10" fmla="*/ 94 w 144"/>
                <a:gd name="T11" fmla="*/ 9 h 175"/>
                <a:gd name="T12" fmla="*/ 101 w 144"/>
                <a:gd name="T13" fmla="*/ 14 h 175"/>
                <a:gd name="T14" fmla="*/ 109 w 144"/>
                <a:gd name="T15" fmla="*/ 14 h 175"/>
                <a:gd name="T16" fmla="*/ 114 w 144"/>
                <a:gd name="T17" fmla="*/ 17 h 175"/>
                <a:gd name="T18" fmla="*/ 111 w 144"/>
                <a:gd name="T19" fmla="*/ 31 h 175"/>
                <a:gd name="T20" fmla="*/ 100 w 144"/>
                <a:gd name="T21" fmla="*/ 77 h 175"/>
                <a:gd name="T22" fmla="*/ 70 w 144"/>
                <a:gd name="T23" fmla="*/ 62 h 175"/>
                <a:gd name="T24" fmla="*/ 0 w 144"/>
                <a:gd name="T25" fmla="*/ 132 h 175"/>
                <a:gd name="T26" fmla="*/ 44 w 144"/>
                <a:gd name="T27" fmla="*/ 175 h 175"/>
                <a:gd name="T28" fmla="*/ 83 w 144"/>
                <a:gd name="T29" fmla="*/ 158 h 175"/>
                <a:gd name="T30" fmla="*/ 112 w 144"/>
                <a:gd name="T31" fmla="*/ 175 h 175"/>
                <a:gd name="T32" fmla="*/ 134 w 144"/>
                <a:gd name="T33" fmla="*/ 161 h 175"/>
                <a:gd name="T34" fmla="*/ 144 w 144"/>
                <a:gd name="T35" fmla="*/ 137 h 175"/>
                <a:gd name="T36" fmla="*/ 139 w 144"/>
                <a:gd name="T37" fmla="*/ 133 h 175"/>
                <a:gd name="T38" fmla="*/ 133 w 144"/>
                <a:gd name="T39" fmla="*/ 139 h 175"/>
                <a:gd name="T40" fmla="*/ 113 w 144"/>
                <a:gd name="T41" fmla="*/ 167 h 175"/>
                <a:gd name="T42" fmla="*/ 103 w 144"/>
                <a:gd name="T43" fmla="*/ 153 h 175"/>
                <a:gd name="T44" fmla="*/ 104 w 144"/>
                <a:gd name="T45" fmla="*/ 146 h 175"/>
                <a:gd name="T46" fmla="*/ 139 w 144"/>
                <a:gd name="T47" fmla="*/ 9 h 175"/>
                <a:gd name="T48" fmla="*/ 84 w 144"/>
                <a:gd name="T49" fmla="*/ 139 h 175"/>
                <a:gd name="T50" fmla="*/ 79 w 144"/>
                <a:gd name="T51" fmla="*/ 149 h 175"/>
                <a:gd name="T52" fmla="*/ 44 w 144"/>
                <a:gd name="T53" fmla="*/ 167 h 175"/>
                <a:gd name="T54" fmla="*/ 23 w 144"/>
                <a:gd name="T55" fmla="*/ 141 h 175"/>
                <a:gd name="T56" fmla="*/ 37 w 144"/>
                <a:gd name="T57" fmla="*/ 91 h 175"/>
                <a:gd name="T58" fmla="*/ 70 w 144"/>
                <a:gd name="T59" fmla="*/ 71 h 175"/>
                <a:gd name="T60" fmla="*/ 96 w 144"/>
                <a:gd name="T61" fmla="*/ 93 h 175"/>
                <a:gd name="T62" fmla="*/ 84 w 144"/>
                <a:gd name="T63" fmla="*/ 139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4" h="175">
                  <a:moveTo>
                    <a:pt x="139" y="9"/>
                  </a:moveTo>
                  <a:cubicBezTo>
                    <a:pt x="140" y="6"/>
                    <a:pt x="140" y="5"/>
                    <a:pt x="140" y="4"/>
                  </a:cubicBezTo>
                  <a:cubicBezTo>
                    <a:pt x="140" y="0"/>
                    <a:pt x="136" y="0"/>
                    <a:pt x="132" y="0"/>
                  </a:cubicBezTo>
                  <a:lnTo>
                    <a:pt x="101" y="2"/>
                  </a:lnTo>
                  <a:cubicBezTo>
                    <a:pt x="97" y="3"/>
                    <a:pt x="97" y="3"/>
                    <a:pt x="95" y="4"/>
                  </a:cubicBezTo>
                  <a:cubicBezTo>
                    <a:pt x="94" y="5"/>
                    <a:pt x="94" y="8"/>
                    <a:pt x="94" y="9"/>
                  </a:cubicBezTo>
                  <a:cubicBezTo>
                    <a:pt x="94" y="14"/>
                    <a:pt x="98" y="14"/>
                    <a:pt x="101" y="14"/>
                  </a:cubicBezTo>
                  <a:cubicBezTo>
                    <a:pt x="101" y="14"/>
                    <a:pt x="106" y="14"/>
                    <a:pt x="109" y="14"/>
                  </a:cubicBezTo>
                  <a:cubicBezTo>
                    <a:pt x="114" y="15"/>
                    <a:pt x="114" y="15"/>
                    <a:pt x="114" y="17"/>
                  </a:cubicBezTo>
                  <a:cubicBezTo>
                    <a:pt x="114" y="19"/>
                    <a:pt x="112" y="26"/>
                    <a:pt x="111" y="31"/>
                  </a:cubicBezTo>
                  <a:lnTo>
                    <a:pt x="100" y="77"/>
                  </a:lnTo>
                  <a:cubicBezTo>
                    <a:pt x="95" y="71"/>
                    <a:pt x="86" y="62"/>
                    <a:pt x="70" y="62"/>
                  </a:cubicBezTo>
                  <a:cubicBezTo>
                    <a:pt x="35" y="62"/>
                    <a:pt x="0" y="97"/>
                    <a:pt x="0" y="132"/>
                  </a:cubicBezTo>
                  <a:cubicBezTo>
                    <a:pt x="0" y="157"/>
                    <a:pt x="19" y="175"/>
                    <a:pt x="44" y="175"/>
                  </a:cubicBezTo>
                  <a:cubicBezTo>
                    <a:pt x="64" y="175"/>
                    <a:pt x="80" y="161"/>
                    <a:pt x="83" y="158"/>
                  </a:cubicBezTo>
                  <a:cubicBezTo>
                    <a:pt x="87" y="170"/>
                    <a:pt x="101" y="175"/>
                    <a:pt x="112" y="175"/>
                  </a:cubicBezTo>
                  <a:cubicBezTo>
                    <a:pt x="122" y="175"/>
                    <a:pt x="129" y="169"/>
                    <a:pt x="134" y="161"/>
                  </a:cubicBezTo>
                  <a:cubicBezTo>
                    <a:pt x="141" y="151"/>
                    <a:pt x="144" y="138"/>
                    <a:pt x="144" y="137"/>
                  </a:cubicBezTo>
                  <a:cubicBezTo>
                    <a:pt x="144" y="133"/>
                    <a:pt x="140" y="133"/>
                    <a:pt x="139" y="133"/>
                  </a:cubicBezTo>
                  <a:cubicBezTo>
                    <a:pt x="134" y="133"/>
                    <a:pt x="134" y="135"/>
                    <a:pt x="133" y="139"/>
                  </a:cubicBezTo>
                  <a:cubicBezTo>
                    <a:pt x="128" y="157"/>
                    <a:pt x="122" y="167"/>
                    <a:pt x="113" y="167"/>
                  </a:cubicBezTo>
                  <a:cubicBezTo>
                    <a:pt x="106" y="167"/>
                    <a:pt x="103" y="161"/>
                    <a:pt x="103" y="153"/>
                  </a:cubicBezTo>
                  <a:cubicBezTo>
                    <a:pt x="103" y="151"/>
                    <a:pt x="104" y="148"/>
                    <a:pt x="104" y="146"/>
                  </a:cubicBezTo>
                  <a:lnTo>
                    <a:pt x="139" y="9"/>
                  </a:lnTo>
                  <a:close/>
                  <a:moveTo>
                    <a:pt x="84" y="139"/>
                  </a:moveTo>
                  <a:cubicBezTo>
                    <a:pt x="83" y="143"/>
                    <a:pt x="83" y="144"/>
                    <a:pt x="79" y="149"/>
                  </a:cubicBezTo>
                  <a:cubicBezTo>
                    <a:pt x="70" y="159"/>
                    <a:pt x="57" y="167"/>
                    <a:pt x="44" y="167"/>
                  </a:cubicBezTo>
                  <a:cubicBezTo>
                    <a:pt x="36" y="167"/>
                    <a:pt x="23" y="162"/>
                    <a:pt x="23" y="141"/>
                  </a:cubicBezTo>
                  <a:cubicBezTo>
                    <a:pt x="23" y="130"/>
                    <a:pt x="29" y="104"/>
                    <a:pt x="37" y="91"/>
                  </a:cubicBezTo>
                  <a:cubicBezTo>
                    <a:pt x="47" y="77"/>
                    <a:pt x="60" y="71"/>
                    <a:pt x="70" y="71"/>
                  </a:cubicBezTo>
                  <a:cubicBezTo>
                    <a:pt x="81" y="71"/>
                    <a:pt x="92" y="78"/>
                    <a:pt x="96" y="93"/>
                  </a:cubicBezTo>
                  <a:lnTo>
                    <a:pt x="84" y="1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69" name="Freeform 304"/>
            <p:cNvSpPr>
              <a:spLocks/>
            </p:cNvSpPr>
            <p:nvPr>
              <p:custDataLst>
                <p:tags r:id="rId22"/>
              </p:custDataLst>
            </p:nvPr>
          </p:nvSpPr>
          <p:spPr bwMode="auto">
            <a:xfrm>
              <a:off x="3929064" y="3822701"/>
              <a:ext cx="71438" cy="109538"/>
            </a:xfrm>
            <a:custGeom>
              <a:avLst/>
              <a:gdLst>
                <a:gd name="T0" fmla="*/ 145 w 155"/>
                <a:gd name="T1" fmla="*/ 94 h 175"/>
                <a:gd name="T2" fmla="*/ 155 w 155"/>
                <a:gd name="T3" fmla="*/ 87 h 175"/>
                <a:gd name="T4" fmla="*/ 145 w 155"/>
                <a:gd name="T5" fmla="*/ 80 h 175"/>
                <a:gd name="T6" fmla="*/ 15 w 155"/>
                <a:gd name="T7" fmla="*/ 80 h 175"/>
                <a:gd name="T8" fmla="*/ 96 w 155"/>
                <a:gd name="T9" fmla="*/ 14 h 175"/>
                <a:gd name="T10" fmla="*/ 145 w 155"/>
                <a:gd name="T11" fmla="*/ 14 h 175"/>
                <a:gd name="T12" fmla="*/ 155 w 155"/>
                <a:gd name="T13" fmla="*/ 7 h 175"/>
                <a:gd name="T14" fmla="*/ 145 w 155"/>
                <a:gd name="T15" fmla="*/ 0 h 175"/>
                <a:gd name="T16" fmla="*/ 95 w 155"/>
                <a:gd name="T17" fmla="*/ 0 h 175"/>
                <a:gd name="T18" fmla="*/ 0 w 155"/>
                <a:gd name="T19" fmla="*/ 87 h 175"/>
                <a:gd name="T20" fmla="*/ 95 w 155"/>
                <a:gd name="T21" fmla="*/ 175 h 175"/>
                <a:gd name="T22" fmla="*/ 145 w 155"/>
                <a:gd name="T23" fmla="*/ 175 h 175"/>
                <a:gd name="T24" fmla="*/ 155 w 155"/>
                <a:gd name="T25" fmla="*/ 168 h 175"/>
                <a:gd name="T26" fmla="*/ 145 w 155"/>
                <a:gd name="T27" fmla="*/ 161 h 175"/>
                <a:gd name="T28" fmla="*/ 96 w 155"/>
                <a:gd name="T29" fmla="*/ 161 h 175"/>
                <a:gd name="T30" fmla="*/ 15 w 155"/>
                <a:gd name="T31" fmla="*/ 94 h 175"/>
                <a:gd name="T32" fmla="*/ 145 w 155"/>
                <a:gd name="T33" fmla="*/ 94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5" h="175">
                  <a:moveTo>
                    <a:pt x="145" y="94"/>
                  </a:moveTo>
                  <a:cubicBezTo>
                    <a:pt x="149" y="94"/>
                    <a:pt x="155" y="94"/>
                    <a:pt x="155" y="87"/>
                  </a:cubicBezTo>
                  <a:cubicBezTo>
                    <a:pt x="155" y="80"/>
                    <a:pt x="149" y="80"/>
                    <a:pt x="145" y="80"/>
                  </a:cubicBezTo>
                  <a:lnTo>
                    <a:pt x="15" y="80"/>
                  </a:lnTo>
                  <a:cubicBezTo>
                    <a:pt x="18" y="45"/>
                    <a:pt x="51" y="14"/>
                    <a:pt x="96" y="14"/>
                  </a:cubicBezTo>
                  <a:lnTo>
                    <a:pt x="145" y="14"/>
                  </a:lnTo>
                  <a:cubicBezTo>
                    <a:pt x="149" y="14"/>
                    <a:pt x="155" y="14"/>
                    <a:pt x="155" y="7"/>
                  </a:cubicBezTo>
                  <a:cubicBezTo>
                    <a:pt x="155" y="0"/>
                    <a:pt x="149" y="0"/>
                    <a:pt x="145" y="0"/>
                  </a:cubicBezTo>
                  <a:lnTo>
                    <a:pt x="95" y="0"/>
                  </a:lnTo>
                  <a:cubicBezTo>
                    <a:pt x="45" y="0"/>
                    <a:pt x="0" y="37"/>
                    <a:pt x="0" y="87"/>
                  </a:cubicBezTo>
                  <a:cubicBezTo>
                    <a:pt x="0" y="137"/>
                    <a:pt x="45" y="175"/>
                    <a:pt x="95" y="175"/>
                  </a:cubicBezTo>
                  <a:lnTo>
                    <a:pt x="145" y="175"/>
                  </a:lnTo>
                  <a:cubicBezTo>
                    <a:pt x="149" y="175"/>
                    <a:pt x="155" y="175"/>
                    <a:pt x="155" y="168"/>
                  </a:cubicBezTo>
                  <a:cubicBezTo>
                    <a:pt x="155" y="161"/>
                    <a:pt x="149" y="161"/>
                    <a:pt x="145" y="161"/>
                  </a:cubicBezTo>
                  <a:lnTo>
                    <a:pt x="96" y="161"/>
                  </a:lnTo>
                  <a:cubicBezTo>
                    <a:pt x="51" y="161"/>
                    <a:pt x="18" y="130"/>
                    <a:pt x="15" y="94"/>
                  </a:cubicBezTo>
                  <a:lnTo>
                    <a:pt x="145"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0" name="Freeform 305"/>
            <p:cNvSpPr>
              <a:spLocks/>
            </p:cNvSpPr>
            <p:nvPr>
              <p:custDataLst>
                <p:tags r:id="rId23"/>
              </p:custDataLst>
            </p:nvPr>
          </p:nvSpPr>
          <p:spPr bwMode="auto">
            <a:xfrm>
              <a:off x="4035426" y="3798888"/>
              <a:ext cx="50800" cy="157163"/>
            </a:xfrm>
            <a:custGeom>
              <a:avLst/>
              <a:gdLst>
                <a:gd name="T0" fmla="*/ 67 w 112"/>
                <a:gd name="T1" fmla="*/ 32 h 249"/>
                <a:gd name="T2" fmla="*/ 109 w 112"/>
                <a:gd name="T3" fmla="*/ 8 h 249"/>
                <a:gd name="T4" fmla="*/ 112 w 112"/>
                <a:gd name="T5" fmla="*/ 4 h 249"/>
                <a:gd name="T6" fmla="*/ 105 w 112"/>
                <a:gd name="T7" fmla="*/ 0 h 249"/>
                <a:gd name="T8" fmla="*/ 46 w 112"/>
                <a:gd name="T9" fmla="*/ 29 h 249"/>
                <a:gd name="T10" fmla="*/ 45 w 112"/>
                <a:gd name="T11" fmla="*/ 39 h 249"/>
                <a:gd name="T12" fmla="*/ 45 w 112"/>
                <a:gd name="T13" fmla="*/ 84 h 249"/>
                <a:gd name="T14" fmla="*/ 37 w 112"/>
                <a:gd name="T15" fmla="*/ 110 h 249"/>
                <a:gd name="T16" fmla="*/ 7 w 112"/>
                <a:gd name="T17" fmla="*/ 120 h 249"/>
                <a:gd name="T18" fmla="*/ 0 w 112"/>
                <a:gd name="T19" fmla="*/ 124 h 249"/>
                <a:gd name="T20" fmla="*/ 4 w 112"/>
                <a:gd name="T21" fmla="*/ 128 h 249"/>
                <a:gd name="T22" fmla="*/ 45 w 112"/>
                <a:gd name="T23" fmla="*/ 154 h 249"/>
                <a:gd name="T24" fmla="*/ 45 w 112"/>
                <a:gd name="T25" fmla="*/ 206 h 249"/>
                <a:gd name="T26" fmla="*/ 65 w 112"/>
                <a:gd name="T27" fmla="*/ 242 h 249"/>
                <a:gd name="T28" fmla="*/ 105 w 112"/>
                <a:gd name="T29" fmla="*/ 249 h 249"/>
                <a:gd name="T30" fmla="*/ 112 w 112"/>
                <a:gd name="T31" fmla="*/ 244 h 249"/>
                <a:gd name="T32" fmla="*/ 108 w 112"/>
                <a:gd name="T33" fmla="*/ 240 h 249"/>
                <a:gd name="T34" fmla="*/ 67 w 112"/>
                <a:gd name="T35" fmla="*/ 220 h 249"/>
                <a:gd name="T36" fmla="*/ 67 w 112"/>
                <a:gd name="T37" fmla="*/ 212 h 249"/>
                <a:gd name="T38" fmla="*/ 67 w 112"/>
                <a:gd name="T39" fmla="*/ 158 h 249"/>
                <a:gd name="T40" fmla="*/ 37 w 112"/>
                <a:gd name="T41" fmla="*/ 124 h 249"/>
                <a:gd name="T42" fmla="*/ 67 w 112"/>
                <a:gd name="T43" fmla="*/ 93 h 249"/>
                <a:gd name="T44" fmla="*/ 67 w 112"/>
                <a:gd name="T45" fmla="*/ 3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2" h="249">
                  <a:moveTo>
                    <a:pt x="67" y="32"/>
                  </a:moveTo>
                  <a:cubicBezTo>
                    <a:pt x="67" y="25"/>
                    <a:pt x="72" y="10"/>
                    <a:pt x="109" y="8"/>
                  </a:cubicBezTo>
                  <a:cubicBezTo>
                    <a:pt x="110" y="8"/>
                    <a:pt x="112" y="7"/>
                    <a:pt x="112" y="4"/>
                  </a:cubicBezTo>
                  <a:cubicBezTo>
                    <a:pt x="112" y="0"/>
                    <a:pt x="110" y="0"/>
                    <a:pt x="105" y="0"/>
                  </a:cubicBezTo>
                  <a:cubicBezTo>
                    <a:pt x="85" y="0"/>
                    <a:pt x="50" y="3"/>
                    <a:pt x="46" y="29"/>
                  </a:cubicBezTo>
                  <a:cubicBezTo>
                    <a:pt x="45" y="31"/>
                    <a:pt x="45" y="31"/>
                    <a:pt x="45" y="39"/>
                  </a:cubicBezTo>
                  <a:lnTo>
                    <a:pt x="45" y="84"/>
                  </a:lnTo>
                  <a:cubicBezTo>
                    <a:pt x="45" y="98"/>
                    <a:pt x="45" y="104"/>
                    <a:pt x="37" y="110"/>
                  </a:cubicBezTo>
                  <a:cubicBezTo>
                    <a:pt x="27" y="118"/>
                    <a:pt x="14" y="120"/>
                    <a:pt x="7" y="120"/>
                  </a:cubicBezTo>
                  <a:cubicBezTo>
                    <a:pt x="3" y="120"/>
                    <a:pt x="0" y="120"/>
                    <a:pt x="0" y="124"/>
                  </a:cubicBezTo>
                  <a:cubicBezTo>
                    <a:pt x="0" y="125"/>
                    <a:pt x="0" y="128"/>
                    <a:pt x="4" y="128"/>
                  </a:cubicBezTo>
                  <a:cubicBezTo>
                    <a:pt x="39" y="130"/>
                    <a:pt x="45" y="146"/>
                    <a:pt x="45" y="154"/>
                  </a:cubicBezTo>
                  <a:lnTo>
                    <a:pt x="45" y="206"/>
                  </a:lnTo>
                  <a:cubicBezTo>
                    <a:pt x="45" y="222"/>
                    <a:pt x="45" y="233"/>
                    <a:pt x="65" y="242"/>
                  </a:cubicBezTo>
                  <a:cubicBezTo>
                    <a:pt x="73" y="245"/>
                    <a:pt x="88" y="249"/>
                    <a:pt x="105" y="249"/>
                  </a:cubicBezTo>
                  <a:cubicBezTo>
                    <a:pt x="110" y="249"/>
                    <a:pt x="112" y="249"/>
                    <a:pt x="112" y="244"/>
                  </a:cubicBezTo>
                  <a:cubicBezTo>
                    <a:pt x="112" y="244"/>
                    <a:pt x="112" y="240"/>
                    <a:pt x="108" y="240"/>
                  </a:cubicBezTo>
                  <a:cubicBezTo>
                    <a:pt x="83" y="239"/>
                    <a:pt x="71" y="231"/>
                    <a:pt x="67" y="220"/>
                  </a:cubicBezTo>
                  <a:cubicBezTo>
                    <a:pt x="67" y="218"/>
                    <a:pt x="67" y="215"/>
                    <a:pt x="67" y="212"/>
                  </a:cubicBezTo>
                  <a:lnTo>
                    <a:pt x="67" y="158"/>
                  </a:lnTo>
                  <a:cubicBezTo>
                    <a:pt x="67" y="150"/>
                    <a:pt x="67" y="132"/>
                    <a:pt x="37" y="124"/>
                  </a:cubicBezTo>
                  <a:cubicBezTo>
                    <a:pt x="57" y="119"/>
                    <a:pt x="67" y="108"/>
                    <a:pt x="67" y="93"/>
                  </a:cubicBezTo>
                  <a:lnTo>
                    <a:pt x="67" y="32"/>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1" name="Freeform 306"/>
            <p:cNvSpPr>
              <a:spLocks/>
            </p:cNvSpPr>
            <p:nvPr>
              <p:custDataLst>
                <p:tags r:id="rId24"/>
              </p:custDataLst>
            </p:nvPr>
          </p:nvSpPr>
          <p:spPr bwMode="auto">
            <a:xfrm>
              <a:off x="4111626" y="3810001"/>
              <a:ext cx="93663" cy="106363"/>
            </a:xfrm>
            <a:custGeom>
              <a:avLst/>
              <a:gdLst>
                <a:gd name="T0" fmla="*/ 174 w 202"/>
                <a:gd name="T1" fmla="*/ 22 h 169"/>
                <a:gd name="T2" fmla="*/ 194 w 202"/>
                <a:gd name="T3" fmla="*/ 11 h 169"/>
                <a:gd name="T4" fmla="*/ 202 w 202"/>
                <a:gd name="T5" fmla="*/ 11 h 169"/>
                <a:gd name="T6" fmla="*/ 202 w 202"/>
                <a:gd name="T7" fmla="*/ 0 h 169"/>
                <a:gd name="T8" fmla="*/ 0 w 202"/>
                <a:gd name="T9" fmla="*/ 0 h 169"/>
                <a:gd name="T10" fmla="*/ 0 w 202"/>
                <a:gd name="T11" fmla="*/ 11 h 169"/>
                <a:gd name="T12" fmla="*/ 7 w 202"/>
                <a:gd name="T13" fmla="*/ 11 h 169"/>
                <a:gd name="T14" fmla="*/ 27 w 202"/>
                <a:gd name="T15" fmla="*/ 22 h 169"/>
                <a:gd name="T16" fmla="*/ 27 w 202"/>
                <a:gd name="T17" fmla="*/ 148 h 169"/>
                <a:gd name="T18" fmla="*/ 7 w 202"/>
                <a:gd name="T19" fmla="*/ 158 h 169"/>
                <a:gd name="T20" fmla="*/ 0 w 202"/>
                <a:gd name="T21" fmla="*/ 158 h 169"/>
                <a:gd name="T22" fmla="*/ 0 w 202"/>
                <a:gd name="T23" fmla="*/ 169 h 169"/>
                <a:gd name="T24" fmla="*/ 40 w 202"/>
                <a:gd name="T25" fmla="*/ 168 h 169"/>
                <a:gd name="T26" fmla="*/ 81 w 202"/>
                <a:gd name="T27" fmla="*/ 169 h 169"/>
                <a:gd name="T28" fmla="*/ 81 w 202"/>
                <a:gd name="T29" fmla="*/ 158 h 169"/>
                <a:gd name="T30" fmla="*/ 74 w 202"/>
                <a:gd name="T31" fmla="*/ 158 h 169"/>
                <a:gd name="T32" fmla="*/ 54 w 202"/>
                <a:gd name="T33" fmla="*/ 148 h 169"/>
                <a:gd name="T34" fmla="*/ 54 w 202"/>
                <a:gd name="T35" fmla="*/ 11 h 169"/>
                <a:gd name="T36" fmla="*/ 148 w 202"/>
                <a:gd name="T37" fmla="*/ 11 h 169"/>
                <a:gd name="T38" fmla="*/ 148 w 202"/>
                <a:gd name="T39" fmla="*/ 148 h 169"/>
                <a:gd name="T40" fmla="*/ 128 w 202"/>
                <a:gd name="T41" fmla="*/ 158 h 169"/>
                <a:gd name="T42" fmla="*/ 120 w 202"/>
                <a:gd name="T43" fmla="*/ 158 h 169"/>
                <a:gd name="T44" fmla="*/ 120 w 202"/>
                <a:gd name="T45" fmla="*/ 169 h 169"/>
                <a:gd name="T46" fmla="*/ 161 w 202"/>
                <a:gd name="T47" fmla="*/ 168 h 169"/>
                <a:gd name="T48" fmla="*/ 202 w 202"/>
                <a:gd name="T49" fmla="*/ 169 h 169"/>
                <a:gd name="T50" fmla="*/ 202 w 202"/>
                <a:gd name="T51" fmla="*/ 158 h 169"/>
                <a:gd name="T52" fmla="*/ 194 w 202"/>
                <a:gd name="T53" fmla="*/ 158 h 169"/>
                <a:gd name="T54" fmla="*/ 174 w 202"/>
                <a:gd name="T55" fmla="*/ 148 h 169"/>
                <a:gd name="T56" fmla="*/ 174 w 202"/>
                <a:gd name="T57" fmla="*/ 22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2" h="169">
                  <a:moveTo>
                    <a:pt x="174" y="22"/>
                  </a:moveTo>
                  <a:cubicBezTo>
                    <a:pt x="174" y="14"/>
                    <a:pt x="174" y="11"/>
                    <a:pt x="194" y="11"/>
                  </a:cubicBezTo>
                  <a:lnTo>
                    <a:pt x="202" y="11"/>
                  </a:lnTo>
                  <a:lnTo>
                    <a:pt x="202" y="0"/>
                  </a:lnTo>
                  <a:lnTo>
                    <a:pt x="0" y="0"/>
                  </a:lnTo>
                  <a:lnTo>
                    <a:pt x="0" y="11"/>
                  </a:lnTo>
                  <a:lnTo>
                    <a:pt x="7" y="11"/>
                  </a:lnTo>
                  <a:cubicBezTo>
                    <a:pt x="27" y="11"/>
                    <a:pt x="27" y="14"/>
                    <a:pt x="27" y="22"/>
                  </a:cubicBezTo>
                  <a:lnTo>
                    <a:pt x="27" y="148"/>
                  </a:lnTo>
                  <a:cubicBezTo>
                    <a:pt x="27" y="156"/>
                    <a:pt x="27" y="158"/>
                    <a:pt x="7" y="158"/>
                  </a:cubicBezTo>
                  <a:lnTo>
                    <a:pt x="0" y="158"/>
                  </a:lnTo>
                  <a:lnTo>
                    <a:pt x="0" y="169"/>
                  </a:lnTo>
                  <a:cubicBezTo>
                    <a:pt x="11" y="169"/>
                    <a:pt x="26" y="168"/>
                    <a:pt x="40" y="168"/>
                  </a:cubicBezTo>
                  <a:cubicBezTo>
                    <a:pt x="55" y="168"/>
                    <a:pt x="70" y="169"/>
                    <a:pt x="81" y="169"/>
                  </a:cubicBezTo>
                  <a:lnTo>
                    <a:pt x="81" y="158"/>
                  </a:lnTo>
                  <a:lnTo>
                    <a:pt x="74" y="158"/>
                  </a:lnTo>
                  <a:cubicBezTo>
                    <a:pt x="54" y="158"/>
                    <a:pt x="54" y="156"/>
                    <a:pt x="54" y="148"/>
                  </a:cubicBezTo>
                  <a:lnTo>
                    <a:pt x="54" y="11"/>
                  </a:lnTo>
                  <a:lnTo>
                    <a:pt x="148" y="11"/>
                  </a:lnTo>
                  <a:lnTo>
                    <a:pt x="148" y="148"/>
                  </a:lnTo>
                  <a:cubicBezTo>
                    <a:pt x="148" y="156"/>
                    <a:pt x="148" y="158"/>
                    <a:pt x="128" y="158"/>
                  </a:cubicBezTo>
                  <a:lnTo>
                    <a:pt x="120" y="158"/>
                  </a:lnTo>
                  <a:lnTo>
                    <a:pt x="120" y="169"/>
                  </a:lnTo>
                  <a:cubicBezTo>
                    <a:pt x="132" y="169"/>
                    <a:pt x="147" y="168"/>
                    <a:pt x="161" y="168"/>
                  </a:cubicBezTo>
                  <a:cubicBezTo>
                    <a:pt x="175" y="168"/>
                    <a:pt x="191" y="169"/>
                    <a:pt x="202" y="169"/>
                  </a:cubicBezTo>
                  <a:lnTo>
                    <a:pt x="202" y="158"/>
                  </a:lnTo>
                  <a:lnTo>
                    <a:pt x="194" y="158"/>
                  </a:lnTo>
                  <a:cubicBezTo>
                    <a:pt x="174" y="158"/>
                    <a:pt x="174" y="156"/>
                    <a:pt x="174" y="148"/>
                  </a:cubicBezTo>
                  <a:lnTo>
                    <a:pt x="174" y="22"/>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2" name="Freeform 307"/>
            <p:cNvSpPr>
              <a:spLocks/>
            </p:cNvSpPr>
            <p:nvPr>
              <p:custDataLst>
                <p:tags r:id="rId25"/>
              </p:custDataLst>
            </p:nvPr>
          </p:nvSpPr>
          <p:spPr bwMode="auto">
            <a:xfrm>
              <a:off x="4225926" y="3902076"/>
              <a:ext cx="55563" cy="69850"/>
            </a:xfrm>
            <a:custGeom>
              <a:avLst/>
              <a:gdLst>
                <a:gd name="T0" fmla="*/ 101 w 121"/>
                <a:gd name="T1" fmla="*/ 14 h 112"/>
                <a:gd name="T2" fmla="*/ 90 w 121"/>
                <a:gd name="T3" fmla="*/ 29 h 112"/>
                <a:gd name="T4" fmla="*/ 101 w 121"/>
                <a:gd name="T5" fmla="*/ 39 h 112"/>
                <a:gd name="T6" fmla="*/ 116 w 121"/>
                <a:gd name="T7" fmla="*/ 22 h 112"/>
                <a:gd name="T8" fmla="*/ 78 w 121"/>
                <a:gd name="T9" fmla="*/ 0 h 112"/>
                <a:gd name="T10" fmla="*/ 0 w 121"/>
                <a:gd name="T11" fmla="*/ 67 h 112"/>
                <a:gd name="T12" fmla="*/ 53 w 121"/>
                <a:gd name="T13" fmla="*/ 112 h 112"/>
                <a:gd name="T14" fmla="*/ 95 w 121"/>
                <a:gd name="T15" fmla="*/ 106 h 112"/>
                <a:gd name="T16" fmla="*/ 121 w 121"/>
                <a:gd name="T17" fmla="*/ 85 h 112"/>
                <a:gd name="T18" fmla="*/ 116 w 121"/>
                <a:gd name="T19" fmla="*/ 80 h 112"/>
                <a:gd name="T20" fmla="*/ 110 w 121"/>
                <a:gd name="T21" fmla="*/ 84 h 112"/>
                <a:gd name="T22" fmla="*/ 54 w 121"/>
                <a:gd name="T23" fmla="*/ 104 h 112"/>
                <a:gd name="T24" fmla="*/ 23 w 121"/>
                <a:gd name="T25" fmla="*/ 75 h 112"/>
                <a:gd name="T26" fmla="*/ 78 w 121"/>
                <a:gd name="T27" fmla="*/ 8 h 112"/>
                <a:gd name="T28" fmla="*/ 101 w 121"/>
                <a:gd name="T29" fmla="*/ 1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 h="112">
                  <a:moveTo>
                    <a:pt x="101" y="14"/>
                  </a:moveTo>
                  <a:cubicBezTo>
                    <a:pt x="97" y="15"/>
                    <a:pt x="90" y="20"/>
                    <a:pt x="90" y="29"/>
                  </a:cubicBezTo>
                  <a:cubicBezTo>
                    <a:pt x="90" y="35"/>
                    <a:pt x="95" y="39"/>
                    <a:pt x="101" y="39"/>
                  </a:cubicBezTo>
                  <a:cubicBezTo>
                    <a:pt x="107" y="39"/>
                    <a:pt x="116" y="34"/>
                    <a:pt x="116" y="22"/>
                  </a:cubicBezTo>
                  <a:cubicBezTo>
                    <a:pt x="116" y="3"/>
                    <a:pt x="92" y="0"/>
                    <a:pt x="78" y="0"/>
                  </a:cubicBezTo>
                  <a:cubicBezTo>
                    <a:pt x="36" y="0"/>
                    <a:pt x="0" y="34"/>
                    <a:pt x="0" y="67"/>
                  </a:cubicBezTo>
                  <a:cubicBezTo>
                    <a:pt x="0" y="89"/>
                    <a:pt x="16" y="112"/>
                    <a:pt x="53" y="112"/>
                  </a:cubicBezTo>
                  <a:cubicBezTo>
                    <a:pt x="58" y="112"/>
                    <a:pt x="78" y="112"/>
                    <a:pt x="95" y="106"/>
                  </a:cubicBezTo>
                  <a:cubicBezTo>
                    <a:pt x="111" y="100"/>
                    <a:pt x="121" y="88"/>
                    <a:pt x="121" y="85"/>
                  </a:cubicBezTo>
                  <a:cubicBezTo>
                    <a:pt x="121" y="83"/>
                    <a:pt x="118" y="80"/>
                    <a:pt x="116" y="80"/>
                  </a:cubicBezTo>
                  <a:cubicBezTo>
                    <a:pt x="115" y="80"/>
                    <a:pt x="114" y="80"/>
                    <a:pt x="110" y="84"/>
                  </a:cubicBezTo>
                  <a:cubicBezTo>
                    <a:pt x="99" y="97"/>
                    <a:pt x="78" y="104"/>
                    <a:pt x="54" y="104"/>
                  </a:cubicBezTo>
                  <a:cubicBezTo>
                    <a:pt x="33" y="104"/>
                    <a:pt x="23" y="92"/>
                    <a:pt x="23" y="75"/>
                  </a:cubicBezTo>
                  <a:cubicBezTo>
                    <a:pt x="23" y="50"/>
                    <a:pt x="39" y="8"/>
                    <a:pt x="78" y="8"/>
                  </a:cubicBezTo>
                  <a:cubicBezTo>
                    <a:pt x="81" y="8"/>
                    <a:pt x="94" y="8"/>
                    <a:pt x="101" y="1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3" name="Freeform 308"/>
            <p:cNvSpPr>
              <a:spLocks noEditPoints="1"/>
            </p:cNvSpPr>
            <p:nvPr>
              <p:custDataLst>
                <p:tags r:id="rId26"/>
              </p:custDataLst>
            </p:nvPr>
          </p:nvSpPr>
          <p:spPr bwMode="auto">
            <a:xfrm>
              <a:off x="4298951" y="3867151"/>
              <a:ext cx="39688" cy="104775"/>
            </a:xfrm>
            <a:custGeom>
              <a:avLst/>
              <a:gdLst>
                <a:gd name="T0" fmla="*/ 75 w 87"/>
                <a:gd name="T1" fmla="*/ 11 h 168"/>
                <a:gd name="T2" fmla="*/ 64 w 87"/>
                <a:gd name="T3" fmla="*/ 0 h 168"/>
                <a:gd name="T4" fmla="*/ 49 w 87"/>
                <a:gd name="T5" fmla="*/ 15 h 168"/>
                <a:gd name="T6" fmla="*/ 60 w 87"/>
                <a:gd name="T7" fmla="*/ 25 h 168"/>
                <a:gd name="T8" fmla="*/ 75 w 87"/>
                <a:gd name="T9" fmla="*/ 11 h 168"/>
                <a:gd name="T10" fmla="*/ 87 w 87"/>
                <a:gd name="T11" fmla="*/ 130 h 168"/>
                <a:gd name="T12" fmla="*/ 82 w 87"/>
                <a:gd name="T13" fmla="*/ 126 h 168"/>
                <a:gd name="T14" fmla="*/ 76 w 87"/>
                <a:gd name="T15" fmla="*/ 132 h 168"/>
                <a:gd name="T16" fmla="*/ 48 w 87"/>
                <a:gd name="T17" fmla="*/ 160 h 168"/>
                <a:gd name="T18" fmla="*/ 41 w 87"/>
                <a:gd name="T19" fmla="*/ 151 h 168"/>
                <a:gd name="T20" fmla="*/ 44 w 87"/>
                <a:gd name="T21" fmla="*/ 138 h 168"/>
                <a:gd name="T22" fmla="*/ 49 w 87"/>
                <a:gd name="T23" fmla="*/ 124 h 168"/>
                <a:gd name="T24" fmla="*/ 63 w 87"/>
                <a:gd name="T25" fmla="*/ 90 h 168"/>
                <a:gd name="T26" fmla="*/ 67 w 87"/>
                <a:gd name="T27" fmla="*/ 78 h 168"/>
                <a:gd name="T28" fmla="*/ 40 w 87"/>
                <a:gd name="T29" fmla="*/ 56 h 168"/>
                <a:gd name="T30" fmla="*/ 0 w 87"/>
                <a:gd name="T31" fmla="*/ 94 h 168"/>
                <a:gd name="T32" fmla="*/ 5 w 87"/>
                <a:gd name="T33" fmla="*/ 98 h 168"/>
                <a:gd name="T34" fmla="*/ 11 w 87"/>
                <a:gd name="T35" fmla="*/ 93 h 168"/>
                <a:gd name="T36" fmla="*/ 39 w 87"/>
                <a:gd name="T37" fmla="*/ 64 h 168"/>
                <a:gd name="T38" fmla="*/ 46 w 87"/>
                <a:gd name="T39" fmla="*/ 74 h 168"/>
                <a:gd name="T40" fmla="*/ 45 w 87"/>
                <a:gd name="T41" fmla="*/ 83 h 168"/>
                <a:gd name="T42" fmla="*/ 28 w 87"/>
                <a:gd name="T43" fmla="*/ 122 h 168"/>
                <a:gd name="T44" fmla="*/ 23 w 87"/>
                <a:gd name="T45" fmla="*/ 135 h 168"/>
                <a:gd name="T46" fmla="*/ 20 w 87"/>
                <a:gd name="T47" fmla="*/ 147 h 168"/>
                <a:gd name="T48" fmla="*/ 47 w 87"/>
                <a:gd name="T49" fmla="*/ 168 h 168"/>
                <a:gd name="T50" fmla="*/ 87 w 87"/>
                <a:gd name="T51" fmla="*/ 13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7" h="168">
                  <a:moveTo>
                    <a:pt x="75" y="11"/>
                  </a:moveTo>
                  <a:cubicBezTo>
                    <a:pt x="75" y="5"/>
                    <a:pt x="71" y="0"/>
                    <a:pt x="64" y="0"/>
                  </a:cubicBezTo>
                  <a:cubicBezTo>
                    <a:pt x="58" y="0"/>
                    <a:pt x="49" y="7"/>
                    <a:pt x="49" y="15"/>
                  </a:cubicBezTo>
                  <a:cubicBezTo>
                    <a:pt x="49" y="22"/>
                    <a:pt x="55" y="25"/>
                    <a:pt x="60" y="25"/>
                  </a:cubicBezTo>
                  <a:cubicBezTo>
                    <a:pt x="68" y="25"/>
                    <a:pt x="75" y="18"/>
                    <a:pt x="75" y="11"/>
                  </a:cubicBezTo>
                  <a:close/>
                  <a:moveTo>
                    <a:pt x="87" y="130"/>
                  </a:moveTo>
                  <a:cubicBezTo>
                    <a:pt x="87" y="126"/>
                    <a:pt x="83" y="126"/>
                    <a:pt x="82" y="126"/>
                  </a:cubicBezTo>
                  <a:cubicBezTo>
                    <a:pt x="78" y="126"/>
                    <a:pt x="77" y="127"/>
                    <a:pt x="76" y="132"/>
                  </a:cubicBezTo>
                  <a:cubicBezTo>
                    <a:pt x="72" y="146"/>
                    <a:pt x="61" y="160"/>
                    <a:pt x="48" y="160"/>
                  </a:cubicBezTo>
                  <a:cubicBezTo>
                    <a:pt x="42" y="160"/>
                    <a:pt x="41" y="156"/>
                    <a:pt x="41" y="151"/>
                  </a:cubicBezTo>
                  <a:cubicBezTo>
                    <a:pt x="41" y="145"/>
                    <a:pt x="42" y="143"/>
                    <a:pt x="44" y="138"/>
                  </a:cubicBezTo>
                  <a:cubicBezTo>
                    <a:pt x="46" y="133"/>
                    <a:pt x="48" y="128"/>
                    <a:pt x="49" y="124"/>
                  </a:cubicBezTo>
                  <a:cubicBezTo>
                    <a:pt x="50" y="122"/>
                    <a:pt x="60" y="99"/>
                    <a:pt x="63" y="90"/>
                  </a:cubicBezTo>
                  <a:cubicBezTo>
                    <a:pt x="65" y="85"/>
                    <a:pt x="67" y="82"/>
                    <a:pt x="67" y="78"/>
                  </a:cubicBezTo>
                  <a:cubicBezTo>
                    <a:pt x="67" y="66"/>
                    <a:pt x="55" y="56"/>
                    <a:pt x="40" y="56"/>
                  </a:cubicBezTo>
                  <a:cubicBezTo>
                    <a:pt x="14" y="56"/>
                    <a:pt x="0" y="88"/>
                    <a:pt x="0" y="94"/>
                  </a:cubicBezTo>
                  <a:cubicBezTo>
                    <a:pt x="0" y="98"/>
                    <a:pt x="4" y="98"/>
                    <a:pt x="5" y="98"/>
                  </a:cubicBezTo>
                  <a:cubicBezTo>
                    <a:pt x="9" y="98"/>
                    <a:pt x="9" y="97"/>
                    <a:pt x="11" y="93"/>
                  </a:cubicBezTo>
                  <a:cubicBezTo>
                    <a:pt x="16" y="75"/>
                    <a:pt x="28" y="64"/>
                    <a:pt x="39" y="64"/>
                  </a:cubicBezTo>
                  <a:cubicBezTo>
                    <a:pt x="43" y="64"/>
                    <a:pt x="46" y="67"/>
                    <a:pt x="46" y="74"/>
                  </a:cubicBezTo>
                  <a:cubicBezTo>
                    <a:pt x="46" y="75"/>
                    <a:pt x="46" y="78"/>
                    <a:pt x="45" y="83"/>
                  </a:cubicBezTo>
                  <a:cubicBezTo>
                    <a:pt x="43" y="87"/>
                    <a:pt x="32" y="114"/>
                    <a:pt x="28" y="122"/>
                  </a:cubicBezTo>
                  <a:cubicBezTo>
                    <a:pt x="26" y="126"/>
                    <a:pt x="26" y="127"/>
                    <a:pt x="23" y="135"/>
                  </a:cubicBezTo>
                  <a:cubicBezTo>
                    <a:pt x="21" y="139"/>
                    <a:pt x="20" y="142"/>
                    <a:pt x="20" y="147"/>
                  </a:cubicBezTo>
                  <a:cubicBezTo>
                    <a:pt x="20" y="160"/>
                    <a:pt x="32" y="168"/>
                    <a:pt x="47" y="168"/>
                  </a:cubicBezTo>
                  <a:cubicBezTo>
                    <a:pt x="73" y="168"/>
                    <a:pt x="87" y="136"/>
                    <a:pt x="87" y="13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4" name="Freeform 309"/>
            <p:cNvSpPr>
              <a:spLocks noEditPoints="1"/>
            </p:cNvSpPr>
            <p:nvPr>
              <p:custDataLst>
                <p:tags r:id="rId27"/>
              </p:custDataLst>
            </p:nvPr>
          </p:nvSpPr>
          <p:spPr bwMode="auto">
            <a:xfrm>
              <a:off x="4360864" y="3862388"/>
              <a:ext cx="66675" cy="109538"/>
            </a:xfrm>
            <a:custGeom>
              <a:avLst/>
              <a:gdLst>
                <a:gd name="T0" fmla="*/ 138 w 144"/>
                <a:gd name="T1" fmla="*/ 10 h 175"/>
                <a:gd name="T2" fmla="*/ 139 w 144"/>
                <a:gd name="T3" fmla="*/ 4 h 175"/>
                <a:gd name="T4" fmla="*/ 132 w 144"/>
                <a:gd name="T5" fmla="*/ 0 h 175"/>
                <a:gd name="T6" fmla="*/ 101 w 144"/>
                <a:gd name="T7" fmla="*/ 3 h 175"/>
                <a:gd name="T8" fmla="*/ 95 w 144"/>
                <a:gd name="T9" fmla="*/ 4 h 175"/>
                <a:gd name="T10" fmla="*/ 93 w 144"/>
                <a:gd name="T11" fmla="*/ 10 h 175"/>
                <a:gd name="T12" fmla="*/ 101 w 144"/>
                <a:gd name="T13" fmla="*/ 14 h 175"/>
                <a:gd name="T14" fmla="*/ 109 w 144"/>
                <a:gd name="T15" fmla="*/ 15 h 175"/>
                <a:gd name="T16" fmla="*/ 114 w 144"/>
                <a:gd name="T17" fmla="*/ 18 h 175"/>
                <a:gd name="T18" fmla="*/ 111 w 144"/>
                <a:gd name="T19" fmla="*/ 31 h 175"/>
                <a:gd name="T20" fmla="*/ 100 w 144"/>
                <a:gd name="T21" fmla="*/ 78 h 175"/>
                <a:gd name="T22" fmla="*/ 70 w 144"/>
                <a:gd name="T23" fmla="*/ 63 h 175"/>
                <a:gd name="T24" fmla="*/ 0 w 144"/>
                <a:gd name="T25" fmla="*/ 132 h 175"/>
                <a:gd name="T26" fmla="*/ 43 w 144"/>
                <a:gd name="T27" fmla="*/ 175 h 175"/>
                <a:gd name="T28" fmla="*/ 83 w 144"/>
                <a:gd name="T29" fmla="*/ 158 h 175"/>
                <a:gd name="T30" fmla="*/ 112 w 144"/>
                <a:gd name="T31" fmla="*/ 175 h 175"/>
                <a:gd name="T32" fmla="*/ 134 w 144"/>
                <a:gd name="T33" fmla="*/ 162 h 175"/>
                <a:gd name="T34" fmla="*/ 144 w 144"/>
                <a:gd name="T35" fmla="*/ 137 h 175"/>
                <a:gd name="T36" fmla="*/ 139 w 144"/>
                <a:gd name="T37" fmla="*/ 133 h 175"/>
                <a:gd name="T38" fmla="*/ 133 w 144"/>
                <a:gd name="T39" fmla="*/ 139 h 175"/>
                <a:gd name="T40" fmla="*/ 113 w 144"/>
                <a:gd name="T41" fmla="*/ 167 h 175"/>
                <a:gd name="T42" fmla="*/ 103 w 144"/>
                <a:gd name="T43" fmla="*/ 154 h 175"/>
                <a:gd name="T44" fmla="*/ 104 w 144"/>
                <a:gd name="T45" fmla="*/ 146 h 175"/>
                <a:gd name="T46" fmla="*/ 138 w 144"/>
                <a:gd name="T47" fmla="*/ 10 h 175"/>
                <a:gd name="T48" fmla="*/ 84 w 144"/>
                <a:gd name="T49" fmla="*/ 140 h 175"/>
                <a:gd name="T50" fmla="*/ 79 w 144"/>
                <a:gd name="T51" fmla="*/ 149 h 175"/>
                <a:gd name="T52" fmla="*/ 44 w 144"/>
                <a:gd name="T53" fmla="*/ 167 h 175"/>
                <a:gd name="T54" fmla="*/ 22 w 144"/>
                <a:gd name="T55" fmla="*/ 142 h 175"/>
                <a:gd name="T56" fmla="*/ 37 w 144"/>
                <a:gd name="T57" fmla="*/ 91 h 175"/>
                <a:gd name="T58" fmla="*/ 70 w 144"/>
                <a:gd name="T59" fmla="*/ 71 h 175"/>
                <a:gd name="T60" fmla="*/ 96 w 144"/>
                <a:gd name="T61" fmla="*/ 93 h 175"/>
                <a:gd name="T62" fmla="*/ 84 w 144"/>
                <a:gd name="T63" fmla="*/ 14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4" h="175">
                  <a:moveTo>
                    <a:pt x="138" y="10"/>
                  </a:moveTo>
                  <a:cubicBezTo>
                    <a:pt x="139" y="6"/>
                    <a:pt x="139" y="6"/>
                    <a:pt x="139" y="4"/>
                  </a:cubicBezTo>
                  <a:cubicBezTo>
                    <a:pt x="139" y="0"/>
                    <a:pt x="136" y="0"/>
                    <a:pt x="132" y="0"/>
                  </a:cubicBezTo>
                  <a:lnTo>
                    <a:pt x="101" y="3"/>
                  </a:lnTo>
                  <a:cubicBezTo>
                    <a:pt x="97" y="3"/>
                    <a:pt x="96" y="3"/>
                    <a:pt x="95" y="4"/>
                  </a:cubicBezTo>
                  <a:cubicBezTo>
                    <a:pt x="94" y="5"/>
                    <a:pt x="93" y="8"/>
                    <a:pt x="93" y="10"/>
                  </a:cubicBezTo>
                  <a:cubicBezTo>
                    <a:pt x="93" y="14"/>
                    <a:pt x="97" y="14"/>
                    <a:pt x="101" y="14"/>
                  </a:cubicBezTo>
                  <a:cubicBezTo>
                    <a:pt x="101" y="14"/>
                    <a:pt x="106" y="14"/>
                    <a:pt x="109" y="15"/>
                  </a:cubicBezTo>
                  <a:cubicBezTo>
                    <a:pt x="114" y="15"/>
                    <a:pt x="114" y="16"/>
                    <a:pt x="114" y="18"/>
                  </a:cubicBezTo>
                  <a:cubicBezTo>
                    <a:pt x="114" y="19"/>
                    <a:pt x="112" y="27"/>
                    <a:pt x="111" y="31"/>
                  </a:cubicBezTo>
                  <a:lnTo>
                    <a:pt x="100" y="78"/>
                  </a:lnTo>
                  <a:cubicBezTo>
                    <a:pt x="95" y="71"/>
                    <a:pt x="85" y="63"/>
                    <a:pt x="70" y="63"/>
                  </a:cubicBezTo>
                  <a:cubicBezTo>
                    <a:pt x="35" y="63"/>
                    <a:pt x="0" y="97"/>
                    <a:pt x="0" y="132"/>
                  </a:cubicBezTo>
                  <a:cubicBezTo>
                    <a:pt x="0" y="158"/>
                    <a:pt x="19" y="175"/>
                    <a:pt x="43" y="175"/>
                  </a:cubicBezTo>
                  <a:cubicBezTo>
                    <a:pt x="64" y="175"/>
                    <a:pt x="80" y="161"/>
                    <a:pt x="83" y="158"/>
                  </a:cubicBezTo>
                  <a:cubicBezTo>
                    <a:pt x="87" y="170"/>
                    <a:pt x="101" y="175"/>
                    <a:pt x="112" y="175"/>
                  </a:cubicBezTo>
                  <a:cubicBezTo>
                    <a:pt x="122" y="175"/>
                    <a:pt x="129" y="170"/>
                    <a:pt x="134" y="162"/>
                  </a:cubicBezTo>
                  <a:cubicBezTo>
                    <a:pt x="140" y="152"/>
                    <a:pt x="144" y="139"/>
                    <a:pt x="144" y="137"/>
                  </a:cubicBezTo>
                  <a:cubicBezTo>
                    <a:pt x="144" y="133"/>
                    <a:pt x="140" y="133"/>
                    <a:pt x="139" y="133"/>
                  </a:cubicBezTo>
                  <a:cubicBezTo>
                    <a:pt x="134" y="133"/>
                    <a:pt x="134" y="135"/>
                    <a:pt x="133" y="139"/>
                  </a:cubicBezTo>
                  <a:cubicBezTo>
                    <a:pt x="128" y="157"/>
                    <a:pt x="122" y="167"/>
                    <a:pt x="113" y="167"/>
                  </a:cubicBezTo>
                  <a:cubicBezTo>
                    <a:pt x="106" y="167"/>
                    <a:pt x="103" y="162"/>
                    <a:pt x="103" y="154"/>
                  </a:cubicBezTo>
                  <a:cubicBezTo>
                    <a:pt x="103" y="151"/>
                    <a:pt x="103" y="148"/>
                    <a:pt x="104" y="146"/>
                  </a:cubicBezTo>
                  <a:lnTo>
                    <a:pt x="138" y="10"/>
                  </a:lnTo>
                  <a:close/>
                  <a:moveTo>
                    <a:pt x="84" y="140"/>
                  </a:moveTo>
                  <a:cubicBezTo>
                    <a:pt x="83" y="143"/>
                    <a:pt x="83" y="144"/>
                    <a:pt x="79" y="149"/>
                  </a:cubicBezTo>
                  <a:cubicBezTo>
                    <a:pt x="70" y="159"/>
                    <a:pt x="57" y="167"/>
                    <a:pt x="44" y="167"/>
                  </a:cubicBezTo>
                  <a:cubicBezTo>
                    <a:pt x="36" y="167"/>
                    <a:pt x="22" y="162"/>
                    <a:pt x="22" y="142"/>
                  </a:cubicBezTo>
                  <a:cubicBezTo>
                    <a:pt x="22" y="130"/>
                    <a:pt x="28" y="104"/>
                    <a:pt x="37" y="91"/>
                  </a:cubicBezTo>
                  <a:cubicBezTo>
                    <a:pt x="47" y="77"/>
                    <a:pt x="59" y="71"/>
                    <a:pt x="70" y="71"/>
                  </a:cubicBezTo>
                  <a:cubicBezTo>
                    <a:pt x="81" y="71"/>
                    <a:pt x="92" y="78"/>
                    <a:pt x="96" y="93"/>
                  </a:cubicBezTo>
                  <a:lnTo>
                    <a:pt x="84" y="14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5" name="Freeform 310"/>
            <p:cNvSpPr>
              <a:spLocks/>
            </p:cNvSpPr>
            <p:nvPr>
              <p:custDataLst>
                <p:tags r:id="rId28"/>
              </p:custDataLst>
            </p:nvPr>
          </p:nvSpPr>
          <p:spPr bwMode="auto">
            <a:xfrm>
              <a:off x="4462464" y="3798888"/>
              <a:ext cx="33338" cy="157163"/>
            </a:xfrm>
            <a:custGeom>
              <a:avLst/>
              <a:gdLst>
                <a:gd name="T0" fmla="*/ 73 w 73"/>
                <a:gd name="T1" fmla="*/ 6 h 249"/>
                <a:gd name="T2" fmla="*/ 73 w 73"/>
                <a:gd name="T3" fmla="*/ 3 h 249"/>
                <a:gd name="T4" fmla="*/ 69 w 73"/>
                <a:gd name="T5" fmla="*/ 0 h 249"/>
                <a:gd name="T6" fmla="*/ 0 w 73"/>
                <a:gd name="T7" fmla="*/ 124 h 249"/>
                <a:gd name="T8" fmla="*/ 69 w 73"/>
                <a:gd name="T9" fmla="*/ 249 h 249"/>
                <a:gd name="T10" fmla="*/ 73 w 73"/>
                <a:gd name="T11" fmla="*/ 245 h 249"/>
                <a:gd name="T12" fmla="*/ 71 w 73"/>
                <a:gd name="T13" fmla="*/ 242 h 249"/>
                <a:gd name="T14" fmla="*/ 20 w 73"/>
                <a:gd name="T15" fmla="*/ 124 h 249"/>
                <a:gd name="T16" fmla="*/ 73 w 73"/>
                <a:gd name="T17" fmla="*/ 6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49">
                  <a:moveTo>
                    <a:pt x="73" y="6"/>
                  </a:moveTo>
                  <a:cubicBezTo>
                    <a:pt x="73" y="6"/>
                    <a:pt x="73" y="5"/>
                    <a:pt x="73" y="3"/>
                  </a:cubicBezTo>
                  <a:cubicBezTo>
                    <a:pt x="73" y="2"/>
                    <a:pt x="73" y="0"/>
                    <a:pt x="69" y="0"/>
                  </a:cubicBezTo>
                  <a:cubicBezTo>
                    <a:pt x="64" y="0"/>
                    <a:pt x="0" y="40"/>
                    <a:pt x="0" y="124"/>
                  </a:cubicBezTo>
                  <a:cubicBezTo>
                    <a:pt x="0" y="209"/>
                    <a:pt x="64" y="249"/>
                    <a:pt x="69" y="249"/>
                  </a:cubicBezTo>
                  <a:cubicBezTo>
                    <a:pt x="73" y="249"/>
                    <a:pt x="73" y="246"/>
                    <a:pt x="73" y="245"/>
                  </a:cubicBezTo>
                  <a:cubicBezTo>
                    <a:pt x="73" y="243"/>
                    <a:pt x="72" y="243"/>
                    <a:pt x="71" y="242"/>
                  </a:cubicBezTo>
                  <a:cubicBezTo>
                    <a:pt x="27" y="207"/>
                    <a:pt x="20" y="156"/>
                    <a:pt x="20" y="124"/>
                  </a:cubicBezTo>
                  <a:cubicBezTo>
                    <a:pt x="20" y="63"/>
                    <a:pt x="48" y="23"/>
                    <a:pt x="73" y="6"/>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6" name="Freeform 311"/>
            <p:cNvSpPr>
              <a:spLocks noEditPoints="1"/>
            </p:cNvSpPr>
            <p:nvPr>
              <p:custDataLst>
                <p:tags r:id="rId29"/>
              </p:custDataLst>
            </p:nvPr>
          </p:nvSpPr>
          <p:spPr bwMode="auto">
            <a:xfrm>
              <a:off x="4518026" y="3848101"/>
              <a:ext cx="73025" cy="69850"/>
            </a:xfrm>
            <a:custGeom>
              <a:avLst/>
              <a:gdLst>
                <a:gd name="T0" fmla="*/ 145 w 160"/>
                <a:gd name="T1" fmla="*/ 19 h 110"/>
                <a:gd name="T2" fmla="*/ 156 w 160"/>
                <a:gd name="T3" fmla="*/ 17 h 110"/>
                <a:gd name="T4" fmla="*/ 160 w 160"/>
                <a:gd name="T5" fmla="*/ 8 h 110"/>
                <a:gd name="T6" fmla="*/ 148 w 160"/>
                <a:gd name="T7" fmla="*/ 0 h 110"/>
                <a:gd name="T8" fmla="*/ 75 w 160"/>
                <a:gd name="T9" fmla="*/ 0 h 110"/>
                <a:gd name="T10" fmla="*/ 0 w 160"/>
                <a:gd name="T11" fmla="*/ 68 h 110"/>
                <a:gd name="T12" fmla="*/ 49 w 160"/>
                <a:gd name="T13" fmla="*/ 110 h 110"/>
                <a:gd name="T14" fmla="*/ 122 w 160"/>
                <a:gd name="T15" fmla="*/ 45 h 110"/>
                <a:gd name="T16" fmla="*/ 114 w 160"/>
                <a:gd name="T17" fmla="*/ 19 h 110"/>
                <a:gd name="T18" fmla="*/ 145 w 160"/>
                <a:gd name="T19" fmla="*/ 19 h 110"/>
                <a:gd name="T20" fmla="*/ 49 w 160"/>
                <a:gd name="T21" fmla="*/ 102 h 110"/>
                <a:gd name="T22" fmla="*/ 20 w 160"/>
                <a:gd name="T23" fmla="*/ 74 h 110"/>
                <a:gd name="T24" fmla="*/ 71 w 160"/>
                <a:gd name="T25" fmla="*/ 19 h 110"/>
                <a:gd name="T26" fmla="*/ 101 w 160"/>
                <a:gd name="T27" fmla="*/ 43 h 110"/>
                <a:gd name="T28" fmla="*/ 49 w 160"/>
                <a:gd name="T29" fmla="*/ 102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110">
                  <a:moveTo>
                    <a:pt x="145" y="19"/>
                  </a:moveTo>
                  <a:cubicBezTo>
                    <a:pt x="150" y="19"/>
                    <a:pt x="152" y="19"/>
                    <a:pt x="156" y="17"/>
                  </a:cubicBezTo>
                  <a:cubicBezTo>
                    <a:pt x="157" y="15"/>
                    <a:pt x="160" y="12"/>
                    <a:pt x="160" y="8"/>
                  </a:cubicBezTo>
                  <a:cubicBezTo>
                    <a:pt x="160" y="0"/>
                    <a:pt x="152" y="0"/>
                    <a:pt x="148" y="0"/>
                  </a:cubicBezTo>
                  <a:lnTo>
                    <a:pt x="75" y="0"/>
                  </a:lnTo>
                  <a:cubicBezTo>
                    <a:pt x="33" y="0"/>
                    <a:pt x="0" y="38"/>
                    <a:pt x="0" y="68"/>
                  </a:cubicBezTo>
                  <a:cubicBezTo>
                    <a:pt x="0" y="94"/>
                    <a:pt x="21" y="110"/>
                    <a:pt x="49" y="110"/>
                  </a:cubicBezTo>
                  <a:cubicBezTo>
                    <a:pt x="84" y="110"/>
                    <a:pt x="122" y="82"/>
                    <a:pt x="122" y="45"/>
                  </a:cubicBezTo>
                  <a:cubicBezTo>
                    <a:pt x="122" y="35"/>
                    <a:pt x="120" y="27"/>
                    <a:pt x="114" y="19"/>
                  </a:cubicBezTo>
                  <a:lnTo>
                    <a:pt x="145" y="19"/>
                  </a:lnTo>
                  <a:close/>
                  <a:moveTo>
                    <a:pt x="49" y="102"/>
                  </a:moveTo>
                  <a:cubicBezTo>
                    <a:pt x="38" y="102"/>
                    <a:pt x="20" y="97"/>
                    <a:pt x="20" y="74"/>
                  </a:cubicBezTo>
                  <a:cubicBezTo>
                    <a:pt x="20" y="66"/>
                    <a:pt x="23" y="19"/>
                    <a:pt x="71" y="19"/>
                  </a:cubicBezTo>
                  <a:cubicBezTo>
                    <a:pt x="90" y="19"/>
                    <a:pt x="101" y="26"/>
                    <a:pt x="101" y="43"/>
                  </a:cubicBezTo>
                  <a:cubicBezTo>
                    <a:pt x="101" y="69"/>
                    <a:pt x="83" y="102"/>
                    <a:pt x="49" y="102"/>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7" name="Freeform 312"/>
            <p:cNvSpPr>
              <a:spLocks noEditPoints="1"/>
            </p:cNvSpPr>
            <p:nvPr>
              <p:custDataLst>
                <p:tags r:id="rId30"/>
              </p:custDataLst>
            </p:nvPr>
          </p:nvSpPr>
          <p:spPr bwMode="auto">
            <a:xfrm>
              <a:off x="4611689" y="3886201"/>
              <a:ext cx="52388" cy="111125"/>
            </a:xfrm>
            <a:custGeom>
              <a:avLst/>
              <a:gdLst>
                <a:gd name="T0" fmla="*/ 50 w 112"/>
                <a:gd name="T1" fmla="*/ 9 h 175"/>
                <a:gd name="T2" fmla="*/ 51 w 112"/>
                <a:gd name="T3" fmla="*/ 4 h 175"/>
                <a:gd name="T4" fmla="*/ 44 w 112"/>
                <a:gd name="T5" fmla="*/ 0 h 175"/>
                <a:gd name="T6" fmla="*/ 13 w 112"/>
                <a:gd name="T7" fmla="*/ 2 h 175"/>
                <a:gd name="T8" fmla="*/ 7 w 112"/>
                <a:gd name="T9" fmla="*/ 4 h 175"/>
                <a:gd name="T10" fmla="*/ 5 w 112"/>
                <a:gd name="T11" fmla="*/ 10 h 175"/>
                <a:gd name="T12" fmla="*/ 13 w 112"/>
                <a:gd name="T13" fmla="*/ 14 h 175"/>
                <a:gd name="T14" fmla="*/ 21 w 112"/>
                <a:gd name="T15" fmla="*/ 14 h 175"/>
                <a:gd name="T16" fmla="*/ 26 w 112"/>
                <a:gd name="T17" fmla="*/ 18 h 175"/>
                <a:gd name="T18" fmla="*/ 22 w 112"/>
                <a:gd name="T19" fmla="*/ 34 h 175"/>
                <a:gd name="T20" fmla="*/ 2 w 112"/>
                <a:gd name="T21" fmla="*/ 118 h 175"/>
                <a:gd name="T22" fmla="*/ 0 w 112"/>
                <a:gd name="T23" fmla="*/ 132 h 175"/>
                <a:gd name="T24" fmla="*/ 42 w 112"/>
                <a:gd name="T25" fmla="*/ 175 h 175"/>
                <a:gd name="T26" fmla="*/ 112 w 112"/>
                <a:gd name="T27" fmla="*/ 106 h 175"/>
                <a:gd name="T28" fmla="*/ 68 w 112"/>
                <a:gd name="T29" fmla="*/ 63 h 175"/>
                <a:gd name="T30" fmla="*/ 34 w 112"/>
                <a:gd name="T31" fmla="*/ 76 h 175"/>
                <a:gd name="T32" fmla="*/ 50 w 112"/>
                <a:gd name="T33" fmla="*/ 9 h 175"/>
                <a:gd name="T34" fmla="*/ 42 w 112"/>
                <a:gd name="T35" fmla="*/ 167 h 175"/>
                <a:gd name="T36" fmla="*/ 20 w 112"/>
                <a:gd name="T37" fmla="*/ 140 h 175"/>
                <a:gd name="T38" fmla="*/ 23 w 112"/>
                <a:gd name="T39" fmla="*/ 116 h 175"/>
                <a:gd name="T40" fmla="*/ 29 w 112"/>
                <a:gd name="T41" fmla="*/ 95 h 175"/>
                <a:gd name="T42" fmla="*/ 68 w 112"/>
                <a:gd name="T43" fmla="*/ 71 h 175"/>
                <a:gd name="T44" fmla="*/ 90 w 112"/>
                <a:gd name="T45" fmla="*/ 96 h 175"/>
                <a:gd name="T46" fmla="*/ 77 w 112"/>
                <a:gd name="T47" fmla="*/ 143 h 175"/>
                <a:gd name="T48" fmla="*/ 42 w 112"/>
                <a:gd name="T49" fmla="*/ 16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2" h="175">
                  <a:moveTo>
                    <a:pt x="50" y="9"/>
                  </a:moveTo>
                  <a:cubicBezTo>
                    <a:pt x="51" y="6"/>
                    <a:pt x="51" y="5"/>
                    <a:pt x="51" y="4"/>
                  </a:cubicBezTo>
                  <a:cubicBezTo>
                    <a:pt x="51" y="0"/>
                    <a:pt x="48" y="0"/>
                    <a:pt x="44" y="0"/>
                  </a:cubicBezTo>
                  <a:lnTo>
                    <a:pt x="13" y="2"/>
                  </a:lnTo>
                  <a:cubicBezTo>
                    <a:pt x="9" y="3"/>
                    <a:pt x="8" y="3"/>
                    <a:pt x="7" y="4"/>
                  </a:cubicBezTo>
                  <a:cubicBezTo>
                    <a:pt x="6" y="5"/>
                    <a:pt x="5" y="8"/>
                    <a:pt x="5" y="10"/>
                  </a:cubicBezTo>
                  <a:cubicBezTo>
                    <a:pt x="5" y="14"/>
                    <a:pt x="9" y="14"/>
                    <a:pt x="13" y="14"/>
                  </a:cubicBezTo>
                  <a:cubicBezTo>
                    <a:pt x="13" y="14"/>
                    <a:pt x="18" y="14"/>
                    <a:pt x="21" y="14"/>
                  </a:cubicBezTo>
                  <a:cubicBezTo>
                    <a:pt x="26" y="15"/>
                    <a:pt x="26" y="16"/>
                    <a:pt x="26" y="18"/>
                  </a:cubicBezTo>
                  <a:cubicBezTo>
                    <a:pt x="26" y="19"/>
                    <a:pt x="24" y="29"/>
                    <a:pt x="22" y="34"/>
                  </a:cubicBezTo>
                  <a:lnTo>
                    <a:pt x="2" y="118"/>
                  </a:lnTo>
                  <a:cubicBezTo>
                    <a:pt x="0" y="123"/>
                    <a:pt x="0" y="127"/>
                    <a:pt x="0" y="132"/>
                  </a:cubicBezTo>
                  <a:cubicBezTo>
                    <a:pt x="0" y="158"/>
                    <a:pt x="18" y="175"/>
                    <a:pt x="42" y="175"/>
                  </a:cubicBezTo>
                  <a:cubicBezTo>
                    <a:pt x="78" y="175"/>
                    <a:pt x="112" y="140"/>
                    <a:pt x="112" y="106"/>
                  </a:cubicBezTo>
                  <a:cubicBezTo>
                    <a:pt x="112" y="81"/>
                    <a:pt x="94" y="63"/>
                    <a:pt x="68" y="63"/>
                  </a:cubicBezTo>
                  <a:cubicBezTo>
                    <a:pt x="58" y="63"/>
                    <a:pt x="46" y="67"/>
                    <a:pt x="34" y="76"/>
                  </a:cubicBezTo>
                  <a:lnTo>
                    <a:pt x="50" y="9"/>
                  </a:lnTo>
                  <a:close/>
                  <a:moveTo>
                    <a:pt x="42" y="167"/>
                  </a:moveTo>
                  <a:cubicBezTo>
                    <a:pt x="32" y="167"/>
                    <a:pt x="20" y="160"/>
                    <a:pt x="20" y="140"/>
                  </a:cubicBezTo>
                  <a:cubicBezTo>
                    <a:pt x="20" y="132"/>
                    <a:pt x="22" y="124"/>
                    <a:pt x="23" y="116"/>
                  </a:cubicBezTo>
                  <a:cubicBezTo>
                    <a:pt x="24" y="113"/>
                    <a:pt x="28" y="97"/>
                    <a:pt x="29" y="95"/>
                  </a:cubicBezTo>
                  <a:cubicBezTo>
                    <a:pt x="29" y="93"/>
                    <a:pt x="47" y="71"/>
                    <a:pt x="68" y="71"/>
                  </a:cubicBezTo>
                  <a:cubicBezTo>
                    <a:pt x="78" y="71"/>
                    <a:pt x="90" y="77"/>
                    <a:pt x="90" y="96"/>
                  </a:cubicBezTo>
                  <a:cubicBezTo>
                    <a:pt x="90" y="106"/>
                    <a:pt x="85" y="129"/>
                    <a:pt x="77" y="143"/>
                  </a:cubicBezTo>
                  <a:cubicBezTo>
                    <a:pt x="68" y="158"/>
                    <a:pt x="55" y="167"/>
                    <a:pt x="42" y="167"/>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8" name="Freeform 313"/>
            <p:cNvSpPr>
              <a:spLocks noEditPoints="1"/>
            </p:cNvSpPr>
            <p:nvPr>
              <p:custDataLst>
                <p:tags r:id="rId31"/>
              </p:custDataLst>
            </p:nvPr>
          </p:nvSpPr>
          <p:spPr bwMode="auto">
            <a:xfrm>
              <a:off x="4683126" y="3925888"/>
              <a:ext cx="66675" cy="71438"/>
            </a:xfrm>
            <a:custGeom>
              <a:avLst/>
              <a:gdLst>
                <a:gd name="T0" fmla="*/ 117 w 144"/>
                <a:gd name="T1" fmla="*/ 29 h 112"/>
                <a:gd name="T2" fmla="*/ 121 w 144"/>
                <a:gd name="T3" fmla="*/ 13 h 112"/>
                <a:gd name="T4" fmla="*/ 112 w 144"/>
                <a:gd name="T5" fmla="*/ 5 h 112"/>
                <a:gd name="T6" fmla="*/ 100 w 144"/>
                <a:gd name="T7" fmla="*/ 14 h 112"/>
                <a:gd name="T8" fmla="*/ 70 w 144"/>
                <a:gd name="T9" fmla="*/ 0 h 112"/>
                <a:gd name="T10" fmla="*/ 0 w 144"/>
                <a:gd name="T11" fmla="*/ 69 h 112"/>
                <a:gd name="T12" fmla="*/ 43 w 144"/>
                <a:gd name="T13" fmla="*/ 112 h 112"/>
                <a:gd name="T14" fmla="*/ 83 w 144"/>
                <a:gd name="T15" fmla="*/ 95 h 112"/>
                <a:gd name="T16" fmla="*/ 112 w 144"/>
                <a:gd name="T17" fmla="*/ 112 h 112"/>
                <a:gd name="T18" fmla="*/ 134 w 144"/>
                <a:gd name="T19" fmla="*/ 98 h 112"/>
                <a:gd name="T20" fmla="*/ 144 w 144"/>
                <a:gd name="T21" fmla="*/ 74 h 112"/>
                <a:gd name="T22" fmla="*/ 139 w 144"/>
                <a:gd name="T23" fmla="*/ 70 h 112"/>
                <a:gd name="T24" fmla="*/ 133 w 144"/>
                <a:gd name="T25" fmla="*/ 76 h 112"/>
                <a:gd name="T26" fmla="*/ 113 w 144"/>
                <a:gd name="T27" fmla="*/ 104 h 112"/>
                <a:gd name="T28" fmla="*/ 103 w 144"/>
                <a:gd name="T29" fmla="*/ 91 h 112"/>
                <a:gd name="T30" fmla="*/ 107 w 144"/>
                <a:gd name="T31" fmla="*/ 71 h 112"/>
                <a:gd name="T32" fmla="*/ 117 w 144"/>
                <a:gd name="T33" fmla="*/ 29 h 112"/>
                <a:gd name="T34" fmla="*/ 84 w 144"/>
                <a:gd name="T35" fmla="*/ 76 h 112"/>
                <a:gd name="T36" fmla="*/ 79 w 144"/>
                <a:gd name="T37" fmla="*/ 86 h 112"/>
                <a:gd name="T38" fmla="*/ 44 w 144"/>
                <a:gd name="T39" fmla="*/ 104 h 112"/>
                <a:gd name="T40" fmla="*/ 22 w 144"/>
                <a:gd name="T41" fmla="*/ 78 h 112"/>
                <a:gd name="T42" fmla="*/ 37 w 144"/>
                <a:gd name="T43" fmla="*/ 28 h 112"/>
                <a:gd name="T44" fmla="*/ 70 w 144"/>
                <a:gd name="T45" fmla="*/ 8 h 112"/>
                <a:gd name="T46" fmla="*/ 96 w 144"/>
                <a:gd name="T47" fmla="*/ 30 h 112"/>
                <a:gd name="T48" fmla="*/ 84 w 144"/>
                <a:gd name="T49" fmla="*/ 7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112">
                  <a:moveTo>
                    <a:pt x="117" y="29"/>
                  </a:moveTo>
                  <a:cubicBezTo>
                    <a:pt x="119" y="24"/>
                    <a:pt x="121" y="14"/>
                    <a:pt x="121" y="13"/>
                  </a:cubicBezTo>
                  <a:cubicBezTo>
                    <a:pt x="121" y="9"/>
                    <a:pt x="118" y="5"/>
                    <a:pt x="112" y="5"/>
                  </a:cubicBezTo>
                  <a:cubicBezTo>
                    <a:pt x="107" y="5"/>
                    <a:pt x="102" y="8"/>
                    <a:pt x="100" y="14"/>
                  </a:cubicBezTo>
                  <a:cubicBezTo>
                    <a:pt x="95" y="8"/>
                    <a:pt x="85" y="0"/>
                    <a:pt x="70" y="0"/>
                  </a:cubicBezTo>
                  <a:cubicBezTo>
                    <a:pt x="35" y="0"/>
                    <a:pt x="0" y="34"/>
                    <a:pt x="0" y="69"/>
                  </a:cubicBezTo>
                  <a:cubicBezTo>
                    <a:pt x="0" y="94"/>
                    <a:pt x="19" y="112"/>
                    <a:pt x="43" y="112"/>
                  </a:cubicBezTo>
                  <a:cubicBezTo>
                    <a:pt x="64" y="112"/>
                    <a:pt x="80" y="98"/>
                    <a:pt x="83" y="95"/>
                  </a:cubicBezTo>
                  <a:cubicBezTo>
                    <a:pt x="87" y="107"/>
                    <a:pt x="101" y="112"/>
                    <a:pt x="112" y="112"/>
                  </a:cubicBezTo>
                  <a:cubicBezTo>
                    <a:pt x="122" y="112"/>
                    <a:pt x="129" y="107"/>
                    <a:pt x="134" y="98"/>
                  </a:cubicBezTo>
                  <a:cubicBezTo>
                    <a:pt x="140" y="89"/>
                    <a:pt x="144" y="75"/>
                    <a:pt x="144" y="74"/>
                  </a:cubicBezTo>
                  <a:cubicBezTo>
                    <a:pt x="144" y="70"/>
                    <a:pt x="140" y="70"/>
                    <a:pt x="139" y="70"/>
                  </a:cubicBezTo>
                  <a:cubicBezTo>
                    <a:pt x="134" y="70"/>
                    <a:pt x="134" y="72"/>
                    <a:pt x="133" y="76"/>
                  </a:cubicBezTo>
                  <a:cubicBezTo>
                    <a:pt x="128" y="94"/>
                    <a:pt x="122" y="104"/>
                    <a:pt x="113" y="104"/>
                  </a:cubicBezTo>
                  <a:cubicBezTo>
                    <a:pt x="106" y="104"/>
                    <a:pt x="103" y="98"/>
                    <a:pt x="103" y="91"/>
                  </a:cubicBezTo>
                  <a:cubicBezTo>
                    <a:pt x="103" y="87"/>
                    <a:pt x="105" y="77"/>
                    <a:pt x="107" y="71"/>
                  </a:cubicBezTo>
                  <a:lnTo>
                    <a:pt x="117" y="29"/>
                  </a:lnTo>
                  <a:close/>
                  <a:moveTo>
                    <a:pt x="84" y="76"/>
                  </a:moveTo>
                  <a:cubicBezTo>
                    <a:pt x="83" y="80"/>
                    <a:pt x="83" y="81"/>
                    <a:pt x="79" y="86"/>
                  </a:cubicBezTo>
                  <a:cubicBezTo>
                    <a:pt x="69" y="96"/>
                    <a:pt x="57" y="104"/>
                    <a:pt x="44" y="104"/>
                  </a:cubicBezTo>
                  <a:cubicBezTo>
                    <a:pt x="35" y="104"/>
                    <a:pt x="22" y="99"/>
                    <a:pt x="22" y="78"/>
                  </a:cubicBezTo>
                  <a:cubicBezTo>
                    <a:pt x="22" y="67"/>
                    <a:pt x="28" y="41"/>
                    <a:pt x="37" y="28"/>
                  </a:cubicBezTo>
                  <a:cubicBezTo>
                    <a:pt x="47" y="14"/>
                    <a:pt x="59" y="8"/>
                    <a:pt x="70" y="8"/>
                  </a:cubicBezTo>
                  <a:cubicBezTo>
                    <a:pt x="81" y="8"/>
                    <a:pt x="92" y="15"/>
                    <a:pt x="96" y="30"/>
                  </a:cubicBezTo>
                  <a:lnTo>
                    <a:pt x="84" y="7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79" name="Freeform 314"/>
            <p:cNvSpPr>
              <a:spLocks/>
            </p:cNvSpPr>
            <p:nvPr>
              <p:custDataLst>
                <p:tags r:id="rId32"/>
              </p:custDataLst>
            </p:nvPr>
          </p:nvSpPr>
          <p:spPr bwMode="auto">
            <a:xfrm>
              <a:off x="4770439" y="3925888"/>
              <a:ext cx="63500" cy="71438"/>
            </a:xfrm>
            <a:custGeom>
              <a:avLst/>
              <a:gdLst>
                <a:gd name="T0" fmla="*/ 52 w 140"/>
                <a:gd name="T1" fmla="*/ 69 h 112"/>
                <a:gd name="T2" fmla="*/ 56 w 140"/>
                <a:gd name="T3" fmla="*/ 52 h 112"/>
                <a:gd name="T4" fmla="*/ 59 w 140"/>
                <a:gd name="T5" fmla="*/ 41 h 112"/>
                <a:gd name="T6" fmla="*/ 76 w 140"/>
                <a:gd name="T7" fmla="*/ 17 h 112"/>
                <a:gd name="T8" fmla="*/ 101 w 140"/>
                <a:gd name="T9" fmla="*/ 8 h 112"/>
                <a:gd name="T10" fmla="*/ 124 w 140"/>
                <a:gd name="T11" fmla="*/ 12 h 112"/>
                <a:gd name="T12" fmla="*/ 113 w 140"/>
                <a:gd name="T13" fmla="*/ 27 h 112"/>
                <a:gd name="T14" fmla="*/ 124 w 140"/>
                <a:gd name="T15" fmla="*/ 37 h 112"/>
                <a:gd name="T16" fmla="*/ 140 w 140"/>
                <a:gd name="T17" fmla="*/ 20 h 112"/>
                <a:gd name="T18" fmla="*/ 101 w 140"/>
                <a:gd name="T19" fmla="*/ 0 h 112"/>
                <a:gd name="T20" fmla="*/ 62 w 140"/>
                <a:gd name="T21" fmla="*/ 19 h 112"/>
                <a:gd name="T22" fmla="*/ 32 w 140"/>
                <a:gd name="T23" fmla="*/ 0 h 112"/>
                <a:gd name="T24" fmla="*/ 10 w 140"/>
                <a:gd name="T25" fmla="*/ 13 h 112"/>
                <a:gd name="T26" fmla="*/ 0 w 140"/>
                <a:gd name="T27" fmla="*/ 38 h 112"/>
                <a:gd name="T28" fmla="*/ 5 w 140"/>
                <a:gd name="T29" fmla="*/ 42 h 112"/>
                <a:gd name="T30" fmla="*/ 12 w 140"/>
                <a:gd name="T31" fmla="*/ 35 h 112"/>
                <a:gd name="T32" fmla="*/ 31 w 140"/>
                <a:gd name="T33" fmla="*/ 8 h 112"/>
                <a:gd name="T34" fmla="*/ 41 w 140"/>
                <a:gd name="T35" fmla="*/ 21 h 112"/>
                <a:gd name="T36" fmla="*/ 37 w 140"/>
                <a:gd name="T37" fmla="*/ 41 h 112"/>
                <a:gd name="T38" fmla="*/ 32 w 140"/>
                <a:gd name="T39" fmla="*/ 63 h 112"/>
                <a:gd name="T40" fmla="*/ 26 w 140"/>
                <a:gd name="T41" fmla="*/ 85 h 112"/>
                <a:gd name="T42" fmla="*/ 22 w 140"/>
                <a:gd name="T43" fmla="*/ 104 h 112"/>
                <a:gd name="T44" fmla="*/ 31 w 140"/>
                <a:gd name="T45" fmla="*/ 112 h 112"/>
                <a:gd name="T46" fmla="*/ 42 w 140"/>
                <a:gd name="T47" fmla="*/ 106 h 112"/>
                <a:gd name="T48" fmla="*/ 46 w 140"/>
                <a:gd name="T49" fmla="*/ 91 h 112"/>
                <a:gd name="T50" fmla="*/ 52 w 140"/>
                <a:gd name="T51" fmla="*/ 6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0" h="112">
                  <a:moveTo>
                    <a:pt x="52" y="69"/>
                  </a:moveTo>
                  <a:cubicBezTo>
                    <a:pt x="52" y="65"/>
                    <a:pt x="55" y="56"/>
                    <a:pt x="56" y="52"/>
                  </a:cubicBezTo>
                  <a:cubicBezTo>
                    <a:pt x="57" y="48"/>
                    <a:pt x="58" y="44"/>
                    <a:pt x="59" y="41"/>
                  </a:cubicBezTo>
                  <a:cubicBezTo>
                    <a:pt x="60" y="37"/>
                    <a:pt x="68" y="24"/>
                    <a:pt x="76" y="17"/>
                  </a:cubicBezTo>
                  <a:cubicBezTo>
                    <a:pt x="84" y="10"/>
                    <a:pt x="92" y="8"/>
                    <a:pt x="101" y="8"/>
                  </a:cubicBezTo>
                  <a:cubicBezTo>
                    <a:pt x="104" y="8"/>
                    <a:pt x="116" y="8"/>
                    <a:pt x="124" y="12"/>
                  </a:cubicBezTo>
                  <a:cubicBezTo>
                    <a:pt x="113" y="16"/>
                    <a:pt x="113" y="26"/>
                    <a:pt x="113" y="27"/>
                  </a:cubicBezTo>
                  <a:cubicBezTo>
                    <a:pt x="113" y="31"/>
                    <a:pt x="116" y="37"/>
                    <a:pt x="124" y="37"/>
                  </a:cubicBezTo>
                  <a:cubicBezTo>
                    <a:pt x="131" y="37"/>
                    <a:pt x="140" y="31"/>
                    <a:pt x="140" y="20"/>
                  </a:cubicBezTo>
                  <a:cubicBezTo>
                    <a:pt x="140" y="2"/>
                    <a:pt x="114" y="0"/>
                    <a:pt x="101" y="0"/>
                  </a:cubicBezTo>
                  <a:cubicBezTo>
                    <a:pt x="95" y="0"/>
                    <a:pt x="79" y="0"/>
                    <a:pt x="62" y="19"/>
                  </a:cubicBezTo>
                  <a:cubicBezTo>
                    <a:pt x="59" y="6"/>
                    <a:pt x="44" y="0"/>
                    <a:pt x="32" y="0"/>
                  </a:cubicBezTo>
                  <a:cubicBezTo>
                    <a:pt x="24" y="0"/>
                    <a:pt x="16" y="4"/>
                    <a:pt x="10" y="13"/>
                  </a:cubicBezTo>
                  <a:cubicBezTo>
                    <a:pt x="4" y="24"/>
                    <a:pt x="0" y="37"/>
                    <a:pt x="0" y="38"/>
                  </a:cubicBezTo>
                  <a:cubicBezTo>
                    <a:pt x="0" y="42"/>
                    <a:pt x="4" y="42"/>
                    <a:pt x="5" y="42"/>
                  </a:cubicBezTo>
                  <a:cubicBezTo>
                    <a:pt x="10" y="42"/>
                    <a:pt x="10" y="41"/>
                    <a:pt x="12" y="35"/>
                  </a:cubicBezTo>
                  <a:cubicBezTo>
                    <a:pt x="16" y="19"/>
                    <a:pt x="22" y="8"/>
                    <a:pt x="31" y="8"/>
                  </a:cubicBezTo>
                  <a:cubicBezTo>
                    <a:pt x="39" y="8"/>
                    <a:pt x="41" y="16"/>
                    <a:pt x="41" y="21"/>
                  </a:cubicBezTo>
                  <a:cubicBezTo>
                    <a:pt x="41" y="25"/>
                    <a:pt x="39" y="34"/>
                    <a:pt x="37" y="41"/>
                  </a:cubicBezTo>
                  <a:cubicBezTo>
                    <a:pt x="35" y="47"/>
                    <a:pt x="33" y="58"/>
                    <a:pt x="32" y="63"/>
                  </a:cubicBezTo>
                  <a:lnTo>
                    <a:pt x="26" y="85"/>
                  </a:lnTo>
                  <a:cubicBezTo>
                    <a:pt x="24" y="91"/>
                    <a:pt x="22" y="102"/>
                    <a:pt x="22" y="104"/>
                  </a:cubicBezTo>
                  <a:cubicBezTo>
                    <a:pt x="22" y="109"/>
                    <a:pt x="26" y="112"/>
                    <a:pt x="31" y="112"/>
                  </a:cubicBezTo>
                  <a:cubicBezTo>
                    <a:pt x="35" y="112"/>
                    <a:pt x="39" y="110"/>
                    <a:pt x="42" y="106"/>
                  </a:cubicBezTo>
                  <a:cubicBezTo>
                    <a:pt x="43" y="104"/>
                    <a:pt x="45" y="96"/>
                    <a:pt x="46" y="91"/>
                  </a:cubicBezTo>
                  <a:lnTo>
                    <a:pt x="52" y="6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0" name="Freeform 315"/>
            <p:cNvSpPr>
              <a:spLocks/>
            </p:cNvSpPr>
            <p:nvPr>
              <p:custDataLst>
                <p:tags r:id="rId33"/>
              </p:custDataLst>
            </p:nvPr>
          </p:nvSpPr>
          <p:spPr bwMode="auto">
            <a:xfrm>
              <a:off x="4851401" y="3925888"/>
              <a:ext cx="61913" cy="71438"/>
            </a:xfrm>
            <a:custGeom>
              <a:avLst/>
              <a:gdLst>
                <a:gd name="T0" fmla="*/ 137 w 137"/>
                <a:gd name="T1" fmla="*/ 22 h 113"/>
                <a:gd name="T2" fmla="*/ 122 w 137"/>
                <a:gd name="T3" fmla="*/ 0 h 113"/>
                <a:gd name="T4" fmla="*/ 108 w 137"/>
                <a:gd name="T5" fmla="*/ 15 h 113"/>
                <a:gd name="T6" fmla="*/ 113 w 137"/>
                <a:gd name="T7" fmla="*/ 23 h 113"/>
                <a:gd name="T8" fmla="*/ 122 w 137"/>
                <a:gd name="T9" fmla="*/ 42 h 113"/>
                <a:gd name="T10" fmla="*/ 74 w 137"/>
                <a:gd name="T11" fmla="*/ 105 h 113"/>
                <a:gd name="T12" fmla="*/ 50 w 137"/>
                <a:gd name="T13" fmla="*/ 82 h 113"/>
                <a:gd name="T14" fmla="*/ 64 w 137"/>
                <a:gd name="T15" fmla="*/ 35 h 113"/>
                <a:gd name="T16" fmla="*/ 67 w 137"/>
                <a:gd name="T17" fmla="*/ 22 h 113"/>
                <a:gd name="T18" fmla="*/ 40 w 137"/>
                <a:gd name="T19" fmla="*/ 1 h 113"/>
                <a:gd name="T20" fmla="*/ 0 w 137"/>
                <a:gd name="T21" fmla="*/ 39 h 113"/>
                <a:gd name="T22" fmla="*/ 5 w 137"/>
                <a:gd name="T23" fmla="*/ 43 h 113"/>
                <a:gd name="T24" fmla="*/ 11 w 137"/>
                <a:gd name="T25" fmla="*/ 38 h 113"/>
                <a:gd name="T26" fmla="*/ 39 w 137"/>
                <a:gd name="T27" fmla="*/ 9 h 113"/>
                <a:gd name="T28" fmla="*/ 47 w 137"/>
                <a:gd name="T29" fmla="*/ 18 h 113"/>
                <a:gd name="T30" fmla="*/ 42 w 137"/>
                <a:gd name="T31" fmla="*/ 33 h 113"/>
                <a:gd name="T32" fmla="*/ 29 w 137"/>
                <a:gd name="T33" fmla="*/ 79 h 113"/>
                <a:gd name="T34" fmla="*/ 73 w 137"/>
                <a:gd name="T35" fmla="*/ 113 h 113"/>
                <a:gd name="T36" fmla="*/ 116 w 137"/>
                <a:gd name="T37" fmla="*/ 85 h 113"/>
                <a:gd name="T38" fmla="*/ 137 w 137"/>
                <a:gd name="T39" fmla="*/ 2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7" h="113">
                  <a:moveTo>
                    <a:pt x="137" y="22"/>
                  </a:moveTo>
                  <a:cubicBezTo>
                    <a:pt x="137" y="5"/>
                    <a:pt x="128" y="0"/>
                    <a:pt x="122" y="0"/>
                  </a:cubicBezTo>
                  <a:cubicBezTo>
                    <a:pt x="115" y="0"/>
                    <a:pt x="108" y="8"/>
                    <a:pt x="108" y="15"/>
                  </a:cubicBezTo>
                  <a:cubicBezTo>
                    <a:pt x="108" y="19"/>
                    <a:pt x="111" y="22"/>
                    <a:pt x="113" y="23"/>
                  </a:cubicBezTo>
                  <a:cubicBezTo>
                    <a:pt x="115" y="25"/>
                    <a:pt x="122" y="31"/>
                    <a:pt x="122" y="42"/>
                  </a:cubicBezTo>
                  <a:cubicBezTo>
                    <a:pt x="122" y="56"/>
                    <a:pt x="103" y="105"/>
                    <a:pt x="74" y="105"/>
                  </a:cubicBezTo>
                  <a:cubicBezTo>
                    <a:pt x="61" y="105"/>
                    <a:pt x="50" y="100"/>
                    <a:pt x="50" y="82"/>
                  </a:cubicBezTo>
                  <a:cubicBezTo>
                    <a:pt x="50" y="69"/>
                    <a:pt x="57" y="53"/>
                    <a:pt x="64" y="35"/>
                  </a:cubicBezTo>
                  <a:cubicBezTo>
                    <a:pt x="65" y="31"/>
                    <a:pt x="67" y="27"/>
                    <a:pt x="67" y="22"/>
                  </a:cubicBezTo>
                  <a:cubicBezTo>
                    <a:pt x="67" y="10"/>
                    <a:pt x="56" y="1"/>
                    <a:pt x="40" y="1"/>
                  </a:cubicBezTo>
                  <a:cubicBezTo>
                    <a:pt x="14" y="1"/>
                    <a:pt x="0" y="33"/>
                    <a:pt x="0" y="39"/>
                  </a:cubicBezTo>
                  <a:cubicBezTo>
                    <a:pt x="0" y="43"/>
                    <a:pt x="4" y="43"/>
                    <a:pt x="5" y="43"/>
                  </a:cubicBezTo>
                  <a:cubicBezTo>
                    <a:pt x="10" y="43"/>
                    <a:pt x="10" y="41"/>
                    <a:pt x="11" y="38"/>
                  </a:cubicBezTo>
                  <a:cubicBezTo>
                    <a:pt x="16" y="21"/>
                    <a:pt x="28" y="9"/>
                    <a:pt x="39" y="9"/>
                  </a:cubicBezTo>
                  <a:cubicBezTo>
                    <a:pt x="44" y="9"/>
                    <a:pt x="47" y="12"/>
                    <a:pt x="47" y="18"/>
                  </a:cubicBezTo>
                  <a:cubicBezTo>
                    <a:pt x="47" y="23"/>
                    <a:pt x="46" y="26"/>
                    <a:pt x="42" y="33"/>
                  </a:cubicBezTo>
                  <a:cubicBezTo>
                    <a:pt x="33" y="58"/>
                    <a:pt x="29" y="69"/>
                    <a:pt x="29" y="79"/>
                  </a:cubicBezTo>
                  <a:cubicBezTo>
                    <a:pt x="29" y="103"/>
                    <a:pt x="49" y="113"/>
                    <a:pt x="73" y="113"/>
                  </a:cubicBezTo>
                  <a:cubicBezTo>
                    <a:pt x="93" y="113"/>
                    <a:pt x="107" y="99"/>
                    <a:pt x="116" y="85"/>
                  </a:cubicBezTo>
                  <a:cubicBezTo>
                    <a:pt x="134" y="59"/>
                    <a:pt x="137" y="26"/>
                    <a:pt x="137" y="22"/>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1" name="Freeform 316"/>
            <p:cNvSpPr>
              <a:spLocks noEditPoints="1"/>
            </p:cNvSpPr>
            <p:nvPr>
              <p:custDataLst>
                <p:tags r:id="rId34"/>
              </p:custDataLst>
            </p:nvPr>
          </p:nvSpPr>
          <p:spPr bwMode="auto">
            <a:xfrm>
              <a:off x="4938714" y="3925888"/>
              <a:ext cx="65088" cy="71438"/>
            </a:xfrm>
            <a:custGeom>
              <a:avLst/>
              <a:gdLst>
                <a:gd name="T0" fmla="*/ 117 w 143"/>
                <a:gd name="T1" fmla="*/ 29 h 112"/>
                <a:gd name="T2" fmla="*/ 121 w 143"/>
                <a:gd name="T3" fmla="*/ 13 h 112"/>
                <a:gd name="T4" fmla="*/ 112 w 143"/>
                <a:gd name="T5" fmla="*/ 5 h 112"/>
                <a:gd name="T6" fmla="*/ 99 w 143"/>
                <a:gd name="T7" fmla="*/ 14 h 112"/>
                <a:gd name="T8" fmla="*/ 69 w 143"/>
                <a:gd name="T9" fmla="*/ 0 h 112"/>
                <a:gd name="T10" fmla="*/ 0 w 143"/>
                <a:gd name="T11" fmla="*/ 69 h 112"/>
                <a:gd name="T12" fmla="*/ 43 w 143"/>
                <a:gd name="T13" fmla="*/ 112 h 112"/>
                <a:gd name="T14" fmla="*/ 82 w 143"/>
                <a:gd name="T15" fmla="*/ 95 h 112"/>
                <a:gd name="T16" fmla="*/ 112 w 143"/>
                <a:gd name="T17" fmla="*/ 112 h 112"/>
                <a:gd name="T18" fmla="*/ 133 w 143"/>
                <a:gd name="T19" fmla="*/ 98 h 112"/>
                <a:gd name="T20" fmla="*/ 143 w 143"/>
                <a:gd name="T21" fmla="*/ 74 h 112"/>
                <a:gd name="T22" fmla="*/ 138 w 143"/>
                <a:gd name="T23" fmla="*/ 70 h 112"/>
                <a:gd name="T24" fmla="*/ 132 w 143"/>
                <a:gd name="T25" fmla="*/ 76 h 112"/>
                <a:gd name="T26" fmla="*/ 113 w 143"/>
                <a:gd name="T27" fmla="*/ 104 h 112"/>
                <a:gd name="T28" fmla="*/ 103 w 143"/>
                <a:gd name="T29" fmla="*/ 91 h 112"/>
                <a:gd name="T30" fmla="*/ 107 w 143"/>
                <a:gd name="T31" fmla="*/ 71 h 112"/>
                <a:gd name="T32" fmla="*/ 117 w 143"/>
                <a:gd name="T33" fmla="*/ 29 h 112"/>
                <a:gd name="T34" fmla="*/ 84 w 143"/>
                <a:gd name="T35" fmla="*/ 76 h 112"/>
                <a:gd name="T36" fmla="*/ 78 w 143"/>
                <a:gd name="T37" fmla="*/ 86 h 112"/>
                <a:gd name="T38" fmla="*/ 44 w 143"/>
                <a:gd name="T39" fmla="*/ 104 h 112"/>
                <a:gd name="T40" fmla="*/ 22 w 143"/>
                <a:gd name="T41" fmla="*/ 78 h 112"/>
                <a:gd name="T42" fmla="*/ 36 w 143"/>
                <a:gd name="T43" fmla="*/ 28 h 112"/>
                <a:gd name="T44" fmla="*/ 69 w 143"/>
                <a:gd name="T45" fmla="*/ 8 h 112"/>
                <a:gd name="T46" fmla="*/ 95 w 143"/>
                <a:gd name="T47" fmla="*/ 30 h 112"/>
                <a:gd name="T48" fmla="*/ 84 w 143"/>
                <a:gd name="T49" fmla="*/ 7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12">
                  <a:moveTo>
                    <a:pt x="117" y="29"/>
                  </a:moveTo>
                  <a:cubicBezTo>
                    <a:pt x="118" y="24"/>
                    <a:pt x="121" y="14"/>
                    <a:pt x="121" y="13"/>
                  </a:cubicBezTo>
                  <a:cubicBezTo>
                    <a:pt x="121" y="9"/>
                    <a:pt x="118" y="5"/>
                    <a:pt x="112" y="5"/>
                  </a:cubicBezTo>
                  <a:cubicBezTo>
                    <a:pt x="107" y="5"/>
                    <a:pt x="101" y="8"/>
                    <a:pt x="99" y="14"/>
                  </a:cubicBezTo>
                  <a:cubicBezTo>
                    <a:pt x="94" y="8"/>
                    <a:pt x="85" y="0"/>
                    <a:pt x="69" y="0"/>
                  </a:cubicBezTo>
                  <a:cubicBezTo>
                    <a:pt x="34" y="0"/>
                    <a:pt x="0" y="34"/>
                    <a:pt x="0" y="69"/>
                  </a:cubicBezTo>
                  <a:cubicBezTo>
                    <a:pt x="0" y="94"/>
                    <a:pt x="18" y="112"/>
                    <a:pt x="43" y="112"/>
                  </a:cubicBezTo>
                  <a:cubicBezTo>
                    <a:pt x="63" y="112"/>
                    <a:pt x="79" y="98"/>
                    <a:pt x="82" y="95"/>
                  </a:cubicBezTo>
                  <a:cubicBezTo>
                    <a:pt x="87" y="107"/>
                    <a:pt x="100" y="112"/>
                    <a:pt x="112" y="112"/>
                  </a:cubicBezTo>
                  <a:cubicBezTo>
                    <a:pt x="121" y="112"/>
                    <a:pt x="128" y="107"/>
                    <a:pt x="133" y="98"/>
                  </a:cubicBezTo>
                  <a:cubicBezTo>
                    <a:pt x="140" y="89"/>
                    <a:pt x="143" y="75"/>
                    <a:pt x="143" y="74"/>
                  </a:cubicBezTo>
                  <a:cubicBezTo>
                    <a:pt x="143" y="70"/>
                    <a:pt x="139" y="70"/>
                    <a:pt x="138" y="70"/>
                  </a:cubicBezTo>
                  <a:cubicBezTo>
                    <a:pt x="134" y="70"/>
                    <a:pt x="133" y="72"/>
                    <a:pt x="132" y="76"/>
                  </a:cubicBezTo>
                  <a:cubicBezTo>
                    <a:pt x="128" y="94"/>
                    <a:pt x="121" y="104"/>
                    <a:pt x="113" y="104"/>
                  </a:cubicBezTo>
                  <a:cubicBezTo>
                    <a:pt x="106" y="104"/>
                    <a:pt x="103" y="98"/>
                    <a:pt x="103" y="91"/>
                  </a:cubicBezTo>
                  <a:cubicBezTo>
                    <a:pt x="103" y="87"/>
                    <a:pt x="105" y="77"/>
                    <a:pt x="107" y="71"/>
                  </a:cubicBezTo>
                  <a:lnTo>
                    <a:pt x="117" y="29"/>
                  </a:lnTo>
                  <a:close/>
                  <a:moveTo>
                    <a:pt x="84" y="76"/>
                  </a:moveTo>
                  <a:cubicBezTo>
                    <a:pt x="83" y="80"/>
                    <a:pt x="83" y="81"/>
                    <a:pt x="78" y="86"/>
                  </a:cubicBezTo>
                  <a:cubicBezTo>
                    <a:pt x="69" y="96"/>
                    <a:pt x="56" y="104"/>
                    <a:pt x="44" y="104"/>
                  </a:cubicBezTo>
                  <a:cubicBezTo>
                    <a:pt x="35" y="104"/>
                    <a:pt x="22" y="99"/>
                    <a:pt x="22" y="78"/>
                  </a:cubicBezTo>
                  <a:cubicBezTo>
                    <a:pt x="22" y="67"/>
                    <a:pt x="28" y="41"/>
                    <a:pt x="36" y="28"/>
                  </a:cubicBezTo>
                  <a:cubicBezTo>
                    <a:pt x="46" y="14"/>
                    <a:pt x="59" y="8"/>
                    <a:pt x="69" y="8"/>
                  </a:cubicBezTo>
                  <a:cubicBezTo>
                    <a:pt x="80" y="8"/>
                    <a:pt x="91" y="15"/>
                    <a:pt x="95" y="30"/>
                  </a:cubicBezTo>
                  <a:lnTo>
                    <a:pt x="84" y="7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2" name="Freeform 317"/>
            <p:cNvSpPr>
              <a:spLocks noEditPoints="1"/>
            </p:cNvSpPr>
            <p:nvPr>
              <p:custDataLst>
                <p:tags r:id="rId35"/>
              </p:custDataLst>
            </p:nvPr>
          </p:nvSpPr>
          <p:spPr bwMode="auto">
            <a:xfrm>
              <a:off x="5026026" y="3933826"/>
              <a:ext cx="95250" cy="46038"/>
            </a:xfrm>
            <a:custGeom>
              <a:avLst/>
              <a:gdLst>
                <a:gd name="T0" fmla="*/ 198 w 207"/>
                <a:gd name="T1" fmla="*/ 14 h 73"/>
                <a:gd name="T2" fmla="*/ 207 w 207"/>
                <a:gd name="T3" fmla="*/ 7 h 73"/>
                <a:gd name="T4" fmla="*/ 196 w 207"/>
                <a:gd name="T5" fmla="*/ 0 h 73"/>
                <a:gd name="T6" fmla="*/ 11 w 207"/>
                <a:gd name="T7" fmla="*/ 0 h 73"/>
                <a:gd name="T8" fmla="*/ 0 w 207"/>
                <a:gd name="T9" fmla="*/ 7 h 73"/>
                <a:gd name="T10" fmla="*/ 10 w 207"/>
                <a:gd name="T11" fmla="*/ 14 h 73"/>
                <a:gd name="T12" fmla="*/ 198 w 207"/>
                <a:gd name="T13" fmla="*/ 14 h 73"/>
                <a:gd name="T14" fmla="*/ 196 w 207"/>
                <a:gd name="T15" fmla="*/ 73 h 73"/>
                <a:gd name="T16" fmla="*/ 207 w 207"/>
                <a:gd name="T17" fmla="*/ 66 h 73"/>
                <a:gd name="T18" fmla="*/ 198 w 207"/>
                <a:gd name="T19" fmla="*/ 59 h 73"/>
                <a:gd name="T20" fmla="*/ 10 w 207"/>
                <a:gd name="T21" fmla="*/ 59 h 73"/>
                <a:gd name="T22" fmla="*/ 0 w 207"/>
                <a:gd name="T23" fmla="*/ 66 h 73"/>
                <a:gd name="T24" fmla="*/ 11 w 207"/>
                <a:gd name="T25" fmla="*/ 73 h 73"/>
                <a:gd name="T26" fmla="*/ 196 w 20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 h="73">
                  <a:moveTo>
                    <a:pt x="198" y="14"/>
                  </a:moveTo>
                  <a:cubicBezTo>
                    <a:pt x="201" y="14"/>
                    <a:pt x="207" y="14"/>
                    <a:pt x="207" y="7"/>
                  </a:cubicBezTo>
                  <a:cubicBezTo>
                    <a:pt x="207" y="0"/>
                    <a:pt x="200" y="0"/>
                    <a:pt x="196" y="0"/>
                  </a:cubicBezTo>
                  <a:lnTo>
                    <a:pt x="11" y="0"/>
                  </a:lnTo>
                  <a:cubicBezTo>
                    <a:pt x="8" y="0"/>
                    <a:pt x="0" y="0"/>
                    <a:pt x="0" y="7"/>
                  </a:cubicBezTo>
                  <a:cubicBezTo>
                    <a:pt x="0" y="14"/>
                    <a:pt x="7" y="14"/>
                    <a:pt x="10" y="14"/>
                  </a:cubicBezTo>
                  <a:lnTo>
                    <a:pt x="198" y="14"/>
                  </a:lnTo>
                  <a:close/>
                  <a:moveTo>
                    <a:pt x="196" y="73"/>
                  </a:moveTo>
                  <a:cubicBezTo>
                    <a:pt x="200" y="73"/>
                    <a:pt x="207" y="73"/>
                    <a:pt x="207" y="66"/>
                  </a:cubicBezTo>
                  <a:cubicBezTo>
                    <a:pt x="207" y="59"/>
                    <a:pt x="201" y="59"/>
                    <a:pt x="198" y="59"/>
                  </a:cubicBezTo>
                  <a:lnTo>
                    <a:pt x="10" y="59"/>
                  </a:lnTo>
                  <a:cubicBezTo>
                    <a:pt x="7" y="59"/>
                    <a:pt x="0" y="59"/>
                    <a:pt x="0" y="66"/>
                  </a:cubicBezTo>
                  <a:cubicBezTo>
                    <a:pt x="0" y="73"/>
                    <a:pt x="8" y="73"/>
                    <a:pt x="11" y="73"/>
                  </a:cubicBezTo>
                  <a:lnTo>
                    <a:pt x="196" y="7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3" name="Freeform 318"/>
            <p:cNvSpPr>
              <a:spLocks/>
            </p:cNvSpPr>
            <p:nvPr>
              <p:custDataLst>
                <p:tags r:id="rId36"/>
              </p:custDataLst>
            </p:nvPr>
          </p:nvSpPr>
          <p:spPr bwMode="auto">
            <a:xfrm>
              <a:off x="5141914" y="3862388"/>
              <a:ext cx="31750" cy="80963"/>
            </a:xfrm>
            <a:custGeom>
              <a:avLst/>
              <a:gdLst>
                <a:gd name="T0" fmla="*/ 67 w 69"/>
                <a:gd name="T1" fmla="*/ 23 h 130"/>
                <a:gd name="T2" fmla="*/ 69 w 69"/>
                <a:gd name="T3" fmla="*/ 15 h 130"/>
                <a:gd name="T4" fmla="*/ 54 w 69"/>
                <a:gd name="T5" fmla="*/ 0 h 130"/>
                <a:gd name="T6" fmla="*/ 40 w 69"/>
                <a:gd name="T7" fmla="*/ 11 h 130"/>
                <a:gd name="T8" fmla="*/ 1 w 69"/>
                <a:gd name="T9" fmla="*/ 119 h 130"/>
                <a:gd name="T10" fmla="*/ 0 w 69"/>
                <a:gd name="T11" fmla="*/ 123 h 130"/>
                <a:gd name="T12" fmla="*/ 11 w 69"/>
                <a:gd name="T13" fmla="*/ 130 h 130"/>
                <a:gd name="T14" fmla="*/ 15 w 69"/>
                <a:gd name="T15" fmla="*/ 125 h 130"/>
                <a:gd name="T16" fmla="*/ 67 w 69"/>
                <a:gd name="T17" fmla="*/ 23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30">
                  <a:moveTo>
                    <a:pt x="67" y="23"/>
                  </a:moveTo>
                  <a:cubicBezTo>
                    <a:pt x="67" y="23"/>
                    <a:pt x="69" y="18"/>
                    <a:pt x="69" y="15"/>
                  </a:cubicBezTo>
                  <a:cubicBezTo>
                    <a:pt x="69" y="6"/>
                    <a:pt x="61" y="0"/>
                    <a:pt x="54" y="0"/>
                  </a:cubicBezTo>
                  <a:cubicBezTo>
                    <a:pt x="44" y="0"/>
                    <a:pt x="41" y="8"/>
                    <a:pt x="40" y="11"/>
                  </a:cubicBezTo>
                  <a:lnTo>
                    <a:pt x="1" y="119"/>
                  </a:lnTo>
                  <a:cubicBezTo>
                    <a:pt x="0" y="122"/>
                    <a:pt x="0" y="123"/>
                    <a:pt x="0" y="123"/>
                  </a:cubicBezTo>
                  <a:cubicBezTo>
                    <a:pt x="0" y="127"/>
                    <a:pt x="11" y="130"/>
                    <a:pt x="11" y="130"/>
                  </a:cubicBezTo>
                  <a:cubicBezTo>
                    <a:pt x="13" y="130"/>
                    <a:pt x="14" y="128"/>
                    <a:pt x="15" y="125"/>
                  </a:cubicBezTo>
                  <a:lnTo>
                    <a:pt x="67" y="2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4" name="Freeform 319"/>
            <p:cNvSpPr>
              <a:spLocks/>
            </p:cNvSpPr>
            <p:nvPr>
              <p:custDataLst>
                <p:tags r:id="rId37"/>
              </p:custDataLst>
            </p:nvPr>
          </p:nvSpPr>
          <p:spPr bwMode="auto">
            <a:xfrm>
              <a:off x="5203826" y="3925888"/>
              <a:ext cx="63500" cy="71438"/>
            </a:xfrm>
            <a:custGeom>
              <a:avLst/>
              <a:gdLst>
                <a:gd name="T0" fmla="*/ 51 w 139"/>
                <a:gd name="T1" fmla="*/ 69 h 112"/>
                <a:gd name="T2" fmla="*/ 55 w 139"/>
                <a:gd name="T3" fmla="*/ 52 h 112"/>
                <a:gd name="T4" fmla="*/ 58 w 139"/>
                <a:gd name="T5" fmla="*/ 41 h 112"/>
                <a:gd name="T6" fmla="*/ 75 w 139"/>
                <a:gd name="T7" fmla="*/ 17 h 112"/>
                <a:gd name="T8" fmla="*/ 100 w 139"/>
                <a:gd name="T9" fmla="*/ 8 h 112"/>
                <a:gd name="T10" fmla="*/ 123 w 139"/>
                <a:gd name="T11" fmla="*/ 12 h 112"/>
                <a:gd name="T12" fmla="*/ 112 w 139"/>
                <a:gd name="T13" fmla="*/ 27 h 112"/>
                <a:gd name="T14" fmla="*/ 124 w 139"/>
                <a:gd name="T15" fmla="*/ 37 h 112"/>
                <a:gd name="T16" fmla="*/ 139 w 139"/>
                <a:gd name="T17" fmla="*/ 20 h 112"/>
                <a:gd name="T18" fmla="*/ 101 w 139"/>
                <a:gd name="T19" fmla="*/ 0 h 112"/>
                <a:gd name="T20" fmla="*/ 61 w 139"/>
                <a:gd name="T21" fmla="*/ 19 h 112"/>
                <a:gd name="T22" fmla="*/ 31 w 139"/>
                <a:gd name="T23" fmla="*/ 0 h 112"/>
                <a:gd name="T24" fmla="*/ 9 w 139"/>
                <a:gd name="T25" fmla="*/ 13 h 112"/>
                <a:gd name="T26" fmla="*/ 0 w 139"/>
                <a:gd name="T27" fmla="*/ 38 h 112"/>
                <a:gd name="T28" fmla="*/ 5 w 139"/>
                <a:gd name="T29" fmla="*/ 42 h 112"/>
                <a:gd name="T30" fmla="*/ 11 w 139"/>
                <a:gd name="T31" fmla="*/ 35 h 112"/>
                <a:gd name="T32" fmla="*/ 30 w 139"/>
                <a:gd name="T33" fmla="*/ 8 h 112"/>
                <a:gd name="T34" fmla="*/ 40 w 139"/>
                <a:gd name="T35" fmla="*/ 21 h 112"/>
                <a:gd name="T36" fmla="*/ 36 w 139"/>
                <a:gd name="T37" fmla="*/ 41 h 112"/>
                <a:gd name="T38" fmla="*/ 31 w 139"/>
                <a:gd name="T39" fmla="*/ 63 h 112"/>
                <a:gd name="T40" fmla="*/ 25 w 139"/>
                <a:gd name="T41" fmla="*/ 85 h 112"/>
                <a:gd name="T42" fmla="*/ 21 w 139"/>
                <a:gd name="T43" fmla="*/ 104 h 112"/>
                <a:gd name="T44" fmla="*/ 30 w 139"/>
                <a:gd name="T45" fmla="*/ 112 h 112"/>
                <a:gd name="T46" fmla="*/ 41 w 139"/>
                <a:gd name="T47" fmla="*/ 106 h 112"/>
                <a:gd name="T48" fmla="*/ 45 w 139"/>
                <a:gd name="T49" fmla="*/ 91 h 112"/>
                <a:gd name="T50" fmla="*/ 51 w 139"/>
                <a:gd name="T51" fmla="*/ 6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12">
                  <a:moveTo>
                    <a:pt x="51" y="69"/>
                  </a:moveTo>
                  <a:cubicBezTo>
                    <a:pt x="52" y="65"/>
                    <a:pt x="54" y="56"/>
                    <a:pt x="55" y="52"/>
                  </a:cubicBezTo>
                  <a:cubicBezTo>
                    <a:pt x="56" y="48"/>
                    <a:pt x="57" y="44"/>
                    <a:pt x="58" y="41"/>
                  </a:cubicBezTo>
                  <a:cubicBezTo>
                    <a:pt x="59" y="37"/>
                    <a:pt x="67" y="24"/>
                    <a:pt x="75" y="17"/>
                  </a:cubicBezTo>
                  <a:cubicBezTo>
                    <a:pt x="84" y="10"/>
                    <a:pt x="92" y="8"/>
                    <a:pt x="100" y="8"/>
                  </a:cubicBezTo>
                  <a:cubicBezTo>
                    <a:pt x="103" y="8"/>
                    <a:pt x="115" y="8"/>
                    <a:pt x="123" y="12"/>
                  </a:cubicBezTo>
                  <a:cubicBezTo>
                    <a:pt x="112" y="16"/>
                    <a:pt x="112" y="26"/>
                    <a:pt x="112" y="27"/>
                  </a:cubicBezTo>
                  <a:cubicBezTo>
                    <a:pt x="112" y="31"/>
                    <a:pt x="115" y="37"/>
                    <a:pt x="124" y="37"/>
                  </a:cubicBezTo>
                  <a:cubicBezTo>
                    <a:pt x="131" y="37"/>
                    <a:pt x="139" y="31"/>
                    <a:pt x="139" y="20"/>
                  </a:cubicBezTo>
                  <a:cubicBezTo>
                    <a:pt x="139" y="2"/>
                    <a:pt x="113" y="0"/>
                    <a:pt x="101" y="0"/>
                  </a:cubicBezTo>
                  <a:cubicBezTo>
                    <a:pt x="95" y="0"/>
                    <a:pt x="78" y="0"/>
                    <a:pt x="61" y="19"/>
                  </a:cubicBezTo>
                  <a:cubicBezTo>
                    <a:pt x="58" y="6"/>
                    <a:pt x="44" y="0"/>
                    <a:pt x="31" y="0"/>
                  </a:cubicBezTo>
                  <a:cubicBezTo>
                    <a:pt x="23" y="0"/>
                    <a:pt x="16" y="4"/>
                    <a:pt x="9" y="13"/>
                  </a:cubicBezTo>
                  <a:cubicBezTo>
                    <a:pt x="3" y="24"/>
                    <a:pt x="0" y="37"/>
                    <a:pt x="0" y="38"/>
                  </a:cubicBezTo>
                  <a:cubicBezTo>
                    <a:pt x="0" y="42"/>
                    <a:pt x="3" y="42"/>
                    <a:pt x="5" y="42"/>
                  </a:cubicBezTo>
                  <a:cubicBezTo>
                    <a:pt x="9" y="42"/>
                    <a:pt x="9" y="41"/>
                    <a:pt x="11" y="35"/>
                  </a:cubicBezTo>
                  <a:cubicBezTo>
                    <a:pt x="15" y="19"/>
                    <a:pt x="21" y="8"/>
                    <a:pt x="30" y="8"/>
                  </a:cubicBezTo>
                  <a:cubicBezTo>
                    <a:pt x="39" y="8"/>
                    <a:pt x="40" y="16"/>
                    <a:pt x="40" y="21"/>
                  </a:cubicBezTo>
                  <a:cubicBezTo>
                    <a:pt x="40" y="25"/>
                    <a:pt x="38" y="34"/>
                    <a:pt x="36" y="41"/>
                  </a:cubicBezTo>
                  <a:cubicBezTo>
                    <a:pt x="35" y="47"/>
                    <a:pt x="32" y="58"/>
                    <a:pt x="31" y="63"/>
                  </a:cubicBezTo>
                  <a:lnTo>
                    <a:pt x="25" y="85"/>
                  </a:lnTo>
                  <a:cubicBezTo>
                    <a:pt x="24" y="91"/>
                    <a:pt x="21" y="102"/>
                    <a:pt x="21" y="104"/>
                  </a:cubicBezTo>
                  <a:cubicBezTo>
                    <a:pt x="21" y="109"/>
                    <a:pt x="26" y="112"/>
                    <a:pt x="30" y="112"/>
                  </a:cubicBezTo>
                  <a:cubicBezTo>
                    <a:pt x="34" y="112"/>
                    <a:pt x="39" y="110"/>
                    <a:pt x="41" y="106"/>
                  </a:cubicBezTo>
                  <a:cubicBezTo>
                    <a:pt x="42" y="104"/>
                    <a:pt x="44" y="96"/>
                    <a:pt x="45" y="91"/>
                  </a:cubicBezTo>
                  <a:lnTo>
                    <a:pt x="51" y="6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5" name="Freeform 320"/>
            <p:cNvSpPr>
              <a:spLocks noEditPoints="1"/>
            </p:cNvSpPr>
            <p:nvPr>
              <p:custDataLst>
                <p:tags r:id="rId38"/>
              </p:custDataLst>
            </p:nvPr>
          </p:nvSpPr>
          <p:spPr bwMode="auto">
            <a:xfrm>
              <a:off x="5286376" y="3886201"/>
              <a:ext cx="65088" cy="111125"/>
            </a:xfrm>
            <a:custGeom>
              <a:avLst/>
              <a:gdLst>
                <a:gd name="T0" fmla="*/ 138 w 144"/>
                <a:gd name="T1" fmla="*/ 9 h 175"/>
                <a:gd name="T2" fmla="*/ 139 w 144"/>
                <a:gd name="T3" fmla="*/ 4 h 175"/>
                <a:gd name="T4" fmla="*/ 132 w 144"/>
                <a:gd name="T5" fmla="*/ 0 h 175"/>
                <a:gd name="T6" fmla="*/ 101 w 144"/>
                <a:gd name="T7" fmla="*/ 2 h 175"/>
                <a:gd name="T8" fmla="*/ 95 w 144"/>
                <a:gd name="T9" fmla="*/ 4 h 175"/>
                <a:gd name="T10" fmla="*/ 94 w 144"/>
                <a:gd name="T11" fmla="*/ 10 h 175"/>
                <a:gd name="T12" fmla="*/ 101 w 144"/>
                <a:gd name="T13" fmla="*/ 14 h 175"/>
                <a:gd name="T14" fmla="*/ 109 w 144"/>
                <a:gd name="T15" fmla="*/ 14 h 175"/>
                <a:gd name="T16" fmla="*/ 114 w 144"/>
                <a:gd name="T17" fmla="*/ 18 h 175"/>
                <a:gd name="T18" fmla="*/ 111 w 144"/>
                <a:gd name="T19" fmla="*/ 31 h 175"/>
                <a:gd name="T20" fmla="*/ 100 w 144"/>
                <a:gd name="T21" fmla="*/ 77 h 175"/>
                <a:gd name="T22" fmla="*/ 70 w 144"/>
                <a:gd name="T23" fmla="*/ 63 h 175"/>
                <a:gd name="T24" fmla="*/ 0 w 144"/>
                <a:gd name="T25" fmla="*/ 132 h 175"/>
                <a:gd name="T26" fmla="*/ 44 w 144"/>
                <a:gd name="T27" fmla="*/ 175 h 175"/>
                <a:gd name="T28" fmla="*/ 83 w 144"/>
                <a:gd name="T29" fmla="*/ 158 h 175"/>
                <a:gd name="T30" fmla="*/ 112 w 144"/>
                <a:gd name="T31" fmla="*/ 175 h 175"/>
                <a:gd name="T32" fmla="*/ 134 w 144"/>
                <a:gd name="T33" fmla="*/ 161 h 175"/>
                <a:gd name="T34" fmla="*/ 144 w 144"/>
                <a:gd name="T35" fmla="*/ 137 h 175"/>
                <a:gd name="T36" fmla="*/ 139 w 144"/>
                <a:gd name="T37" fmla="*/ 133 h 175"/>
                <a:gd name="T38" fmla="*/ 133 w 144"/>
                <a:gd name="T39" fmla="*/ 139 h 175"/>
                <a:gd name="T40" fmla="*/ 113 w 144"/>
                <a:gd name="T41" fmla="*/ 167 h 175"/>
                <a:gd name="T42" fmla="*/ 103 w 144"/>
                <a:gd name="T43" fmla="*/ 154 h 175"/>
                <a:gd name="T44" fmla="*/ 104 w 144"/>
                <a:gd name="T45" fmla="*/ 146 h 175"/>
                <a:gd name="T46" fmla="*/ 138 w 144"/>
                <a:gd name="T47" fmla="*/ 9 h 175"/>
                <a:gd name="T48" fmla="*/ 84 w 144"/>
                <a:gd name="T49" fmla="*/ 139 h 175"/>
                <a:gd name="T50" fmla="*/ 79 w 144"/>
                <a:gd name="T51" fmla="*/ 149 h 175"/>
                <a:gd name="T52" fmla="*/ 44 w 144"/>
                <a:gd name="T53" fmla="*/ 167 h 175"/>
                <a:gd name="T54" fmla="*/ 22 w 144"/>
                <a:gd name="T55" fmla="*/ 141 h 175"/>
                <a:gd name="T56" fmla="*/ 37 w 144"/>
                <a:gd name="T57" fmla="*/ 91 h 175"/>
                <a:gd name="T58" fmla="*/ 70 w 144"/>
                <a:gd name="T59" fmla="*/ 71 h 175"/>
                <a:gd name="T60" fmla="*/ 96 w 144"/>
                <a:gd name="T61" fmla="*/ 93 h 175"/>
                <a:gd name="T62" fmla="*/ 84 w 144"/>
                <a:gd name="T63" fmla="*/ 139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4" h="175">
                  <a:moveTo>
                    <a:pt x="138" y="9"/>
                  </a:moveTo>
                  <a:cubicBezTo>
                    <a:pt x="139" y="6"/>
                    <a:pt x="139" y="5"/>
                    <a:pt x="139" y="4"/>
                  </a:cubicBezTo>
                  <a:cubicBezTo>
                    <a:pt x="139" y="0"/>
                    <a:pt x="136" y="0"/>
                    <a:pt x="132" y="0"/>
                  </a:cubicBezTo>
                  <a:lnTo>
                    <a:pt x="101" y="2"/>
                  </a:lnTo>
                  <a:cubicBezTo>
                    <a:pt x="97" y="3"/>
                    <a:pt x="96" y="3"/>
                    <a:pt x="95" y="4"/>
                  </a:cubicBezTo>
                  <a:cubicBezTo>
                    <a:pt x="94" y="5"/>
                    <a:pt x="94" y="8"/>
                    <a:pt x="94" y="10"/>
                  </a:cubicBezTo>
                  <a:cubicBezTo>
                    <a:pt x="94" y="14"/>
                    <a:pt x="97" y="14"/>
                    <a:pt x="101" y="14"/>
                  </a:cubicBezTo>
                  <a:cubicBezTo>
                    <a:pt x="101" y="14"/>
                    <a:pt x="106" y="14"/>
                    <a:pt x="109" y="14"/>
                  </a:cubicBezTo>
                  <a:cubicBezTo>
                    <a:pt x="114" y="15"/>
                    <a:pt x="114" y="16"/>
                    <a:pt x="114" y="18"/>
                  </a:cubicBezTo>
                  <a:cubicBezTo>
                    <a:pt x="114" y="19"/>
                    <a:pt x="112" y="26"/>
                    <a:pt x="111" y="31"/>
                  </a:cubicBezTo>
                  <a:lnTo>
                    <a:pt x="100" y="77"/>
                  </a:lnTo>
                  <a:cubicBezTo>
                    <a:pt x="95" y="71"/>
                    <a:pt x="86" y="63"/>
                    <a:pt x="70" y="63"/>
                  </a:cubicBezTo>
                  <a:cubicBezTo>
                    <a:pt x="35" y="63"/>
                    <a:pt x="0" y="97"/>
                    <a:pt x="0" y="132"/>
                  </a:cubicBezTo>
                  <a:cubicBezTo>
                    <a:pt x="0" y="157"/>
                    <a:pt x="19" y="175"/>
                    <a:pt x="44" y="175"/>
                  </a:cubicBezTo>
                  <a:cubicBezTo>
                    <a:pt x="64" y="175"/>
                    <a:pt x="80" y="161"/>
                    <a:pt x="83" y="158"/>
                  </a:cubicBezTo>
                  <a:cubicBezTo>
                    <a:pt x="87" y="170"/>
                    <a:pt x="101" y="175"/>
                    <a:pt x="112" y="175"/>
                  </a:cubicBezTo>
                  <a:cubicBezTo>
                    <a:pt x="122" y="175"/>
                    <a:pt x="129" y="170"/>
                    <a:pt x="134" y="161"/>
                  </a:cubicBezTo>
                  <a:cubicBezTo>
                    <a:pt x="140" y="152"/>
                    <a:pt x="144" y="138"/>
                    <a:pt x="144" y="137"/>
                  </a:cubicBezTo>
                  <a:cubicBezTo>
                    <a:pt x="144" y="133"/>
                    <a:pt x="140" y="133"/>
                    <a:pt x="139" y="133"/>
                  </a:cubicBezTo>
                  <a:cubicBezTo>
                    <a:pt x="134" y="133"/>
                    <a:pt x="134" y="135"/>
                    <a:pt x="133" y="139"/>
                  </a:cubicBezTo>
                  <a:cubicBezTo>
                    <a:pt x="128" y="157"/>
                    <a:pt x="122" y="167"/>
                    <a:pt x="113" y="167"/>
                  </a:cubicBezTo>
                  <a:cubicBezTo>
                    <a:pt x="106" y="167"/>
                    <a:pt x="103" y="161"/>
                    <a:pt x="103" y="154"/>
                  </a:cubicBezTo>
                  <a:cubicBezTo>
                    <a:pt x="103" y="151"/>
                    <a:pt x="103" y="148"/>
                    <a:pt x="104" y="146"/>
                  </a:cubicBezTo>
                  <a:lnTo>
                    <a:pt x="138" y="9"/>
                  </a:lnTo>
                  <a:close/>
                  <a:moveTo>
                    <a:pt x="84" y="139"/>
                  </a:moveTo>
                  <a:cubicBezTo>
                    <a:pt x="83" y="143"/>
                    <a:pt x="83" y="144"/>
                    <a:pt x="79" y="149"/>
                  </a:cubicBezTo>
                  <a:cubicBezTo>
                    <a:pt x="70" y="159"/>
                    <a:pt x="57" y="167"/>
                    <a:pt x="44" y="167"/>
                  </a:cubicBezTo>
                  <a:cubicBezTo>
                    <a:pt x="36" y="167"/>
                    <a:pt x="22" y="162"/>
                    <a:pt x="22" y="141"/>
                  </a:cubicBezTo>
                  <a:cubicBezTo>
                    <a:pt x="22" y="130"/>
                    <a:pt x="28" y="104"/>
                    <a:pt x="37" y="91"/>
                  </a:cubicBezTo>
                  <a:cubicBezTo>
                    <a:pt x="47" y="77"/>
                    <a:pt x="59" y="71"/>
                    <a:pt x="70" y="71"/>
                  </a:cubicBezTo>
                  <a:cubicBezTo>
                    <a:pt x="81" y="71"/>
                    <a:pt x="92" y="78"/>
                    <a:pt x="96" y="93"/>
                  </a:cubicBezTo>
                  <a:lnTo>
                    <a:pt x="84" y="1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6" name="Freeform 321"/>
            <p:cNvSpPr>
              <a:spLocks noEditPoints="1"/>
            </p:cNvSpPr>
            <p:nvPr>
              <p:custDataLst>
                <p:tags r:id="rId39"/>
              </p:custDataLst>
            </p:nvPr>
          </p:nvSpPr>
          <p:spPr bwMode="auto">
            <a:xfrm>
              <a:off x="5372101" y="3925888"/>
              <a:ext cx="53975" cy="71438"/>
            </a:xfrm>
            <a:custGeom>
              <a:avLst/>
              <a:gdLst>
                <a:gd name="T0" fmla="*/ 43 w 120"/>
                <a:gd name="T1" fmla="*/ 54 h 112"/>
                <a:gd name="T2" fmla="*/ 113 w 120"/>
                <a:gd name="T3" fmla="*/ 22 h 112"/>
                <a:gd name="T4" fmla="*/ 77 w 120"/>
                <a:gd name="T5" fmla="*/ 0 h 112"/>
                <a:gd name="T6" fmla="*/ 0 w 120"/>
                <a:gd name="T7" fmla="*/ 63 h 112"/>
                <a:gd name="T8" fmla="*/ 52 w 120"/>
                <a:gd name="T9" fmla="*/ 112 h 112"/>
                <a:gd name="T10" fmla="*/ 94 w 120"/>
                <a:gd name="T11" fmla="*/ 106 h 112"/>
                <a:gd name="T12" fmla="*/ 120 w 120"/>
                <a:gd name="T13" fmla="*/ 85 h 112"/>
                <a:gd name="T14" fmla="*/ 115 w 120"/>
                <a:gd name="T15" fmla="*/ 79 h 112"/>
                <a:gd name="T16" fmla="*/ 109 w 120"/>
                <a:gd name="T17" fmla="*/ 84 h 112"/>
                <a:gd name="T18" fmla="*/ 53 w 120"/>
                <a:gd name="T19" fmla="*/ 104 h 112"/>
                <a:gd name="T20" fmla="*/ 23 w 120"/>
                <a:gd name="T21" fmla="*/ 72 h 112"/>
                <a:gd name="T22" fmla="*/ 25 w 120"/>
                <a:gd name="T23" fmla="*/ 54 h 112"/>
                <a:gd name="T24" fmla="*/ 43 w 120"/>
                <a:gd name="T25" fmla="*/ 54 h 112"/>
                <a:gd name="T26" fmla="*/ 27 w 120"/>
                <a:gd name="T27" fmla="*/ 45 h 112"/>
                <a:gd name="T28" fmla="*/ 77 w 120"/>
                <a:gd name="T29" fmla="*/ 8 h 112"/>
                <a:gd name="T30" fmla="*/ 100 w 120"/>
                <a:gd name="T31" fmla="*/ 22 h 112"/>
                <a:gd name="T32" fmla="*/ 42 w 120"/>
                <a:gd name="T33" fmla="*/ 45 h 112"/>
                <a:gd name="T34" fmla="*/ 27 w 120"/>
                <a:gd name="T35" fmla="*/ 4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12">
                  <a:moveTo>
                    <a:pt x="43" y="54"/>
                  </a:moveTo>
                  <a:cubicBezTo>
                    <a:pt x="68" y="54"/>
                    <a:pt x="113" y="51"/>
                    <a:pt x="113" y="22"/>
                  </a:cubicBezTo>
                  <a:cubicBezTo>
                    <a:pt x="113" y="9"/>
                    <a:pt x="100" y="0"/>
                    <a:pt x="77" y="0"/>
                  </a:cubicBezTo>
                  <a:cubicBezTo>
                    <a:pt x="43" y="0"/>
                    <a:pt x="0" y="22"/>
                    <a:pt x="0" y="63"/>
                  </a:cubicBezTo>
                  <a:cubicBezTo>
                    <a:pt x="0" y="86"/>
                    <a:pt x="15" y="112"/>
                    <a:pt x="52" y="112"/>
                  </a:cubicBezTo>
                  <a:cubicBezTo>
                    <a:pt x="57" y="112"/>
                    <a:pt x="77" y="112"/>
                    <a:pt x="94" y="106"/>
                  </a:cubicBezTo>
                  <a:cubicBezTo>
                    <a:pt x="110" y="99"/>
                    <a:pt x="120" y="88"/>
                    <a:pt x="120" y="85"/>
                  </a:cubicBezTo>
                  <a:cubicBezTo>
                    <a:pt x="120" y="83"/>
                    <a:pt x="117" y="79"/>
                    <a:pt x="115" y="79"/>
                  </a:cubicBezTo>
                  <a:cubicBezTo>
                    <a:pt x="114" y="79"/>
                    <a:pt x="113" y="80"/>
                    <a:pt x="109" y="84"/>
                  </a:cubicBezTo>
                  <a:cubicBezTo>
                    <a:pt x="97" y="97"/>
                    <a:pt x="75" y="104"/>
                    <a:pt x="53" y="104"/>
                  </a:cubicBezTo>
                  <a:cubicBezTo>
                    <a:pt x="32" y="104"/>
                    <a:pt x="23" y="91"/>
                    <a:pt x="23" y="72"/>
                  </a:cubicBezTo>
                  <a:cubicBezTo>
                    <a:pt x="23" y="70"/>
                    <a:pt x="23" y="63"/>
                    <a:pt x="25" y="54"/>
                  </a:cubicBezTo>
                  <a:lnTo>
                    <a:pt x="43" y="54"/>
                  </a:lnTo>
                  <a:close/>
                  <a:moveTo>
                    <a:pt x="27" y="45"/>
                  </a:moveTo>
                  <a:cubicBezTo>
                    <a:pt x="39" y="10"/>
                    <a:pt x="69" y="8"/>
                    <a:pt x="77" y="8"/>
                  </a:cubicBezTo>
                  <a:cubicBezTo>
                    <a:pt x="89" y="8"/>
                    <a:pt x="100" y="13"/>
                    <a:pt x="100" y="22"/>
                  </a:cubicBezTo>
                  <a:cubicBezTo>
                    <a:pt x="100" y="45"/>
                    <a:pt x="53" y="45"/>
                    <a:pt x="42" y="45"/>
                  </a:cubicBezTo>
                  <a:lnTo>
                    <a:pt x="27" y="4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7" name="Freeform 322"/>
            <p:cNvSpPr>
              <a:spLocks/>
            </p:cNvSpPr>
            <p:nvPr>
              <p:custDataLst>
                <p:tags r:id="rId40"/>
              </p:custDataLst>
            </p:nvPr>
          </p:nvSpPr>
          <p:spPr bwMode="auto">
            <a:xfrm>
              <a:off x="5448301" y="3925888"/>
              <a:ext cx="55563" cy="71438"/>
            </a:xfrm>
            <a:custGeom>
              <a:avLst/>
              <a:gdLst>
                <a:gd name="T0" fmla="*/ 101 w 121"/>
                <a:gd name="T1" fmla="*/ 13 h 112"/>
                <a:gd name="T2" fmla="*/ 89 w 121"/>
                <a:gd name="T3" fmla="*/ 28 h 112"/>
                <a:gd name="T4" fmla="*/ 100 w 121"/>
                <a:gd name="T5" fmla="*/ 39 h 112"/>
                <a:gd name="T6" fmla="*/ 116 w 121"/>
                <a:gd name="T7" fmla="*/ 21 h 112"/>
                <a:gd name="T8" fmla="*/ 78 w 121"/>
                <a:gd name="T9" fmla="*/ 0 h 112"/>
                <a:gd name="T10" fmla="*/ 0 w 121"/>
                <a:gd name="T11" fmla="*/ 67 h 112"/>
                <a:gd name="T12" fmla="*/ 53 w 121"/>
                <a:gd name="T13" fmla="*/ 112 h 112"/>
                <a:gd name="T14" fmla="*/ 94 w 121"/>
                <a:gd name="T15" fmla="*/ 106 h 112"/>
                <a:gd name="T16" fmla="*/ 121 w 121"/>
                <a:gd name="T17" fmla="*/ 85 h 112"/>
                <a:gd name="T18" fmla="*/ 115 w 121"/>
                <a:gd name="T19" fmla="*/ 79 h 112"/>
                <a:gd name="T20" fmla="*/ 110 w 121"/>
                <a:gd name="T21" fmla="*/ 84 h 112"/>
                <a:gd name="T22" fmla="*/ 53 w 121"/>
                <a:gd name="T23" fmla="*/ 104 h 112"/>
                <a:gd name="T24" fmla="*/ 22 w 121"/>
                <a:gd name="T25" fmla="*/ 75 h 112"/>
                <a:gd name="T26" fmla="*/ 78 w 121"/>
                <a:gd name="T27" fmla="*/ 8 h 112"/>
                <a:gd name="T28" fmla="*/ 101 w 121"/>
                <a:gd name="T29" fmla="*/ 1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 h="112">
                  <a:moveTo>
                    <a:pt x="101" y="13"/>
                  </a:moveTo>
                  <a:cubicBezTo>
                    <a:pt x="96" y="15"/>
                    <a:pt x="89" y="20"/>
                    <a:pt x="89" y="28"/>
                  </a:cubicBezTo>
                  <a:cubicBezTo>
                    <a:pt x="89" y="35"/>
                    <a:pt x="94" y="39"/>
                    <a:pt x="100" y="39"/>
                  </a:cubicBezTo>
                  <a:cubicBezTo>
                    <a:pt x="106" y="39"/>
                    <a:pt x="116" y="34"/>
                    <a:pt x="116" y="21"/>
                  </a:cubicBezTo>
                  <a:cubicBezTo>
                    <a:pt x="116" y="3"/>
                    <a:pt x="92" y="0"/>
                    <a:pt x="78" y="0"/>
                  </a:cubicBezTo>
                  <a:cubicBezTo>
                    <a:pt x="36" y="0"/>
                    <a:pt x="0" y="34"/>
                    <a:pt x="0" y="67"/>
                  </a:cubicBezTo>
                  <a:cubicBezTo>
                    <a:pt x="0" y="89"/>
                    <a:pt x="15" y="112"/>
                    <a:pt x="53" y="112"/>
                  </a:cubicBezTo>
                  <a:cubicBezTo>
                    <a:pt x="58" y="112"/>
                    <a:pt x="77" y="112"/>
                    <a:pt x="94" y="106"/>
                  </a:cubicBezTo>
                  <a:cubicBezTo>
                    <a:pt x="111" y="99"/>
                    <a:pt x="121" y="88"/>
                    <a:pt x="121" y="85"/>
                  </a:cubicBezTo>
                  <a:cubicBezTo>
                    <a:pt x="121" y="83"/>
                    <a:pt x="118" y="79"/>
                    <a:pt x="115" y="79"/>
                  </a:cubicBezTo>
                  <a:cubicBezTo>
                    <a:pt x="114" y="79"/>
                    <a:pt x="114" y="80"/>
                    <a:pt x="110" y="84"/>
                  </a:cubicBezTo>
                  <a:cubicBezTo>
                    <a:pt x="99" y="96"/>
                    <a:pt x="78" y="104"/>
                    <a:pt x="53" y="104"/>
                  </a:cubicBezTo>
                  <a:cubicBezTo>
                    <a:pt x="32" y="104"/>
                    <a:pt x="22" y="92"/>
                    <a:pt x="22" y="75"/>
                  </a:cubicBezTo>
                  <a:cubicBezTo>
                    <a:pt x="22" y="50"/>
                    <a:pt x="39" y="8"/>
                    <a:pt x="78" y="8"/>
                  </a:cubicBezTo>
                  <a:cubicBezTo>
                    <a:pt x="81" y="8"/>
                    <a:pt x="93" y="8"/>
                    <a:pt x="101" y="1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8" name="Freeform 323"/>
            <p:cNvSpPr>
              <a:spLocks noEditPoints="1"/>
            </p:cNvSpPr>
            <p:nvPr>
              <p:custDataLst>
                <p:tags r:id="rId41"/>
              </p:custDataLst>
            </p:nvPr>
          </p:nvSpPr>
          <p:spPr bwMode="auto">
            <a:xfrm>
              <a:off x="5521326" y="3925888"/>
              <a:ext cx="66675" cy="71438"/>
            </a:xfrm>
            <a:custGeom>
              <a:avLst/>
              <a:gdLst>
                <a:gd name="T0" fmla="*/ 117 w 143"/>
                <a:gd name="T1" fmla="*/ 29 h 112"/>
                <a:gd name="T2" fmla="*/ 121 w 143"/>
                <a:gd name="T3" fmla="*/ 13 h 112"/>
                <a:gd name="T4" fmla="*/ 112 w 143"/>
                <a:gd name="T5" fmla="*/ 5 h 112"/>
                <a:gd name="T6" fmla="*/ 99 w 143"/>
                <a:gd name="T7" fmla="*/ 14 h 112"/>
                <a:gd name="T8" fmla="*/ 69 w 143"/>
                <a:gd name="T9" fmla="*/ 0 h 112"/>
                <a:gd name="T10" fmla="*/ 0 w 143"/>
                <a:gd name="T11" fmla="*/ 69 h 112"/>
                <a:gd name="T12" fmla="*/ 43 w 143"/>
                <a:gd name="T13" fmla="*/ 112 h 112"/>
                <a:gd name="T14" fmla="*/ 82 w 143"/>
                <a:gd name="T15" fmla="*/ 95 h 112"/>
                <a:gd name="T16" fmla="*/ 112 w 143"/>
                <a:gd name="T17" fmla="*/ 112 h 112"/>
                <a:gd name="T18" fmla="*/ 134 w 143"/>
                <a:gd name="T19" fmla="*/ 98 h 112"/>
                <a:gd name="T20" fmla="*/ 143 w 143"/>
                <a:gd name="T21" fmla="*/ 74 h 112"/>
                <a:gd name="T22" fmla="*/ 138 w 143"/>
                <a:gd name="T23" fmla="*/ 70 h 112"/>
                <a:gd name="T24" fmla="*/ 132 w 143"/>
                <a:gd name="T25" fmla="*/ 76 h 112"/>
                <a:gd name="T26" fmla="*/ 113 w 143"/>
                <a:gd name="T27" fmla="*/ 104 h 112"/>
                <a:gd name="T28" fmla="*/ 103 w 143"/>
                <a:gd name="T29" fmla="*/ 91 h 112"/>
                <a:gd name="T30" fmla="*/ 107 w 143"/>
                <a:gd name="T31" fmla="*/ 71 h 112"/>
                <a:gd name="T32" fmla="*/ 117 w 143"/>
                <a:gd name="T33" fmla="*/ 29 h 112"/>
                <a:gd name="T34" fmla="*/ 84 w 143"/>
                <a:gd name="T35" fmla="*/ 76 h 112"/>
                <a:gd name="T36" fmla="*/ 78 w 143"/>
                <a:gd name="T37" fmla="*/ 86 h 112"/>
                <a:gd name="T38" fmla="*/ 44 w 143"/>
                <a:gd name="T39" fmla="*/ 104 h 112"/>
                <a:gd name="T40" fmla="*/ 22 w 143"/>
                <a:gd name="T41" fmla="*/ 78 h 112"/>
                <a:gd name="T42" fmla="*/ 37 w 143"/>
                <a:gd name="T43" fmla="*/ 28 h 112"/>
                <a:gd name="T44" fmla="*/ 69 w 143"/>
                <a:gd name="T45" fmla="*/ 8 h 112"/>
                <a:gd name="T46" fmla="*/ 95 w 143"/>
                <a:gd name="T47" fmla="*/ 30 h 112"/>
                <a:gd name="T48" fmla="*/ 84 w 143"/>
                <a:gd name="T49" fmla="*/ 7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12">
                  <a:moveTo>
                    <a:pt x="117" y="29"/>
                  </a:moveTo>
                  <a:cubicBezTo>
                    <a:pt x="118" y="24"/>
                    <a:pt x="121" y="14"/>
                    <a:pt x="121" y="13"/>
                  </a:cubicBezTo>
                  <a:cubicBezTo>
                    <a:pt x="121" y="9"/>
                    <a:pt x="118" y="5"/>
                    <a:pt x="112" y="5"/>
                  </a:cubicBezTo>
                  <a:cubicBezTo>
                    <a:pt x="107" y="5"/>
                    <a:pt x="101" y="8"/>
                    <a:pt x="99" y="14"/>
                  </a:cubicBezTo>
                  <a:cubicBezTo>
                    <a:pt x="95" y="8"/>
                    <a:pt x="85" y="0"/>
                    <a:pt x="69" y="0"/>
                  </a:cubicBezTo>
                  <a:cubicBezTo>
                    <a:pt x="34" y="0"/>
                    <a:pt x="0" y="34"/>
                    <a:pt x="0" y="69"/>
                  </a:cubicBezTo>
                  <a:cubicBezTo>
                    <a:pt x="0" y="94"/>
                    <a:pt x="18" y="112"/>
                    <a:pt x="43" y="112"/>
                  </a:cubicBezTo>
                  <a:cubicBezTo>
                    <a:pt x="64" y="112"/>
                    <a:pt x="79" y="98"/>
                    <a:pt x="82" y="95"/>
                  </a:cubicBezTo>
                  <a:cubicBezTo>
                    <a:pt x="87" y="107"/>
                    <a:pt x="101" y="112"/>
                    <a:pt x="112" y="112"/>
                  </a:cubicBezTo>
                  <a:cubicBezTo>
                    <a:pt x="122" y="112"/>
                    <a:pt x="128" y="107"/>
                    <a:pt x="134" y="98"/>
                  </a:cubicBezTo>
                  <a:cubicBezTo>
                    <a:pt x="140" y="89"/>
                    <a:pt x="143" y="75"/>
                    <a:pt x="143" y="74"/>
                  </a:cubicBezTo>
                  <a:cubicBezTo>
                    <a:pt x="143" y="70"/>
                    <a:pt x="139" y="70"/>
                    <a:pt x="138" y="70"/>
                  </a:cubicBezTo>
                  <a:cubicBezTo>
                    <a:pt x="134" y="70"/>
                    <a:pt x="134" y="72"/>
                    <a:pt x="132" y="76"/>
                  </a:cubicBezTo>
                  <a:cubicBezTo>
                    <a:pt x="128" y="94"/>
                    <a:pt x="121" y="104"/>
                    <a:pt x="113" y="104"/>
                  </a:cubicBezTo>
                  <a:cubicBezTo>
                    <a:pt x="106" y="104"/>
                    <a:pt x="103" y="98"/>
                    <a:pt x="103" y="91"/>
                  </a:cubicBezTo>
                  <a:cubicBezTo>
                    <a:pt x="103" y="87"/>
                    <a:pt x="105" y="77"/>
                    <a:pt x="107" y="71"/>
                  </a:cubicBezTo>
                  <a:lnTo>
                    <a:pt x="117" y="29"/>
                  </a:lnTo>
                  <a:close/>
                  <a:moveTo>
                    <a:pt x="84" y="76"/>
                  </a:moveTo>
                  <a:cubicBezTo>
                    <a:pt x="83" y="80"/>
                    <a:pt x="83" y="81"/>
                    <a:pt x="78" y="86"/>
                  </a:cubicBezTo>
                  <a:cubicBezTo>
                    <a:pt x="69" y="96"/>
                    <a:pt x="56" y="104"/>
                    <a:pt x="44" y="104"/>
                  </a:cubicBezTo>
                  <a:cubicBezTo>
                    <a:pt x="35" y="104"/>
                    <a:pt x="22" y="99"/>
                    <a:pt x="22" y="78"/>
                  </a:cubicBezTo>
                  <a:cubicBezTo>
                    <a:pt x="22" y="67"/>
                    <a:pt x="28" y="41"/>
                    <a:pt x="37" y="28"/>
                  </a:cubicBezTo>
                  <a:cubicBezTo>
                    <a:pt x="46" y="14"/>
                    <a:pt x="59" y="8"/>
                    <a:pt x="69" y="8"/>
                  </a:cubicBezTo>
                  <a:cubicBezTo>
                    <a:pt x="81" y="8"/>
                    <a:pt x="91" y="15"/>
                    <a:pt x="95" y="30"/>
                  </a:cubicBezTo>
                  <a:lnTo>
                    <a:pt x="84" y="7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89" name="Freeform 324"/>
            <p:cNvSpPr>
              <a:spLocks/>
            </p:cNvSpPr>
            <p:nvPr>
              <p:custDataLst>
                <p:tags r:id="rId42"/>
              </p:custDataLst>
            </p:nvPr>
          </p:nvSpPr>
          <p:spPr bwMode="auto">
            <a:xfrm>
              <a:off x="5608639" y="3862388"/>
              <a:ext cx="31750" cy="80963"/>
            </a:xfrm>
            <a:custGeom>
              <a:avLst/>
              <a:gdLst>
                <a:gd name="T0" fmla="*/ 66 w 68"/>
                <a:gd name="T1" fmla="*/ 23 h 130"/>
                <a:gd name="T2" fmla="*/ 68 w 68"/>
                <a:gd name="T3" fmla="*/ 15 h 130"/>
                <a:gd name="T4" fmla="*/ 53 w 68"/>
                <a:gd name="T5" fmla="*/ 0 h 130"/>
                <a:gd name="T6" fmla="*/ 39 w 68"/>
                <a:gd name="T7" fmla="*/ 11 h 130"/>
                <a:gd name="T8" fmla="*/ 1 w 68"/>
                <a:gd name="T9" fmla="*/ 119 h 130"/>
                <a:gd name="T10" fmla="*/ 0 w 68"/>
                <a:gd name="T11" fmla="*/ 123 h 130"/>
                <a:gd name="T12" fmla="*/ 10 w 68"/>
                <a:gd name="T13" fmla="*/ 130 h 130"/>
                <a:gd name="T14" fmla="*/ 14 w 68"/>
                <a:gd name="T15" fmla="*/ 125 h 130"/>
                <a:gd name="T16" fmla="*/ 66 w 68"/>
                <a:gd name="T17" fmla="*/ 23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130">
                  <a:moveTo>
                    <a:pt x="66" y="23"/>
                  </a:moveTo>
                  <a:cubicBezTo>
                    <a:pt x="66" y="23"/>
                    <a:pt x="68" y="18"/>
                    <a:pt x="68" y="15"/>
                  </a:cubicBezTo>
                  <a:cubicBezTo>
                    <a:pt x="68" y="6"/>
                    <a:pt x="60" y="0"/>
                    <a:pt x="53" y="0"/>
                  </a:cubicBezTo>
                  <a:cubicBezTo>
                    <a:pt x="43" y="0"/>
                    <a:pt x="40" y="8"/>
                    <a:pt x="39" y="11"/>
                  </a:cubicBezTo>
                  <a:lnTo>
                    <a:pt x="1" y="119"/>
                  </a:lnTo>
                  <a:cubicBezTo>
                    <a:pt x="0" y="122"/>
                    <a:pt x="0" y="123"/>
                    <a:pt x="0" y="123"/>
                  </a:cubicBezTo>
                  <a:cubicBezTo>
                    <a:pt x="0" y="127"/>
                    <a:pt x="10" y="130"/>
                    <a:pt x="10" y="130"/>
                  </a:cubicBezTo>
                  <a:cubicBezTo>
                    <a:pt x="12" y="130"/>
                    <a:pt x="13" y="128"/>
                    <a:pt x="14" y="125"/>
                  </a:cubicBezTo>
                  <a:lnTo>
                    <a:pt x="66" y="2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90" name="Freeform 325"/>
            <p:cNvSpPr>
              <a:spLocks/>
            </p:cNvSpPr>
            <p:nvPr>
              <p:custDataLst>
                <p:tags r:id="rId43"/>
              </p:custDataLst>
            </p:nvPr>
          </p:nvSpPr>
          <p:spPr bwMode="auto">
            <a:xfrm>
              <a:off x="5688014" y="3798888"/>
              <a:ext cx="33338" cy="157163"/>
            </a:xfrm>
            <a:custGeom>
              <a:avLst/>
              <a:gdLst>
                <a:gd name="T0" fmla="*/ 73 w 73"/>
                <a:gd name="T1" fmla="*/ 6 h 249"/>
                <a:gd name="T2" fmla="*/ 73 w 73"/>
                <a:gd name="T3" fmla="*/ 3 h 249"/>
                <a:gd name="T4" fmla="*/ 69 w 73"/>
                <a:gd name="T5" fmla="*/ 0 h 249"/>
                <a:gd name="T6" fmla="*/ 0 w 73"/>
                <a:gd name="T7" fmla="*/ 124 h 249"/>
                <a:gd name="T8" fmla="*/ 69 w 73"/>
                <a:gd name="T9" fmla="*/ 249 h 249"/>
                <a:gd name="T10" fmla="*/ 73 w 73"/>
                <a:gd name="T11" fmla="*/ 245 h 249"/>
                <a:gd name="T12" fmla="*/ 71 w 73"/>
                <a:gd name="T13" fmla="*/ 242 h 249"/>
                <a:gd name="T14" fmla="*/ 20 w 73"/>
                <a:gd name="T15" fmla="*/ 124 h 249"/>
                <a:gd name="T16" fmla="*/ 73 w 73"/>
                <a:gd name="T17" fmla="*/ 6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49">
                  <a:moveTo>
                    <a:pt x="73" y="6"/>
                  </a:moveTo>
                  <a:cubicBezTo>
                    <a:pt x="73" y="6"/>
                    <a:pt x="73" y="5"/>
                    <a:pt x="73" y="3"/>
                  </a:cubicBezTo>
                  <a:cubicBezTo>
                    <a:pt x="73" y="2"/>
                    <a:pt x="73" y="0"/>
                    <a:pt x="69" y="0"/>
                  </a:cubicBezTo>
                  <a:cubicBezTo>
                    <a:pt x="64" y="0"/>
                    <a:pt x="0" y="40"/>
                    <a:pt x="0" y="124"/>
                  </a:cubicBezTo>
                  <a:cubicBezTo>
                    <a:pt x="0" y="209"/>
                    <a:pt x="64" y="249"/>
                    <a:pt x="69" y="249"/>
                  </a:cubicBezTo>
                  <a:cubicBezTo>
                    <a:pt x="73" y="249"/>
                    <a:pt x="73" y="246"/>
                    <a:pt x="73" y="245"/>
                  </a:cubicBezTo>
                  <a:cubicBezTo>
                    <a:pt x="73" y="243"/>
                    <a:pt x="72" y="243"/>
                    <a:pt x="71" y="242"/>
                  </a:cubicBezTo>
                  <a:cubicBezTo>
                    <a:pt x="27" y="207"/>
                    <a:pt x="20" y="156"/>
                    <a:pt x="20" y="124"/>
                  </a:cubicBezTo>
                  <a:cubicBezTo>
                    <a:pt x="20" y="63"/>
                    <a:pt x="48" y="23"/>
                    <a:pt x="73" y="6"/>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191" name="Freeform 326"/>
            <p:cNvSpPr>
              <a:spLocks/>
            </p:cNvSpPr>
            <p:nvPr>
              <p:custDataLst>
                <p:tags r:id="rId44"/>
              </p:custDataLst>
            </p:nvPr>
          </p:nvSpPr>
          <p:spPr bwMode="auto">
            <a:xfrm>
              <a:off x="5745164" y="3846513"/>
              <a:ext cx="55563" cy="71438"/>
            </a:xfrm>
            <a:custGeom>
              <a:avLst/>
              <a:gdLst>
                <a:gd name="T0" fmla="*/ 101 w 121"/>
                <a:gd name="T1" fmla="*/ 14 h 113"/>
                <a:gd name="T2" fmla="*/ 90 w 121"/>
                <a:gd name="T3" fmla="*/ 29 h 113"/>
                <a:gd name="T4" fmla="*/ 100 w 121"/>
                <a:gd name="T5" fmla="*/ 39 h 113"/>
                <a:gd name="T6" fmla="*/ 116 w 121"/>
                <a:gd name="T7" fmla="*/ 22 h 113"/>
                <a:gd name="T8" fmla="*/ 78 w 121"/>
                <a:gd name="T9" fmla="*/ 0 h 113"/>
                <a:gd name="T10" fmla="*/ 0 w 121"/>
                <a:gd name="T11" fmla="*/ 68 h 113"/>
                <a:gd name="T12" fmla="*/ 53 w 121"/>
                <a:gd name="T13" fmla="*/ 113 h 113"/>
                <a:gd name="T14" fmla="*/ 95 w 121"/>
                <a:gd name="T15" fmla="*/ 107 h 113"/>
                <a:gd name="T16" fmla="*/ 121 w 121"/>
                <a:gd name="T17" fmla="*/ 86 h 113"/>
                <a:gd name="T18" fmla="*/ 116 w 121"/>
                <a:gd name="T19" fmla="*/ 80 h 113"/>
                <a:gd name="T20" fmla="*/ 110 w 121"/>
                <a:gd name="T21" fmla="*/ 85 h 113"/>
                <a:gd name="T22" fmla="*/ 53 w 121"/>
                <a:gd name="T23" fmla="*/ 105 h 113"/>
                <a:gd name="T24" fmla="*/ 22 w 121"/>
                <a:gd name="T25" fmla="*/ 76 h 113"/>
                <a:gd name="T26" fmla="*/ 78 w 121"/>
                <a:gd name="T27" fmla="*/ 9 h 113"/>
                <a:gd name="T28" fmla="*/ 101 w 121"/>
                <a:gd name="T29" fmla="*/ 1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 h="113">
                  <a:moveTo>
                    <a:pt x="101" y="14"/>
                  </a:moveTo>
                  <a:cubicBezTo>
                    <a:pt x="97" y="16"/>
                    <a:pt x="90" y="21"/>
                    <a:pt x="90" y="29"/>
                  </a:cubicBezTo>
                  <a:cubicBezTo>
                    <a:pt x="90" y="36"/>
                    <a:pt x="94" y="39"/>
                    <a:pt x="100" y="39"/>
                  </a:cubicBezTo>
                  <a:cubicBezTo>
                    <a:pt x="106" y="39"/>
                    <a:pt x="116" y="35"/>
                    <a:pt x="116" y="22"/>
                  </a:cubicBezTo>
                  <a:cubicBezTo>
                    <a:pt x="116" y="4"/>
                    <a:pt x="92" y="0"/>
                    <a:pt x="78" y="0"/>
                  </a:cubicBezTo>
                  <a:cubicBezTo>
                    <a:pt x="36" y="0"/>
                    <a:pt x="0" y="35"/>
                    <a:pt x="0" y="68"/>
                  </a:cubicBezTo>
                  <a:cubicBezTo>
                    <a:pt x="0" y="89"/>
                    <a:pt x="16" y="113"/>
                    <a:pt x="53" y="113"/>
                  </a:cubicBezTo>
                  <a:cubicBezTo>
                    <a:pt x="58" y="113"/>
                    <a:pt x="78" y="113"/>
                    <a:pt x="95" y="107"/>
                  </a:cubicBezTo>
                  <a:cubicBezTo>
                    <a:pt x="111" y="100"/>
                    <a:pt x="121" y="89"/>
                    <a:pt x="121" y="86"/>
                  </a:cubicBezTo>
                  <a:cubicBezTo>
                    <a:pt x="121" y="84"/>
                    <a:pt x="118" y="80"/>
                    <a:pt x="116" y="80"/>
                  </a:cubicBezTo>
                  <a:cubicBezTo>
                    <a:pt x="114" y="80"/>
                    <a:pt x="114" y="81"/>
                    <a:pt x="110" y="85"/>
                  </a:cubicBezTo>
                  <a:cubicBezTo>
                    <a:pt x="99" y="97"/>
                    <a:pt x="78" y="105"/>
                    <a:pt x="53" y="105"/>
                  </a:cubicBezTo>
                  <a:cubicBezTo>
                    <a:pt x="32" y="105"/>
                    <a:pt x="22" y="93"/>
                    <a:pt x="22" y="76"/>
                  </a:cubicBezTo>
                  <a:cubicBezTo>
                    <a:pt x="22" y="50"/>
                    <a:pt x="39" y="9"/>
                    <a:pt x="78" y="9"/>
                  </a:cubicBezTo>
                  <a:cubicBezTo>
                    <a:pt x="81" y="9"/>
                    <a:pt x="93" y="9"/>
                    <a:pt x="101" y="1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1" name="Freeform 327"/>
            <p:cNvSpPr>
              <a:spLocks noEditPoints="1"/>
            </p:cNvSpPr>
            <p:nvPr>
              <p:custDataLst>
                <p:tags r:id="rId45"/>
              </p:custDataLst>
            </p:nvPr>
          </p:nvSpPr>
          <p:spPr bwMode="auto">
            <a:xfrm>
              <a:off x="5818189" y="3846513"/>
              <a:ext cx="60325" cy="71438"/>
            </a:xfrm>
            <a:custGeom>
              <a:avLst/>
              <a:gdLst>
                <a:gd name="T0" fmla="*/ 131 w 131"/>
                <a:gd name="T1" fmla="*/ 46 h 113"/>
                <a:gd name="T2" fmla="*/ 79 w 131"/>
                <a:gd name="T3" fmla="*/ 0 h 113"/>
                <a:gd name="T4" fmla="*/ 0 w 131"/>
                <a:gd name="T5" fmla="*/ 68 h 113"/>
                <a:gd name="T6" fmla="*/ 52 w 131"/>
                <a:gd name="T7" fmla="*/ 113 h 113"/>
                <a:gd name="T8" fmla="*/ 131 w 131"/>
                <a:gd name="T9" fmla="*/ 46 h 113"/>
                <a:gd name="T10" fmla="*/ 53 w 131"/>
                <a:gd name="T11" fmla="*/ 105 h 113"/>
                <a:gd name="T12" fmla="*/ 23 w 131"/>
                <a:gd name="T13" fmla="*/ 76 h 113"/>
                <a:gd name="T14" fmla="*/ 40 w 131"/>
                <a:gd name="T15" fmla="*/ 27 h 113"/>
                <a:gd name="T16" fmla="*/ 78 w 131"/>
                <a:gd name="T17" fmla="*/ 9 h 113"/>
                <a:gd name="T18" fmla="*/ 108 w 131"/>
                <a:gd name="T19" fmla="*/ 38 h 113"/>
                <a:gd name="T20" fmla="*/ 93 w 131"/>
                <a:gd name="T21" fmla="*/ 84 h 113"/>
                <a:gd name="T22" fmla="*/ 53 w 131"/>
                <a:gd name="T23" fmla="*/ 105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1" h="113">
                  <a:moveTo>
                    <a:pt x="131" y="46"/>
                  </a:moveTo>
                  <a:cubicBezTo>
                    <a:pt x="131" y="21"/>
                    <a:pt x="110" y="0"/>
                    <a:pt x="79" y="0"/>
                  </a:cubicBezTo>
                  <a:cubicBezTo>
                    <a:pt x="37" y="0"/>
                    <a:pt x="0" y="34"/>
                    <a:pt x="0" y="68"/>
                  </a:cubicBezTo>
                  <a:cubicBezTo>
                    <a:pt x="0" y="93"/>
                    <a:pt x="21" y="113"/>
                    <a:pt x="52" y="113"/>
                  </a:cubicBezTo>
                  <a:cubicBezTo>
                    <a:pt x="94" y="113"/>
                    <a:pt x="131" y="79"/>
                    <a:pt x="131" y="46"/>
                  </a:cubicBezTo>
                  <a:close/>
                  <a:moveTo>
                    <a:pt x="53" y="105"/>
                  </a:moveTo>
                  <a:cubicBezTo>
                    <a:pt x="41" y="105"/>
                    <a:pt x="23" y="99"/>
                    <a:pt x="23" y="76"/>
                  </a:cubicBezTo>
                  <a:cubicBezTo>
                    <a:pt x="23" y="68"/>
                    <a:pt x="26" y="44"/>
                    <a:pt x="40" y="27"/>
                  </a:cubicBezTo>
                  <a:cubicBezTo>
                    <a:pt x="49" y="16"/>
                    <a:pt x="64" y="9"/>
                    <a:pt x="78" y="9"/>
                  </a:cubicBezTo>
                  <a:cubicBezTo>
                    <a:pt x="92" y="9"/>
                    <a:pt x="108" y="16"/>
                    <a:pt x="108" y="38"/>
                  </a:cubicBezTo>
                  <a:cubicBezTo>
                    <a:pt x="108" y="45"/>
                    <a:pt x="105" y="68"/>
                    <a:pt x="93" y="84"/>
                  </a:cubicBezTo>
                  <a:cubicBezTo>
                    <a:pt x="81" y="99"/>
                    <a:pt x="65" y="105"/>
                    <a:pt x="53" y="10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2" name="Freeform 328"/>
            <p:cNvSpPr>
              <a:spLocks/>
            </p:cNvSpPr>
            <p:nvPr>
              <p:custDataLst>
                <p:tags r:id="rId46"/>
              </p:custDataLst>
            </p:nvPr>
          </p:nvSpPr>
          <p:spPr bwMode="auto">
            <a:xfrm>
              <a:off x="5899151" y="3808413"/>
              <a:ext cx="28575" cy="109538"/>
            </a:xfrm>
            <a:custGeom>
              <a:avLst/>
              <a:gdLst>
                <a:gd name="T0" fmla="*/ 56 w 62"/>
                <a:gd name="T1" fmla="*/ 9 h 175"/>
                <a:gd name="T2" fmla="*/ 57 w 62"/>
                <a:gd name="T3" fmla="*/ 4 h 175"/>
                <a:gd name="T4" fmla="*/ 50 w 62"/>
                <a:gd name="T5" fmla="*/ 0 h 175"/>
                <a:gd name="T6" fmla="*/ 19 w 62"/>
                <a:gd name="T7" fmla="*/ 2 h 175"/>
                <a:gd name="T8" fmla="*/ 13 w 62"/>
                <a:gd name="T9" fmla="*/ 4 h 175"/>
                <a:gd name="T10" fmla="*/ 12 w 62"/>
                <a:gd name="T11" fmla="*/ 9 h 175"/>
                <a:gd name="T12" fmla="*/ 19 w 62"/>
                <a:gd name="T13" fmla="*/ 14 h 175"/>
                <a:gd name="T14" fmla="*/ 32 w 62"/>
                <a:gd name="T15" fmla="*/ 15 h 175"/>
                <a:gd name="T16" fmla="*/ 31 w 62"/>
                <a:gd name="T17" fmla="*/ 23 h 175"/>
                <a:gd name="T18" fmla="*/ 1 w 62"/>
                <a:gd name="T19" fmla="*/ 143 h 175"/>
                <a:gd name="T20" fmla="*/ 0 w 62"/>
                <a:gd name="T21" fmla="*/ 151 h 175"/>
                <a:gd name="T22" fmla="*/ 30 w 62"/>
                <a:gd name="T23" fmla="*/ 175 h 175"/>
                <a:gd name="T24" fmla="*/ 51 w 62"/>
                <a:gd name="T25" fmla="*/ 163 h 175"/>
                <a:gd name="T26" fmla="*/ 62 w 62"/>
                <a:gd name="T27" fmla="*/ 137 h 175"/>
                <a:gd name="T28" fmla="*/ 57 w 62"/>
                <a:gd name="T29" fmla="*/ 133 h 175"/>
                <a:gd name="T30" fmla="*/ 51 w 62"/>
                <a:gd name="T31" fmla="*/ 139 h 175"/>
                <a:gd name="T32" fmla="*/ 31 w 62"/>
                <a:gd name="T33" fmla="*/ 167 h 175"/>
                <a:gd name="T34" fmla="*/ 21 w 62"/>
                <a:gd name="T35" fmla="*/ 153 h 175"/>
                <a:gd name="T36" fmla="*/ 22 w 62"/>
                <a:gd name="T37" fmla="*/ 146 h 175"/>
                <a:gd name="T38" fmla="*/ 56 w 62"/>
                <a:gd name="T39" fmla="*/ 9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2" h="175">
                  <a:moveTo>
                    <a:pt x="56" y="9"/>
                  </a:moveTo>
                  <a:cubicBezTo>
                    <a:pt x="57" y="6"/>
                    <a:pt x="57" y="5"/>
                    <a:pt x="57" y="4"/>
                  </a:cubicBezTo>
                  <a:cubicBezTo>
                    <a:pt x="57" y="0"/>
                    <a:pt x="54" y="0"/>
                    <a:pt x="50" y="0"/>
                  </a:cubicBezTo>
                  <a:lnTo>
                    <a:pt x="19" y="2"/>
                  </a:lnTo>
                  <a:cubicBezTo>
                    <a:pt x="15" y="3"/>
                    <a:pt x="15" y="3"/>
                    <a:pt x="13" y="4"/>
                  </a:cubicBezTo>
                  <a:cubicBezTo>
                    <a:pt x="12" y="5"/>
                    <a:pt x="12" y="8"/>
                    <a:pt x="12" y="9"/>
                  </a:cubicBezTo>
                  <a:cubicBezTo>
                    <a:pt x="12" y="14"/>
                    <a:pt x="16" y="14"/>
                    <a:pt x="19" y="14"/>
                  </a:cubicBezTo>
                  <a:cubicBezTo>
                    <a:pt x="28" y="14"/>
                    <a:pt x="30" y="14"/>
                    <a:pt x="32" y="15"/>
                  </a:cubicBezTo>
                  <a:cubicBezTo>
                    <a:pt x="32" y="17"/>
                    <a:pt x="32" y="20"/>
                    <a:pt x="31" y="23"/>
                  </a:cubicBezTo>
                  <a:lnTo>
                    <a:pt x="1" y="143"/>
                  </a:lnTo>
                  <a:cubicBezTo>
                    <a:pt x="1" y="145"/>
                    <a:pt x="0" y="148"/>
                    <a:pt x="0" y="151"/>
                  </a:cubicBezTo>
                  <a:cubicBezTo>
                    <a:pt x="0" y="166"/>
                    <a:pt x="15" y="175"/>
                    <a:pt x="30" y="175"/>
                  </a:cubicBezTo>
                  <a:cubicBezTo>
                    <a:pt x="38" y="175"/>
                    <a:pt x="45" y="171"/>
                    <a:pt x="51" y="163"/>
                  </a:cubicBezTo>
                  <a:cubicBezTo>
                    <a:pt x="58" y="153"/>
                    <a:pt x="62" y="138"/>
                    <a:pt x="62" y="137"/>
                  </a:cubicBezTo>
                  <a:cubicBezTo>
                    <a:pt x="62" y="133"/>
                    <a:pt x="58" y="133"/>
                    <a:pt x="57" y="133"/>
                  </a:cubicBezTo>
                  <a:cubicBezTo>
                    <a:pt x="52" y="133"/>
                    <a:pt x="52" y="135"/>
                    <a:pt x="51" y="139"/>
                  </a:cubicBezTo>
                  <a:cubicBezTo>
                    <a:pt x="47" y="155"/>
                    <a:pt x="41" y="167"/>
                    <a:pt x="31" y="167"/>
                  </a:cubicBezTo>
                  <a:cubicBezTo>
                    <a:pt x="24" y="167"/>
                    <a:pt x="21" y="161"/>
                    <a:pt x="21" y="153"/>
                  </a:cubicBezTo>
                  <a:cubicBezTo>
                    <a:pt x="21" y="151"/>
                    <a:pt x="21" y="148"/>
                    <a:pt x="22" y="146"/>
                  </a:cubicBezTo>
                  <a:lnTo>
                    <a:pt x="56" y="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3" name="Freeform 329"/>
            <p:cNvSpPr>
              <a:spLocks/>
            </p:cNvSpPr>
            <p:nvPr>
              <p:custDataLst>
                <p:tags r:id="rId47"/>
              </p:custDataLst>
            </p:nvPr>
          </p:nvSpPr>
          <p:spPr bwMode="auto">
            <a:xfrm>
              <a:off x="5951539" y="3846513"/>
              <a:ext cx="79375" cy="71438"/>
            </a:xfrm>
            <a:custGeom>
              <a:avLst/>
              <a:gdLst>
                <a:gd name="T0" fmla="*/ 26 w 174"/>
                <a:gd name="T1" fmla="*/ 86 h 113"/>
                <a:gd name="T2" fmla="*/ 22 w 174"/>
                <a:gd name="T3" fmla="*/ 104 h 113"/>
                <a:gd name="T4" fmla="*/ 31 w 174"/>
                <a:gd name="T5" fmla="*/ 113 h 113"/>
                <a:gd name="T6" fmla="*/ 43 w 174"/>
                <a:gd name="T7" fmla="*/ 105 h 113"/>
                <a:gd name="T8" fmla="*/ 48 w 174"/>
                <a:gd name="T9" fmla="*/ 86 h 113"/>
                <a:gd name="T10" fmla="*/ 57 w 174"/>
                <a:gd name="T11" fmla="*/ 50 h 113"/>
                <a:gd name="T12" fmla="*/ 108 w 174"/>
                <a:gd name="T13" fmla="*/ 9 h 113"/>
                <a:gd name="T14" fmla="*/ 125 w 174"/>
                <a:gd name="T15" fmla="*/ 27 h 113"/>
                <a:gd name="T16" fmla="*/ 109 w 174"/>
                <a:gd name="T17" fmla="*/ 81 h 113"/>
                <a:gd name="T18" fmla="*/ 107 w 174"/>
                <a:gd name="T19" fmla="*/ 91 h 113"/>
                <a:gd name="T20" fmla="*/ 134 w 174"/>
                <a:gd name="T21" fmla="*/ 113 h 113"/>
                <a:gd name="T22" fmla="*/ 174 w 174"/>
                <a:gd name="T23" fmla="*/ 75 h 113"/>
                <a:gd name="T24" fmla="*/ 169 w 174"/>
                <a:gd name="T25" fmla="*/ 71 h 113"/>
                <a:gd name="T26" fmla="*/ 163 w 174"/>
                <a:gd name="T27" fmla="*/ 77 h 113"/>
                <a:gd name="T28" fmla="*/ 135 w 174"/>
                <a:gd name="T29" fmla="*/ 105 h 113"/>
                <a:gd name="T30" fmla="*/ 127 w 174"/>
                <a:gd name="T31" fmla="*/ 95 h 113"/>
                <a:gd name="T32" fmla="*/ 131 w 174"/>
                <a:gd name="T33" fmla="*/ 82 h 113"/>
                <a:gd name="T34" fmla="*/ 146 w 174"/>
                <a:gd name="T35" fmla="*/ 30 h 113"/>
                <a:gd name="T36" fmla="*/ 109 w 174"/>
                <a:gd name="T37" fmla="*/ 0 h 113"/>
                <a:gd name="T38" fmla="*/ 63 w 174"/>
                <a:gd name="T39" fmla="*/ 25 h 113"/>
                <a:gd name="T40" fmla="*/ 32 w 174"/>
                <a:gd name="T41" fmla="*/ 0 h 113"/>
                <a:gd name="T42" fmla="*/ 0 w 174"/>
                <a:gd name="T43" fmla="*/ 39 h 113"/>
                <a:gd name="T44" fmla="*/ 5 w 174"/>
                <a:gd name="T45" fmla="*/ 42 h 113"/>
                <a:gd name="T46" fmla="*/ 11 w 174"/>
                <a:gd name="T47" fmla="*/ 38 h 113"/>
                <a:gd name="T48" fmla="*/ 31 w 174"/>
                <a:gd name="T49" fmla="*/ 9 h 113"/>
                <a:gd name="T50" fmla="*/ 41 w 174"/>
                <a:gd name="T51" fmla="*/ 22 h 113"/>
                <a:gd name="T52" fmla="*/ 37 w 174"/>
                <a:gd name="T53" fmla="*/ 41 h 113"/>
                <a:gd name="T54" fmla="*/ 32 w 174"/>
                <a:gd name="T55" fmla="*/ 64 h 113"/>
                <a:gd name="T56" fmla="*/ 26 w 174"/>
                <a:gd name="T57" fmla="*/ 8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4" h="113">
                  <a:moveTo>
                    <a:pt x="26" y="86"/>
                  </a:moveTo>
                  <a:cubicBezTo>
                    <a:pt x="25" y="92"/>
                    <a:pt x="22" y="103"/>
                    <a:pt x="22" y="104"/>
                  </a:cubicBezTo>
                  <a:cubicBezTo>
                    <a:pt x="22" y="110"/>
                    <a:pt x="26" y="113"/>
                    <a:pt x="31" y="113"/>
                  </a:cubicBezTo>
                  <a:cubicBezTo>
                    <a:pt x="35" y="113"/>
                    <a:pt x="40" y="111"/>
                    <a:pt x="43" y="105"/>
                  </a:cubicBezTo>
                  <a:cubicBezTo>
                    <a:pt x="43" y="104"/>
                    <a:pt x="46" y="92"/>
                    <a:pt x="48" y="86"/>
                  </a:cubicBezTo>
                  <a:cubicBezTo>
                    <a:pt x="56" y="52"/>
                    <a:pt x="56" y="51"/>
                    <a:pt x="57" y="50"/>
                  </a:cubicBezTo>
                  <a:cubicBezTo>
                    <a:pt x="60" y="44"/>
                    <a:pt x="78" y="9"/>
                    <a:pt x="108" y="9"/>
                  </a:cubicBezTo>
                  <a:cubicBezTo>
                    <a:pt x="120" y="9"/>
                    <a:pt x="125" y="16"/>
                    <a:pt x="125" y="27"/>
                  </a:cubicBezTo>
                  <a:cubicBezTo>
                    <a:pt x="125" y="41"/>
                    <a:pt x="115" y="67"/>
                    <a:pt x="109" y="81"/>
                  </a:cubicBezTo>
                  <a:cubicBezTo>
                    <a:pt x="108" y="84"/>
                    <a:pt x="107" y="87"/>
                    <a:pt x="107" y="91"/>
                  </a:cubicBezTo>
                  <a:cubicBezTo>
                    <a:pt x="107" y="104"/>
                    <a:pt x="119" y="113"/>
                    <a:pt x="134" y="113"/>
                  </a:cubicBezTo>
                  <a:cubicBezTo>
                    <a:pt x="160" y="113"/>
                    <a:pt x="174" y="81"/>
                    <a:pt x="174" y="75"/>
                  </a:cubicBezTo>
                  <a:cubicBezTo>
                    <a:pt x="174" y="71"/>
                    <a:pt x="170" y="71"/>
                    <a:pt x="169" y="71"/>
                  </a:cubicBezTo>
                  <a:cubicBezTo>
                    <a:pt x="165" y="71"/>
                    <a:pt x="164" y="72"/>
                    <a:pt x="163" y="77"/>
                  </a:cubicBezTo>
                  <a:cubicBezTo>
                    <a:pt x="158" y="92"/>
                    <a:pt x="147" y="105"/>
                    <a:pt x="135" y="105"/>
                  </a:cubicBezTo>
                  <a:cubicBezTo>
                    <a:pt x="129" y="105"/>
                    <a:pt x="127" y="101"/>
                    <a:pt x="127" y="95"/>
                  </a:cubicBezTo>
                  <a:cubicBezTo>
                    <a:pt x="127" y="90"/>
                    <a:pt x="128" y="88"/>
                    <a:pt x="131" y="82"/>
                  </a:cubicBezTo>
                  <a:cubicBezTo>
                    <a:pt x="135" y="72"/>
                    <a:pt x="146" y="44"/>
                    <a:pt x="146" y="30"/>
                  </a:cubicBezTo>
                  <a:cubicBezTo>
                    <a:pt x="146" y="12"/>
                    <a:pt x="133" y="0"/>
                    <a:pt x="109" y="0"/>
                  </a:cubicBezTo>
                  <a:cubicBezTo>
                    <a:pt x="87" y="0"/>
                    <a:pt x="71" y="14"/>
                    <a:pt x="63" y="25"/>
                  </a:cubicBezTo>
                  <a:cubicBezTo>
                    <a:pt x="61" y="5"/>
                    <a:pt x="41" y="0"/>
                    <a:pt x="32" y="0"/>
                  </a:cubicBezTo>
                  <a:cubicBezTo>
                    <a:pt x="7" y="0"/>
                    <a:pt x="0" y="39"/>
                    <a:pt x="0" y="39"/>
                  </a:cubicBezTo>
                  <a:cubicBezTo>
                    <a:pt x="0" y="42"/>
                    <a:pt x="4" y="42"/>
                    <a:pt x="5" y="42"/>
                  </a:cubicBezTo>
                  <a:cubicBezTo>
                    <a:pt x="10" y="42"/>
                    <a:pt x="10" y="41"/>
                    <a:pt x="11" y="38"/>
                  </a:cubicBezTo>
                  <a:cubicBezTo>
                    <a:pt x="15" y="23"/>
                    <a:pt x="21" y="9"/>
                    <a:pt x="31" y="9"/>
                  </a:cubicBezTo>
                  <a:cubicBezTo>
                    <a:pt x="39" y="9"/>
                    <a:pt x="41" y="17"/>
                    <a:pt x="41" y="22"/>
                  </a:cubicBezTo>
                  <a:cubicBezTo>
                    <a:pt x="41" y="26"/>
                    <a:pt x="39" y="35"/>
                    <a:pt x="37" y="41"/>
                  </a:cubicBezTo>
                  <a:cubicBezTo>
                    <a:pt x="35" y="48"/>
                    <a:pt x="33" y="58"/>
                    <a:pt x="32" y="64"/>
                  </a:cubicBezTo>
                  <a:lnTo>
                    <a:pt x="26" y="8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4" name="Freeform 330"/>
            <p:cNvSpPr>
              <a:spLocks/>
            </p:cNvSpPr>
            <p:nvPr>
              <p:custDataLst>
                <p:tags r:id="rId48"/>
              </p:custDataLst>
            </p:nvPr>
          </p:nvSpPr>
          <p:spPr bwMode="auto">
            <a:xfrm>
              <a:off x="6053139" y="3798888"/>
              <a:ext cx="33338" cy="157163"/>
            </a:xfrm>
            <a:custGeom>
              <a:avLst/>
              <a:gdLst>
                <a:gd name="T0" fmla="*/ 73 w 73"/>
                <a:gd name="T1" fmla="*/ 124 h 249"/>
                <a:gd name="T2" fmla="*/ 4 w 73"/>
                <a:gd name="T3" fmla="*/ 0 h 249"/>
                <a:gd name="T4" fmla="*/ 0 w 73"/>
                <a:gd name="T5" fmla="*/ 3 h 249"/>
                <a:gd name="T6" fmla="*/ 2 w 73"/>
                <a:gd name="T7" fmla="*/ 7 h 249"/>
                <a:gd name="T8" fmla="*/ 54 w 73"/>
                <a:gd name="T9" fmla="*/ 124 h 249"/>
                <a:gd name="T10" fmla="*/ 41 w 73"/>
                <a:gd name="T11" fmla="*/ 190 h 249"/>
                <a:gd name="T12" fmla="*/ 1 w 73"/>
                <a:gd name="T13" fmla="*/ 242 h 249"/>
                <a:gd name="T14" fmla="*/ 0 w 73"/>
                <a:gd name="T15" fmla="*/ 245 h 249"/>
                <a:gd name="T16" fmla="*/ 4 w 73"/>
                <a:gd name="T17" fmla="*/ 249 h 249"/>
                <a:gd name="T18" fmla="*/ 73 w 73"/>
                <a:gd name="T19" fmla="*/ 124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249">
                  <a:moveTo>
                    <a:pt x="73" y="124"/>
                  </a:moveTo>
                  <a:cubicBezTo>
                    <a:pt x="73" y="40"/>
                    <a:pt x="9" y="0"/>
                    <a:pt x="4" y="0"/>
                  </a:cubicBezTo>
                  <a:cubicBezTo>
                    <a:pt x="0" y="0"/>
                    <a:pt x="0" y="3"/>
                    <a:pt x="0" y="3"/>
                  </a:cubicBezTo>
                  <a:cubicBezTo>
                    <a:pt x="0" y="4"/>
                    <a:pt x="0" y="5"/>
                    <a:pt x="2" y="7"/>
                  </a:cubicBezTo>
                  <a:cubicBezTo>
                    <a:pt x="39" y="36"/>
                    <a:pt x="54" y="79"/>
                    <a:pt x="54" y="124"/>
                  </a:cubicBezTo>
                  <a:cubicBezTo>
                    <a:pt x="54" y="147"/>
                    <a:pt x="50" y="170"/>
                    <a:pt x="41" y="190"/>
                  </a:cubicBezTo>
                  <a:cubicBezTo>
                    <a:pt x="29" y="219"/>
                    <a:pt x="14" y="232"/>
                    <a:pt x="1" y="242"/>
                  </a:cubicBezTo>
                  <a:cubicBezTo>
                    <a:pt x="1" y="243"/>
                    <a:pt x="0" y="244"/>
                    <a:pt x="0" y="245"/>
                  </a:cubicBezTo>
                  <a:cubicBezTo>
                    <a:pt x="0" y="246"/>
                    <a:pt x="0" y="249"/>
                    <a:pt x="4" y="249"/>
                  </a:cubicBezTo>
                  <a:cubicBezTo>
                    <a:pt x="9" y="249"/>
                    <a:pt x="73" y="209"/>
                    <a:pt x="73" y="12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5" name="Freeform 331"/>
            <p:cNvSpPr>
              <a:spLocks/>
            </p:cNvSpPr>
            <p:nvPr>
              <p:custDataLst>
                <p:tags r:id="rId49"/>
              </p:custDataLst>
            </p:nvPr>
          </p:nvSpPr>
          <p:spPr bwMode="auto">
            <a:xfrm>
              <a:off x="6115051" y="3798888"/>
              <a:ext cx="33338" cy="157163"/>
            </a:xfrm>
            <a:custGeom>
              <a:avLst/>
              <a:gdLst>
                <a:gd name="T0" fmla="*/ 73 w 73"/>
                <a:gd name="T1" fmla="*/ 124 h 249"/>
                <a:gd name="T2" fmla="*/ 4 w 73"/>
                <a:gd name="T3" fmla="*/ 0 h 249"/>
                <a:gd name="T4" fmla="*/ 0 w 73"/>
                <a:gd name="T5" fmla="*/ 3 h 249"/>
                <a:gd name="T6" fmla="*/ 2 w 73"/>
                <a:gd name="T7" fmla="*/ 7 h 249"/>
                <a:gd name="T8" fmla="*/ 54 w 73"/>
                <a:gd name="T9" fmla="*/ 124 h 249"/>
                <a:gd name="T10" fmla="*/ 41 w 73"/>
                <a:gd name="T11" fmla="*/ 190 h 249"/>
                <a:gd name="T12" fmla="*/ 2 w 73"/>
                <a:gd name="T13" fmla="*/ 242 h 249"/>
                <a:gd name="T14" fmla="*/ 0 w 73"/>
                <a:gd name="T15" fmla="*/ 245 h 249"/>
                <a:gd name="T16" fmla="*/ 4 w 73"/>
                <a:gd name="T17" fmla="*/ 249 h 249"/>
                <a:gd name="T18" fmla="*/ 73 w 73"/>
                <a:gd name="T19" fmla="*/ 124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249">
                  <a:moveTo>
                    <a:pt x="73" y="124"/>
                  </a:moveTo>
                  <a:cubicBezTo>
                    <a:pt x="73" y="40"/>
                    <a:pt x="9" y="0"/>
                    <a:pt x="4" y="0"/>
                  </a:cubicBezTo>
                  <a:cubicBezTo>
                    <a:pt x="0" y="0"/>
                    <a:pt x="0" y="3"/>
                    <a:pt x="0" y="3"/>
                  </a:cubicBezTo>
                  <a:cubicBezTo>
                    <a:pt x="0" y="4"/>
                    <a:pt x="0" y="5"/>
                    <a:pt x="2" y="7"/>
                  </a:cubicBezTo>
                  <a:cubicBezTo>
                    <a:pt x="39" y="36"/>
                    <a:pt x="54" y="79"/>
                    <a:pt x="54" y="124"/>
                  </a:cubicBezTo>
                  <a:cubicBezTo>
                    <a:pt x="54" y="147"/>
                    <a:pt x="50" y="170"/>
                    <a:pt x="41" y="190"/>
                  </a:cubicBezTo>
                  <a:cubicBezTo>
                    <a:pt x="29" y="219"/>
                    <a:pt x="14" y="232"/>
                    <a:pt x="2" y="242"/>
                  </a:cubicBezTo>
                  <a:cubicBezTo>
                    <a:pt x="1" y="243"/>
                    <a:pt x="0" y="244"/>
                    <a:pt x="0" y="245"/>
                  </a:cubicBezTo>
                  <a:cubicBezTo>
                    <a:pt x="0" y="246"/>
                    <a:pt x="0" y="249"/>
                    <a:pt x="4" y="249"/>
                  </a:cubicBezTo>
                  <a:cubicBezTo>
                    <a:pt x="9" y="249"/>
                    <a:pt x="73" y="209"/>
                    <a:pt x="73" y="12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6" name="Freeform 332"/>
            <p:cNvSpPr>
              <a:spLocks/>
            </p:cNvSpPr>
            <p:nvPr>
              <p:custDataLst>
                <p:tags r:id="rId50"/>
              </p:custDataLst>
            </p:nvPr>
          </p:nvSpPr>
          <p:spPr bwMode="auto">
            <a:xfrm>
              <a:off x="6181726" y="3798888"/>
              <a:ext cx="50800" cy="157163"/>
            </a:xfrm>
            <a:custGeom>
              <a:avLst/>
              <a:gdLst>
                <a:gd name="T0" fmla="*/ 46 w 112"/>
                <a:gd name="T1" fmla="*/ 216 h 249"/>
                <a:gd name="T2" fmla="*/ 4 w 112"/>
                <a:gd name="T3" fmla="*/ 240 h 249"/>
                <a:gd name="T4" fmla="*/ 0 w 112"/>
                <a:gd name="T5" fmla="*/ 244 h 249"/>
                <a:gd name="T6" fmla="*/ 8 w 112"/>
                <a:gd name="T7" fmla="*/ 249 h 249"/>
                <a:gd name="T8" fmla="*/ 67 w 112"/>
                <a:gd name="T9" fmla="*/ 219 h 249"/>
                <a:gd name="T10" fmla="*/ 67 w 112"/>
                <a:gd name="T11" fmla="*/ 210 h 249"/>
                <a:gd name="T12" fmla="*/ 67 w 112"/>
                <a:gd name="T13" fmla="*/ 165 h 249"/>
                <a:gd name="T14" fmla="*/ 75 w 112"/>
                <a:gd name="T15" fmla="*/ 138 h 249"/>
                <a:gd name="T16" fmla="*/ 106 w 112"/>
                <a:gd name="T17" fmla="*/ 128 h 249"/>
                <a:gd name="T18" fmla="*/ 112 w 112"/>
                <a:gd name="T19" fmla="*/ 124 h 249"/>
                <a:gd name="T20" fmla="*/ 108 w 112"/>
                <a:gd name="T21" fmla="*/ 120 h 249"/>
                <a:gd name="T22" fmla="*/ 67 w 112"/>
                <a:gd name="T23" fmla="*/ 95 h 249"/>
                <a:gd name="T24" fmla="*/ 67 w 112"/>
                <a:gd name="T25" fmla="*/ 42 h 249"/>
                <a:gd name="T26" fmla="*/ 47 w 112"/>
                <a:gd name="T27" fmla="*/ 7 h 249"/>
                <a:gd name="T28" fmla="*/ 8 w 112"/>
                <a:gd name="T29" fmla="*/ 0 h 249"/>
                <a:gd name="T30" fmla="*/ 0 w 112"/>
                <a:gd name="T31" fmla="*/ 4 h 249"/>
                <a:gd name="T32" fmla="*/ 4 w 112"/>
                <a:gd name="T33" fmla="*/ 8 h 249"/>
                <a:gd name="T34" fmla="*/ 45 w 112"/>
                <a:gd name="T35" fmla="*/ 28 h 249"/>
                <a:gd name="T36" fmla="*/ 46 w 112"/>
                <a:gd name="T37" fmla="*/ 36 h 249"/>
                <a:gd name="T38" fmla="*/ 46 w 112"/>
                <a:gd name="T39" fmla="*/ 90 h 249"/>
                <a:gd name="T40" fmla="*/ 75 w 112"/>
                <a:gd name="T41" fmla="*/ 124 h 249"/>
                <a:gd name="T42" fmla="*/ 46 w 112"/>
                <a:gd name="T43" fmla="*/ 156 h 249"/>
                <a:gd name="T44" fmla="*/ 46 w 112"/>
                <a:gd name="T45" fmla="*/ 216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2" h="249">
                  <a:moveTo>
                    <a:pt x="46" y="216"/>
                  </a:moveTo>
                  <a:cubicBezTo>
                    <a:pt x="46" y="223"/>
                    <a:pt x="41" y="239"/>
                    <a:pt x="4" y="240"/>
                  </a:cubicBezTo>
                  <a:cubicBezTo>
                    <a:pt x="2" y="240"/>
                    <a:pt x="0" y="242"/>
                    <a:pt x="0" y="244"/>
                  </a:cubicBezTo>
                  <a:cubicBezTo>
                    <a:pt x="0" y="249"/>
                    <a:pt x="3" y="249"/>
                    <a:pt x="8" y="249"/>
                  </a:cubicBezTo>
                  <a:cubicBezTo>
                    <a:pt x="26" y="249"/>
                    <a:pt x="62" y="245"/>
                    <a:pt x="67" y="219"/>
                  </a:cubicBezTo>
                  <a:cubicBezTo>
                    <a:pt x="67" y="218"/>
                    <a:pt x="67" y="217"/>
                    <a:pt x="67" y="210"/>
                  </a:cubicBezTo>
                  <a:lnTo>
                    <a:pt x="67" y="165"/>
                  </a:lnTo>
                  <a:cubicBezTo>
                    <a:pt x="67" y="150"/>
                    <a:pt x="67" y="145"/>
                    <a:pt x="75" y="138"/>
                  </a:cubicBezTo>
                  <a:cubicBezTo>
                    <a:pt x="85" y="130"/>
                    <a:pt x="99" y="129"/>
                    <a:pt x="106" y="128"/>
                  </a:cubicBezTo>
                  <a:cubicBezTo>
                    <a:pt x="110" y="128"/>
                    <a:pt x="112" y="128"/>
                    <a:pt x="112" y="124"/>
                  </a:cubicBezTo>
                  <a:cubicBezTo>
                    <a:pt x="112" y="123"/>
                    <a:pt x="112" y="120"/>
                    <a:pt x="108" y="120"/>
                  </a:cubicBezTo>
                  <a:cubicBezTo>
                    <a:pt x="73" y="119"/>
                    <a:pt x="67" y="102"/>
                    <a:pt x="67" y="95"/>
                  </a:cubicBezTo>
                  <a:lnTo>
                    <a:pt x="67" y="42"/>
                  </a:lnTo>
                  <a:cubicBezTo>
                    <a:pt x="67" y="26"/>
                    <a:pt x="67" y="16"/>
                    <a:pt x="47" y="7"/>
                  </a:cubicBezTo>
                  <a:cubicBezTo>
                    <a:pt x="39" y="3"/>
                    <a:pt x="23" y="0"/>
                    <a:pt x="8" y="0"/>
                  </a:cubicBezTo>
                  <a:cubicBezTo>
                    <a:pt x="3" y="0"/>
                    <a:pt x="0" y="0"/>
                    <a:pt x="0" y="4"/>
                  </a:cubicBezTo>
                  <a:cubicBezTo>
                    <a:pt x="0" y="5"/>
                    <a:pt x="0" y="8"/>
                    <a:pt x="4" y="8"/>
                  </a:cubicBezTo>
                  <a:cubicBezTo>
                    <a:pt x="29" y="9"/>
                    <a:pt x="42" y="17"/>
                    <a:pt x="45" y="28"/>
                  </a:cubicBezTo>
                  <a:cubicBezTo>
                    <a:pt x="46" y="30"/>
                    <a:pt x="46" y="33"/>
                    <a:pt x="46" y="36"/>
                  </a:cubicBezTo>
                  <a:lnTo>
                    <a:pt x="46" y="90"/>
                  </a:lnTo>
                  <a:cubicBezTo>
                    <a:pt x="46" y="99"/>
                    <a:pt x="46" y="116"/>
                    <a:pt x="75" y="124"/>
                  </a:cubicBezTo>
                  <a:cubicBezTo>
                    <a:pt x="55" y="130"/>
                    <a:pt x="46" y="140"/>
                    <a:pt x="46" y="156"/>
                  </a:cubicBezTo>
                  <a:lnTo>
                    <a:pt x="46" y="21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7" name="Freeform 333"/>
            <p:cNvSpPr>
              <a:spLocks/>
            </p:cNvSpPr>
            <p:nvPr>
              <p:custDataLst>
                <p:tags r:id="rId51"/>
              </p:custDataLst>
            </p:nvPr>
          </p:nvSpPr>
          <p:spPr bwMode="auto">
            <a:xfrm>
              <a:off x="6278564" y="3709988"/>
              <a:ext cx="42863" cy="219075"/>
            </a:xfrm>
            <a:custGeom>
              <a:avLst/>
              <a:gdLst>
                <a:gd name="T0" fmla="*/ 84 w 91"/>
                <a:gd name="T1" fmla="*/ 0 h 348"/>
                <a:gd name="T2" fmla="*/ 0 w 91"/>
                <a:gd name="T3" fmla="*/ 174 h 348"/>
                <a:gd name="T4" fmla="*/ 84 w 91"/>
                <a:gd name="T5" fmla="*/ 348 h 348"/>
                <a:gd name="T6" fmla="*/ 91 w 91"/>
                <a:gd name="T7" fmla="*/ 344 h 348"/>
                <a:gd name="T8" fmla="*/ 87 w 91"/>
                <a:gd name="T9" fmla="*/ 339 h 348"/>
                <a:gd name="T10" fmla="*/ 24 w 91"/>
                <a:gd name="T11" fmla="*/ 174 h 348"/>
                <a:gd name="T12" fmla="*/ 88 w 91"/>
                <a:gd name="T13" fmla="*/ 8 h 348"/>
                <a:gd name="T14" fmla="*/ 91 w 91"/>
                <a:gd name="T15" fmla="*/ 4 h 348"/>
                <a:gd name="T16" fmla="*/ 84 w 91"/>
                <a:gd name="T17"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48">
                  <a:moveTo>
                    <a:pt x="84" y="0"/>
                  </a:moveTo>
                  <a:cubicBezTo>
                    <a:pt x="17" y="46"/>
                    <a:pt x="0" y="120"/>
                    <a:pt x="0" y="174"/>
                  </a:cubicBezTo>
                  <a:cubicBezTo>
                    <a:pt x="0" y="223"/>
                    <a:pt x="15" y="300"/>
                    <a:pt x="84" y="348"/>
                  </a:cubicBezTo>
                  <a:cubicBezTo>
                    <a:pt x="87" y="348"/>
                    <a:pt x="91" y="348"/>
                    <a:pt x="91" y="344"/>
                  </a:cubicBezTo>
                  <a:cubicBezTo>
                    <a:pt x="91" y="342"/>
                    <a:pt x="90" y="342"/>
                    <a:pt x="87" y="339"/>
                  </a:cubicBezTo>
                  <a:cubicBezTo>
                    <a:pt x="41" y="297"/>
                    <a:pt x="24" y="238"/>
                    <a:pt x="24" y="174"/>
                  </a:cubicBezTo>
                  <a:cubicBezTo>
                    <a:pt x="24" y="80"/>
                    <a:pt x="60" y="34"/>
                    <a:pt x="88" y="8"/>
                  </a:cubicBezTo>
                  <a:cubicBezTo>
                    <a:pt x="90" y="7"/>
                    <a:pt x="91" y="6"/>
                    <a:pt x="91" y="4"/>
                  </a:cubicBezTo>
                  <a:cubicBezTo>
                    <a:pt x="91" y="0"/>
                    <a:pt x="87" y="0"/>
                    <a:pt x="84" y="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8" name="Freeform 334"/>
            <p:cNvSpPr>
              <a:spLocks/>
            </p:cNvSpPr>
            <p:nvPr>
              <p:custDataLst>
                <p:tags r:id="rId52"/>
              </p:custDataLst>
            </p:nvPr>
          </p:nvSpPr>
          <p:spPr bwMode="auto">
            <a:xfrm>
              <a:off x="6338889" y="3778251"/>
              <a:ext cx="74613" cy="98425"/>
            </a:xfrm>
            <a:custGeom>
              <a:avLst/>
              <a:gdLst>
                <a:gd name="T0" fmla="*/ 66 w 162"/>
                <a:gd name="T1" fmla="*/ 83 h 157"/>
                <a:gd name="T2" fmla="*/ 75 w 162"/>
                <a:gd name="T3" fmla="*/ 48 h 157"/>
                <a:gd name="T4" fmla="*/ 97 w 162"/>
                <a:gd name="T5" fmla="*/ 19 h 157"/>
                <a:gd name="T6" fmla="*/ 125 w 162"/>
                <a:gd name="T7" fmla="*/ 9 h 157"/>
                <a:gd name="T8" fmla="*/ 144 w 162"/>
                <a:gd name="T9" fmla="*/ 14 h 157"/>
                <a:gd name="T10" fmla="*/ 129 w 162"/>
                <a:gd name="T11" fmla="*/ 33 h 157"/>
                <a:gd name="T12" fmla="*/ 143 w 162"/>
                <a:gd name="T13" fmla="*/ 46 h 157"/>
                <a:gd name="T14" fmla="*/ 162 w 162"/>
                <a:gd name="T15" fmla="*/ 25 h 157"/>
                <a:gd name="T16" fmla="*/ 125 w 162"/>
                <a:gd name="T17" fmla="*/ 0 h 157"/>
                <a:gd name="T18" fmla="*/ 76 w 162"/>
                <a:gd name="T19" fmla="*/ 24 h 157"/>
                <a:gd name="T20" fmla="*/ 40 w 162"/>
                <a:gd name="T21" fmla="*/ 0 h 157"/>
                <a:gd name="T22" fmla="*/ 13 w 162"/>
                <a:gd name="T23" fmla="*/ 17 h 157"/>
                <a:gd name="T24" fmla="*/ 0 w 162"/>
                <a:gd name="T25" fmla="*/ 53 h 157"/>
                <a:gd name="T26" fmla="*/ 6 w 162"/>
                <a:gd name="T27" fmla="*/ 58 h 157"/>
                <a:gd name="T28" fmla="*/ 14 w 162"/>
                <a:gd name="T29" fmla="*/ 47 h 157"/>
                <a:gd name="T30" fmla="*/ 39 w 162"/>
                <a:gd name="T31" fmla="*/ 9 h 157"/>
                <a:gd name="T32" fmla="*/ 51 w 162"/>
                <a:gd name="T33" fmla="*/ 26 h 157"/>
                <a:gd name="T34" fmla="*/ 45 w 162"/>
                <a:gd name="T35" fmla="*/ 55 h 157"/>
                <a:gd name="T36" fmla="*/ 37 w 162"/>
                <a:gd name="T37" fmla="*/ 87 h 157"/>
                <a:gd name="T38" fmla="*/ 26 w 162"/>
                <a:gd name="T39" fmla="*/ 132 h 157"/>
                <a:gd name="T40" fmla="*/ 23 w 162"/>
                <a:gd name="T41" fmla="*/ 146 h 157"/>
                <a:gd name="T42" fmla="*/ 35 w 162"/>
                <a:gd name="T43" fmla="*/ 157 h 157"/>
                <a:gd name="T44" fmla="*/ 50 w 162"/>
                <a:gd name="T45" fmla="*/ 147 h 157"/>
                <a:gd name="T46" fmla="*/ 56 w 162"/>
                <a:gd name="T47" fmla="*/ 121 h 157"/>
                <a:gd name="T48" fmla="*/ 66 w 162"/>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2" h="157">
                  <a:moveTo>
                    <a:pt x="66" y="83"/>
                  </a:moveTo>
                  <a:cubicBezTo>
                    <a:pt x="66" y="81"/>
                    <a:pt x="74" y="50"/>
                    <a:pt x="75" y="48"/>
                  </a:cubicBezTo>
                  <a:cubicBezTo>
                    <a:pt x="75" y="45"/>
                    <a:pt x="86" y="28"/>
                    <a:pt x="97" y="19"/>
                  </a:cubicBezTo>
                  <a:cubicBezTo>
                    <a:pt x="101" y="16"/>
                    <a:pt x="110" y="9"/>
                    <a:pt x="125" y="9"/>
                  </a:cubicBezTo>
                  <a:cubicBezTo>
                    <a:pt x="128" y="9"/>
                    <a:pt x="137" y="10"/>
                    <a:pt x="144" y="14"/>
                  </a:cubicBezTo>
                  <a:cubicBezTo>
                    <a:pt x="133" y="17"/>
                    <a:pt x="129" y="27"/>
                    <a:pt x="129" y="33"/>
                  </a:cubicBezTo>
                  <a:cubicBezTo>
                    <a:pt x="129" y="41"/>
                    <a:pt x="135" y="46"/>
                    <a:pt x="143" y="46"/>
                  </a:cubicBezTo>
                  <a:cubicBezTo>
                    <a:pt x="151" y="46"/>
                    <a:pt x="162" y="40"/>
                    <a:pt x="162" y="25"/>
                  </a:cubicBezTo>
                  <a:cubicBezTo>
                    <a:pt x="162" y="7"/>
                    <a:pt x="143" y="0"/>
                    <a:pt x="125" y="0"/>
                  </a:cubicBezTo>
                  <a:cubicBezTo>
                    <a:pt x="107" y="0"/>
                    <a:pt x="91" y="7"/>
                    <a:pt x="76" y="24"/>
                  </a:cubicBezTo>
                  <a:cubicBezTo>
                    <a:pt x="70" y="3"/>
                    <a:pt x="49" y="0"/>
                    <a:pt x="40" y="0"/>
                  </a:cubicBezTo>
                  <a:cubicBezTo>
                    <a:pt x="27" y="0"/>
                    <a:pt x="19" y="8"/>
                    <a:pt x="13" y="17"/>
                  </a:cubicBezTo>
                  <a:cubicBezTo>
                    <a:pt x="5" y="31"/>
                    <a:pt x="0" y="51"/>
                    <a:pt x="0" y="53"/>
                  </a:cubicBezTo>
                  <a:cubicBezTo>
                    <a:pt x="0" y="58"/>
                    <a:pt x="5" y="58"/>
                    <a:pt x="6" y="58"/>
                  </a:cubicBezTo>
                  <a:cubicBezTo>
                    <a:pt x="11" y="58"/>
                    <a:pt x="11" y="56"/>
                    <a:pt x="14" y="47"/>
                  </a:cubicBezTo>
                  <a:cubicBezTo>
                    <a:pt x="19" y="26"/>
                    <a:pt x="26" y="9"/>
                    <a:pt x="39" y="9"/>
                  </a:cubicBezTo>
                  <a:cubicBezTo>
                    <a:pt x="48" y="9"/>
                    <a:pt x="51" y="17"/>
                    <a:pt x="51" y="26"/>
                  </a:cubicBezTo>
                  <a:cubicBezTo>
                    <a:pt x="51" y="33"/>
                    <a:pt x="48" y="46"/>
                    <a:pt x="45" y="55"/>
                  </a:cubicBezTo>
                  <a:cubicBezTo>
                    <a:pt x="43" y="65"/>
                    <a:pt x="39" y="79"/>
                    <a:pt x="37" y="87"/>
                  </a:cubicBezTo>
                  <a:lnTo>
                    <a:pt x="26" y="132"/>
                  </a:lnTo>
                  <a:cubicBezTo>
                    <a:pt x="25" y="136"/>
                    <a:pt x="23" y="145"/>
                    <a:pt x="23" y="146"/>
                  </a:cubicBezTo>
                  <a:cubicBezTo>
                    <a:pt x="23" y="154"/>
                    <a:pt x="29" y="157"/>
                    <a:pt x="35" y="157"/>
                  </a:cubicBezTo>
                  <a:cubicBezTo>
                    <a:pt x="40" y="157"/>
                    <a:pt x="47" y="154"/>
                    <a:pt x="50" y="147"/>
                  </a:cubicBezTo>
                  <a:cubicBezTo>
                    <a:pt x="50" y="145"/>
                    <a:pt x="54" y="129"/>
                    <a:pt x="56" y="121"/>
                  </a:cubicBezTo>
                  <a:lnTo>
                    <a:pt x="66"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9" name="Freeform 335"/>
            <p:cNvSpPr>
              <a:spLocks noEditPoints="1"/>
            </p:cNvSpPr>
            <p:nvPr>
              <p:custDataLst>
                <p:tags r:id="rId53"/>
              </p:custDataLst>
            </p:nvPr>
          </p:nvSpPr>
          <p:spPr bwMode="auto">
            <a:xfrm>
              <a:off x="6432551" y="3778251"/>
              <a:ext cx="68263" cy="98425"/>
            </a:xfrm>
            <a:custGeom>
              <a:avLst/>
              <a:gdLst>
                <a:gd name="T0" fmla="*/ 54 w 149"/>
                <a:gd name="T1" fmla="*/ 74 h 157"/>
                <a:gd name="T2" fmla="*/ 111 w 149"/>
                <a:gd name="T3" fmla="*/ 67 h 157"/>
                <a:gd name="T4" fmla="*/ 141 w 149"/>
                <a:gd name="T5" fmla="*/ 30 h 157"/>
                <a:gd name="T6" fmla="*/ 98 w 149"/>
                <a:gd name="T7" fmla="*/ 0 h 157"/>
                <a:gd name="T8" fmla="*/ 0 w 149"/>
                <a:gd name="T9" fmla="*/ 91 h 157"/>
                <a:gd name="T10" fmla="*/ 63 w 149"/>
                <a:gd name="T11" fmla="*/ 157 h 157"/>
                <a:gd name="T12" fmla="*/ 149 w 149"/>
                <a:gd name="T13" fmla="*/ 118 h 157"/>
                <a:gd name="T14" fmla="*/ 143 w 149"/>
                <a:gd name="T15" fmla="*/ 112 h 157"/>
                <a:gd name="T16" fmla="*/ 137 w 149"/>
                <a:gd name="T17" fmla="*/ 115 h 157"/>
                <a:gd name="T18" fmla="*/ 63 w 149"/>
                <a:gd name="T19" fmla="*/ 147 h 157"/>
                <a:gd name="T20" fmla="*/ 28 w 149"/>
                <a:gd name="T21" fmla="*/ 105 h 157"/>
                <a:gd name="T22" fmla="*/ 33 w 149"/>
                <a:gd name="T23" fmla="*/ 74 h 157"/>
                <a:gd name="T24" fmla="*/ 54 w 149"/>
                <a:gd name="T25" fmla="*/ 74 h 157"/>
                <a:gd name="T26" fmla="*/ 35 w 149"/>
                <a:gd name="T27" fmla="*/ 64 h 157"/>
                <a:gd name="T28" fmla="*/ 98 w 149"/>
                <a:gd name="T29" fmla="*/ 9 h 157"/>
                <a:gd name="T30" fmla="*/ 126 w 149"/>
                <a:gd name="T31" fmla="*/ 30 h 157"/>
                <a:gd name="T32" fmla="*/ 52 w 149"/>
                <a:gd name="T33" fmla="*/ 64 h 157"/>
                <a:gd name="T34" fmla="*/ 35 w 149"/>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4" y="74"/>
                  </a:moveTo>
                  <a:cubicBezTo>
                    <a:pt x="64" y="74"/>
                    <a:pt x="92" y="73"/>
                    <a:pt x="111" y="67"/>
                  </a:cubicBezTo>
                  <a:cubicBezTo>
                    <a:pt x="136" y="58"/>
                    <a:pt x="141" y="41"/>
                    <a:pt x="141" y="30"/>
                  </a:cubicBezTo>
                  <a:cubicBezTo>
                    <a:pt x="141" y="11"/>
                    <a:pt x="122" y="0"/>
                    <a:pt x="98" y="0"/>
                  </a:cubicBezTo>
                  <a:cubicBezTo>
                    <a:pt x="56" y="0"/>
                    <a:pt x="0" y="32"/>
                    <a:pt x="0" y="91"/>
                  </a:cubicBezTo>
                  <a:cubicBezTo>
                    <a:pt x="0" y="127"/>
                    <a:pt x="22" y="157"/>
                    <a:pt x="63" y="157"/>
                  </a:cubicBezTo>
                  <a:cubicBezTo>
                    <a:pt x="121" y="157"/>
                    <a:pt x="149" y="122"/>
                    <a:pt x="149" y="118"/>
                  </a:cubicBezTo>
                  <a:cubicBezTo>
                    <a:pt x="149" y="116"/>
                    <a:pt x="146" y="112"/>
                    <a:pt x="143" y="112"/>
                  </a:cubicBezTo>
                  <a:cubicBezTo>
                    <a:pt x="141" y="112"/>
                    <a:pt x="140" y="112"/>
                    <a:pt x="137" y="115"/>
                  </a:cubicBezTo>
                  <a:cubicBezTo>
                    <a:pt x="110" y="147"/>
                    <a:pt x="69" y="147"/>
                    <a:pt x="63" y="147"/>
                  </a:cubicBezTo>
                  <a:cubicBezTo>
                    <a:pt x="42" y="147"/>
                    <a:pt x="28" y="133"/>
                    <a:pt x="28" y="105"/>
                  </a:cubicBezTo>
                  <a:cubicBezTo>
                    <a:pt x="28" y="100"/>
                    <a:pt x="28" y="93"/>
                    <a:pt x="33" y="74"/>
                  </a:cubicBezTo>
                  <a:lnTo>
                    <a:pt x="54" y="74"/>
                  </a:lnTo>
                  <a:close/>
                  <a:moveTo>
                    <a:pt x="35" y="64"/>
                  </a:moveTo>
                  <a:cubicBezTo>
                    <a:pt x="50" y="14"/>
                    <a:pt x="88" y="9"/>
                    <a:pt x="98" y="9"/>
                  </a:cubicBezTo>
                  <a:cubicBezTo>
                    <a:pt x="113" y="9"/>
                    <a:pt x="126" y="17"/>
                    <a:pt x="126" y="30"/>
                  </a:cubicBezTo>
                  <a:cubicBezTo>
                    <a:pt x="126" y="64"/>
                    <a:pt x="67" y="64"/>
                    <a:pt x="52" y="64"/>
                  </a:cubicBezTo>
                  <a:lnTo>
                    <a:pt x="35"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0" name="Freeform 336"/>
            <p:cNvSpPr>
              <a:spLocks/>
            </p:cNvSpPr>
            <p:nvPr>
              <p:custDataLst>
                <p:tags r:id="rId54"/>
              </p:custDataLst>
            </p:nvPr>
          </p:nvSpPr>
          <p:spPr bwMode="auto">
            <a:xfrm>
              <a:off x="6518276" y="3778251"/>
              <a:ext cx="73025" cy="98425"/>
            </a:xfrm>
            <a:custGeom>
              <a:avLst/>
              <a:gdLst>
                <a:gd name="T0" fmla="*/ 37 w 160"/>
                <a:gd name="T1" fmla="*/ 123 h 157"/>
                <a:gd name="T2" fmla="*/ 82 w 160"/>
                <a:gd name="T3" fmla="*/ 83 h 157"/>
                <a:gd name="T4" fmla="*/ 126 w 160"/>
                <a:gd name="T5" fmla="*/ 47 h 157"/>
                <a:gd name="T6" fmla="*/ 160 w 160"/>
                <a:gd name="T7" fmla="*/ 4 h 157"/>
                <a:gd name="T8" fmla="*/ 154 w 160"/>
                <a:gd name="T9" fmla="*/ 0 h 157"/>
                <a:gd name="T10" fmla="*/ 148 w 160"/>
                <a:gd name="T11" fmla="*/ 3 h 157"/>
                <a:gd name="T12" fmla="*/ 122 w 160"/>
                <a:gd name="T13" fmla="*/ 24 h 157"/>
                <a:gd name="T14" fmla="*/ 102 w 160"/>
                <a:gd name="T15" fmla="*/ 14 h 157"/>
                <a:gd name="T16" fmla="*/ 74 w 160"/>
                <a:gd name="T17" fmla="*/ 0 h 157"/>
                <a:gd name="T18" fmla="*/ 28 w 160"/>
                <a:gd name="T19" fmla="*/ 40 h 157"/>
                <a:gd name="T20" fmla="*/ 33 w 160"/>
                <a:gd name="T21" fmla="*/ 45 h 157"/>
                <a:gd name="T22" fmla="*/ 40 w 160"/>
                <a:gd name="T23" fmla="*/ 40 h 157"/>
                <a:gd name="T24" fmla="*/ 70 w 160"/>
                <a:gd name="T25" fmla="*/ 27 h 157"/>
                <a:gd name="T26" fmla="*/ 92 w 160"/>
                <a:gd name="T27" fmla="*/ 30 h 157"/>
                <a:gd name="T28" fmla="*/ 122 w 160"/>
                <a:gd name="T29" fmla="*/ 34 h 157"/>
                <a:gd name="T30" fmla="*/ 74 w 160"/>
                <a:gd name="T31" fmla="*/ 76 h 157"/>
                <a:gd name="T32" fmla="*/ 31 w 160"/>
                <a:gd name="T33" fmla="*/ 114 h 157"/>
                <a:gd name="T34" fmla="*/ 0 w 160"/>
                <a:gd name="T35" fmla="*/ 153 h 157"/>
                <a:gd name="T36" fmla="*/ 6 w 160"/>
                <a:gd name="T37" fmla="*/ 157 h 157"/>
                <a:gd name="T38" fmla="*/ 12 w 160"/>
                <a:gd name="T39" fmla="*/ 154 h 157"/>
                <a:gd name="T40" fmla="*/ 44 w 160"/>
                <a:gd name="T41" fmla="*/ 132 h 157"/>
                <a:gd name="T42" fmla="*/ 62 w 160"/>
                <a:gd name="T43" fmla="*/ 141 h 157"/>
                <a:gd name="T44" fmla="*/ 91 w 160"/>
                <a:gd name="T45" fmla="*/ 157 h 157"/>
                <a:gd name="T46" fmla="*/ 152 w 160"/>
                <a:gd name="T47" fmla="*/ 103 h 157"/>
                <a:gd name="T48" fmla="*/ 146 w 160"/>
                <a:gd name="T49" fmla="*/ 98 h 157"/>
                <a:gd name="T50" fmla="*/ 140 w 160"/>
                <a:gd name="T51" fmla="*/ 104 h 157"/>
                <a:gd name="T52" fmla="*/ 96 w 160"/>
                <a:gd name="T53" fmla="*/ 130 h 157"/>
                <a:gd name="T54" fmla="*/ 70 w 160"/>
                <a:gd name="T55" fmla="*/ 126 h 157"/>
                <a:gd name="T56" fmla="*/ 45 w 160"/>
                <a:gd name="T57" fmla="*/ 122 h 157"/>
                <a:gd name="T58" fmla="*/ 37 w 160"/>
                <a:gd name="T59" fmla="*/ 12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57">
                  <a:moveTo>
                    <a:pt x="37" y="123"/>
                  </a:moveTo>
                  <a:cubicBezTo>
                    <a:pt x="46" y="114"/>
                    <a:pt x="52" y="107"/>
                    <a:pt x="82" y="83"/>
                  </a:cubicBezTo>
                  <a:cubicBezTo>
                    <a:pt x="89" y="77"/>
                    <a:pt x="115" y="56"/>
                    <a:pt x="126" y="47"/>
                  </a:cubicBezTo>
                  <a:cubicBezTo>
                    <a:pt x="147" y="26"/>
                    <a:pt x="160" y="8"/>
                    <a:pt x="160" y="4"/>
                  </a:cubicBezTo>
                  <a:cubicBezTo>
                    <a:pt x="160" y="0"/>
                    <a:pt x="156" y="0"/>
                    <a:pt x="154" y="0"/>
                  </a:cubicBezTo>
                  <a:cubicBezTo>
                    <a:pt x="151" y="0"/>
                    <a:pt x="150" y="0"/>
                    <a:pt x="148" y="3"/>
                  </a:cubicBezTo>
                  <a:cubicBezTo>
                    <a:pt x="137" y="19"/>
                    <a:pt x="130" y="24"/>
                    <a:pt x="122" y="24"/>
                  </a:cubicBezTo>
                  <a:cubicBezTo>
                    <a:pt x="118" y="24"/>
                    <a:pt x="112" y="24"/>
                    <a:pt x="102" y="14"/>
                  </a:cubicBezTo>
                  <a:cubicBezTo>
                    <a:pt x="90" y="2"/>
                    <a:pt x="82" y="0"/>
                    <a:pt x="74" y="0"/>
                  </a:cubicBezTo>
                  <a:cubicBezTo>
                    <a:pt x="46" y="0"/>
                    <a:pt x="28" y="30"/>
                    <a:pt x="28" y="40"/>
                  </a:cubicBezTo>
                  <a:cubicBezTo>
                    <a:pt x="28" y="44"/>
                    <a:pt x="31" y="45"/>
                    <a:pt x="33" y="45"/>
                  </a:cubicBezTo>
                  <a:cubicBezTo>
                    <a:pt x="38" y="45"/>
                    <a:pt x="38" y="44"/>
                    <a:pt x="40" y="40"/>
                  </a:cubicBezTo>
                  <a:cubicBezTo>
                    <a:pt x="45" y="28"/>
                    <a:pt x="65" y="27"/>
                    <a:pt x="70" y="27"/>
                  </a:cubicBezTo>
                  <a:cubicBezTo>
                    <a:pt x="78" y="27"/>
                    <a:pt x="87" y="29"/>
                    <a:pt x="92" y="30"/>
                  </a:cubicBezTo>
                  <a:cubicBezTo>
                    <a:pt x="111" y="34"/>
                    <a:pt x="114" y="34"/>
                    <a:pt x="122" y="34"/>
                  </a:cubicBezTo>
                  <a:cubicBezTo>
                    <a:pt x="113" y="44"/>
                    <a:pt x="107" y="50"/>
                    <a:pt x="74" y="76"/>
                  </a:cubicBezTo>
                  <a:cubicBezTo>
                    <a:pt x="47" y="98"/>
                    <a:pt x="37" y="107"/>
                    <a:pt x="31" y="114"/>
                  </a:cubicBezTo>
                  <a:cubicBezTo>
                    <a:pt x="10" y="134"/>
                    <a:pt x="0" y="150"/>
                    <a:pt x="0" y="153"/>
                  </a:cubicBezTo>
                  <a:cubicBezTo>
                    <a:pt x="0" y="157"/>
                    <a:pt x="4" y="157"/>
                    <a:pt x="6" y="157"/>
                  </a:cubicBezTo>
                  <a:cubicBezTo>
                    <a:pt x="9" y="157"/>
                    <a:pt x="10" y="156"/>
                    <a:pt x="12" y="154"/>
                  </a:cubicBezTo>
                  <a:cubicBezTo>
                    <a:pt x="21" y="140"/>
                    <a:pt x="32" y="132"/>
                    <a:pt x="44" y="132"/>
                  </a:cubicBezTo>
                  <a:cubicBezTo>
                    <a:pt x="48" y="132"/>
                    <a:pt x="53" y="133"/>
                    <a:pt x="62" y="141"/>
                  </a:cubicBezTo>
                  <a:cubicBezTo>
                    <a:pt x="73" y="152"/>
                    <a:pt x="80" y="157"/>
                    <a:pt x="91" y="157"/>
                  </a:cubicBezTo>
                  <a:cubicBezTo>
                    <a:pt x="129" y="157"/>
                    <a:pt x="152" y="115"/>
                    <a:pt x="152" y="103"/>
                  </a:cubicBezTo>
                  <a:cubicBezTo>
                    <a:pt x="152" y="99"/>
                    <a:pt x="148" y="98"/>
                    <a:pt x="146" y="98"/>
                  </a:cubicBezTo>
                  <a:cubicBezTo>
                    <a:pt x="142" y="98"/>
                    <a:pt x="141" y="100"/>
                    <a:pt x="140" y="104"/>
                  </a:cubicBezTo>
                  <a:cubicBezTo>
                    <a:pt x="133" y="121"/>
                    <a:pt x="113" y="130"/>
                    <a:pt x="96" y="130"/>
                  </a:cubicBezTo>
                  <a:cubicBezTo>
                    <a:pt x="88" y="130"/>
                    <a:pt x="79" y="128"/>
                    <a:pt x="70" y="126"/>
                  </a:cubicBezTo>
                  <a:cubicBezTo>
                    <a:pt x="54" y="122"/>
                    <a:pt x="51" y="122"/>
                    <a:pt x="45" y="122"/>
                  </a:cubicBezTo>
                  <a:cubicBezTo>
                    <a:pt x="44" y="122"/>
                    <a:pt x="39" y="122"/>
                    <a:pt x="37" y="123"/>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1" name="Freeform 337"/>
            <p:cNvSpPr>
              <a:spLocks noEditPoints="1"/>
            </p:cNvSpPr>
            <p:nvPr>
              <p:custDataLst>
                <p:tags r:id="rId55"/>
              </p:custDataLst>
            </p:nvPr>
          </p:nvSpPr>
          <p:spPr bwMode="auto">
            <a:xfrm>
              <a:off x="6611939" y="3778251"/>
              <a:ext cx="68263" cy="98425"/>
            </a:xfrm>
            <a:custGeom>
              <a:avLst/>
              <a:gdLst>
                <a:gd name="T0" fmla="*/ 55 w 150"/>
                <a:gd name="T1" fmla="*/ 74 h 157"/>
                <a:gd name="T2" fmla="*/ 111 w 150"/>
                <a:gd name="T3" fmla="*/ 67 h 157"/>
                <a:gd name="T4" fmla="*/ 142 w 150"/>
                <a:gd name="T5" fmla="*/ 30 h 157"/>
                <a:gd name="T6" fmla="*/ 99 w 150"/>
                <a:gd name="T7" fmla="*/ 0 h 157"/>
                <a:gd name="T8" fmla="*/ 0 w 150"/>
                <a:gd name="T9" fmla="*/ 91 h 157"/>
                <a:gd name="T10" fmla="*/ 63 w 150"/>
                <a:gd name="T11" fmla="*/ 157 h 157"/>
                <a:gd name="T12" fmla="*/ 150 w 150"/>
                <a:gd name="T13" fmla="*/ 118 h 157"/>
                <a:gd name="T14" fmla="*/ 144 w 150"/>
                <a:gd name="T15" fmla="*/ 112 h 157"/>
                <a:gd name="T16" fmla="*/ 138 w 150"/>
                <a:gd name="T17" fmla="*/ 115 h 157"/>
                <a:gd name="T18" fmla="*/ 64 w 150"/>
                <a:gd name="T19" fmla="*/ 147 h 157"/>
                <a:gd name="T20" fmla="*/ 29 w 150"/>
                <a:gd name="T21" fmla="*/ 105 h 157"/>
                <a:gd name="T22" fmla="*/ 33 w 150"/>
                <a:gd name="T23" fmla="*/ 74 h 157"/>
                <a:gd name="T24" fmla="*/ 55 w 150"/>
                <a:gd name="T25" fmla="*/ 74 h 157"/>
                <a:gd name="T26" fmla="*/ 36 w 150"/>
                <a:gd name="T27" fmla="*/ 64 h 157"/>
                <a:gd name="T28" fmla="*/ 99 w 150"/>
                <a:gd name="T29" fmla="*/ 9 h 157"/>
                <a:gd name="T30" fmla="*/ 127 w 150"/>
                <a:gd name="T31" fmla="*/ 30 h 157"/>
                <a:gd name="T32" fmla="*/ 53 w 150"/>
                <a:gd name="T33" fmla="*/ 64 h 157"/>
                <a:gd name="T34" fmla="*/ 36 w 150"/>
                <a:gd name="T35" fmla="*/ 6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157">
                  <a:moveTo>
                    <a:pt x="55" y="74"/>
                  </a:moveTo>
                  <a:cubicBezTo>
                    <a:pt x="65" y="74"/>
                    <a:pt x="93" y="73"/>
                    <a:pt x="111" y="67"/>
                  </a:cubicBezTo>
                  <a:cubicBezTo>
                    <a:pt x="137" y="58"/>
                    <a:pt x="142" y="41"/>
                    <a:pt x="142" y="30"/>
                  </a:cubicBezTo>
                  <a:cubicBezTo>
                    <a:pt x="142" y="11"/>
                    <a:pt x="123" y="0"/>
                    <a:pt x="99" y="0"/>
                  </a:cubicBezTo>
                  <a:cubicBezTo>
                    <a:pt x="57" y="0"/>
                    <a:pt x="0" y="32"/>
                    <a:pt x="0" y="91"/>
                  </a:cubicBezTo>
                  <a:cubicBezTo>
                    <a:pt x="0" y="127"/>
                    <a:pt x="22" y="157"/>
                    <a:pt x="63" y="157"/>
                  </a:cubicBezTo>
                  <a:cubicBezTo>
                    <a:pt x="122" y="157"/>
                    <a:pt x="150" y="122"/>
                    <a:pt x="150" y="118"/>
                  </a:cubicBezTo>
                  <a:cubicBezTo>
                    <a:pt x="150" y="116"/>
                    <a:pt x="147" y="112"/>
                    <a:pt x="144" y="112"/>
                  </a:cubicBezTo>
                  <a:cubicBezTo>
                    <a:pt x="142" y="112"/>
                    <a:pt x="141" y="112"/>
                    <a:pt x="138" y="115"/>
                  </a:cubicBezTo>
                  <a:cubicBezTo>
                    <a:pt x="111" y="147"/>
                    <a:pt x="70" y="147"/>
                    <a:pt x="64" y="147"/>
                  </a:cubicBezTo>
                  <a:cubicBezTo>
                    <a:pt x="43" y="147"/>
                    <a:pt x="29" y="133"/>
                    <a:pt x="29" y="105"/>
                  </a:cubicBezTo>
                  <a:cubicBezTo>
                    <a:pt x="29" y="100"/>
                    <a:pt x="29" y="93"/>
                    <a:pt x="33" y="74"/>
                  </a:cubicBezTo>
                  <a:lnTo>
                    <a:pt x="55" y="74"/>
                  </a:lnTo>
                  <a:close/>
                  <a:moveTo>
                    <a:pt x="36" y="64"/>
                  </a:moveTo>
                  <a:cubicBezTo>
                    <a:pt x="50" y="14"/>
                    <a:pt x="89" y="9"/>
                    <a:pt x="99" y="9"/>
                  </a:cubicBezTo>
                  <a:cubicBezTo>
                    <a:pt x="114" y="9"/>
                    <a:pt x="127" y="17"/>
                    <a:pt x="127" y="30"/>
                  </a:cubicBezTo>
                  <a:cubicBezTo>
                    <a:pt x="127" y="64"/>
                    <a:pt x="68" y="64"/>
                    <a:pt x="53" y="64"/>
                  </a:cubicBezTo>
                  <a:lnTo>
                    <a:pt x="36" y="6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2" name="Freeform 338"/>
            <p:cNvSpPr>
              <a:spLocks/>
            </p:cNvSpPr>
            <p:nvPr>
              <p:custDataLst>
                <p:tags r:id="rId56"/>
              </p:custDataLst>
            </p:nvPr>
          </p:nvSpPr>
          <p:spPr bwMode="auto">
            <a:xfrm>
              <a:off x="6696076" y="3778251"/>
              <a:ext cx="74613" cy="98425"/>
            </a:xfrm>
            <a:custGeom>
              <a:avLst/>
              <a:gdLst>
                <a:gd name="T0" fmla="*/ 66 w 163"/>
                <a:gd name="T1" fmla="*/ 83 h 157"/>
                <a:gd name="T2" fmla="*/ 75 w 163"/>
                <a:gd name="T3" fmla="*/ 48 h 157"/>
                <a:gd name="T4" fmla="*/ 97 w 163"/>
                <a:gd name="T5" fmla="*/ 19 h 157"/>
                <a:gd name="T6" fmla="*/ 125 w 163"/>
                <a:gd name="T7" fmla="*/ 9 h 157"/>
                <a:gd name="T8" fmla="*/ 144 w 163"/>
                <a:gd name="T9" fmla="*/ 14 h 157"/>
                <a:gd name="T10" fmla="*/ 129 w 163"/>
                <a:gd name="T11" fmla="*/ 33 h 157"/>
                <a:gd name="T12" fmla="*/ 143 w 163"/>
                <a:gd name="T13" fmla="*/ 46 h 157"/>
                <a:gd name="T14" fmla="*/ 163 w 163"/>
                <a:gd name="T15" fmla="*/ 25 h 157"/>
                <a:gd name="T16" fmla="*/ 126 w 163"/>
                <a:gd name="T17" fmla="*/ 0 h 157"/>
                <a:gd name="T18" fmla="*/ 76 w 163"/>
                <a:gd name="T19" fmla="*/ 24 h 157"/>
                <a:gd name="T20" fmla="*/ 40 w 163"/>
                <a:gd name="T21" fmla="*/ 0 h 157"/>
                <a:gd name="T22" fmla="*/ 13 w 163"/>
                <a:gd name="T23" fmla="*/ 17 h 157"/>
                <a:gd name="T24" fmla="*/ 0 w 163"/>
                <a:gd name="T25" fmla="*/ 53 h 157"/>
                <a:gd name="T26" fmla="*/ 6 w 163"/>
                <a:gd name="T27" fmla="*/ 58 h 157"/>
                <a:gd name="T28" fmla="*/ 14 w 163"/>
                <a:gd name="T29" fmla="*/ 47 h 157"/>
                <a:gd name="T30" fmla="*/ 39 w 163"/>
                <a:gd name="T31" fmla="*/ 9 h 157"/>
                <a:gd name="T32" fmla="*/ 51 w 163"/>
                <a:gd name="T33" fmla="*/ 26 h 157"/>
                <a:gd name="T34" fmla="*/ 45 w 163"/>
                <a:gd name="T35" fmla="*/ 55 h 157"/>
                <a:gd name="T36" fmla="*/ 38 w 163"/>
                <a:gd name="T37" fmla="*/ 87 h 157"/>
                <a:gd name="T38" fmla="*/ 27 w 163"/>
                <a:gd name="T39" fmla="*/ 132 h 157"/>
                <a:gd name="T40" fmla="*/ 23 w 163"/>
                <a:gd name="T41" fmla="*/ 146 h 157"/>
                <a:gd name="T42" fmla="*/ 35 w 163"/>
                <a:gd name="T43" fmla="*/ 157 h 157"/>
                <a:gd name="T44" fmla="*/ 50 w 163"/>
                <a:gd name="T45" fmla="*/ 147 h 157"/>
                <a:gd name="T46" fmla="*/ 57 w 163"/>
                <a:gd name="T47" fmla="*/ 121 h 157"/>
                <a:gd name="T48" fmla="*/ 66 w 163"/>
                <a:gd name="T49" fmla="*/ 8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3" h="157">
                  <a:moveTo>
                    <a:pt x="66" y="83"/>
                  </a:moveTo>
                  <a:cubicBezTo>
                    <a:pt x="66" y="81"/>
                    <a:pt x="74" y="50"/>
                    <a:pt x="75" y="48"/>
                  </a:cubicBezTo>
                  <a:cubicBezTo>
                    <a:pt x="76" y="45"/>
                    <a:pt x="86" y="28"/>
                    <a:pt x="97" y="19"/>
                  </a:cubicBezTo>
                  <a:cubicBezTo>
                    <a:pt x="101" y="16"/>
                    <a:pt x="110" y="9"/>
                    <a:pt x="125" y="9"/>
                  </a:cubicBezTo>
                  <a:cubicBezTo>
                    <a:pt x="129" y="9"/>
                    <a:pt x="137" y="10"/>
                    <a:pt x="144" y="14"/>
                  </a:cubicBezTo>
                  <a:cubicBezTo>
                    <a:pt x="133" y="17"/>
                    <a:pt x="129" y="27"/>
                    <a:pt x="129" y="33"/>
                  </a:cubicBezTo>
                  <a:cubicBezTo>
                    <a:pt x="129" y="41"/>
                    <a:pt x="135" y="46"/>
                    <a:pt x="143" y="46"/>
                  </a:cubicBezTo>
                  <a:cubicBezTo>
                    <a:pt x="151" y="46"/>
                    <a:pt x="163" y="40"/>
                    <a:pt x="163" y="25"/>
                  </a:cubicBezTo>
                  <a:cubicBezTo>
                    <a:pt x="163" y="7"/>
                    <a:pt x="143" y="0"/>
                    <a:pt x="126" y="0"/>
                  </a:cubicBezTo>
                  <a:cubicBezTo>
                    <a:pt x="107" y="0"/>
                    <a:pt x="92" y="7"/>
                    <a:pt x="76" y="24"/>
                  </a:cubicBezTo>
                  <a:cubicBezTo>
                    <a:pt x="70" y="3"/>
                    <a:pt x="49" y="0"/>
                    <a:pt x="40" y="0"/>
                  </a:cubicBezTo>
                  <a:cubicBezTo>
                    <a:pt x="28" y="0"/>
                    <a:pt x="19" y="8"/>
                    <a:pt x="13" y="17"/>
                  </a:cubicBezTo>
                  <a:cubicBezTo>
                    <a:pt x="5" y="31"/>
                    <a:pt x="0" y="51"/>
                    <a:pt x="0" y="53"/>
                  </a:cubicBezTo>
                  <a:cubicBezTo>
                    <a:pt x="0" y="58"/>
                    <a:pt x="5" y="58"/>
                    <a:pt x="6" y="58"/>
                  </a:cubicBezTo>
                  <a:cubicBezTo>
                    <a:pt x="11" y="58"/>
                    <a:pt x="12" y="56"/>
                    <a:pt x="14" y="47"/>
                  </a:cubicBezTo>
                  <a:cubicBezTo>
                    <a:pt x="19" y="26"/>
                    <a:pt x="26" y="9"/>
                    <a:pt x="39" y="9"/>
                  </a:cubicBezTo>
                  <a:cubicBezTo>
                    <a:pt x="48" y="9"/>
                    <a:pt x="51" y="17"/>
                    <a:pt x="51" y="26"/>
                  </a:cubicBezTo>
                  <a:cubicBezTo>
                    <a:pt x="51" y="33"/>
                    <a:pt x="48" y="46"/>
                    <a:pt x="45" y="55"/>
                  </a:cubicBezTo>
                  <a:cubicBezTo>
                    <a:pt x="43" y="65"/>
                    <a:pt x="39" y="79"/>
                    <a:pt x="38" y="87"/>
                  </a:cubicBezTo>
                  <a:lnTo>
                    <a:pt x="27" y="132"/>
                  </a:lnTo>
                  <a:cubicBezTo>
                    <a:pt x="25" y="136"/>
                    <a:pt x="23" y="145"/>
                    <a:pt x="23" y="146"/>
                  </a:cubicBezTo>
                  <a:cubicBezTo>
                    <a:pt x="23" y="154"/>
                    <a:pt x="29" y="157"/>
                    <a:pt x="35" y="157"/>
                  </a:cubicBezTo>
                  <a:cubicBezTo>
                    <a:pt x="40" y="157"/>
                    <a:pt x="47" y="154"/>
                    <a:pt x="50" y="147"/>
                  </a:cubicBezTo>
                  <a:cubicBezTo>
                    <a:pt x="51" y="145"/>
                    <a:pt x="54" y="129"/>
                    <a:pt x="57" y="121"/>
                  </a:cubicBezTo>
                  <a:lnTo>
                    <a:pt x="66" y="8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3" name="Freeform 339"/>
            <p:cNvSpPr>
              <a:spLocks/>
            </p:cNvSpPr>
            <p:nvPr>
              <p:custDataLst>
                <p:tags r:id="rId57"/>
              </p:custDataLst>
            </p:nvPr>
          </p:nvSpPr>
          <p:spPr bwMode="auto">
            <a:xfrm>
              <a:off x="6784976" y="3776663"/>
              <a:ext cx="77788" cy="100013"/>
            </a:xfrm>
            <a:custGeom>
              <a:avLst/>
              <a:gdLst>
                <a:gd name="T0" fmla="*/ 170 w 170"/>
                <a:gd name="T1" fmla="*/ 28 h 158"/>
                <a:gd name="T2" fmla="*/ 153 w 170"/>
                <a:gd name="T3" fmla="*/ 0 h 158"/>
                <a:gd name="T4" fmla="*/ 134 w 170"/>
                <a:gd name="T5" fmla="*/ 19 h 158"/>
                <a:gd name="T6" fmla="*/ 140 w 170"/>
                <a:gd name="T7" fmla="*/ 30 h 158"/>
                <a:gd name="T8" fmla="*/ 153 w 170"/>
                <a:gd name="T9" fmla="*/ 57 h 158"/>
                <a:gd name="T10" fmla="*/ 88 w 170"/>
                <a:gd name="T11" fmla="*/ 148 h 158"/>
                <a:gd name="T12" fmla="*/ 60 w 170"/>
                <a:gd name="T13" fmla="*/ 117 h 158"/>
                <a:gd name="T14" fmla="*/ 79 w 170"/>
                <a:gd name="T15" fmla="*/ 49 h 158"/>
                <a:gd name="T16" fmla="*/ 84 w 170"/>
                <a:gd name="T17" fmla="*/ 31 h 158"/>
                <a:gd name="T18" fmla="*/ 51 w 170"/>
                <a:gd name="T19" fmla="*/ 1 h 158"/>
                <a:gd name="T20" fmla="*/ 0 w 170"/>
                <a:gd name="T21" fmla="*/ 54 h 158"/>
                <a:gd name="T22" fmla="*/ 6 w 170"/>
                <a:gd name="T23" fmla="*/ 59 h 158"/>
                <a:gd name="T24" fmla="*/ 12 w 170"/>
                <a:gd name="T25" fmla="*/ 53 h 158"/>
                <a:gd name="T26" fmla="*/ 50 w 170"/>
                <a:gd name="T27" fmla="*/ 10 h 158"/>
                <a:gd name="T28" fmla="*/ 58 w 170"/>
                <a:gd name="T29" fmla="*/ 23 h 158"/>
                <a:gd name="T30" fmla="*/ 52 w 170"/>
                <a:gd name="T31" fmla="*/ 46 h 158"/>
                <a:gd name="T32" fmla="*/ 33 w 170"/>
                <a:gd name="T33" fmla="*/ 112 h 158"/>
                <a:gd name="T34" fmla="*/ 87 w 170"/>
                <a:gd name="T35" fmla="*/ 158 h 158"/>
                <a:gd name="T36" fmla="*/ 170 w 170"/>
                <a:gd name="T37" fmla="*/ 2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0" h="158">
                  <a:moveTo>
                    <a:pt x="170" y="28"/>
                  </a:moveTo>
                  <a:cubicBezTo>
                    <a:pt x="170" y="1"/>
                    <a:pt x="154" y="0"/>
                    <a:pt x="153" y="0"/>
                  </a:cubicBezTo>
                  <a:cubicBezTo>
                    <a:pt x="144" y="0"/>
                    <a:pt x="134" y="10"/>
                    <a:pt x="134" y="19"/>
                  </a:cubicBezTo>
                  <a:cubicBezTo>
                    <a:pt x="134" y="25"/>
                    <a:pt x="137" y="27"/>
                    <a:pt x="140" y="30"/>
                  </a:cubicBezTo>
                  <a:cubicBezTo>
                    <a:pt x="146" y="34"/>
                    <a:pt x="153" y="44"/>
                    <a:pt x="153" y="57"/>
                  </a:cubicBezTo>
                  <a:cubicBezTo>
                    <a:pt x="153" y="73"/>
                    <a:pt x="130" y="148"/>
                    <a:pt x="88" y="148"/>
                  </a:cubicBezTo>
                  <a:cubicBezTo>
                    <a:pt x="60" y="148"/>
                    <a:pt x="60" y="123"/>
                    <a:pt x="60" y="117"/>
                  </a:cubicBezTo>
                  <a:cubicBezTo>
                    <a:pt x="60" y="101"/>
                    <a:pt x="66" y="82"/>
                    <a:pt x="79" y="49"/>
                  </a:cubicBezTo>
                  <a:cubicBezTo>
                    <a:pt x="82" y="42"/>
                    <a:pt x="84" y="37"/>
                    <a:pt x="84" y="31"/>
                  </a:cubicBezTo>
                  <a:cubicBezTo>
                    <a:pt x="84" y="12"/>
                    <a:pt x="69" y="1"/>
                    <a:pt x="51" y="1"/>
                  </a:cubicBezTo>
                  <a:cubicBezTo>
                    <a:pt x="16" y="1"/>
                    <a:pt x="0" y="48"/>
                    <a:pt x="0" y="54"/>
                  </a:cubicBezTo>
                  <a:cubicBezTo>
                    <a:pt x="0" y="59"/>
                    <a:pt x="5" y="59"/>
                    <a:pt x="6" y="59"/>
                  </a:cubicBezTo>
                  <a:cubicBezTo>
                    <a:pt x="11" y="59"/>
                    <a:pt x="11" y="57"/>
                    <a:pt x="12" y="53"/>
                  </a:cubicBezTo>
                  <a:cubicBezTo>
                    <a:pt x="21" y="24"/>
                    <a:pt x="36" y="10"/>
                    <a:pt x="50" y="10"/>
                  </a:cubicBezTo>
                  <a:cubicBezTo>
                    <a:pt x="56" y="10"/>
                    <a:pt x="58" y="14"/>
                    <a:pt x="58" y="23"/>
                  </a:cubicBezTo>
                  <a:cubicBezTo>
                    <a:pt x="58" y="31"/>
                    <a:pt x="56" y="38"/>
                    <a:pt x="52" y="46"/>
                  </a:cubicBezTo>
                  <a:cubicBezTo>
                    <a:pt x="37" y="85"/>
                    <a:pt x="33" y="100"/>
                    <a:pt x="33" y="112"/>
                  </a:cubicBezTo>
                  <a:cubicBezTo>
                    <a:pt x="33" y="147"/>
                    <a:pt x="61" y="158"/>
                    <a:pt x="87" y="158"/>
                  </a:cubicBezTo>
                  <a:cubicBezTo>
                    <a:pt x="146" y="158"/>
                    <a:pt x="170" y="56"/>
                    <a:pt x="170" y="28"/>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4" name="Freeform 340"/>
            <p:cNvSpPr>
              <a:spLocks noEditPoints="1"/>
            </p:cNvSpPr>
            <p:nvPr>
              <p:custDataLst>
                <p:tags r:id="rId58"/>
              </p:custDataLst>
            </p:nvPr>
          </p:nvSpPr>
          <p:spPr bwMode="auto">
            <a:xfrm>
              <a:off x="6884989" y="3778251"/>
              <a:ext cx="80963" cy="98425"/>
            </a:xfrm>
            <a:custGeom>
              <a:avLst/>
              <a:gdLst>
                <a:gd name="T0" fmla="*/ 126 w 178"/>
                <a:gd name="T1" fmla="*/ 20 h 157"/>
                <a:gd name="T2" fmla="*/ 90 w 178"/>
                <a:gd name="T3" fmla="*/ 0 h 157"/>
                <a:gd name="T4" fmla="*/ 0 w 178"/>
                <a:gd name="T5" fmla="*/ 99 h 157"/>
                <a:gd name="T6" fmla="*/ 52 w 178"/>
                <a:gd name="T7" fmla="*/ 157 h 157"/>
                <a:gd name="T8" fmla="*/ 102 w 178"/>
                <a:gd name="T9" fmla="*/ 133 h 157"/>
                <a:gd name="T10" fmla="*/ 138 w 178"/>
                <a:gd name="T11" fmla="*/ 157 h 157"/>
                <a:gd name="T12" fmla="*/ 165 w 178"/>
                <a:gd name="T13" fmla="*/ 139 h 157"/>
                <a:gd name="T14" fmla="*/ 178 w 178"/>
                <a:gd name="T15" fmla="*/ 104 h 157"/>
                <a:gd name="T16" fmla="*/ 172 w 178"/>
                <a:gd name="T17" fmla="*/ 99 h 157"/>
                <a:gd name="T18" fmla="*/ 164 w 178"/>
                <a:gd name="T19" fmla="*/ 110 h 157"/>
                <a:gd name="T20" fmla="*/ 139 w 178"/>
                <a:gd name="T21" fmla="*/ 147 h 157"/>
                <a:gd name="T22" fmla="*/ 127 w 178"/>
                <a:gd name="T23" fmla="*/ 130 h 157"/>
                <a:gd name="T24" fmla="*/ 133 w 178"/>
                <a:gd name="T25" fmla="*/ 103 h 157"/>
                <a:gd name="T26" fmla="*/ 140 w 178"/>
                <a:gd name="T27" fmla="*/ 71 h 157"/>
                <a:gd name="T28" fmla="*/ 147 w 178"/>
                <a:gd name="T29" fmla="*/ 45 h 157"/>
                <a:gd name="T30" fmla="*/ 154 w 178"/>
                <a:gd name="T31" fmla="*/ 17 h 157"/>
                <a:gd name="T32" fmla="*/ 142 w 178"/>
                <a:gd name="T33" fmla="*/ 6 h 157"/>
                <a:gd name="T34" fmla="*/ 126 w 178"/>
                <a:gd name="T35" fmla="*/ 20 h 157"/>
                <a:gd name="T36" fmla="*/ 103 w 178"/>
                <a:gd name="T37" fmla="*/ 110 h 157"/>
                <a:gd name="T38" fmla="*/ 86 w 178"/>
                <a:gd name="T39" fmla="*/ 133 h 157"/>
                <a:gd name="T40" fmla="*/ 54 w 178"/>
                <a:gd name="T41" fmla="*/ 147 h 157"/>
                <a:gd name="T42" fmla="*/ 28 w 178"/>
                <a:gd name="T43" fmla="*/ 113 h 157"/>
                <a:gd name="T44" fmla="*/ 46 w 178"/>
                <a:gd name="T45" fmla="*/ 43 h 157"/>
                <a:gd name="T46" fmla="*/ 90 w 178"/>
                <a:gd name="T47" fmla="*/ 9 h 157"/>
                <a:gd name="T48" fmla="*/ 121 w 178"/>
                <a:gd name="T49" fmla="*/ 40 h 157"/>
                <a:gd name="T50" fmla="*/ 120 w 178"/>
                <a:gd name="T51" fmla="*/ 45 h 157"/>
                <a:gd name="T52" fmla="*/ 103 w 178"/>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57">
                  <a:moveTo>
                    <a:pt x="126" y="20"/>
                  </a:moveTo>
                  <a:cubicBezTo>
                    <a:pt x="118" y="9"/>
                    <a:pt x="106" y="0"/>
                    <a:pt x="90" y="0"/>
                  </a:cubicBezTo>
                  <a:cubicBezTo>
                    <a:pt x="45" y="0"/>
                    <a:pt x="0" y="49"/>
                    <a:pt x="0" y="99"/>
                  </a:cubicBezTo>
                  <a:cubicBezTo>
                    <a:pt x="0" y="133"/>
                    <a:pt x="22" y="157"/>
                    <a:pt x="52" y="157"/>
                  </a:cubicBezTo>
                  <a:cubicBezTo>
                    <a:pt x="71" y="157"/>
                    <a:pt x="88" y="146"/>
                    <a:pt x="102" y="133"/>
                  </a:cubicBezTo>
                  <a:cubicBezTo>
                    <a:pt x="109" y="154"/>
                    <a:pt x="129" y="157"/>
                    <a:pt x="138" y="157"/>
                  </a:cubicBezTo>
                  <a:cubicBezTo>
                    <a:pt x="150" y="157"/>
                    <a:pt x="159" y="149"/>
                    <a:pt x="165" y="139"/>
                  </a:cubicBezTo>
                  <a:cubicBezTo>
                    <a:pt x="173" y="125"/>
                    <a:pt x="178" y="105"/>
                    <a:pt x="178" y="104"/>
                  </a:cubicBezTo>
                  <a:cubicBezTo>
                    <a:pt x="178" y="99"/>
                    <a:pt x="173" y="99"/>
                    <a:pt x="172" y="99"/>
                  </a:cubicBezTo>
                  <a:cubicBezTo>
                    <a:pt x="167" y="99"/>
                    <a:pt x="167" y="100"/>
                    <a:pt x="164" y="110"/>
                  </a:cubicBezTo>
                  <a:cubicBezTo>
                    <a:pt x="160" y="127"/>
                    <a:pt x="154" y="147"/>
                    <a:pt x="139" y="147"/>
                  </a:cubicBezTo>
                  <a:cubicBezTo>
                    <a:pt x="130" y="147"/>
                    <a:pt x="127" y="140"/>
                    <a:pt x="127" y="130"/>
                  </a:cubicBezTo>
                  <a:cubicBezTo>
                    <a:pt x="127" y="124"/>
                    <a:pt x="130" y="112"/>
                    <a:pt x="133" y="103"/>
                  </a:cubicBezTo>
                  <a:cubicBezTo>
                    <a:pt x="135" y="93"/>
                    <a:pt x="139" y="79"/>
                    <a:pt x="140" y="71"/>
                  </a:cubicBezTo>
                  <a:lnTo>
                    <a:pt x="147" y="45"/>
                  </a:lnTo>
                  <a:cubicBezTo>
                    <a:pt x="149" y="36"/>
                    <a:pt x="154" y="19"/>
                    <a:pt x="154" y="17"/>
                  </a:cubicBezTo>
                  <a:cubicBezTo>
                    <a:pt x="154" y="10"/>
                    <a:pt x="147" y="6"/>
                    <a:pt x="142" y="6"/>
                  </a:cubicBezTo>
                  <a:cubicBezTo>
                    <a:pt x="136" y="6"/>
                    <a:pt x="128" y="10"/>
                    <a:pt x="126" y="20"/>
                  </a:cubicBezTo>
                  <a:close/>
                  <a:moveTo>
                    <a:pt x="103" y="110"/>
                  </a:moveTo>
                  <a:cubicBezTo>
                    <a:pt x="101" y="120"/>
                    <a:pt x="93" y="127"/>
                    <a:pt x="86" y="133"/>
                  </a:cubicBezTo>
                  <a:cubicBezTo>
                    <a:pt x="82" y="136"/>
                    <a:pt x="68" y="147"/>
                    <a:pt x="54" y="147"/>
                  </a:cubicBezTo>
                  <a:cubicBezTo>
                    <a:pt x="41" y="147"/>
                    <a:pt x="28" y="138"/>
                    <a:pt x="28" y="113"/>
                  </a:cubicBezTo>
                  <a:cubicBezTo>
                    <a:pt x="28" y="95"/>
                    <a:pt x="38" y="56"/>
                    <a:pt x="46" y="43"/>
                  </a:cubicBezTo>
                  <a:cubicBezTo>
                    <a:pt x="62" y="15"/>
                    <a:pt x="80" y="9"/>
                    <a:pt x="90" y="9"/>
                  </a:cubicBezTo>
                  <a:cubicBezTo>
                    <a:pt x="114" y="9"/>
                    <a:pt x="121" y="36"/>
                    <a:pt x="121" y="40"/>
                  </a:cubicBezTo>
                  <a:cubicBezTo>
                    <a:pt x="121" y="41"/>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5" name="Freeform 341"/>
            <p:cNvSpPr>
              <a:spLocks/>
            </p:cNvSpPr>
            <p:nvPr>
              <p:custDataLst>
                <p:tags r:id="rId59"/>
              </p:custDataLst>
            </p:nvPr>
          </p:nvSpPr>
          <p:spPr bwMode="auto">
            <a:xfrm>
              <a:off x="6983414" y="3778251"/>
              <a:ext cx="68263" cy="98425"/>
            </a:xfrm>
            <a:custGeom>
              <a:avLst/>
              <a:gdLst>
                <a:gd name="T0" fmla="*/ 131 w 151"/>
                <a:gd name="T1" fmla="*/ 20 h 157"/>
                <a:gd name="T2" fmla="*/ 114 w 151"/>
                <a:gd name="T3" fmla="*/ 39 h 157"/>
                <a:gd name="T4" fmla="*/ 127 w 151"/>
                <a:gd name="T5" fmla="*/ 52 h 157"/>
                <a:gd name="T6" fmla="*/ 147 w 151"/>
                <a:gd name="T7" fmla="*/ 30 h 157"/>
                <a:gd name="T8" fmla="*/ 101 w 151"/>
                <a:gd name="T9" fmla="*/ 0 h 157"/>
                <a:gd name="T10" fmla="*/ 0 w 151"/>
                <a:gd name="T11" fmla="*/ 96 h 157"/>
                <a:gd name="T12" fmla="*/ 65 w 151"/>
                <a:gd name="T13" fmla="*/ 157 h 157"/>
                <a:gd name="T14" fmla="*/ 151 w 151"/>
                <a:gd name="T15" fmla="*/ 118 h 157"/>
                <a:gd name="T16" fmla="*/ 145 w 151"/>
                <a:gd name="T17" fmla="*/ 112 h 157"/>
                <a:gd name="T18" fmla="*/ 140 w 151"/>
                <a:gd name="T19" fmla="*/ 115 h 157"/>
                <a:gd name="T20" fmla="*/ 66 w 151"/>
                <a:gd name="T21" fmla="*/ 147 h 157"/>
                <a:gd name="T22" fmla="*/ 29 w 151"/>
                <a:gd name="T23" fmla="*/ 109 h 157"/>
                <a:gd name="T24" fmla="*/ 52 w 151"/>
                <a:gd name="T25" fmla="*/ 36 h 157"/>
                <a:gd name="T26" fmla="*/ 101 w 151"/>
                <a:gd name="T27" fmla="*/ 9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9" y="22"/>
                    <a:pt x="114" y="32"/>
                    <a:pt x="114" y="39"/>
                  </a:cubicBezTo>
                  <a:cubicBezTo>
                    <a:pt x="114" y="49"/>
                    <a:pt x="121" y="52"/>
                    <a:pt x="127" y="52"/>
                  </a:cubicBezTo>
                  <a:cubicBezTo>
                    <a:pt x="135" y="52"/>
                    <a:pt x="147" y="47"/>
                    <a:pt x="147" y="30"/>
                  </a:cubicBezTo>
                  <a:cubicBezTo>
                    <a:pt x="147" y="6"/>
                    <a:pt x="120" y="0"/>
                    <a:pt x="101" y="0"/>
                  </a:cubicBezTo>
                  <a:cubicBezTo>
                    <a:pt x="49" y="0"/>
                    <a:pt x="0" y="48"/>
                    <a:pt x="0" y="96"/>
                  </a:cubicBezTo>
                  <a:cubicBezTo>
                    <a:pt x="0" y="126"/>
                    <a:pt x="21" y="157"/>
                    <a:pt x="65" y="157"/>
                  </a:cubicBezTo>
                  <a:cubicBezTo>
                    <a:pt x="124" y="157"/>
                    <a:pt x="151" y="122"/>
                    <a:pt x="151" y="118"/>
                  </a:cubicBezTo>
                  <a:cubicBezTo>
                    <a:pt x="151" y="116"/>
                    <a:pt x="148" y="112"/>
                    <a:pt x="145" y="112"/>
                  </a:cubicBezTo>
                  <a:cubicBezTo>
                    <a:pt x="143" y="112"/>
                    <a:pt x="143" y="112"/>
                    <a:pt x="140" y="115"/>
                  </a:cubicBezTo>
                  <a:cubicBezTo>
                    <a:pt x="113" y="147"/>
                    <a:pt x="72" y="147"/>
                    <a:pt x="66" y="147"/>
                  </a:cubicBezTo>
                  <a:cubicBezTo>
                    <a:pt x="40" y="147"/>
                    <a:pt x="29" y="130"/>
                    <a:pt x="29" y="109"/>
                  </a:cubicBezTo>
                  <a:cubicBezTo>
                    <a:pt x="29" y="98"/>
                    <a:pt x="34" y="60"/>
                    <a:pt x="52" y="36"/>
                  </a:cubicBezTo>
                  <a:cubicBezTo>
                    <a:pt x="66" y="19"/>
                    <a:pt x="84" y="9"/>
                    <a:pt x="101" y="9"/>
                  </a:cubicBezTo>
                  <a:cubicBezTo>
                    <a:pt x="106" y="9"/>
                    <a:pt x="123"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6" name="Freeform 342"/>
            <p:cNvSpPr>
              <a:spLocks noEditPoints="1"/>
            </p:cNvSpPr>
            <p:nvPr>
              <p:custDataLst>
                <p:tags r:id="rId60"/>
              </p:custDataLst>
            </p:nvPr>
          </p:nvSpPr>
          <p:spPr bwMode="auto">
            <a:xfrm>
              <a:off x="7062789" y="3729038"/>
              <a:ext cx="47625" cy="147638"/>
            </a:xfrm>
            <a:custGeom>
              <a:avLst/>
              <a:gdLst>
                <a:gd name="T0" fmla="*/ 97 w 106"/>
                <a:gd name="T1" fmla="*/ 13 h 235"/>
                <a:gd name="T2" fmla="*/ 83 w 106"/>
                <a:gd name="T3" fmla="*/ 0 h 235"/>
                <a:gd name="T4" fmla="*/ 63 w 106"/>
                <a:gd name="T5" fmla="*/ 19 h 235"/>
                <a:gd name="T6" fmla="*/ 77 w 106"/>
                <a:gd name="T7" fmla="*/ 33 h 235"/>
                <a:gd name="T8" fmla="*/ 97 w 106"/>
                <a:gd name="T9" fmla="*/ 13 h 235"/>
                <a:gd name="T10" fmla="*/ 25 w 106"/>
                <a:gd name="T11" fmla="*/ 191 h 235"/>
                <a:gd name="T12" fmla="*/ 22 w 106"/>
                <a:gd name="T13" fmla="*/ 205 h 235"/>
                <a:gd name="T14" fmla="*/ 55 w 106"/>
                <a:gd name="T15" fmla="*/ 235 h 235"/>
                <a:gd name="T16" fmla="*/ 106 w 106"/>
                <a:gd name="T17" fmla="*/ 182 h 235"/>
                <a:gd name="T18" fmla="*/ 100 w 106"/>
                <a:gd name="T19" fmla="*/ 177 h 235"/>
                <a:gd name="T20" fmla="*/ 93 w 106"/>
                <a:gd name="T21" fmla="*/ 183 h 235"/>
                <a:gd name="T22" fmla="*/ 57 w 106"/>
                <a:gd name="T23" fmla="*/ 225 h 235"/>
                <a:gd name="T24" fmla="*/ 48 w 106"/>
                <a:gd name="T25" fmla="*/ 213 h 235"/>
                <a:gd name="T26" fmla="*/ 53 w 106"/>
                <a:gd name="T27" fmla="*/ 191 h 235"/>
                <a:gd name="T28" fmla="*/ 65 w 106"/>
                <a:gd name="T29" fmla="*/ 163 h 235"/>
                <a:gd name="T30" fmla="*/ 82 w 106"/>
                <a:gd name="T31" fmla="*/ 118 h 235"/>
                <a:gd name="T32" fmla="*/ 84 w 106"/>
                <a:gd name="T33" fmla="*/ 107 h 235"/>
                <a:gd name="T34" fmla="*/ 51 w 106"/>
                <a:gd name="T35" fmla="*/ 78 h 235"/>
                <a:gd name="T36" fmla="*/ 0 w 106"/>
                <a:gd name="T37" fmla="*/ 131 h 235"/>
                <a:gd name="T38" fmla="*/ 6 w 106"/>
                <a:gd name="T39" fmla="*/ 136 h 235"/>
                <a:gd name="T40" fmla="*/ 12 w 106"/>
                <a:gd name="T41" fmla="*/ 130 h 235"/>
                <a:gd name="T42" fmla="*/ 50 w 106"/>
                <a:gd name="T43" fmla="*/ 87 h 235"/>
                <a:gd name="T44" fmla="*/ 58 w 106"/>
                <a:gd name="T45" fmla="*/ 100 h 235"/>
                <a:gd name="T46" fmla="*/ 47 w 106"/>
                <a:gd name="T47" fmla="*/ 134 h 235"/>
                <a:gd name="T48" fmla="*/ 25 w 106"/>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8"/>
                    <a:pt x="92" y="0"/>
                    <a:pt x="83" y="0"/>
                  </a:cubicBezTo>
                  <a:cubicBezTo>
                    <a:pt x="73" y="0"/>
                    <a:pt x="63" y="9"/>
                    <a:pt x="63" y="19"/>
                  </a:cubicBezTo>
                  <a:cubicBezTo>
                    <a:pt x="63" y="25"/>
                    <a:pt x="68" y="33"/>
                    <a:pt x="77" y="33"/>
                  </a:cubicBezTo>
                  <a:cubicBezTo>
                    <a:pt x="87" y="33"/>
                    <a:pt x="97" y="23"/>
                    <a:pt x="97" y="13"/>
                  </a:cubicBezTo>
                  <a:close/>
                  <a:moveTo>
                    <a:pt x="25" y="191"/>
                  </a:moveTo>
                  <a:cubicBezTo>
                    <a:pt x="24" y="195"/>
                    <a:pt x="22" y="199"/>
                    <a:pt x="22" y="205"/>
                  </a:cubicBezTo>
                  <a:cubicBezTo>
                    <a:pt x="22" y="222"/>
                    <a:pt x="36" y="235"/>
                    <a:pt x="55" y="235"/>
                  </a:cubicBezTo>
                  <a:cubicBezTo>
                    <a:pt x="90" y="235"/>
                    <a:pt x="106" y="187"/>
                    <a:pt x="106" y="182"/>
                  </a:cubicBezTo>
                  <a:cubicBezTo>
                    <a:pt x="106" y="177"/>
                    <a:pt x="101" y="177"/>
                    <a:pt x="100" y="177"/>
                  </a:cubicBezTo>
                  <a:cubicBezTo>
                    <a:pt x="95" y="177"/>
                    <a:pt x="95" y="179"/>
                    <a:pt x="93" y="183"/>
                  </a:cubicBezTo>
                  <a:cubicBezTo>
                    <a:pt x="85" y="211"/>
                    <a:pt x="70" y="225"/>
                    <a:pt x="57" y="225"/>
                  </a:cubicBezTo>
                  <a:cubicBezTo>
                    <a:pt x="50" y="225"/>
                    <a:pt x="48" y="221"/>
                    <a:pt x="48" y="213"/>
                  </a:cubicBezTo>
                  <a:cubicBezTo>
                    <a:pt x="48" y="205"/>
                    <a:pt x="50" y="198"/>
                    <a:pt x="53" y="191"/>
                  </a:cubicBezTo>
                  <a:cubicBezTo>
                    <a:pt x="57" y="181"/>
                    <a:pt x="61" y="172"/>
                    <a:pt x="65" y="163"/>
                  </a:cubicBezTo>
                  <a:cubicBezTo>
                    <a:pt x="68" y="154"/>
                    <a:pt x="80" y="123"/>
                    <a:pt x="82" y="118"/>
                  </a:cubicBezTo>
                  <a:cubicBezTo>
                    <a:pt x="83" y="115"/>
                    <a:pt x="84" y="111"/>
                    <a:pt x="84" y="107"/>
                  </a:cubicBezTo>
                  <a:cubicBezTo>
                    <a:pt x="84" y="91"/>
                    <a:pt x="70" y="78"/>
                    <a:pt x="51" y="78"/>
                  </a:cubicBezTo>
                  <a:cubicBezTo>
                    <a:pt x="16" y="78"/>
                    <a:pt x="0" y="125"/>
                    <a:pt x="0" y="131"/>
                  </a:cubicBezTo>
                  <a:cubicBezTo>
                    <a:pt x="0" y="136"/>
                    <a:pt x="5" y="136"/>
                    <a:pt x="6" y="136"/>
                  </a:cubicBezTo>
                  <a:cubicBezTo>
                    <a:pt x="11" y="136"/>
                    <a:pt x="11" y="134"/>
                    <a:pt x="12" y="130"/>
                  </a:cubicBezTo>
                  <a:cubicBezTo>
                    <a:pt x="21" y="100"/>
                    <a:pt x="37" y="87"/>
                    <a:pt x="50" y="87"/>
                  </a:cubicBezTo>
                  <a:cubicBezTo>
                    <a:pt x="55" y="87"/>
                    <a:pt x="58" y="90"/>
                    <a:pt x="58" y="100"/>
                  </a:cubicBezTo>
                  <a:cubicBezTo>
                    <a:pt x="58" y="108"/>
                    <a:pt x="56" y="113"/>
                    <a:pt x="47" y="134"/>
                  </a:cubicBezTo>
                  <a:lnTo>
                    <a:pt x="25"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7" name="Freeform 343"/>
            <p:cNvSpPr>
              <a:spLocks noEditPoints="1"/>
            </p:cNvSpPr>
            <p:nvPr>
              <p:custDataLst>
                <p:tags r:id="rId61"/>
              </p:custDataLst>
            </p:nvPr>
          </p:nvSpPr>
          <p:spPr bwMode="auto">
            <a:xfrm>
              <a:off x="7119939" y="3729038"/>
              <a:ext cx="69850" cy="190500"/>
            </a:xfrm>
            <a:custGeom>
              <a:avLst/>
              <a:gdLst>
                <a:gd name="T0" fmla="*/ 153 w 153"/>
                <a:gd name="T1" fmla="*/ 13 h 303"/>
                <a:gd name="T2" fmla="*/ 139 w 153"/>
                <a:gd name="T3" fmla="*/ 0 h 303"/>
                <a:gd name="T4" fmla="*/ 119 w 153"/>
                <a:gd name="T5" fmla="*/ 19 h 303"/>
                <a:gd name="T6" fmla="*/ 133 w 153"/>
                <a:gd name="T7" fmla="*/ 33 h 303"/>
                <a:gd name="T8" fmla="*/ 153 w 153"/>
                <a:gd name="T9" fmla="*/ 13 h 303"/>
                <a:gd name="T10" fmla="*/ 79 w 153"/>
                <a:gd name="T11" fmla="*/ 249 h 303"/>
                <a:gd name="T12" fmla="*/ 34 w 153"/>
                <a:gd name="T13" fmla="*/ 293 h 303"/>
                <a:gd name="T14" fmla="*/ 21 w 153"/>
                <a:gd name="T15" fmla="*/ 291 h 303"/>
                <a:gd name="T16" fmla="*/ 33 w 153"/>
                <a:gd name="T17" fmla="*/ 273 h 303"/>
                <a:gd name="T18" fmla="*/ 20 w 153"/>
                <a:gd name="T19" fmla="*/ 260 h 303"/>
                <a:gd name="T20" fmla="*/ 0 w 153"/>
                <a:gd name="T21" fmla="*/ 281 h 303"/>
                <a:gd name="T22" fmla="*/ 34 w 153"/>
                <a:gd name="T23" fmla="*/ 303 h 303"/>
                <a:gd name="T24" fmla="*/ 107 w 153"/>
                <a:gd name="T25" fmla="*/ 248 h 303"/>
                <a:gd name="T26" fmla="*/ 138 w 153"/>
                <a:gd name="T27" fmla="*/ 123 h 303"/>
                <a:gd name="T28" fmla="*/ 140 w 153"/>
                <a:gd name="T29" fmla="*/ 110 h 303"/>
                <a:gd name="T30" fmla="*/ 103 w 153"/>
                <a:gd name="T31" fmla="*/ 78 h 303"/>
                <a:gd name="T32" fmla="*/ 42 w 153"/>
                <a:gd name="T33" fmla="*/ 131 h 303"/>
                <a:gd name="T34" fmla="*/ 47 w 153"/>
                <a:gd name="T35" fmla="*/ 136 h 303"/>
                <a:gd name="T36" fmla="*/ 54 w 153"/>
                <a:gd name="T37" fmla="*/ 129 h 303"/>
                <a:gd name="T38" fmla="*/ 101 w 153"/>
                <a:gd name="T39" fmla="*/ 87 h 303"/>
                <a:gd name="T40" fmla="*/ 113 w 153"/>
                <a:gd name="T41" fmla="*/ 104 h 303"/>
                <a:gd name="T42" fmla="*/ 112 w 153"/>
                <a:gd name="T43" fmla="*/ 115 h 303"/>
                <a:gd name="T44" fmla="*/ 79 w 153"/>
                <a:gd name="T45" fmla="*/ 249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8" y="0"/>
                    <a:pt x="139" y="0"/>
                  </a:cubicBezTo>
                  <a:cubicBezTo>
                    <a:pt x="129" y="0"/>
                    <a:pt x="119" y="10"/>
                    <a:pt x="119" y="19"/>
                  </a:cubicBezTo>
                  <a:cubicBezTo>
                    <a:pt x="119" y="25"/>
                    <a:pt x="123" y="33"/>
                    <a:pt x="133" y="33"/>
                  </a:cubicBezTo>
                  <a:cubicBezTo>
                    <a:pt x="143" y="33"/>
                    <a:pt x="153" y="23"/>
                    <a:pt x="153" y="13"/>
                  </a:cubicBezTo>
                  <a:close/>
                  <a:moveTo>
                    <a:pt x="79" y="249"/>
                  </a:moveTo>
                  <a:cubicBezTo>
                    <a:pt x="73" y="273"/>
                    <a:pt x="54" y="293"/>
                    <a:pt x="34" y="293"/>
                  </a:cubicBezTo>
                  <a:cubicBezTo>
                    <a:pt x="29" y="293"/>
                    <a:pt x="25" y="292"/>
                    <a:pt x="21" y="291"/>
                  </a:cubicBezTo>
                  <a:cubicBezTo>
                    <a:pt x="30" y="287"/>
                    <a:pt x="33" y="278"/>
                    <a:pt x="33" y="273"/>
                  </a:cubicBezTo>
                  <a:cubicBezTo>
                    <a:pt x="33" y="265"/>
                    <a:pt x="27" y="260"/>
                    <a:pt x="20" y="260"/>
                  </a:cubicBezTo>
                  <a:cubicBezTo>
                    <a:pt x="9" y="260"/>
                    <a:pt x="0" y="270"/>
                    <a:pt x="0" y="281"/>
                  </a:cubicBezTo>
                  <a:cubicBezTo>
                    <a:pt x="0" y="294"/>
                    <a:pt x="13" y="303"/>
                    <a:pt x="34" y="303"/>
                  </a:cubicBezTo>
                  <a:cubicBezTo>
                    <a:pt x="55" y="303"/>
                    <a:pt x="96" y="290"/>
                    <a:pt x="107" y="248"/>
                  </a:cubicBezTo>
                  <a:lnTo>
                    <a:pt x="138" y="123"/>
                  </a:lnTo>
                  <a:cubicBezTo>
                    <a:pt x="139" y="119"/>
                    <a:pt x="140" y="116"/>
                    <a:pt x="140" y="110"/>
                  </a:cubicBezTo>
                  <a:cubicBezTo>
                    <a:pt x="140" y="91"/>
                    <a:pt x="123" y="78"/>
                    <a:pt x="103" y="78"/>
                  </a:cubicBezTo>
                  <a:cubicBezTo>
                    <a:pt x="64" y="78"/>
                    <a:pt x="42" y="126"/>
                    <a:pt x="42" y="131"/>
                  </a:cubicBezTo>
                  <a:cubicBezTo>
                    <a:pt x="42" y="136"/>
                    <a:pt x="46" y="136"/>
                    <a:pt x="47" y="136"/>
                  </a:cubicBezTo>
                  <a:cubicBezTo>
                    <a:pt x="52" y="136"/>
                    <a:pt x="52" y="134"/>
                    <a:pt x="54" y="129"/>
                  </a:cubicBezTo>
                  <a:cubicBezTo>
                    <a:pt x="63" y="109"/>
                    <a:pt x="81" y="87"/>
                    <a:pt x="101" y="87"/>
                  </a:cubicBezTo>
                  <a:cubicBezTo>
                    <a:pt x="110" y="87"/>
                    <a:pt x="113" y="93"/>
                    <a:pt x="113" y="104"/>
                  </a:cubicBezTo>
                  <a:cubicBezTo>
                    <a:pt x="113" y="108"/>
                    <a:pt x="113" y="113"/>
                    <a:pt x="112" y="115"/>
                  </a:cubicBezTo>
                  <a:lnTo>
                    <a:pt x="79" y="24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8" name="Freeform 344"/>
            <p:cNvSpPr>
              <a:spLocks noEditPoints="1"/>
            </p:cNvSpPr>
            <p:nvPr>
              <p:custDataLst>
                <p:tags r:id="rId62"/>
              </p:custDataLst>
            </p:nvPr>
          </p:nvSpPr>
          <p:spPr bwMode="auto">
            <a:xfrm>
              <a:off x="7213601" y="3778251"/>
              <a:ext cx="80963" cy="98425"/>
            </a:xfrm>
            <a:custGeom>
              <a:avLst/>
              <a:gdLst>
                <a:gd name="T0" fmla="*/ 126 w 177"/>
                <a:gd name="T1" fmla="*/ 20 h 157"/>
                <a:gd name="T2" fmla="*/ 90 w 177"/>
                <a:gd name="T3" fmla="*/ 0 h 157"/>
                <a:gd name="T4" fmla="*/ 0 w 177"/>
                <a:gd name="T5" fmla="*/ 99 h 157"/>
                <a:gd name="T6" fmla="*/ 52 w 177"/>
                <a:gd name="T7" fmla="*/ 157 h 157"/>
                <a:gd name="T8" fmla="*/ 102 w 177"/>
                <a:gd name="T9" fmla="*/ 133 h 157"/>
                <a:gd name="T10" fmla="*/ 138 w 177"/>
                <a:gd name="T11" fmla="*/ 157 h 157"/>
                <a:gd name="T12" fmla="*/ 165 w 177"/>
                <a:gd name="T13" fmla="*/ 139 h 157"/>
                <a:gd name="T14" fmla="*/ 177 w 177"/>
                <a:gd name="T15" fmla="*/ 104 h 157"/>
                <a:gd name="T16" fmla="*/ 172 w 177"/>
                <a:gd name="T17" fmla="*/ 99 h 157"/>
                <a:gd name="T18" fmla="*/ 164 w 177"/>
                <a:gd name="T19" fmla="*/ 110 h 157"/>
                <a:gd name="T20" fmla="*/ 139 w 177"/>
                <a:gd name="T21" fmla="*/ 147 h 157"/>
                <a:gd name="T22" fmla="*/ 127 w 177"/>
                <a:gd name="T23" fmla="*/ 130 h 157"/>
                <a:gd name="T24" fmla="*/ 132 w 177"/>
                <a:gd name="T25" fmla="*/ 103 h 157"/>
                <a:gd name="T26" fmla="*/ 140 w 177"/>
                <a:gd name="T27" fmla="*/ 71 h 157"/>
                <a:gd name="T28" fmla="*/ 147 w 177"/>
                <a:gd name="T29" fmla="*/ 45 h 157"/>
                <a:gd name="T30" fmla="*/ 153 w 177"/>
                <a:gd name="T31" fmla="*/ 17 h 157"/>
                <a:gd name="T32" fmla="*/ 142 w 177"/>
                <a:gd name="T33" fmla="*/ 6 h 157"/>
                <a:gd name="T34" fmla="*/ 126 w 177"/>
                <a:gd name="T35" fmla="*/ 20 h 157"/>
                <a:gd name="T36" fmla="*/ 103 w 177"/>
                <a:gd name="T37" fmla="*/ 110 h 157"/>
                <a:gd name="T38" fmla="*/ 85 w 177"/>
                <a:gd name="T39" fmla="*/ 133 h 157"/>
                <a:gd name="T40" fmla="*/ 53 w 177"/>
                <a:gd name="T41" fmla="*/ 147 h 157"/>
                <a:gd name="T42" fmla="*/ 28 w 177"/>
                <a:gd name="T43" fmla="*/ 113 h 157"/>
                <a:gd name="T44" fmla="*/ 46 w 177"/>
                <a:gd name="T45" fmla="*/ 43 h 157"/>
                <a:gd name="T46" fmla="*/ 90 w 177"/>
                <a:gd name="T47" fmla="*/ 9 h 157"/>
                <a:gd name="T48" fmla="*/ 121 w 177"/>
                <a:gd name="T49" fmla="*/ 40 h 157"/>
                <a:gd name="T50" fmla="*/ 120 w 177"/>
                <a:gd name="T51" fmla="*/ 45 h 157"/>
                <a:gd name="T52" fmla="*/ 103 w 177"/>
                <a:gd name="T53" fmla="*/ 11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157">
                  <a:moveTo>
                    <a:pt x="126" y="20"/>
                  </a:moveTo>
                  <a:cubicBezTo>
                    <a:pt x="118" y="9"/>
                    <a:pt x="106" y="0"/>
                    <a:pt x="90" y="0"/>
                  </a:cubicBezTo>
                  <a:cubicBezTo>
                    <a:pt x="45" y="0"/>
                    <a:pt x="0" y="49"/>
                    <a:pt x="0" y="99"/>
                  </a:cubicBezTo>
                  <a:cubicBezTo>
                    <a:pt x="0" y="133"/>
                    <a:pt x="22" y="157"/>
                    <a:pt x="52" y="157"/>
                  </a:cubicBezTo>
                  <a:cubicBezTo>
                    <a:pt x="71" y="157"/>
                    <a:pt x="88" y="146"/>
                    <a:pt x="102" y="133"/>
                  </a:cubicBezTo>
                  <a:cubicBezTo>
                    <a:pt x="108" y="154"/>
                    <a:pt x="129" y="157"/>
                    <a:pt x="138" y="157"/>
                  </a:cubicBezTo>
                  <a:cubicBezTo>
                    <a:pt x="150" y="157"/>
                    <a:pt x="159" y="149"/>
                    <a:pt x="165" y="139"/>
                  </a:cubicBezTo>
                  <a:cubicBezTo>
                    <a:pt x="173" y="125"/>
                    <a:pt x="177" y="105"/>
                    <a:pt x="177" y="104"/>
                  </a:cubicBezTo>
                  <a:cubicBezTo>
                    <a:pt x="177" y="99"/>
                    <a:pt x="173" y="99"/>
                    <a:pt x="172" y="99"/>
                  </a:cubicBezTo>
                  <a:cubicBezTo>
                    <a:pt x="167" y="99"/>
                    <a:pt x="167" y="100"/>
                    <a:pt x="164" y="110"/>
                  </a:cubicBezTo>
                  <a:cubicBezTo>
                    <a:pt x="160" y="127"/>
                    <a:pt x="153" y="147"/>
                    <a:pt x="139" y="147"/>
                  </a:cubicBezTo>
                  <a:cubicBezTo>
                    <a:pt x="130" y="147"/>
                    <a:pt x="127" y="140"/>
                    <a:pt x="127" y="130"/>
                  </a:cubicBezTo>
                  <a:cubicBezTo>
                    <a:pt x="127" y="124"/>
                    <a:pt x="130" y="112"/>
                    <a:pt x="132" y="103"/>
                  </a:cubicBezTo>
                  <a:cubicBezTo>
                    <a:pt x="135" y="93"/>
                    <a:pt x="138" y="79"/>
                    <a:pt x="140" y="71"/>
                  </a:cubicBezTo>
                  <a:lnTo>
                    <a:pt x="147" y="45"/>
                  </a:lnTo>
                  <a:cubicBezTo>
                    <a:pt x="149" y="36"/>
                    <a:pt x="153" y="19"/>
                    <a:pt x="153" y="17"/>
                  </a:cubicBezTo>
                  <a:cubicBezTo>
                    <a:pt x="153" y="10"/>
                    <a:pt x="147" y="6"/>
                    <a:pt x="142" y="6"/>
                  </a:cubicBezTo>
                  <a:cubicBezTo>
                    <a:pt x="136" y="6"/>
                    <a:pt x="128" y="10"/>
                    <a:pt x="126" y="20"/>
                  </a:cubicBezTo>
                  <a:close/>
                  <a:moveTo>
                    <a:pt x="103" y="110"/>
                  </a:moveTo>
                  <a:cubicBezTo>
                    <a:pt x="101" y="120"/>
                    <a:pt x="93" y="127"/>
                    <a:pt x="85" y="133"/>
                  </a:cubicBezTo>
                  <a:cubicBezTo>
                    <a:pt x="82" y="136"/>
                    <a:pt x="68" y="147"/>
                    <a:pt x="53" y="147"/>
                  </a:cubicBezTo>
                  <a:cubicBezTo>
                    <a:pt x="40" y="147"/>
                    <a:pt x="28" y="138"/>
                    <a:pt x="28" y="113"/>
                  </a:cubicBezTo>
                  <a:cubicBezTo>
                    <a:pt x="28" y="95"/>
                    <a:pt x="38" y="56"/>
                    <a:pt x="46" y="43"/>
                  </a:cubicBezTo>
                  <a:cubicBezTo>
                    <a:pt x="62" y="15"/>
                    <a:pt x="80" y="9"/>
                    <a:pt x="90" y="9"/>
                  </a:cubicBezTo>
                  <a:cubicBezTo>
                    <a:pt x="114" y="9"/>
                    <a:pt x="121" y="36"/>
                    <a:pt x="121" y="40"/>
                  </a:cubicBezTo>
                  <a:cubicBezTo>
                    <a:pt x="121" y="41"/>
                    <a:pt x="120" y="44"/>
                    <a:pt x="120" y="45"/>
                  </a:cubicBezTo>
                  <a:lnTo>
                    <a:pt x="103" y="11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9" name="Freeform 345"/>
            <p:cNvSpPr>
              <a:spLocks/>
            </p:cNvSpPr>
            <p:nvPr>
              <p:custDataLst>
                <p:tags r:id="rId63"/>
              </p:custDataLst>
            </p:nvPr>
          </p:nvSpPr>
          <p:spPr bwMode="auto">
            <a:xfrm>
              <a:off x="7313614" y="3709988"/>
              <a:ext cx="41275" cy="219075"/>
            </a:xfrm>
            <a:custGeom>
              <a:avLst/>
              <a:gdLst>
                <a:gd name="T0" fmla="*/ 7 w 91"/>
                <a:gd name="T1" fmla="*/ 0 h 348"/>
                <a:gd name="T2" fmla="*/ 0 w 91"/>
                <a:gd name="T3" fmla="*/ 4 h 348"/>
                <a:gd name="T4" fmla="*/ 4 w 91"/>
                <a:gd name="T5" fmla="*/ 9 h 348"/>
                <a:gd name="T6" fmla="*/ 67 w 91"/>
                <a:gd name="T7" fmla="*/ 174 h 348"/>
                <a:gd name="T8" fmla="*/ 7 w 91"/>
                <a:gd name="T9" fmla="*/ 336 h 348"/>
                <a:gd name="T10" fmla="*/ 0 w 91"/>
                <a:gd name="T11" fmla="*/ 344 h 348"/>
                <a:gd name="T12" fmla="*/ 5 w 91"/>
                <a:gd name="T13" fmla="*/ 348 h 348"/>
                <a:gd name="T14" fmla="*/ 65 w 91"/>
                <a:gd name="T15" fmla="*/ 282 h 348"/>
                <a:gd name="T16" fmla="*/ 91 w 91"/>
                <a:gd name="T17" fmla="*/ 174 h 348"/>
                <a:gd name="T18" fmla="*/ 7 w 91"/>
                <a:gd name="T19"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348">
                  <a:moveTo>
                    <a:pt x="7" y="0"/>
                  </a:moveTo>
                  <a:cubicBezTo>
                    <a:pt x="5" y="0"/>
                    <a:pt x="0" y="0"/>
                    <a:pt x="0" y="4"/>
                  </a:cubicBezTo>
                  <a:cubicBezTo>
                    <a:pt x="0" y="6"/>
                    <a:pt x="1" y="7"/>
                    <a:pt x="4" y="9"/>
                  </a:cubicBezTo>
                  <a:cubicBezTo>
                    <a:pt x="33" y="37"/>
                    <a:pt x="67" y="84"/>
                    <a:pt x="67" y="174"/>
                  </a:cubicBezTo>
                  <a:cubicBezTo>
                    <a:pt x="67" y="247"/>
                    <a:pt x="44" y="302"/>
                    <a:pt x="7" y="336"/>
                  </a:cubicBezTo>
                  <a:cubicBezTo>
                    <a:pt x="1" y="342"/>
                    <a:pt x="0" y="343"/>
                    <a:pt x="0" y="344"/>
                  </a:cubicBezTo>
                  <a:cubicBezTo>
                    <a:pt x="0" y="346"/>
                    <a:pt x="1" y="348"/>
                    <a:pt x="5" y="348"/>
                  </a:cubicBezTo>
                  <a:cubicBezTo>
                    <a:pt x="9" y="348"/>
                    <a:pt x="42" y="325"/>
                    <a:pt x="65" y="282"/>
                  </a:cubicBezTo>
                  <a:cubicBezTo>
                    <a:pt x="81" y="253"/>
                    <a:pt x="91" y="215"/>
                    <a:pt x="91" y="174"/>
                  </a:cubicBezTo>
                  <a:cubicBezTo>
                    <a:pt x="91" y="125"/>
                    <a:pt x="76" y="49"/>
                    <a:pt x="7" y="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0" name="Freeform 346"/>
            <p:cNvSpPr>
              <a:spLocks/>
            </p:cNvSpPr>
            <p:nvPr>
              <p:custDataLst>
                <p:tags r:id="rId64"/>
              </p:custDataLst>
            </p:nvPr>
          </p:nvSpPr>
          <p:spPr bwMode="auto">
            <a:xfrm>
              <a:off x="7385051" y="3709988"/>
              <a:ext cx="41275" cy="219075"/>
            </a:xfrm>
            <a:custGeom>
              <a:avLst/>
              <a:gdLst>
                <a:gd name="T0" fmla="*/ 7 w 90"/>
                <a:gd name="T1" fmla="*/ 0 h 348"/>
                <a:gd name="T2" fmla="*/ 0 w 90"/>
                <a:gd name="T3" fmla="*/ 4 h 348"/>
                <a:gd name="T4" fmla="*/ 3 w 90"/>
                <a:gd name="T5" fmla="*/ 9 h 348"/>
                <a:gd name="T6" fmla="*/ 67 w 90"/>
                <a:gd name="T7" fmla="*/ 174 h 348"/>
                <a:gd name="T8" fmla="*/ 6 w 90"/>
                <a:gd name="T9" fmla="*/ 336 h 348"/>
                <a:gd name="T10" fmla="*/ 0 w 90"/>
                <a:gd name="T11" fmla="*/ 344 h 348"/>
                <a:gd name="T12" fmla="*/ 5 w 90"/>
                <a:gd name="T13" fmla="*/ 348 h 348"/>
                <a:gd name="T14" fmla="*/ 65 w 90"/>
                <a:gd name="T15" fmla="*/ 282 h 348"/>
                <a:gd name="T16" fmla="*/ 90 w 90"/>
                <a:gd name="T17" fmla="*/ 174 h 348"/>
                <a:gd name="T18" fmla="*/ 7 w 90"/>
                <a:gd name="T19"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348">
                  <a:moveTo>
                    <a:pt x="7" y="0"/>
                  </a:moveTo>
                  <a:cubicBezTo>
                    <a:pt x="4" y="0"/>
                    <a:pt x="0" y="0"/>
                    <a:pt x="0" y="4"/>
                  </a:cubicBezTo>
                  <a:cubicBezTo>
                    <a:pt x="0" y="6"/>
                    <a:pt x="1" y="7"/>
                    <a:pt x="3" y="9"/>
                  </a:cubicBezTo>
                  <a:cubicBezTo>
                    <a:pt x="33" y="37"/>
                    <a:pt x="67" y="84"/>
                    <a:pt x="67" y="174"/>
                  </a:cubicBezTo>
                  <a:cubicBezTo>
                    <a:pt x="67" y="247"/>
                    <a:pt x="44" y="302"/>
                    <a:pt x="6" y="336"/>
                  </a:cubicBezTo>
                  <a:cubicBezTo>
                    <a:pt x="0" y="342"/>
                    <a:pt x="0" y="343"/>
                    <a:pt x="0" y="344"/>
                  </a:cubicBezTo>
                  <a:cubicBezTo>
                    <a:pt x="0" y="346"/>
                    <a:pt x="1" y="348"/>
                    <a:pt x="5" y="348"/>
                  </a:cubicBezTo>
                  <a:cubicBezTo>
                    <a:pt x="9" y="348"/>
                    <a:pt x="42" y="325"/>
                    <a:pt x="65" y="282"/>
                  </a:cubicBezTo>
                  <a:cubicBezTo>
                    <a:pt x="80" y="253"/>
                    <a:pt x="90" y="215"/>
                    <a:pt x="90" y="174"/>
                  </a:cubicBezTo>
                  <a:cubicBezTo>
                    <a:pt x="90" y="125"/>
                    <a:pt x="76" y="49"/>
                    <a:pt x="7" y="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1" name="Freeform 347"/>
            <p:cNvSpPr>
              <a:spLocks/>
            </p:cNvSpPr>
            <p:nvPr>
              <p:custDataLst>
                <p:tags r:id="rId65"/>
              </p:custDataLst>
            </p:nvPr>
          </p:nvSpPr>
          <p:spPr bwMode="auto">
            <a:xfrm>
              <a:off x="7459664" y="3709988"/>
              <a:ext cx="63500" cy="219075"/>
            </a:xfrm>
            <a:custGeom>
              <a:avLst/>
              <a:gdLst>
                <a:gd name="T0" fmla="*/ 82 w 138"/>
                <a:gd name="T1" fmla="*/ 223 h 349"/>
                <a:gd name="T2" fmla="*/ 94 w 138"/>
                <a:gd name="T3" fmla="*/ 192 h 349"/>
                <a:gd name="T4" fmla="*/ 131 w 138"/>
                <a:gd name="T5" fmla="*/ 179 h 349"/>
                <a:gd name="T6" fmla="*/ 138 w 138"/>
                <a:gd name="T7" fmla="*/ 174 h 349"/>
                <a:gd name="T8" fmla="*/ 132 w 138"/>
                <a:gd name="T9" fmla="*/ 169 h 349"/>
                <a:gd name="T10" fmla="*/ 82 w 138"/>
                <a:gd name="T11" fmla="*/ 133 h 349"/>
                <a:gd name="T12" fmla="*/ 82 w 138"/>
                <a:gd name="T13" fmla="*/ 51 h 349"/>
                <a:gd name="T14" fmla="*/ 64 w 138"/>
                <a:gd name="T15" fmla="*/ 14 h 349"/>
                <a:gd name="T16" fmla="*/ 8 w 138"/>
                <a:gd name="T17" fmla="*/ 0 h 349"/>
                <a:gd name="T18" fmla="*/ 0 w 138"/>
                <a:gd name="T19" fmla="*/ 5 h 349"/>
                <a:gd name="T20" fmla="*/ 6 w 138"/>
                <a:gd name="T21" fmla="*/ 9 h 349"/>
                <a:gd name="T22" fmla="*/ 54 w 138"/>
                <a:gd name="T23" fmla="*/ 40 h 349"/>
                <a:gd name="T24" fmla="*/ 55 w 138"/>
                <a:gd name="T25" fmla="*/ 51 h 349"/>
                <a:gd name="T26" fmla="*/ 55 w 138"/>
                <a:gd name="T27" fmla="*/ 124 h 349"/>
                <a:gd name="T28" fmla="*/ 64 w 138"/>
                <a:gd name="T29" fmla="*/ 156 h 349"/>
                <a:gd name="T30" fmla="*/ 97 w 138"/>
                <a:gd name="T31" fmla="*/ 174 h 349"/>
                <a:gd name="T32" fmla="*/ 56 w 138"/>
                <a:gd name="T33" fmla="*/ 211 h 349"/>
                <a:gd name="T34" fmla="*/ 55 w 138"/>
                <a:gd name="T35" fmla="*/ 225 h 349"/>
                <a:gd name="T36" fmla="*/ 55 w 138"/>
                <a:gd name="T37" fmla="*/ 299 h 349"/>
                <a:gd name="T38" fmla="*/ 44 w 138"/>
                <a:gd name="T39" fmla="*/ 326 h 349"/>
                <a:gd name="T40" fmla="*/ 7 w 138"/>
                <a:gd name="T41" fmla="*/ 339 h 349"/>
                <a:gd name="T42" fmla="*/ 0 w 138"/>
                <a:gd name="T43" fmla="*/ 344 h 349"/>
                <a:gd name="T44" fmla="*/ 8 w 138"/>
                <a:gd name="T45" fmla="*/ 349 h 349"/>
                <a:gd name="T46" fmla="*/ 82 w 138"/>
                <a:gd name="T47" fmla="*/ 305 h 349"/>
                <a:gd name="T48" fmla="*/ 82 w 138"/>
                <a:gd name="T49" fmla="*/ 223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8" h="349">
                  <a:moveTo>
                    <a:pt x="82" y="223"/>
                  </a:moveTo>
                  <a:cubicBezTo>
                    <a:pt x="82" y="214"/>
                    <a:pt x="82" y="203"/>
                    <a:pt x="94" y="192"/>
                  </a:cubicBezTo>
                  <a:cubicBezTo>
                    <a:pt x="102" y="186"/>
                    <a:pt x="113" y="180"/>
                    <a:pt x="131" y="179"/>
                  </a:cubicBezTo>
                  <a:cubicBezTo>
                    <a:pt x="135" y="179"/>
                    <a:pt x="138" y="179"/>
                    <a:pt x="138" y="174"/>
                  </a:cubicBezTo>
                  <a:cubicBezTo>
                    <a:pt x="138" y="170"/>
                    <a:pt x="135" y="170"/>
                    <a:pt x="132" y="169"/>
                  </a:cubicBezTo>
                  <a:cubicBezTo>
                    <a:pt x="90" y="167"/>
                    <a:pt x="83" y="142"/>
                    <a:pt x="82" y="133"/>
                  </a:cubicBezTo>
                  <a:lnTo>
                    <a:pt x="82" y="51"/>
                  </a:lnTo>
                  <a:cubicBezTo>
                    <a:pt x="82" y="41"/>
                    <a:pt x="82" y="26"/>
                    <a:pt x="64" y="14"/>
                  </a:cubicBezTo>
                  <a:cubicBezTo>
                    <a:pt x="44" y="1"/>
                    <a:pt x="17" y="0"/>
                    <a:pt x="8" y="0"/>
                  </a:cubicBezTo>
                  <a:cubicBezTo>
                    <a:pt x="4" y="0"/>
                    <a:pt x="0" y="0"/>
                    <a:pt x="0" y="5"/>
                  </a:cubicBezTo>
                  <a:cubicBezTo>
                    <a:pt x="0" y="9"/>
                    <a:pt x="3" y="9"/>
                    <a:pt x="6" y="9"/>
                  </a:cubicBezTo>
                  <a:cubicBezTo>
                    <a:pt x="38" y="11"/>
                    <a:pt x="52" y="27"/>
                    <a:pt x="54" y="40"/>
                  </a:cubicBezTo>
                  <a:cubicBezTo>
                    <a:pt x="55" y="43"/>
                    <a:pt x="55" y="46"/>
                    <a:pt x="55" y="51"/>
                  </a:cubicBezTo>
                  <a:lnTo>
                    <a:pt x="55" y="124"/>
                  </a:lnTo>
                  <a:cubicBezTo>
                    <a:pt x="55" y="134"/>
                    <a:pt x="55" y="147"/>
                    <a:pt x="64" y="156"/>
                  </a:cubicBezTo>
                  <a:cubicBezTo>
                    <a:pt x="69" y="161"/>
                    <a:pt x="77" y="169"/>
                    <a:pt x="97" y="174"/>
                  </a:cubicBezTo>
                  <a:cubicBezTo>
                    <a:pt x="83" y="178"/>
                    <a:pt x="59" y="188"/>
                    <a:pt x="56" y="211"/>
                  </a:cubicBezTo>
                  <a:cubicBezTo>
                    <a:pt x="55" y="213"/>
                    <a:pt x="55" y="214"/>
                    <a:pt x="55" y="225"/>
                  </a:cubicBezTo>
                  <a:lnTo>
                    <a:pt x="55" y="299"/>
                  </a:lnTo>
                  <a:cubicBezTo>
                    <a:pt x="55" y="306"/>
                    <a:pt x="55" y="316"/>
                    <a:pt x="44" y="326"/>
                  </a:cubicBezTo>
                  <a:cubicBezTo>
                    <a:pt x="34" y="335"/>
                    <a:pt x="21" y="338"/>
                    <a:pt x="7" y="339"/>
                  </a:cubicBezTo>
                  <a:cubicBezTo>
                    <a:pt x="2" y="339"/>
                    <a:pt x="0" y="339"/>
                    <a:pt x="0" y="344"/>
                  </a:cubicBezTo>
                  <a:cubicBezTo>
                    <a:pt x="0" y="349"/>
                    <a:pt x="4" y="349"/>
                    <a:pt x="8" y="349"/>
                  </a:cubicBezTo>
                  <a:cubicBezTo>
                    <a:pt x="46" y="349"/>
                    <a:pt x="82" y="333"/>
                    <a:pt x="82" y="305"/>
                  </a:cubicBezTo>
                  <a:lnTo>
                    <a:pt x="82" y="223"/>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2" name="Freeform 348"/>
            <p:cNvSpPr>
              <a:spLocks/>
            </p:cNvSpPr>
            <p:nvPr>
              <p:custDataLst>
                <p:tags r:id="rId66"/>
              </p:custDataLst>
            </p:nvPr>
          </p:nvSpPr>
          <p:spPr bwMode="auto">
            <a:xfrm>
              <a:off x="7572376" y="3582988"/>
              <a:ext cx="53975" cy="312738"/>
            </a:xfrm>
            <a:custGeom>
              <a:avLst/>
              <a:gdLst>
                <a:gd name="T0" fmla="*/ 116 w 116"/>
                <a:gd name="T1" fmla="*/ 494 h 499"/>
                <a:gd name="T2" fmla="*/ 107 w 116"/>
                <a:gd name="T3" fmla="*/ 483 h 499"/>
                <a:gd name="T4" fmla="*/ 29 w 116"/>
                <a:gd name="T5" fmla="*/ 250 h 499"/>
                <a:gd name="T6" fmla="*/ 109 w 116"/>
                <a:gd name="T7" fmla="*/ 13 h 499"/>
                <a:gd name="T8" fmla="*/ 116 w 116"/>
                <a:gd name="T9" fmla="*/ 5 h 499"/>
                <a:gd name="T10" fmla="*/ 111 w 116"/>
                <a:gd name="T11" fmla="*/ 0 h 499"/>
                <a:gd name="T12" fmla="*/ 32 w 116"/>
                <a:gd name="T13" fmla="*/ 97 h 499"/>
                <a:gd name="T14" fmla="*/ 0 w 116"/>
                <a:gd name="T15" fmla="*/ 250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3"/>
                    <a:pt x="116" y="492"/>
                    <a:pt x="107" y="483"/>
                  </a:cubicBezTo>
                  <a:cubicBezTo>
                    <a:pt x="45" y="420"/>
                    <a:pt x="29" y="326"/>
                    <a:pt x="29" y="250"/>
                  </a:cubicBezTo>
                  <a:cubicBezTo>
                    <a:pt x="29" y="163"/>
                    <a:pt x="48" y="76"/>
                    <a:pt x="109" y="13"/>
                  </a:cubicBezTo>
                  <a:cubicBezTo>
                    <a:pt x="116" y="7"/>
                    <a:pt x="116" y="6"/>
                    <a:pt x="116" y="5"/>
                  </a:cubicBezTo>
                  <a:cubicBezTo>
                    <a:pt x="116" y="1"/>
                    <a:pt x="114" y="0"/>
                    <a:pt x="111" y="0"/>
                  </a:cubicBezTo>
                  <a:cubicBezTo>
                    <a:pt x="106" y="0"/>
                    <a:pt x="61" y="34"/>
                    <a:pt x="32" y="97"/>
                  </a:cubicBezTo>
                  <a:cubicBezTo>
                    <a:pt x="6" y="152"/>
                    <a:pt x="0" y="208"/>
                    <a:pt x="0" y="250"/>
                  </a:cubicBezTo>
                  <a:cubicBezTo>
                    <a:pt x="0" y="289"/>
                    <a:pt x="6" y="349"/>
                    <a:pt x="33" y="405"/>
                  </a:cubicBezTo>
                  <a:cubicBezTo>
                    <a:pt x="63" y="467"/>
                    <a:pt x="106" y="499"/>
                    <a:pt x="111" y="499"/>
                  </a:cubicBezTo>
                  <a:cubicBezTo>
                    <a:pt x="114" y="499"/>
                    <a:pt x="116" y="498"/>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3" name="Freeform 349"/>
            <p:cNvSpPr>
              <a:spLocks noEditPoints="1"/>
            </p:cNvSpPr>
            <p:nvPr>
              <p:custDataLst>
                <p:tags r:id="rId67"/>
              </p:custDataLst>
            </p:nvPr>
          </p:nvSpPr>
          <p:spPr bwMode="auto">
            <a:xfrm>
              <a:off x="7635876" y="3609976"/>
              <a:ext cx="93663" cy="271463"/>
            </a:xfrm>
            <a:custGeom>
              <a:avLst/>
              <a:gdLst>
                <a:gd name="T0" fmla="*/ 205 w 205"/>
                <a:gd name="T1" fmla="*/ 18 h 433"/>
                <a:gd name="T2" fmla="*/ 186 w 205"/>
                <a:gd name="T3" fmla="*/ 0 h 433"/>
                <a:gd name="T4" fmla="*/ 159 w 205"/>
                <a:gd name="T5" fmla="*/ 27 h 433"/>
                <a:gd name="T6" fmla="*/ 178 w 205"/>
                <a:gd name="T7" fmla="*/ 45 h 433"/>
                <a:gd name="T8" fmla="*/ 205 w 205"/>
                <a:gd name="T9" fmla="*/ 18 h 433"/>
                <a:gd name="T10" fmla="*/ 105 w 205"/>
                <a:gd name="T11" fmla="*/ 355 h 433"/>
                <a:gd name="T12" fmla="*/ 43 w 205"/>
                <a:gd name="T13" fmla="*/ 422 h 433"/>
                <a:gd name="T14" fmla="*/ 24 w 205"/>
                <a:gd name="T15" fmla="*/ 417 h 433"/>
                <a:gd name="T16" fmla="*/ 46 w 205"/>
                <a:gd name="T17" fmla="*/ 391 h 433"/>
                <a:gd name="T18" fmla="*/ 27 w 205"/>
                <a:gd name="T19" fmla="*/ 373 h 433"/>
                <a:gd name="T20" fmla="*/ 0 w 205"/>
                <a:gd name="T21" fmla="*/ 402 h 433"/>
                <a:gd name="T22" fmla="*/ 44 w 205"/>
                <a:gd name="T23" fmla="*/ 433 h 433"/>
                <a:gd name="T24" fmla="*/ 138 w 205"/>
                <a:gd name="T25" fmla="*/ 357 h 433"/>
                <a:gd name="T26" fmla="*/ 184 w 205"/>
                <a:gd name="T27" fmla="*/ 174 h 433"/>
                <a:gd name="T28" fmla="*/ 186 w 205"/>
                <a:gd name="T29" fmla="*/ 156 h 433"/>
                <a:gd name="T30" fmla="*/ 140 w 205"/>
                <a:gd name="T31" fmla="*/ 110 h 433"/>
                <a:gd name="T32" fmla="*/ 61 w 205"/>
                <a:gd name="T33" fmla="*/ 187 h 433"/>
                <a:gd name="T34" fmla="*/ 67 w 205"/>
                <a:gd name="T35" fmla="*/ 192 h 433"/>
                <a:gd name="T36" fmla="*/ 76 w 205"/>
                <a:gd name="T37" fmla="*/ 182 h 433"/>
                <a:gd name="T38" fmla="*/ 139 w 205"/>
                <a:gd name="T39" fmla="*/ 121 h 433"/>
                <a:gd name="T40" fmla="*/ 155 w 205"/>
                <a:gd name="T41" fmla="*/ 144 h 433"/>
                <a:gd name="T42" fmla="*/ 151 w 205"/>
                <a:gd name="T43" fmla="*/ 169 h 433"/>
                <a:gd name="T44" fmla="*/ 105 w 205"/>
                <a:gd name="T45" fmla="*/ 355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5" h="433">
                  <a:moveTo>
                    <a:pt x="205" y="18"/>
                  </a:moveTo>
                  <a:cubicBezTo>
                    <a:pt x="205" y="9"/>
                    <a:pt x="198" y="0"/>
                    <a:pt x="186" y="0"/>
                  </a:cubicBezTo>
                  <a:cubicBezTo>
                    <a:pt x="174" y="0"/>
                    <a:pt x="159" y="12"/>
                    <a:pt x="159" y="27"/>
                  </a:cubicBezTo>
                  <a:cubicBezTo>
                    <a:pt x="159" y="37"/>
                    <a:pt x="166" y="45"/>
                    <a:pt x="178" y="45"/>
                  </a:cubicBezTo>
                  <a:cubicBezTo>
                    <a:pt x="191" y="45"/>
                    <a:pt x="205" y="32"/>
                    <a:pt x="205" y="18"/>
                  </a:cubicBezTo>
                  <a:close/>
                  <a:moveTo>
                    <a:pt x="105" y="355"/>
                  </a:moveTo>
                  <a:cubicBezTo>
                    <a:pt x="95" y="393"/>
                    <a:pt x="71" y="422"/>
                    <a:pt x="43" y="422"/>
                  </a:cubicBezTo>
                  <a:cubicBezTo>
                    <a:pt x="40" y="422"/>
                    <a:pt x="33" y="422"/>
                    <a:pt x="24" y="417"/>
                  </a:cubicBezTo>
                  <a:cubicBezTo>
                    <a:pt x="39" y="414"/>
                    <a:pt x="46" y="401"/>
                    <a:pt x="46" y="391"/>
                  </a:cubicBezTo>
                  <a:cubicBezTo>
                    <a:pt x="46" y="383"/>
                    <a:pt x="41" y="373"/>
                    <a:pt x="27" y="373"/>
                  </a:cubicBezTo>
                  <a:cubicBezTo>
                    <a:pt x="15" y="373"/>
                    <a:pt x="0" y="384"/>
                    <a:pt x="0" y="402"/>
                  </a:cubicBezTo>
                  <a:cubicBezTo>
                    <a:pt x="0" y="422"/>
                    <a:pt x="20" y="433"/>
                    <a:pt x="44" y="433"/>
                  </a:cubicBezTo>
                  <a:cubicBezTo>
                    <a:pt x="79" y="433"/>
                    <a:pt x="126" y="406"/>
                    <a:pt x="138" y="357"/>
                  </a:cubicBezTo>
                  <a:lnTo>
                    <a:pt x="184" y="174"/>
                  </a:lnTo>
                  <a:cubicBezTo>
                    <a:pt x="186" y="164"/>
                    <a:pt x="186" y="157"/>
                    <a:pt x="186" y="156"/>
                  </a:cubicBezTo>
                  <a:cubicBezTo>
                    <a:pt x="186" y="127"/>
                    <a:pt x="165" y="110"/>
                    <a:pt x="140" y="110"/>
                  </a:cubicBezTo>
                  <a:cubicBezTo>
                    <a:pt x="90" y="110"/>
                    <a:pt x="61" y="182"/>
                    <a:pt x="61" y="187"/>
                  </a:cubicBezTo>
                  <a:cubicBezTo>
                    <a:pt x="61" y="192"/>
                    <a:pt x="66" y="192"/>
                    <a:pt x="67" y="192"/>
                  </a:cubicBezTo>
                  <a:cubicBezTo>
                    <a:pt x="72" y="192"/>
                    <a:pt x="72" y="191"/>
                    <a:pt x="76" y="182"/>
                  </a:cubicBezTo>
                  <a:cubicBezTo>
                    <a:pt x="89" y="151"/>
                    <a:pt x="112" y="121"/>
                    <a:pt x="139" y="121"/>
                  </a:cubicBezTo>
                  <a:cubicBezTo>
                    <a:pt x="146" y="121"/>
                    <a:pt x="155" y="123"/>
                    <a:pt x="155" y="144"/>
                  </a:cubicBezTo>
                  <a:cubicBezTo>
                    <a:pt x="155" y="155"/>
                    <a:pt x="153" y="161"/>
                    <a:pt x="151" y="169"/>
                  </a:cubicBezTo>
                  <a:lnTo>
                    <a:pt x="105"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4" name="Freeform 350"/>
            <p:cNvSpPr>
              <a:spLocks noEditPoints="1"/>
            </p:cNvSpPr>
            <p:nvPr>
              <p:custDataLst>
                <p:tags r:id="rId68"/>
              </p:custDataLst>
            </p:nvPr>
          </p:nvSpPr>
          <p:spPr bwMode="auto">
            <a:xfrm>
              <a:off x="7754939" y="3679826"/>
              <a:ext cx="104775" cy="141288"/>
            </a:xfrm>
            <a:custGeom>
              <a:avLst/>
              <a:gdLst>
                <a:gd name="T0" fmla="*/ 166 w 229"/>
                <a:gd name="T1" fmla="*/ 32 h 226"/>
                <a:gd name="T2" fmla="*/ 120 w 229"/>
                <a:gd name="T3" fmla="*/ 0 h 226"/>
                <a:gd name="T4" fmla="*/ 0 w 229"/>
                <a:gd name="T5" fmla="*/ 146 h 226"/>
                <a:gd name="T6" fmla="*/ 67 w 229"/>
                <a:gd name="T7" fmla="*/ 226 h 226"/>
                <a:gd name="T8" fmla="*/ 131 w 229"/>
                <a:gd name="T9" fmla="*/ 189 h 226"/>
                <a:gd name="T10" fmla="*/ 177 w 229"/>
                <a:gd name="T11" fmla="*/ 226 h 226"/>
                <a:gd name="T12" fmla="*/ 214 w 229"/>
                <a:gd name="T13" fmla="*/ 199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80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0" y="0"/>
                  </a:cubicBezTo>
                  <a:cubicBezTo>
                    <a:pt x="62" y="0"/>
                    <a:pt x="0" y="73"/>
                    <a:pt x="0" y="146"/>
                  </a:cubicBezTo>
                  <a:cubicBezTo>
                    <a:pt x="0" y="193"/>
                    <a:pt x="28" y="226"/>
                    <a:pt x="67" y="226"/>
                  </a:cubicBezTo>
                  <a:cubicBezTo>
                    <a:pt x="77" y="226"/>
                    <a:pt x="101" y="224"/>
                    <a:pt x="131" y="189"/>
                  </a:cubicBezTo>
                  <a:cubicBezTo>
                    <a:pt x="135" y="210"/>
                    <a:pt x="153" y="226"/>
                    <a:pt x="177" y="226"/>
                  </a:cubicBezTo>
                  <a:cubicBezTo>
                    <a:pt x="194" y="226"/>
                    <a:pt x="206" y="215"/>
                    <a:pt x="214" y="199"/>
                  </a:cubicBezTo>
                  <a:cubicBezTo>
                    <a:pt x="222" y="181"/>
                    <a:pt x="229" y="150"/>
                    <a:pt x="229" y="149"/>
                  </a:cubicBezTo>
                  <a:cubicBezTo>
                    <a:pt x="229" y="144"/>
                    <a:pt x="224" y="144"/>
                    <a:pt x="223" y="144"/>
                  </a:cubicBezTo>
                  <a:cubicBezTo>
                    <a:pt x="218" y="144"/>
                    <a:pt x="217" y="146"/>
                    <a:pt x="216" y="153"/>
                  </a:cubicBezTo>
                  <a:cubicBezTo>
                    <a:pt x="207" y="186"/>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80"/>
                  </a:cubicBezTo>
                  <a:cubicBezTo>
                    <a:pt x="102" y="207"/>
                    <a:pt x="82" y="215"/>
                    <a:pt x="68" y="215"/>
                  </a:cubicBezTo>
                  <a:cubicBezTo>
                    <a:pt x="43" y="215"/>
                    <a:pt x="36" y="188"/>
                    <a:pt x="36" y="168"/>
                  </a:cubicBezTo>
                  <a:cubicBezTo>
                    <a:pt x="36" y="143"/>
                    <a:pt x="52" y="82"/>
                    <a:pt x="63" y="59"/>
                  </a:cubicBezTo>
                  <a:cubicBezTo>
                    <a:pt x="79"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5" name="Freeform 351"/>
            <p:cNvSpPr>
              <a:spLocks noEditPoints="1"/>
            </p:cNvSpPr>
            <p:nvPr>
              <p:custDataLst>
                <p:tags r:id="rId69"/>
              </p:custDataLst>
            </p:nvPr>
          </p:nvSpPr>
          <p:spPr bwMode="auto">
            <a:xfrm>
              <a:off x="7875589" y="3600451"/>
              <a:ext cx="107950" cy="220663"/>
            </a:xfrm>
            <a:custGeom>
              <a:avLst/>
              <a:gdLst>
                <a:gd name="T0" fmla="*/ 237 w 237"/>
                <a:gd name="T1" fmla="*/ 5 h 352"/>
                <a:gd name="T2" fmla="*/ 230 w 237"/>
                <a:gd name="T3" fmla="*/ 0 h 352"/>
                <a:gd name="T4" fmla="*/ 167 w 237"/>
                <a:gd name="T5" fmla="*/ 5 h 352"/>
                <a:gd name="T6" fmla="*/ 160 w 237"/>
                <a:gd name="T7" fmla="*/ 15 h 352"/>
                <a:gd name="T8" fmla="*/ 172 w 237"/>
                <a:gd name="T9" fmla="*/ 21 h 352"/>
                <a:gd name="T10" fmla="*/ 197 w 237"/>
                <a:gd name="T11" fmla="*/ 29 h 352"/>
                <a:gd name="T12" fmla="*/ 196 w 237"/>
                <a:gd name="T13" fmla="*/ 39 h 352"/>
                <a:gd name="T14" fmla="*/ 166 w 237"/>
                <a:gd name="T15" fmla="*/ 158 h 352"/>
                <a:gd name="T16" fmla="*/ 120 w 237"/>
                <a:gd name="T17" fmla="*/ 126 h 352"/>
                <a:gd name="T18" fmla="*/ 0 w 237"/>
                <a:gd name="T19" fmla="*/ 272 h 352"/>
                <a:gd name="T20" fmla="*/ 66 w 237"/>
                <a:gd name="T21" fmla="*/ 352 h 352"/>
                <a:gd name="T22" fmla="*/ 131 w 237"/>
                <a:gd name="T23" fmla="*/ 315 h 352"/>
                <a:gd name="T24" fmla="*/ 176 w 237"/>
                <a:gd name="T25" fmla="*/ 352 h 352"/>
                <a:gd name="T26" fmla="*/ 213 w 237"/>
                <a:gd name="T27" fmla="*/ 325 h 352"/>
                <a:gd name="T28" fmla="*/ 228 w 237"/>
                <a:gd name="T29" fmla="*/ 275 h 352"/>
                <a:gd name="T30" fmla="*/ 222 w 237"/>
                <a:gd name="T31" fmla="*/ 270 h 352"/>
                <a:gd name="T32" fmla="*/ 215 w 237"/>
                <a:gd name="T33" fmla="*/ 279 h 352"/>
                <a:gd name="T34" fmla="*/ 177 w 237"/>
                <a:gd name="T35" fmla="*/ 341 h 352"/>
                <a:gd name="T36" fmla="*/ 162 w 237"/>
                <a:gd name="T37" fmla="*/ 318 h 352"/>
                <a:gd name="T38" fmla="*/ 165 w 237"/>
                <a:gd name="T39" fmla="*/ 294 h 352"/>
                <a:gd name="T40" fmla="*/ 237 w 237"/>
                <a:gd name="T41" fmla="*/ 5 h 352"/>
                <a:gd name="T42" fmla="*/ 133 w 237"/>
                <a:gd name="T43" fmla="*/ 287 h 352"/>
                <a:gd name="T44" fmla="*/ 123 w 237"/>
                <a:gd name="T45" fmla="*/ 306 h 352"/>
                <a:gd name="T46" fmla="*/ 67 w 237"/>
                <a:gd name="T47" fmla="*/ 341 h 352"/>
                <a:gd name="T48" fmla="*/ 35 w 237"/>
                <a:gd name="T49" fmla="*/ 294 h 352"/>
                <a:gd name="T50" fmla="*/ 62 w 237"/>
                <a:gd name="T51" fmla="*/ 185 h 352"/>
                <a:gd name="T52" fmla="*/ 120 w 237"/>
                <a:gd name="T53" fmla="*/ 137 h 352"/>
                <a:gd name="T54" fmla="*/ 160 w 237"/>
                <a:gd name="T55" fmla="*/ 181 h 352"/>
                <a:gd name="T56" fmla="*/ 158 w 237"/>
                <a:gd name="T57" fmla="*/ 189 h 352"/>
                <a:gd name="T58" fmla="*/ 133 w 237"/>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352">
                  <a:moveTo>
                    <a:pt x="237" y="5"/>
                  </a:moveTo>
                  <a:cubicBezTo>
                    <a:pt x="237" y="5"/>
                    <a:pt x="237" y="0"/>
                    <a:pt x="230" y="0"/>
                  </a:cubicBezTo>
                  <a:cubicBezTo>
                    <a:pt x="223" y="0"/>
                    <a:pt x="176" y="4"/>
                    <a:pt x="167" y="5"/>
                  </a:cubicBezTo>
                  <a:cubicBezTo>
                    <a:pt x="163" y="6"/>
                    <a:pt x="160" y="8"/>
                    <a:pt x="160" y="15"/>
                  </a:cubicBezTo>
                  <a:cubicBezTo>
                    <a:pt x="160" y="21"/>
                    <a:pt x="165" y="21"/>
                    <a:pt x="172" y="21"/>
                  </a:cubicBezTo>
                  <a:cubicBezTo>
                    <a:pt x="196" y="21"/>
                    <a:pt x="197" y="24"/>
                    <a:pt x="197" y="29"/>
                  </a:cubicBezTo>
                  <a:lnTo>
                    <a:pt x="196" y="39"/>
                  </a:lnTo>
                  <a:lnTo>
                    <a:pt x="166" y="158"/>
                  </a:lnTo>
                  <a:cubicBezTo>
                    <a:pt x="157" y="139"/>
                    <a:pt x="142" y="126"/>
                    <a:pt x="120" y="126"/>
                  </a:cubicBezTo>
                  <a:cubicBezTo>
                    <a:pt x="61" y="126"/>
                    <a:pt x="0" y="199"/>
                    <a:pt x="0" y="272"/>
                  </a:cubicBezTo>
                  <a:cubicBezTo>
                    <a:pt x="0" y="319"/>
                    <a:pt x="27" y="352"/>
                    <a:pt x="66" y="352"/>
                  </a:cubicBezTo>
                  <a:cubicBezTo>
                    <a:pt x="76" y="352"/>
                    <a:pt x="101" y="350"/>
                    <a:pt x="131" y="315"/>
                  </a:cubicBezTo>
                  <a:cubicBezTo>
                    <a:pt x="135" y="336"/>
                    <a:pt x="152" y="352"/>
                    <a:pt x="176" y="352"/>
                  </a:cubicBezTo>
                  <a:cubicBezTo>
                    <a:pt x="193" y="352"/>
                    <a:pt x="205" y="341"/>
                    <a:pt x="213" y="325"/>
                  </a:cubicBezTo>
                  <a:cubicBezTo>
                    <a:pt x="221" y="307"/>
                    <a:pt x="228" y="276"/>
                    <a:pt x="228" y="275"/>
                  </a:cubicBezTo>
                  <a:cubicBezTo>
                    <a:pt x="228" y="270"/>
                    <a:pt x="223" y="270"/>
                    <a:pt x="222" y="270"/>
                  </a:cubicBezTo>
                  <a:cubicBezTo>
                    <a:pt x="217" y="270"/>
                    <a:pt x="216" y="272"/>
                    <a:pt x="215" y="279"/>
                  </a:cubicBezTo>
                  <a:cubicBezTo>
                    <a:pt x="206" y="312"/>
                    <a:pt x="198" y="341"/>
                    <a:pt x="177" y="341"/>
                  </a:cubicBezTo>
                  <a:cubicBezTo>
                    <a:pt x="164" y="341"/>
                    <a:pt x="162" y="328"/>
                    <a:pt x="162" y="318"/>
                  </a:cubicBezTo>
                  <a:cubicBezTo>
                    <a:pt x="162" y="306"/>
                    <a:pt x="163" y="303"/>
                    <a:pt x="165" y="294"/>
                  </a:cubicBezTo>
                  <a:lnTo>
                    <a:pt x="237" y="5"/>
                  </a:lnTo>
                  <a:close/>
                  <a:moveTo>
                    <a:pt x="133" y="287"/>
                  </a:moveTo>
                  <a:cubicBezTo>
                    <a:pt x="131" y="296"/>
                    <a:pt x="131" y="297"/>
                    <a:pt x="123" y="306"/>
                  </a:cubicBezTo>
                  <a:cubicBezTo>
                    <a:pt x="101" y="333"/>
                    <a:pt x="81" y="341"/>
                    <a:pt x="67" y="341"/>
                  </a:cubicBezTo>
                  <a:cubicBezTo>
                    <a:pt x="42" y="341"/>
                    <a:pt x="35" y="314"/>
                    <a:pt x="35" y="294"/>
                  </a:cubicBezTo>
                  <a:cubicBezTo>
                    <a:pt x="35" y="269"/>
                    <a:pt x="51" y="208"/>
                    <a:pt x="62" y="185"/>
                  </a:cubicBezTo>
                  <a:cubicBezTo>
                    <a:pt x="78" y="155"/>
                    <a:pt x="100" y="137"/>
                    <a:pt x="120" y="137"/>
                  </a:cubicBezTo>
                  <a:cubicBezTo>
                    <a:pt x="153" y="137"/>
                    <a:pt x="160" y="178"/>
                    <a:pt x="160" y="181"/>
                  </a:cubicBezTo>
                  <a:cubicBezTo>
                    <a:pt x="160" y="184"/>
                    <a:pt x="159" y="187"/>
                    <a:pt x="158" y="189"/>
                  </a:cubicBezTo>
                  <a:lnTo>
                    <a:pt x="133"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6" name="Freeform 352"/>
            <p:cNvSpPr>
              <a:spLocks/>
            </p:cNvSpPr>
            <p:nvPr>
              <p:custDataLst>
                <p:tags r:id="rId70"/>
              </p:custDataLst>
            </p:nvPr>
          </p:nvSpPr>
          <p:spPr bwMode="auto">
            <a:xfrm>
              <a:off x="7991476" y="3679826"/>
              <a:ext cx="92075" cy="141288"/>
            </a:xfrm>
            <a:custGeom>
              <a:avLst/>
              <a:gdLst>
                <a:gd name="T0" fmla="*/ 30 w 203"/>
                <a:gd name="T1" fmla="*/ 191 h 226"/>
                <a:gd name="T2" fmla="*/ 25 w 203"/>
                <a:gd name="T3" fmla="*/ 213 h 226"/>
                <a:gd name="T4" fmla="*/ 40 w 203"/>
                <a:gd name="T5" fmla="*/ 226 h 226"/>
                <a:gd name="T6" fmla="*/ 58 w 203"/>
                <a:gd name="T7" fmla="*/ 212 h 226"/>
                <a:gd name="T8" fmla="*/ 78 w 203"/>
                <a:gd name="T9" fmla="*/ 133 h 226"/>
                <a:gd name="T10" fmla="*/ 94 w 203"/>
                <a:gd name="T11" fmla="*/ 68 h 226"/>
                <a:gd name="T12" fmla="*/ 122 w 203"/>
                <a:gd name="T13" fmla="*/ 27 h 226"/>
                <a:gd name="T14" fmla="*/ 162 w 203"/>
                <a:gd name="T15" fmla="*/ 11 h 226"/>
                <a:gd name="T16" fmla="*/ 183 w 203"/>
                <a:gd name="T17" fmla="*/ 17 h 226"/>
                <a:gd name="T18" fmla="*/ 157 w 203"/>
                <a:gd name="T19" fmla="*/ 44 h 226"/>
                <a:gd name="T20" fmla="*/ 176 w 203"/>
                <a:gd name="T21" fmla="*/ 62 h 226"/>
                <a:gd name="T22" fmla="*/ 203 w 203"/>
                <a:gd name="T23" fmla="*/ 32 h 226"/>
                <a:gd name="T24" fmla="*/ 162 w 203"/>
                <a:gd name="T25" fmla="*/ 0 h 226"/>
                <a:gd name="T26" fmla="*/ 98 w 203"/>
                <a:gd name="T27" fmla="*/ 38 h 226"/>
                <a:gd name="T28" fmla="*/ 53 w 203"/>
                <a:gd name="T29" fmla="*/ 0 h 226"/>
                <a:gd name="T30" fmla="*/ 16 w 203"/>
                <a:gd name="T31" fmla="*/ 28 h 226"/>
                <a:gd name="T32" fmla="*/ 0 w 203"/>
                <a:gd name="T33" fmla="*/ 77 h 226"/>
                <a:gd name="T34" fmla="*/ 6 w 203"/>
                <a:gd name="T35" fmla="*/ 82 h 226"/>
                <a:gd name="T36" fmla="*/ 15 w 203"/>
                <a:gd name="T37" fmla="*/ 70 h 226"/>
                <a:gd name="T38" fmla="*/ 51 w 203"/>
                <a:gd name="T39" fmla="*/ 11 h 226"/>
                <a:gd name="T40" fmla="*/ 67 w 203"/>
                <a:gd name="T41" fmla="*/ 34 h 226"/>
                <a:gd name="T42" fmla="*/ 59 w 203"/>
                <a:gd name="T43" fmla="*/ 76 h 226"/>
                <a:gd name="T44" fmla="*/ 30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30" y="191"/>
                  </a:moveTo>
                  <a:cubicBezTo>
                    <a:pt x="28" y="199"/>
                    <a:pt x="25" y="210"/>
                    <a:pt x="25" y="213"/>
                  </a:cubicBezTo>
                  <a:cubicBezTo>
                    <a:pt x="25" y="221"/>
                    <a:pt x="32" y="226"/>
                    <a:pt x="40" y="226"/>
                  </a:cubicBezTo>
                  <a:cubicBezTo>
                    <a:pt x="46" y="226"/>
                    <a:pt x="55" y="222"/>
                    <a:pt x="58" y="212"/>
                  </a:cubicBezTo>
                  <a:cubicBezTo>
                    <a:pt x="59" y="210"/>
                    <a:pt x="76" y="142"/>
                    <a:pt x="78" y="133"/>
                  </a:cubicBezTo>
                  <a:cubicBezTo>
                    <a:pt x="82" y="117"/>
                    <a:pt x="91" y="82"/>
                    <a:pt x="94" y="68"/>
                  </a:cubicBezTo>
                  <a:cubicBezTo>
                    <a:pt x="96" y="62"/>
                    <a:pt x="110" y="38"/>
                    <a:pt x="122" y="27"/>
                  </a:cubicBezTo>
                  <a:cubicBezTo>
                    <a:pt x="126" y="24"/>
                    <a:pt x="141" y="11"/>
                    <a:pt x="162" y="11"/>
                  </a:cubicBezTo>
                  <a:cubicBezTo>
                    <a:pt x="175" y="11"/>
                    <a:pt x="182" y="17"/>
                    <a:pt x="183" y="17"/>
                  </a:cubicBezTo>
                  <a:cubicBezTo>
                    <a:pt x="168" y="19"/>
                    <a:pt x="157" y="31"/>
                    <a:pt x="157" y="44"/>
                  </a:cubicBezTo>
                  <a:cubicBezTo>
                    <a:pt x="157" y="52"/>
                    <a:pt x="163" y="62"/>
                    <a:pt x="176" y="62"/>
                  </a:cubicBezTo>
                  <a:cubicBezTo>
                    <a:pt x="189" y="62"/>
                    <a:pt x="203" y="50"/>
                    <a:pt x="203" y="32"/>
                  </a:cubicBezTo>
                  <a:cubicBezTo>
                    <a:pt x="203" y="15"/>
                    <a:pt x="187" y="0"/>
                    <a:pt x="162" y="0"/>
                  </a:cubicBezTo>
                  <a:cubicBezTo>
                    <a:pt x="130" y="0"/>
                    <a:pt x="108" y="24"/>
                    <a:pt x="98" y="38"/>
                  </a:cubicBezTo>
                  <a:cubicBezTo>
                    <a:pt x="94" y="16"/>
                    <a:pt x="76" y="0"/>
                    <a:pt x="53" y="0"/>
                  </a:cubicBezTo>
                  <a:cubicBezTo>
                    <a:pt x="30" y="0"/>
                    <a:pt x="20" y="19"/>
                    <a:pt x="16" y="28"/>
                  </a:cubicBezTo>
                  <a:cubicBezTo>
                    <a:pt x="7" y="45"/>
                    <a:pt x="0" y="75"/>
                    <a:pt x="0" y="77"/>
                  </a:cubicBezTo>
                  <a:cubicBezTo>
                    <a:pt x="0" y="82"/>
                    <a:pt x="5" y="82"/>
                    <a:pt x="6" y="82"/>
                  </a:cubicBezTo>
                  <a:cubicBezTo>
                    <a:pt x="11" y="82"/>
                    <a:pt x="12" y="81"/>
                    <a:pt x="15" y="70"/>
                  </a:cubicBezTo>
                  <a:cubicBezTo>
                    <a:pt x="23" y="35"/>
                    <a:pt x="33" y="11"/>
                    <a:pt x="51" y="11"/>
                  </a:cubicBezTo>
                  <a:cubicBezTo>
                    <a:pt x="60" y="11"/>
                    <a:pt x="67" y="15"/>
                    <a:pt x="67" y="34"/>
                  </a:cubicBezTo>
                  <a:cubicBezTo>
                    <a:pt x="67" y="44"/>
                    <a:pt x="65" y="50"/>
                    <a:pt x="59" y="76"/>
                  </a:cubicBezTo>
                  <a:lnTo>
                    <a:pt x="30"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7" name="Freeform 353"/>
            <p:cNvSpPr>
              <a:spLocks noEditPoints="1"/>
            </p:cNvSpPr>
            <p:nvPr>
              <p:custDataLst>
                <p:tags r:id="rId71"/>
              </p:custDataLst>
            </p:nvPr>
          </p:nvSpPr>
          <p:spPr bwMode="auto">
            <a:xfrm>
              <a:off x="8102601" y="3679826"/>
              <a:ext cx="104775" cy="141288"/>
            </a:xfrm>
            <a:custGeom>
              <a:avLst/>
              <a:gdLst>
                <a:gd name="T0" fmla="*/ 166 w 228"/>
                <a:gd name="T1" fmla="*/ 32 h 226"/>
                <a:gd name="T2" fmla="*/ 120 w 228"/>
                <a:gd name="T3" fmla="*/ 0 h 226"/>
                <a:gd name="T4" fmla="*/ 0 w 228"/>
                <a:gd name="T5" fmla="*/ 146 h 226"/>
                <a:gd name="T6" fmla="*/ 66 w 228"/>
                <a:gd name="T7" fmla="*/ 226 h 226"/>
                <a:gd name="T8" fmla="*/ 131 w 228"/>
                <a:gd name="T9" fmla="*/ 189 h 226"/>
                <a:gd name="T10" fmla="*/ 176 w 228"/>
                <a:gd name="T11" fmla="*/ 226 h 226"/>
                <a:gd name="T12" fmla="*/ 213 w 228"/>
                <a:gd name="T13" fmla="*/ 199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80 h 226"/>
                <a:gd name="T40" fmla="*/ 67 w 228"/>
                <a:gd name="T41" fmla="*/ 215 h 226"/>
                <a:gd name="T42" fmla="*/ 35 w 228"/>
                <a:gd name="T43" fmla="*/ 168 h 226"/>
                <a:gd name="T44" fmla="*/ 62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1" y="0"/>
                    <a:pt x="0" y="73"/>
                    <a:pt x="0" y="146"/>
                  </a:cubicBezTo>
                  <a:cubicBezTo>
                    <a:pt x="0" y="193"/>
                    <a:pt x="27" y="226"/>
                    <a:pt x="66" y="226"/>
                  </a:cubicBezTo>
                  <a:cubicBezTo>
                    <a:pt x="76" y="226"/>
                    <a:pt x="101" y="224"/>
                    <a:pt x="131" y="189"/>
                  </a:cubicBezTo>
                  <a:cubicBezTo>
                    <a:pt x="135" y="210"/>
                    <a:pt x="152" y="226"/>
                    <a:pt x="176" y="226"/>
                  </a:cubicBezTo>
                  <a:cubicBezTo>
                    <a:pt x="194" y="226"/>
                    <a:pt x="205" y="215"/>
                    <a:pt x="213" y="199"/>
                  </a:cubicBezTo>
                  <a:cubicBezTo>
                    <a:pt x="221" y="181"/>
                    <a:pt x="228" y="150"/>
                    <a:pt x="228" y="149"/>
                  </a:cubicBezTo>
                  <a:cubicBezTo>
                    <a:pt x="228" y="144"/>
                    <a:pt x="223" y="144"/>
                    <a:pt x="222" y="144"/>
                  </a:cubicBezTo>
                  <a:cubicBezTo>
                    <a:pt x="217" y="144"/>
                    <a:pt x="217" y="146"/>
                    <a:pt x="215" y="153"/>
                  </a:cubicBezTo>
                  <a:cubicBezTo>
                    <a:pt x="207" y="186"/>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80"/>
                  </a:cubicBezTo>
                  <a:cubicBezTo>
                    <a:pt x="101" y="207"/>
                    <a:pt x="81" y="215"/>
                    <a:pt x="67" y="215"/>
                  </a:cubicBezTo>
                  <a:cubicBezTo>
                    <a:pt x="42" y="215"/>
                    <a:pt x="35" y="188"/>
                    <a:pt x="35" y="168"/>
                  </a:cubicBezTo>
                  <a:cubicBezTo>
                    <a:pt x="35" y="143"/>
                    <a:pt x="51" y="82"/>
                    <a:pt x="62"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8" name="Freeform 354"/>
            <p:cNvSpPr>
              <a:spLocks/>
            </p:cNvSpPr>
            <p:nvPr>
              <p:custDataLst>
                <p:tags r:id="rId72"/>
              </p:custDataLst>
            </p:nvPr>
          </p:nvSpPr>
          <p:spPr bwMode="auto">
            <a:xfrm>
              <a:off x="8224839" y="3600451"/>
              <a:ext cx="49213" cy="220663"/>
            </a:xfrm>
            <a:custGeom>
              <a:avLst/>
              <a:gdLst>
                <a:gd name="T0" fmla="*/ 107 w 107"/>
                <a:gd name="T1" fmla="*/ 5 h 352"/>
                <a:gd name="T2" fmla="*/ 100 w 107"/>
                <a:gd name="T3" fmla="*/ 0 h 352"/>
                <a:gd name="T4" fmla="*/ 39 w 107"/>
                <a:gd name="T5" fmla="*/ 5 h 352"/>
                <a:gd name="T6" fmla="*/ 30 w 107"/>
                <a:gd name="T7" fmla="*/ 15 h 352"/>
                <a:gd name="T8" fmla="*/ 42 w 107"/>
                <a:gd name="T9" fmla="*/ 21 h 352"/>
                <a:gd name="T10" fmla="*/ 67 w 107"/>
                <a:gd name="T11" fmla="*/ 29 h 352"/>
                <a:gd name="T12" fmla="*/ 65 w 107"/>
                <a:gd name="T13" fmla="*/ 39 h 352"/>
                <a:gd name="T14" fmla="*/ 2 w 107"/>
                <a:gd name="T15" fmla="*/ 289 h 352"/>
                <a:gd name="T16" fmla="*/ 0 w 107"/>
                <a:gd name="T17" fmla="*/ 306 h 352"/>
                <a:gd name="T18" fmla="*/ 45 w 107"/>
                <a:gd name="T19" fmla="*/ 352 h 352"/>
                <a:gd name="T20" fmla="*/ 83 w 107"/>
                <a:gd name="T21" fmla="*/ 324 h 352"/>
                <a:gd name="T22" fmla="*/ 98 w 107"/>
                <a:gd name="T23" fmla="*/ 275 h 352"/>
                <a:gd name="T24" fmla="*/ 92 w 107"/>
                <a:gd name="T25" fmla="*/ 270 h 352"/>
                <a:gd name="T26" fmla="*/ 85 w 107"/>
                <a:gd name="T27" fmla="*/ 279 h 352"/>
                <a:gd name="T28" fmla="*/ 47 w 107"/>
                <a:gd name="T29" fmla="*/ 341 h 352"/>
                <a:gd name="T30" fmla="*/ 32 w 107"/>
                <a:gd name="T31" fmla="*/ 318 h 352"/>
                <a:gd name="T32" fmla="*/ 35 w 107"/>
                <a:gd name="T33" fmla="*/ 294 h 352"/>
                <a:gd name="T34" fmla="*/ 107 w 107"/>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352">
                  <a:moveTo>
                    <a:pt x="107" y="5"/>
                  </a:moveTo>
                  <a:cubicBezTo>
                    <a:pt x="107" y="5"/>
                    <a:pt x="107" y="0"/>
                    <a:pt x="100" y="0"/>
                  </a:cubicBezTo>
                  <a:cubicBezTo>
                    <a:pt x="89" y="0"/>
                    <a:pt x="52" y="4"/>
                    <a:pt x="39" y="5"/>
                  </a:cubicBezTo>
                  <a:cubicBezTo>
                    <a:pt x="35" y="5"/>
                    <a:pt x="30" y="6"/>
                    <a:pt x="30" y="15"/>
                  </a:cubicBezTo>
                  <a:cubicBezTo>
                    <a:pt x="30" y="21"/>
                    <a:pt x="35" y="21"/>
                    <a:pt x="42" y="21"/>
                  </a:cubicBezTo>
                  <a:cubicBezTo>
                    <a:pt x="66" y="21"/>
                    <a:pt x="67" y="25"/>
                    <a:pt x="67" y="29"/>
                  </a:cubicBezTo>
                  <a:lnTo>
                    <a:pt x="65" y="39"/>
                  </a:lnTo>
                  <a:lnTo>
                    <a:pt x="2" y="289"/>
                  </a:lnTo>
                  <a:cubicBezTo>
                    <a:pt x="1" y="295"/>
                    <a:pt x="0" y="298"/>
                    <a:pt x="0" y="306"/>
                  </a:cubicBezTo>
                  <a:cubicBezTo>
                    <a:pt x="0" y="335"/>
                    <a:pt x="22" y="352"/>
                    <a:pt x="45" y="352"/>
                  </a:cubicBezTo>
                  <a:cubicBezTo>
                    <a:pt x="62" y="352"/>
                    <a:pt x="74" y="342"/>
                    <a:pt x="83" y="324"/>
                  </a:cubicBezTo>
                  <a:cubicBezTo>
                    <a:pt x="92" y="305"/>
                    <a:pt x="98" y="276"/>
                    <a:pt x="98" y="275"/>
                  </a:cubicBezTo>
                  <a:cubicBezTo>
                    <a:pt x="98" y="270"/>
                    <a:pt x="93" y="270"/>
                    <a:pt x="92" y="270"/>
                  </a:cubicBezTo>
                  <a:cubicBezTo>
                    <a:pt x="87" y="270"/>
                    <a:pt x="86" y="272"/>
                    <a:pt x="85" y="279"/>
                  </a:cubicBezTo>
                  <a:cubicBezTo>
                    <a:pt x="76" y="312"/>
                    <a:pt x="67" y="341"/>
                    <a:pt x="47" y="341"/>
                  </a:cubicBezTo>
                  <a:cubicBezTo>
                    <a:pt x="32" y="341"/>
                    <a:pt x="32" y="325"/>
                    <a:pt x="32" y="318"/>
                  </a:cubicBezTo>
                  <a:cubicBezTo>
                    <a:pt x="32" y="306"/>
                    <a:pt x="32" y="304"/>
                    <a:pt x="35" y="294"/>
                  </a:cubicBezTo>
                  <a:lnTo>
                    <a:pt x="107"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9" name="Freeform 355"/>
            <p:cNvSpPr>
              <a:spLocks noEditPoints="1"/>
            </p:cNvSpPr>
            <p:nvPr>
              <p:custDataLst>
                <p:tags r:id="rId73"/>
              </p:custDataLst>
            </p:nvPr>
          </p:nvSpPr>
          <p:spPr bwMode="auto">
            <a:xfrm>
              <a:off x="8297864" y="3679826"/>
              <a:ext cx="87313" cy="141288"/>
            </a:xfrm>
            <a:custGeom>
              <a:avLst/>
              <a:gdLst>
                <a:gd name="T0" fmla="*/ 70 w 191"/>
                <a:gd name="T1" fmla="*/ 105 h 226"/>
                <a:gd name="T2" fmla="*/ 146 w 191"/>
                <a:gd name="T3" fmla="*/ 94 h 226"/>
                <a:gd name="T4" fmla="*/ 184 w 191"/>
                <a:gd name="T5" fmla="*/ 42 h 226"/>
                <a:gd name="T6" fmla="*/ 130 w 191"/>
                <a:gd name="T7" fmla="*/ 0 h 226"/>
                <a:gd name="T8" fmla="*/ 0 w 191"/>
                <a:gd name="T9" fmla="*/ 136 h 226"/>
                <a:gd name="T10" fmla="*/ 78 w 191"/>
                <a:gd name="T11" fmla="*/ 226 h 226"/>
                <a:gd name="T12" fmla="*/ 191 w 191"/>
                <a:gd name="T13" fmla="*/ 167 h 226"/>
                <a:gd name="T14" fmla="*/ 185 w 191"/>
                <a:gd name="T15" fmla="*/ 161 h 226"/>
                <a:gd name="T16" fmla="*/ 179 w 191"/>
                <a:gd name="T17" fmla="*/ 166 h 226"/>
                <a:gd name="T18" fmla="*/ 79 w 191"/>
                <a:gd name="T19" fmla="*/ 215 h 226"/>
                <a:gd name="T20" fmla="*/ 35 w 191"/>
                <a:gd name="T21" fmla="*/ 157 h 226"/>
                <a:gd name="T22" fmla="*/ 43 w 191"/>
                <a:gd name="T23" fmla="*/ 105 h 226"/>
                <a:gd name="T24" fmla="*/ 70 w 191"/>
                <a:gd name="T25" fmla="*/ 105 h 226"/>
                <a:gd name="T26" fmla="*/ 46 w 191"/>
                <a:gd name="T27" fmla="*/ 94 h 226"/>
                <a:gd name="T28" fmla="*/ 130 w 191"/>
                <a:gd name="T29" fmla="*/ 11 h 226"/>
                <a:gd name="T30" fmla="*/ 167 w 191"/>
                <a:gd name="T31" fmla="*/ 42 h 226"/>
                <a:gd name="T32" fmla="*/ 67 w 191"/>
                <a:gd name="T33" fmla="*/ 94 h 226"/>
                <a:gd name="T34" fmla="*/ 46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4" y="105"/>
                    <a:pt x="121" y="104"/>
                    <a:pt x="146" y="94"/>
                  </a:cubicBezTo>
                  <a:cubicBezTo>
                    <a:pt x="181" y="79"/>
                    <a:pt x="184" y="49"/>
                    <a:pt x="184" y="42"/>
                  </a:cubicBezTo>
                  <a:cubicBezTo>
                    <a:pt x="184" y="20"/>
                    <a:pt x="165" y="0"/>
                    <a:pt x="130" y="0"/>
                  </a:cubicBezTo>
                  <a:cubicBezTo>
                    <a:pt x="75" y="0"/>
                    <a:pt x="0" y="48"/>
                    <a:pt x="0" y="136"/>
                  </a:cubicBezTo>
                  <a:cubicBezTo>
                    <a:pt x="0" y="187"/>
                    <a:pt x="29" y="226"/>
                    <a:pt x="78" y="226"/>
                  </a:cubicBezTo>
                  <a:cubicBezTo>
                    <a:pt x="149" y="226"/>
                    <a:pt x="191" y="173"/>
                    <a:pt x="191" y="167"/>
                  </a:cubicBezTo>
                  <a:cubicBezTo>
                    <a:pt x="191" y="164"/>
                    <a:pt x="188" y="161"/>
                    <a:pt x="185" y="161"/>
                  </a:cubicBezTo>
                  <a:cubicBezTo>
                    <a:pt x="183" y="161"/>
                    <a:pt x="182" y="162"/>
                    <a:pt x="179" y="166"/>
                  </a:cubicBezTo>
                  <a:cubicBezTo>
                    <a:pt x="139" y="215"/>
                    <a:pt x="85" y="215"/>
                    <a:pt x="79" y="215"/>
                  </a:cubicBezTo>
                  <a:cubicBezTo>
                    <a:pt x="40" y="215"/>
                    <a:pt x="35" y="173"/>
                    <a:pt x="35" y="157"/>
                  </a:cubicBezTo>
                  <a:cubicBezTo>
                    <a:pt x="35" y="151"/>
                    <a:pt x="36" y="136"/>
                    <a:pt x="43" y="105"/>
                  </a:cubicBezTo>
                  <a:lnTo>
                    <a:pt x="70" y="105"/>
                  </a:lnTo>
                  <a:close/>
                  <a:moveTo>
                    <a:pt x="46" y="94"/>
                  </a:moveTo>
                  <a:cubicBezTo>
                    <a:pt x="66" y="18"/>
                    <a:pt x="117" y="11"/>
                    <a:pt x="130" y="11"/>
                  </a:cubicBezTo>
                  <a:cubicBezTo>
                    <a:pt x="154" y="11"/>
                    <a:pt x="167" y="25"/>
                    <a:pt x="167" y="42"/>
                  </a:cubicBezTo>
                  <a:cubicBezTo>
                    <a:pt x="167" y="94"/>
                    <a:pt x="87" y="94"/>
                    <a:pt x="67" y="94"/>
                  </a:cubicBezTo>
                  <a:lnTo>
                    <a:pt x="46"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0" name="Freeform 356"/>
            <p:cNvSpPr>
              <a:spLocks/>
            </p:cNvSpPr>
            <p:nvPr>
              <p:custDataLst>
                <p:tags r:id="rId74"/>
              </p:custDataLst>
            </p:nvPr>
          </p:nvSpPr>
          <p:spPr bwMode="auto">
            <a:xfrm>
              <a:off x="8402639" y="3679826"/>
              <a:ext cx="88900" cy="141288"/>
            </a:xfrm>
            <a:custGeom>
              <a:avLst/>
              <a:gdLst>
                <a:gd name="T0" fmla="*/ 177 w 194"/>
                <a:gd name="T1" fmla="*/ 31 h 226"/>
                <a:gd name="T2" fmla="*/ 155 w 194"/>
                <a:gd name="T3" fmla="*/ 38 h 226"/>
                <a:gd name="T4" fmla="*/ 146 w 194"/>
                <a:gd name="T5" fmla="*/ 57 h 226"/>
                <a:gd name="T6" fmla="*/ 164 w 194"/>
                <a:gd name="T7" fmla="*/ 75 h 226"/>
                <a:gd name="T8" fmla="*/ 192 w 194"/>
                <a:gd name="T9" fmla="*/ 43 h 226"/>
                <a:gd name="T10" fmla="*/ 134 w 194"/>
                <a:gd name="T11" fmla="*/ 0 h 226"/>
                <a:gd name="T12" fmla="*/ 0 w 194"/>
                <a:gd name="T13" fmla="*/ 142 h 226"/>
                <a:gd name="T14" fmla="*/ 81 w 194"/>
                <a:gd name="T15" fmla="*/ 226 h 226"/>
                <a:gd name="T16" fmla="*/ 194 w 194"/>
                <a:gd name="T17" fmla="*/ 167 h 226"/>
                <a:gd name="T18" fmla="*/ 188 w 194"/>
                <a:gd name="T19" fmla="*/ 161 h 226"/>
                <a:gd name="T20" fmla="*/ 181 w 194"/>
                <a:gd name="T21" fmla="*/ 166 h 226"/>
                <a:gd name="T22" fmla="*/ 82 w 194"/>
                <a:gd name="T23" fmla="*/ 215 h 226"/>
                <a:gd name="T24" fmla="*/ 37 w 194"/>
                <a:gd name="T25" fmla="*/ 161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5"/>
                    <a:pt x="164" y="75"/>
                  </a:cubicBezTo>
                  <a:cubicBezTo>
                    <a:pt x="179" y="75"/>
                    <a:pt x="192" y="63"/>
                    <a:pt x="192" y="43"/>
                  </a:cubicBezTo>
                  <a:cubicBezTo>
                    <a:pt x="192" y="18"/>
                    <a:pt x="169" y="0"/>
                    <a:pt x="134" y="0"/>
                  </a:cubicBezTo>
                  <a:cubicBezTo>
                    <a:pt x="66" y="0"/>
                    <a:pt x="0" y="71"/>
                    <a:pt x="0" y="142"/>
                  </a:cubicBezTo>
                  <a:cubicBezTo>
                    <a:pt x="0" y="187"/>
                    <a:pt x="29" y="226"/>
                    <a:pt x="81" y="226"/>
                  </a:cubicBezTo>
                  <a:cubicBezTo>
                    <a:pt x="152" y="226"/>
                    <a:pt x="194" y="173"/>
                    <a:pt x="194" y="167"/>
                  </a:cubicBezTo>
                  <a:cubicBezTo>
                    <a:pt x="194" y="164"/>
                    <a:pt x="191" y="161"/>
                    <a:pt x="188" y="161"/>
                  </a:cubicBezTo>
                  <a:cubicBezTo>
                    <a:pt x="185" y="161"/>
                    <a:pt x="184" y="162"/>
                    <a:pt x="181" y="166"/>
                  </a:cubicBezTo>
                  <a:cubicBezTo>
                    <a:pt x="142" y="215"/>
                    <a:pt x="88" y="215"/>
                    <a:pt x="82" y="215"/>
                  </a:cubicBezTo>
                  <a:cubicBezTo>
                    <a:pt x="50" y="215"/>
                    <a:pt x="37" y="191"/>
                    <a:pt x="37" y="161"/>
                  </a:cubicBezTo>
                  <a:cubicBezTo>
                    <a:pt x="37" y="140"/>
                    <a:pt x="47" y="92"/>
                    <a:pt x="64" y="61"/>
                  </a:cubicBezTo>
                  <a:cubicBezTo>
                    <a:pt x="79" y="32"/>
                    <a:pt x="107"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1" name="Freeform 357"/>
            <p:cNvSpPr>
              <a:spLocks/>
            </p:cNvSpPr>
            <p:nvPr>
              <p:custDataLst>
                <p:tags r:id="rId75"/>
              </p:custDataLst>
            </p:nvPr>
          </p:nvSpPr>
          <p:spPr bwMode="auto">
            <a:xfrm>
              <a:off x="8504239" y="3582988"/>
              <a:ext cx="53975" cy="312738"/>
            </a:xfrm>
            <a:custGeom>
              <a:avLst/>
              <a:gdLst>
                <a:gd name="T0" fmla="*/ 116 w 116"/>
                <a:gd name="T1" fmla="*/ 250 h 499"/>
                <a:gd name="T2" fmla="*/ 83 w 116"/>
                <a:gd name="T3" fmla="*/ 94 h 499"/>
                <a:gd name="T4" fmla="*/ 5 w 116"/>
                <a:gd name="T5" fmla="*/ 0 h 499"/>
                <a:gd name="T6" fmla="*/ 0 w 116"/>
                <a:gd name="T7" fmla="*/ 5 h 499"/>
                <a:gd name="T8" fmla="*/ 10 w 116"/>
                <a:gd name="T9" fmla="*/ 16 h 499"/>
                <a:gd name="T10" fmla="*/ 87 w 116"/>
                <a:gd name="T11" fmla="*/ 250 h 499"/>
                <a:gd name="T12" fmla="*/ 7 w 116"/>
                <a:gd name="T13" fmla="*/ 486 h 499"/>
                <a:gd name="T14" fmla="*/ 0 w 116"/>
                <a:gd name="T15" fmla="*/ 494 h 499"/>
                <a:gd name="T16" fmla="*/ 5 w 116"/>
                <a:gd name="T17" fmla="*/ 499 h 499"/>
                <a:gd name="T18" fmla="*/ 85 w 116"/>
                <a:gd name="T19" fmla="*/ 402 h 499"/>
                <a:gd name="T20" fmla="*/ 116 w 116"/>
                <a:gd name="T21" fmla="*/ 25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50"/>
                  </a:moveTo>
                  <a:cubicBezTo>
                    <a:pt x="116" y="211"/>
                    <a:pt x="111" y="150"/>
                    <a:pt x="83" y="94"/>
                  </a:cubicBezTo>
                  <a:cubicBezTo>
                    <a:pt x="53" y="32"/>
                    <a:pt x="10" y="0"/>
                    <a:pt x="5" y="0"/>
                  </a:cubicBezTo>
                  <a:cubicBezTo>
                    <a:pt x="2" y="0"/>
                    <a:pt x="0" y="2"/>
                    <a:pt x="0" y="5"/>
                  </a:cubicBezTo>
                  <a:cubicBezTo>
                    <a:pt x="0" y="6"/>
                    <a:pt x="0" y="7"/>
                    <a:pt x="10" y="16"/>
                  </a:cubicBezTo>
                  <a:cubicBezTo>
                    <a:pt x="59" y="66"/>
                    <a:pt x="87" y="145"/>
                    <a:pt x="87" y="250"/>
                  </a:cubicBezTo>
                  <a:cubicBezTo>
                    <a:pt x="87" y="335"/>
                    <a:pt x="69" y="423"/>
                    <a:pt x="7" y="486"/>
                  </a:cubicBezTo>
                  <a:cubicBezTo>
                    <a:pt x="0" y="492"/>
                    <a:pt x="0" y="493"/>
                    <a:pt x="0" y="494"/>
                  </a:cubicBezTo>
                  <a:cubicBezTo>
                    <a:pt x="0" y="497"/>
                    <a:pt x="2" y="499"/>
                    <a:pt x="5" y="499"/>
                  </a:cubicBezTo>
                  <a:cubicBezTo>
                    <a:pt x="10" y="499"/>
                    <a:pt x="55" y="465"/>
                    <a:pt x="85" y="402"/>
                  </a:cubicBezTo>
                  <a:cubicBezTo>
                    <a:pt x="110" y="347"/>
                    <a:pt x="116" y="292"/>
                    <a:pt x="116" y="25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2" name="Freeform 358"/>
            <p:cNvSpPr>
              <a:spLocks/>
            </p:cNvSpPr>
            <p:nvPr>
              <p:custDataLst>
                <p:tags r:id="rId76"/>
              </p:custDataLst>
            </p:nvPr>
          </p:nvSpPr>
          <p:spPr bwMode="auto">
            <a:xfrm>
              <a:off x="8593139" y="3582988"/>
              <a:ext cx="53975" cy="312738"/>
            </a:xfrm>
            <a:custGeom>
              <a:avLst/>
              <a:gdLst>
                <a:gd name="T0" fmla="*/ 116 w 116"/>
                <a:gd name="T1" fmla="*/ 250 h 499"/>
                <a:gd name="T2" fmla="*/ 83 w 116"/>
                <a:gd name="T3" fmla="*/ 94 h 499"/>
                <a:gd name="T4" fmla="*/ 5 w 116"/>
                <a:gd name="T5" fmla="*/ 0 h 499"/>
                <a:gd name="T6" fmla="*/ 0 w 116"/>
                <a:gd name="T7" fmla="*/ 5 h 499"/>
                <a:gd name="T8" fmla="*/ 10 w 116"/>
                <a:gd name="T9" fmla="*/ 16 h 499"/>
                <a:gd name="T10" fmla="*/ 87 w 116"/>
                <a:gd name="T11" fmla="*/ 250 h 499"/>
                <a:gd name="T12" fmla="*/ 7 w 116"/>
                <a:gd name="T13" fmla="*/ 486 h 499"/>
                <a:gd name="T14" fmla="*/ 0 w 116"/>
                <a:gd name="T15" fmla="*/ 494 h 499"/>
                <a:gd name="T16" fmla="*/ 5 w 116"/>
                <a:gd name="T17" fmla="*/ 499 h 499"/>
                <a:gd name="T18" fmla="*/ 84 w 116"/>
                <a:gd name="T19" fmla="*/ 402 h 499"/>
                <a:gd name="T20" fmla="*/ 116 w 116"/>
                <a:gd name="T21" fmla="*/ 25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50"/>
                  </a:moveTo>
                  <a:cubicBezTo>
                    <a:pt x="116" y="211"/>
                    <a:pt x="110" y="150"/>
                    <a:pt x="83" y="94"/>
                  </a:cubicBezTo>
                  <a:cubicBezTo>
                    <a:pt x="53" y="32"/>
                    <a:pt x="10" y="0"/>
                    <a:pt x="5" y="0"/>
                  </a:cubicBezTo>
                  <a:cubicBezTo>
                    <a:pt x="2" y="0"/>
                    <a:pt x="0" y="2"/>
                    <a:pt x="0" y="5"/>
                  </a:cubicBezTo>
                  <a:cubicBezTo>
                    <a:pt x="0" y="6"/>
                    <a:pt x="0" y="7"/>
                    <a:pt x="10" y="16"/>
                  </a:cubicBezTo>
                  <a:cubicBezTo>
                    <a:pt x="58" y="66"/>
                    <a:pt x="87" y="145"/>
                    <a:pt x="87" y="250"/>
                  </a:cubicBezTo>
                  <a:cubicBezTo>
                    <a:pt x="87" y="335"/>
                    <a:pt x="68" y="423"/>
                    <a:pt x="7" y="486"/>
                  </a:cubicBezTo>
                  <a:cubicBezTo>
                    <a:pt x="0" y="492"/>
                    <a:pt x="0" y="493"/>
                    <a:pt x="0" y="494"/>
                  </a:cubicBezTo>
                  <a:cubicBezTo>
                    <a:pt x="0" y="497"/>
                    <a:pt x="2" y="499"/>
                    <a:pt x="5" y="499"/>
                  </a:cubicBezTo>
                  <a:cubicBezTo>
                    <a:pt x="10" y="499"/>
                    <a:pt x="55" y="465"/>
                    <a:pt x="84" y="402"/>
                  </a:cubicBezTo>
                  <a:cubicBezTo>
                    <a:pt x="110" y="347"/>
                    <a:pt x="116" y="292"/>
                    <a:pt x="116" y="25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0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80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p:bldP spid="128005" grpId="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5170" name="AutoShape 2"/>
          <p:cNvSpPr>
            <a:spLocks noGrp="1" noChangeArrowheads="1"/>
          </p:cNvSpPr>
          <p:nvPr>
            <p:ph type="title"/>
          </p:nvPr>
        </p:nvSpPr>
        <p:spPr/>
        <p:txBody>
          <a:bodyPr/>
          <a:lstStyle/>
          <a:p>
            <a:r>
              <a:rPr lang="sl-SI" sz="2800"/>
              <a:t>SQL</a:t>
            </a:r>
            <a:r>
              <a:rPr lang="en-US" sz="2800"/>
              <a:t> (</a:t>
            </a:r>
            <a:r>
              <a:rPr lang="en-US" sz="2800" err="1"/>
              <a:t>gnezdene</a:t>
            </a:r>
            <a:r>
              <a:rPr lang="en-US" sz="2800"/>
              <a:t> </a:t>
            </a:r>
            <a:r>
              <a:rPr lang="en-US" sz="2800" err="1"/>
              <a:t>poizvedbe</a:t>
            </a:r>
            <a:r>
              <a:rPr lang="sl-SI" sz="2800"/>
              <a:t>, kvantifikacija)</a:t>
            </a:r>
            <a:endParaRPr lang="en-US" sz="2800"/>
          </a:p>
        </p:txBody>
      </p:sp>
      <p:sp>
        <p:nvSpPr>
          <p:cNvPr id="135171" name="Rectangle 3"/>
          <p:cNvSpPr>
            <a:spLocks noGrp="1" noChangeArrowheads="1"/>
          </p:cNvSpPr>
          <p:nvPr>
            <p:ph sz="quarter" idx="2"/>
          </p:nvPr>
        </p:nvSpPr>
        <p:spPr>
          <a:xfrm>
            <a:off x="762000" y="3886200"/>
            <a:ext cx="57150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a:latin typeface="Courier New" pitchFamily="49" charset="0"/>
              </a:rPr>
              <a:t>ime</a:t>
            </a:r>
            <a:endParaRPr lang="en-US" sz="1600" b="1">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sl-SI" sz="1600" err="1">
                <a:latin typeface="Courier New" pitchFamily="49" charset="0"/>
              </a:rPr>
              <a:t>jid</a:t>
            </a:r>
            <a:r>
              <a:rPr lang="sl-SI" sz="1600">
                <a:latin typeface="Courier New" pitchFamily="49" charset="0"/>
              </a:rPr>
              <a:t> </a:t>
            </a:r>
            <a:r>
              <a:rPr lang="sl-SI" sz="1600" b="1">
                <a:latin typeface="Courier New" pitchFamily="49" charset="0"/>
              </a:rPr>
              <a:t>NOT</a:t>
            </a:r>
            <a:r>
              <a:rPr lang="sl-SI" sz="1600">
                <a:latin typeface="Courier New" pitchFamily="49" charset="0"/>
              </a:rPr>
              <a:t> </a:t>
            </a:r>
            <a:r>
              <a:rPr lang="sl-SI" sz="1600" b="1">
                <a:latin typeface="Courier New" pitchFamily="49" charset="0"/>
              </a:rPr>
              <a:t>IN</a:t>
            </a:r>
            <a:r>
              <a:rPr lang="sl-SI" sz="1600">
                <a:latin typeface="Courier New" pitchFamily="49" charset="0"/>
              </a:rPr>
              <a:t> </a:t>
            </a:r>
            <a:r>
              <a:rPr lang="en-US" sz="1600">
                <a:latin typeface="Courier New" pitchFamily="49" charset="0"/>
              </a:rPr>
              <a:t>  -- </a:t>
            </a:r>
            <a:r>
              <a:rPr lang="en-US" sz="1600" err="1">
                <a:latin typeface="Courier New" pitchFamily="49" charset="0"/>
              </a:rPr>
              <a:t>Mnozica</a:t>
            </a:r>
            <a:r>
              <a:rPr lang="en-US" sz="1600">
                <a:latin typeface="Courier New" pitchFamily="49" charset="0"/>
              </a:rPr>
              <a:t> </a:t>
            </a:r>
            <a:r>
              <a:rPr lang="en-US" sz="1600" err="1">
                <a:latin typeface="Courier New" pitchFamily="49" charset="0"/>
              </a:rPr>
              <a:t>rezervacij</a:t>
            </a:r>
            <a:r>
              <a:rPr lang="en-US" sz="1600">
                <a:latin typeface="Courier New" pitchFamily="49" charset="0"/>
              </a:rPr>
              <a:t> </a:t>
            </a:r>
            <a:endParaRPr lang="sl-SI" sz="1600">
              <a:latin typeface="Courier New" pitchFamily="49" charset="0"/>
            </a:endParaRP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a:t>
            </a:r>
            <a:r>
              <a:rPr lang="sl-SI" sz="1600" err="1">
                <a:latin typeface="Courier New" pitchFamily="49" charset="0"/>
              </a:rPr>
              <a:t>jid</a:t>
            </a:r>
            <a:r>
              <a:rPr lang="sl-SI" sz="1600">
                <a:latin typeface="Courier New" pitchFamily="49" charset="0"/>
              </a:rPr>
              <a:t> </a:t>
            </a:r>
            <a:r>
              <a:rPr lang="en-US" sz="1600">
                <a:latin typeface="Courier New" pitchFamily="49" charset="0"/>
              </a:rPr>
              <a:t>    -- </a:t>
            </a:r>
            <a:r>
              <a:rPr lang="en-US" sz="1600" err="1">
                <a:latin typeface="Courier New" pitchFamily="49" charset="0"/>
              </a:rPr>
              <a:t>rdecih</a:t>
            </a:r>
            <a:r>
              <a:rPr lang="en-US" sz="1600">
                <a:latin typeface="Courier New" pitchFamily="49" charset="0"/>
              </a:rPr>
              <a:t> </a:t>
            </a:r>
            <a:r>
              <a:rPr lang="en-US" sz="1600" err="1">
                <a:latin typeface="Courier New" pitchFamily="49" charset="0"/>
              </a:rPr>
              <a:t>colnov</a:t>
            </a:r>
            <a:endParaRPr lang="sl-SI" sz="1600">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	 </a:t>
            </a:r>
            <a:r>
              <a:rPr lang="sl-SI" sz="1600" b="1">
                <a:latin typeface="Courier New" pitchFamily="49" charset="0"/>
              </a:rPr>
              <a:t>FROM</a:t>
            </a:r>
            <a:r>
              <a:rPr lang="sl-SI" sz="1600">
                <a:latin typeface="Courier New" pitchFamily="49" charset="0"/>
              </a:rPr>
              <a:t> rezervacija</a:t>
            </a:r>
          </a:p>
          <a:p>
            <a:pPr>
              <a:buFont typeface="Wingdings" pitchFamily="2" charset="2"/>
              <a:buNone/>
            </a:pPr>
            <a:r>
              <a:rPr lang="sl-SI" sz="1600">
                <a:latin typeface="Courier New" pitchFamily="49" charset="0"/>
              </a:rPr>
              <a:t> </a:t>
            </a:r>
            <a:r>
              <a:rPr lang="en-US" sz="1600">
                <a:latin typeface="Courier New" pitchFamily="49" charset="0"/>
              </a:rPr>
              <a:t>	 </a:t>
            </a:r>
            <a:r>
              <a:rPr lang="sl-SI" sz="1600" b="1">
                <a:latin typeface="Courier New" pitchFamily="49" charset="0"/>
              </a:rPr>
              <a:t>WHERE</a:t>
            </a:r>
            <a:r>
              <a:rPr lang="sl-SI" sz="1600">
                <a:latin typeface="Courier New" pitchFamily="49" charset="0"/>
              </a:rPr>
              <a:t> </a:t>
            </a:r>
            <a:r>
              <a:rPr lang="sl-SI" sz="1600" err="1">
                <a:latin typeface="Courier New" pitchFamily="49" charset="0"/>
              </a:rPr>
              <a:t>cid</a:t>
            </a:r>
            <a:r>
              <a:rPr lang="sl-SI" sz="1600">
                <a:latin typeface="Courier New" pitchFamily="49" charset="0"/>
              </a:rPr>
              <a:t> </a:t>
            </a:r>
            <a:r>
              <a:rPr lang="sl-SI" sz="1600" b="1">
                <a:latin typeface="Courier New" pitchFamily="49" charset="0"/>
              </a:rPr>
              <a:t>IN</a:t>
            </a:r>
            <a:r>
              <a:rPr lang="en-US" sz="1600">
                <a:latin typeface="Courier New" pitchFamily="49" charset="0"/>
              </a:rPr>
              <a:t>   -- </a:t>
            </a:r>
            <a:r>
              <a:rPr lang="en-US" sz="1600" err="1">
                <a:latin typeface="Courier New" pitchFamily="49" charset="0"/>
              </a:rPr>
              <a:t>Mnozica</a:t>
            </a:r>
            <a:r>
              <a:rPr lang="en-US" sz="1600">
                <a:latin typeface="Courier New" pitchFamily="49" charset="0"/>
              </a:rPr>
              <a:t> </a:t>
            </a:r>
            <a:r>
              <a:rPr lang="en-US" sz="1600" err="1">
                <a:latin typeface="Courier New" pitchFamily="49" charset="0"/>
              </a:rPr>
              <a:t>rdecih</a:t>
            </a:r>
            <a:r>
              <a:rPr lang="en-US" sz="1600">
                <a:latin typeface="Courier New" pitchFamily="49" charset="0"/>
              </a:rPr>
              <a:t> </a:t>
            </a:r>
            <a:r>
              <a:rPr lang="en-US" sz="1600" err="1">
                <a:latin typeface="Courier New" pitchFamily="49" charset="0"/>
              </a:rPr>
              <a:t>colnov</a:t>
            </a:r>
            <a:endParaRPr lang="sl-SI" sz="1600">
              <a:latin typeface="Courier New" pitchFamily="49" charset="0"/>
            </a:endParaRP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a:t>
            </a:r>
            <a:r>
              <a:rPr lang="sl-SI" sz="1600" err="1">
                <a:latin typeface="Courier New" pitchFamily="49" charset="0"/>
              </a:rPr>
              <a:t>cid</a:t>
            </a:r>
            <a:endParaRPr lang="sl-SI" sz="1600">
              <a:latin typeface="Courier New" pitchFamily="49" charset="0"/>
            </a:endParaRPr>
          </a:p>
          <a:p>
            <a:pPr>
              <a:buFont typeface="Wingdings" pitchFamily="2" charset="2"/>
              <a:buNone/>
            </a:pPr>
            <a:r>
              <a:rPr lang="en-US" sz="1600">
                <a:latin typeface="Courier New" pitchFamily="49" charset="0"/>
              </a:rPr>
              <a:t>		 </a:t>
            </a:r>
            <a:r>
              <a:rPr lang="sl-SI" sz="1600" b="1">
                <a:latin typeface="Courier New" pitchFamily="49" charset="0"/>
              </a:rPr>
              <a:t>FROM</a:t>
            </a:r>
            <a:r>
              <a:rPr lang="sl-SI" sz="1600">
                <a:latin typeface="Courier New" pitchFamily="49" charset="0"/>
              </a:rPr>
              <a:t> </a:t>
            </a:r>
            <a:r>
              <a:rPr lang="sl-SI" sz="1600" err="1">
                <a:latin typeface="Courier New" pitchFamily="49" charset="0"/>
              </a:rPr>
              <a:t>coln</a:t>
            </a:r>
            <a:endParaRPr lang="sl-SI" sz="1600">
              <a:latin typeface="Courier New" pitchFamily="49" charset="0"/>
            </a:endParaRPr>
          </a:p>
          <a:p>
            <a:pPr>
              <a:buFont typeface="Wingdings" pitchFamily="2" charset="2"/>
              <a:buNone/>
            </a:pPr>
            <a:r>
              <a:rPr lang="en-US" sz="1600">
                <a:latin typeface="Courier New" pitchFamily="49" charset="0"/>
              </a:rPr>
              <a:t>		 </a:t>
            </a:r>
            <a:r>
              <a:rPr lang="sl-SI" sz="1600" b="1">
                <a:latin typeface="Courier New" pitchFamily="49" charset="0"/>
              </a:rPr>
              <a:t>WHERE</a:t>
            </a:r>
            <a:r>
              <a:rPr lang="sl-SI" sz="1600">
                <a:latin typeface="Courier New" pitchFamily="49" charset="0"/>
              </a:rPr>
              <a:t> barva</a:t>
            </a:r>
            <a:r>
              <a:rPr lang="en-US" sz="1600">
                <a:latin typeface="Courier New" pitchFamily="49" charset="0"/>
              </a:rPr>
              <a:t>='</a:t>
            </a:r>
            <a:r>
              <a:rPr lang="en-US" sz="1600" err="1">
                <a:latin typeface="Courier New" pitchFamily="49" charset="0"/>
              </a:rPr>
              <a:t>rdeca</a:t>
            </a:r>
            <a:r>
              <a:rPr lang="en-US" sz="1600">
                <a:latin typeface="Courier New" pitchFamily="49" charset="0"/>
              </a:rPr>
              <a:t>'</a:t>
            </a:r>
            <a:r>
              <a:rPr lang="sl-SI" sz="1600">
                <a:latin typeface="Courier New" pitchFamily="49" charset="0"/>
              </a:rPr>
              <a:t>)</a:t>
            </a:r>
            <a:r>
              <a:rPr lang="en-US" sz="1600">
                <a:latin typeface="Courier New" pitchFamily="49" charset="0"/>
              </a:rPr>
              <a:t>);</a:t>
            </a:r>
          </a:p>
        </p:txBody>
      </p:sp>
      <p:sp>
        <p:nvSpPr>
          <p:cNvPr id="135172" name="Rectangle 4"/>
          <p:cNvSpPr>
            <a:spLocks noGrp="1" noChangeArrowheads="1"/>
          </p:cNvSpPr>
          <p:nvPr>
            <p:ph type="body" sz="half" idx="3"/>
          </p:nvPr>
        </p:nvSpPr>
        <p:spPr>
          <a:xfrm>
            <a:off x="762000" y="2362200"/>
            <a:ext cx="5181600" cy="1295400"/>
          </a:xfrm>
        </p:spPr>
        <p:txBody>
          <a:bodyPr/>
          <a:lstStyle/>
          <a:p>
            <a:r>
              <a:rPr lang="sl-SI" sz="2400"/>
              <a:t>Poišči imena jadralcev, ki nikoli niso rezervirali nobenega </a:t>
            </a:r>
            <a:r>
              <a:rPr lang="en-US" sz="2400" err="1"/>
              <a:t>rde</a:t>
            </a:r>
            <a:r>
              <a:rPr lang="sl-SI" sz="2400" err="1"/>
              <a:t>čega</a:t>
            </a:r>
            <a:r>
              <a:rPr lang="sl-SI" sz="2400"/>
              <a:t> čoln. Kvantificirano: nobenega!</a:t>
            </a:r>
            <a:endParaRPr lang="en-US" sz="2400"/>
          </a:p>
        </p:txBody>
      </p:sp>
      <p:sp>
        <p:nvSpPr>
          <p:cNvPr id="135173" name="Text Box 5"/>
          <p:cNvSpPr txBox="1">
            <a:spLocks noChangeArrowheads="1"/>
          </p:cNvSpPr>
          <p:nvPr/>
        </p:nvSpPr>
        <p:spPr bwMode="auto">
          <a:xfrm>
            <a:off x="6400800" y="3048000"/>
            <a:ext cx="3124200" cy="27813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Borut   |</a:t>
            </a:r>
          </a:p>
          <a:p>
            <a:pPr algn="l"/>
            <a:r>
              <a:rPr lang="en-US" sz="1600">
                <a:latin typeface="Courier New" pitchFamily="49" charset="0"/>
              </a:rPr>
              <a:t>| Andrej  |</a:t>
            </a:r>
          </a:p>
          <a:p>
            <a:pPr algn="l"/>
            <a:r>
              <a:rPr lang="en-US" sz="1600">
                <a:latin typeface="Courier New" pitchFamily="49" charset="0"/>
              </a:rPr>
              <a:t>| Rajko   |</a:t>
            </a:r>
          </a:p>
          <a:p>
            <a:pPr algn="l"/>
            <a:r>
              <a:rPr lang="en-US" sz="1600">
                <a:latin typeface="Courier New" pitchFamily="49" charset="0"/>
              </a:rPr>
              <a:t>| Zdravko |</a:t>
            </a:r>
          </a:p>
          <a:p>
            <a:pPr algn="l"/>
            <a:r>
              <a:rPr lang="en-US" sz="1600">
                <a:latin typeface="Courier New" pitchFamily="49" charset="0"/>
              </a:rPr>
              <a:t>| Henrik  |</a:t>
            </a:r>
          </a:p>
          <a:p>
            <a:pPr algn="l"/>
            <a:r>
              <a:rPr lang="en-US" sz="1600">
                <a:latin typeface="Courier New" pitchFamily="49" charset="0"/>
              </a:rPr>
              <a:t>| Anze    |</a:t>
            </a:r>
          </a:p>
          <a:p>
            <a:pPr algn="l"/>
            <a:r>
              <a:rPr lang="en-US" sz="1600">
                <a:latin typeface="Courier New" pitchFamily="49" charset="0"/>
              </a:rPr>
              <a:t>| Bine    |</a:t>
            </a:r>
          </a:p>
          <a:p>
            <a:pPr algn="l"/>
            <a:r>
              <a:rPr lang="en-US" sz="1600">
                <a:latin typeface="Courier New" pitchFamily="49" charset="0"/>
              </a:rPr>
              <a:t>+---------+</a:t>
            </a:r>
          </a:p>
        </p:txBody>
      </p:sp>
      <p:sp>
        <p:nvSpPr>
          <p:cNvPr id="135174" name="Text Box 6"/>
          <p:cNvSpPr txBox="1">
            <a:spLocks noChangeArrowheads="1"/>
          </p:cNvSpPr>
          <p:nvPr/>
        </p:nvSpPr>
        <p:spPr bwMode="auto">
          <a:xfrm>
            <a:off x="3145536" y="265112"/>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5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p:bldP spid="135173" grpId="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41314" name="AutoShape 2"/>
          <p:cNvSpPr>
            <a:spLocks noGrp="1" noChangeArrowheads="1"/>
          </p:cNvSpPr>
          <p:nvPr>
            <p:ph type="title"/>
          </p:nvPr>
        </p:nvSpPr>
        <p:spPr/>
        <p:txBody>
          <a:bodyPr/>
          <a:lstStyle/>
          <a:p>
            <a:r>
              <a:rPr lang="sl-SI" sz="2800"/>
              <a:t>SQL</a:t>
            </a:r>
            <a:r>
              <a:rPr lang="en-US" sz="2800"/>
              <a:t> (</a:t>
            </a:r>
            <a:r>
              <a:rPr lang="en-US" sz="2800" err="1"/>
              <a:t>gnezdene</a:t>
            </a:r>
            <a:r>
              <a:rPr lang="en-US" sz="2800"/>
              <a:t> </a:t>
            </a:r>
            <a:r>
              <a:rPr lang="en-US" sz="2800" err="1"/>
              <a:t>poizvedbe</a:t>
            </a:r>
            <a:r>
              <a:rPr lang="sl-SI" sz="2800"/>
              <a:t>, kvantifikacija)</a:t>
            </a:r>
            <a:endParaRPr lang="en-US" sz="2800"/>
          </a:p>
        </p:txBody>
      </p:sp>
      <p:sp>
        <p:nvSpPr>
          <p:cNvPr id="141315" name="Rectangle 3"/>
          <p:cNvSpPr>
            <a:spLocks noGrp="1" noChangeArrowheads="1"/>
          </p:cNvSpPr>
          <p:nvPr>
            <p:ph sz="quarter" idx="2"/>
          </p:nvPr>
        </p:nvSpPr>
        <p:spPr>
          <a:xfrm>
            <a:off x="836612" y="3276600"/>
            <a:ext cx="5454460" cy="1377696"/>
          </a:xfrm>
        </p:spPr>
        <p:txBody>
          <a:bodyPr/>
          <a:lstStyle/>
          <a:p>
            <a:pPr>
              <a:buFont typeface="Wingdings" pitchFamily="2" charset="2"/>
              <a:buNone/>
            </a:pPr>
            <a:r>
              <a:rPr lang="en-US" sz="1600" b="1" dirty="0">
                <a:latin typeface="Courier New" pitchFamily="49" charset="0"/>
              </a:rPr>
              <a:t>SELECT DISTINCT </a:t>
            </a:r>
            <a:r>
              <a:rPr lang="sl-SI" sz="1600" dirty="0" err="1">
                <a:latin typeface="Courier New" pitchFamily="49" charset="0"/>
              </a:rPr>
              <a:t>j.ime</a:t>
            </a:r>
            <a:endParaRPr lang="en-US" sz="1600" dirty="0">
              <a:latin typeface="Courier New" pitchFamily="49" charset="0"/>
            </a:endParaRPr>
          </a:p>
          <a:p>
            <a:pPr>
              <a:buFont typeface="Wingdings" pitchFamily="2" charset="2"/>
              <a:buNone/>
            </a:pPr>
            <a:r>
              <a:rPr lang="en-US" sz="1600" b="1" dirty="0">
                <a:latin typeface="Courier New" pitchFamily="49" charset="0"/>
              </a:rPr>
              <a:t>FROM</a:t>
            </a:r>
            <a:r>
              <a:rPr lang="en-US" sz="1600" dirty="0">
                <a:latin typeface="Courier New" pitchFamily="49" charset="0"/>
              </a:rPr>
              <a:t> j</a:t>
            </a:r>
            <a:r>
              <a:rPr lang="sl-SI" sz="1600" dirty="0">
                <a:latin typeface="Courier New" pitchFamily="49" charset="0"/>
              </a:rPr>
              <a:t>a</a:t>
            </a:r>
            <a:r>
              <a:rPr lang="en-US" sz="1600" dirty="0" err="1">
                <a:latin typeface="Courier New" pitchFamily="49" charset="0"/>
              </a:rPr>
              <a:t>dralec</a:t>
            </a:r>
            <a:r>
              <a:rPr lang="sl-SI" sz="1600" dirty="0">
                <a:latin typeface="Courier New" pitchFamily="49" charset="0"/>
              </a:rPr>
              <a:t> j, rezervacija r, </a:t>
            </a:r>
            <a:r>
              <a:rPr lang="sl-SI" sz="1600" dirty="0" err="1">
                <a:latin typeface="Courier New" pitchFamily="49" charset="0"/>
              </a:rPr>
              <a:t>coln</a:t>
            </a:r>
            <a:r>
              <a:rPr lang="sl-SI" sz="1600" dirty="0">
                <a:latin typeface="Courier New" pitchFamily="49" charset="0"/>
              </a:rPr>
              <a:t> c</a:t>
            </a:r>
            <a:endParaRPr lang="en-US" sz="1600" dirty="0">
              <a:latin typeface="Courier New" pitchFamily="49" charset="0"/>
            </a:endParaRPr>
          </a:p>
          <a:p>
            <a:pPr>
              <a:buFont typeface="Wingdings" pitchFamily="2" charset="2"/>
              <a:buNone/>
            </a:pPr>
            <a:r>
              <a:rPr lang="en-US" sz="1600" b="1" dirty="0">
                <a:latin typeface="Courier New" pitchFamily="49" charset="0"/>
              </a:rPr>
              <a:t>WHERE</a:t>
            </a:r>
            <a:r>
              <a:rPr lang="sl-SI" sz="1600" dirty="0">
                <a:latin typeface="Courier New" pitchFamily="49" charset="0"/>
              </a:rPr>
              <a:t> </a:t>
            </a:r>
            <a:r>
              <a:rPr lang="sl-SI" sz="1600" dirty="0" err="1">
                <a:latin typeface="Courier New" pitchFamily="49" charset="0"/>
              </a:rPr>
              <a:t>j.jid</a:t>
            </a:r>
            <a:r>
              <a:rPr lang="en-US" sz="1600" dirty="0">
                <a:latin typeface="Courier New" pitchFamily="49" charset="0"/>
              </a:rPr>
              <a:t>=</a:t>
            </a:r>
            <a:r>
              <a:rPr lang="sl-SI" sz="1600" dirty="0" err="1">
                <a:latin typeface="Courier New" pitchFamily="49" charset="0"/>
              </a:rPr>
              <a:t>r.jid</a:t>
            </a:r>
            <a:r>
              <a:rPr lang="sl-SI" sz="1600" dirty="0">
                <a:latin typeface="Courier New" pitchFamily="49" charset="0"/>
              </a:rPr>
              <a:t> </a:t>
            </a:r>
            <a:r>
              <a:rPr lang="en-US" sz="1600" b="1" dirty="0">
                <a:latin typeface="Courier New" pitchFamily="49" charset="0"/>
              </a:rPr>
              <a:t>AND</a:t>
            </a:r>
            <a:r>
              <a:rPr lang="en-US" sz="1600" dirty="0">
                <a:latin typeface="Courier New" pitchFamily="49" charset="0"/>
              </a:rPr>
              <a:t> </a:t>
            </a:r>
            <a:r>
              <a:rPr lang="en-US" sz="1600" dirty="0" err="1">
                <a:latin typeface="Courier New" pitchFamily="49" charset="0"/>
              </a:rPr>
              <a:t>r.cid</a:t>
            </a:r>
            <a:r>
              <a:rPr lang="en-US" sz="1600" dirty="0">
                <a:latin typeface="Courier New" pitchFamily="49" charset="0"/>
              </a:rPr>
              <a:t>=</a:t>
            </a:r>
            <a:r>
              <a:rPr lang="en-US" sz="1600" dirty="0" err="1">
                <a:latin typeface="Courier New" pitchFamily="49" charset="0"/>
              </a:rPr>
              <a:t>c.cid</a:t>
            </a:r>
            <a:r>
              <a:rPr lang="en-US" sz="1600" dirty="0">
                <a:latin typeface="Courier New" pitchFamily="49" charset="0"/>
              </a:rPr>
              <a:t> </a:t>
            </a:r>
            <a:r>
              <a:rPr lang="en-US" sz="1600" b="1" dirty="0">
                <a:latin typeface="Courier New" pitchFamily="49" charset="0"/>
              </a:rPr>
              <a:t>AND</a:t>
            </a:r>
          </a:p>
          <a:p>
            <a:pPr>
              <a:buFont typeface="Wingdings" pitchFamily="2" charset="2"/>
              <a:buNone/>
            </a:pPr>
            <a:r>
              <a:rPr lang="en-US" sz="1600" dirty="0">
                <a:latin typeface="Courier New" pitchFamily="49" charset="0"/>
              </a:rPr>
              <a:t>      </a:t>
            </a:r>
            <a:r>
              <a:rPr lang="en-US" sz="1600" dirty="0" err="1">
                <a:latin typeface="Courier New" pitchFamily="49" charset="0"/>
              </a:rPr>
              <a:t>c.barva</a:t>
            </a:r>
            <a:r>
              <a:rPr lang="en-US" sz="1600" dirty="0">
                <a:latin typeface="Courier New" pitchFamily="49" charset="0"/>
              </a:rPr>
              <a:t> &lt;&gt; '</a:t>
            </a:r>
            <a:r>
              <a:rPr lang="en-US" sz="1600" dirty="0" err="1">
                <a:latin typeface="Courier New" pitchFamily="49" charset="0"/>
              </a:rPr>
              <a:t>rdeca</a:t>
            </a:r>
            <a:r>
              <a:rPr lang="en-US" sz="1600" dirty="0">
                <a:latin typeface="Courier New" pitchFamily="49" charset="0"/>
              </a:rPr>
              <a:t>'; </a:t>
            </a:r>
          </a:p>
        </p:txBody>
      </p:sp>
      <p:sp>
        <p:nvSpPr>
          <p:cNvPr id="141316" name="Rectangle 4"/>
          <p:cNvSpPr>
            <a:spLocks noGrp="1" noChangeArrowheads="1"/>
          </p:cNvSpPr>
          <p:nvPr>
            <p:ph type="body" sz="half" idx="3"/>
          </p:nvPr>
        </p:nvSpPr>
        <p:spPr>
          <a:xfrm>
            <a:off x="762000" y="2362200"/>
            <a:ext cx="5529072" cy="1219200"/>
          </a:xfrm>
        </p:spPr>
        <p:txBody>
          <a:bodyPr/>
          <a:lstStyle/>
          <a:p>
            <a:r>
              <a:rPr lang="sl-SI" sz="2400" dirty="0"/>
              <a:t>Poišči imena jadralcev, ki vsaj enkrat niso rezervirali </a:t>
            </a:r>
            <a:r>
              <a:rPr lang="en-US" sz="2400" dirty="0" err="1"/>
              <a:t>rde</a:t>
            </a:r>
            <a:r>
              <a:rPr lang="sl-SI" sz="2400" dirty="0" err="1"/>
              <a:t>čega</a:t>
            </a:r>
            <a:r>
              <a:rPr lang="sl-SI" sz="2400" dirty="0"/>
              <a:t> čoln. </a:t>
            </a:r>
            <a:br>
              <a:rPr lang="sl-SI" sz="2400" dirty="0"/>
            </a:br>
            <a:endParaRPr lang="en-US" sz="2400" dirty="0"/>
          </a:p>
        </p:txBody>
      </p:sp>
      <p:sp>
        <p:nvSpPr>
          <p:cNvPr id="141317" name="Text Box 5"/>
          <p:cNvSpPr txBox="1">
            <a:spLocks noChangeArrowheads="1"/>
          </p:cNvSpPr>
          <p:nvPr/>
        </p:nvSpPr>
        <p:spPr bwMode="auto">
          <a:xfrm>
            <a:off x="6400800" y="30480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sp>
        <p:nvSpPr>
          <p:cNvPr id="141318" name="Text Box 6"/>
          <p:cNvSpPr txBox="1">
            <a:spLocks noChangeArrowheads="1"/>
          </p:cNvSpPr>
          <p:nvPr/>
        </p:nvSpPr>
        <p:spPr bwMode="auto">
          <a:xfrm>
            <a:off x="3163824" y="291306"/>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41319" name="Rectangle 7"/>
          <p:cNvSpPr>
            <a:spLocks noChangeArrowheads="1"/>
          </p:cNvSpPr>
          <p:nvPr/>
        </p:nvSpPr>
        <p:spPr bwMode="auto">
          <a:xfrm>
            <a:off x="838200" y="4659566"/>
            <a:ext cx="7848600" cy="1785938"/>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en-US" sz="2400" dirty="0" err="1"/>
              <a:t>Zakaj</a:t>
            </a:r>
            <a:r>
              <a:rPr lang="en-US" sz="2400" dirty="0"/>
              <a:t> </a:t>
            </a:r>
            <a:r>
              <a:rPr lang="sl-SI" sz="2400" dirty="0"/>
              <a:t>imamo </a:t>
            </a:r>
            <a:r>
              <a:rPr lang="en-US" sz="2400" dirty="0" err="1"/>
              <a:t>manj</a:t>
            </a:r>
            <a:r>
              <a:rPr lang="en-US" sz="2400" dirty="0"/>
              <a:t> </a:t>
            </a:r>
            <a:r>
              <a:rPr lang="sl-SI" sz="2400" dirty="0"/>
              <a:t>imen </a:t>
            </a:r>
            <a:r>
              <a:rPr lang="en-US" sz="2400" dirty="0"/>
              <a:t>v </a:t>
            </a:r>
            <a:r>
              <a:rPr lang="en-US" sz="2400" dirty="0" err="1"/>
              <a:t>rezultatu</a:t>
            </a:r>
            <a:r>
              <a:rPr lang="en-US" sz="2400" dirty="0"/>
              <a:t>?</a:t>
            </a:r>
          </a:p>
          <a:p>
            <a:pPr marL="342900" indent="-342900" algn="l">
              <a:spcBef>
                <a:spcPct val="20000"/>
              </a:spcBef>
              <a:buClr>
                <a:schemeClr val="tx1"/>
              </a:buClr>
              <a:buSzPct val="75000"/>
              <a:buFont typeface="Wingdings" pitchFamily="2" charset="2"/>
              <a:buChar char="l"/>
            </a:pPr>
            <a:r>
              <a:rPr lang="en-US" sz="2400" dirty="0" err="1"/>
              <a:t>Lahko</a:t>
            </a:r>
            <a:r>
              <a:rPr lang="en-US" sz="2400" dirty="0"/>
              <a:t> so </a:t>
            </a:r>
            <a:r>
              <a:rPr lang="en-US" sz="2400" dirty="0" err="1"/>
              <a:t>kdaj</a:t>
            </a:r>
            <a:r>
              <a:rPr lang="en-US" sz="2400" dirty="0"/>
              <a:t> </a:t>
            </a:r>
            <a:r>
              <a:rPr lang="en-US" sz="2400" dirty="0" err="1"/>
              <a:t>rezervirali</a:t>
            </a:r>
            <a:r>
              <a:rPr lang="en-US" sz="2400" dirty="0"/>
              <a:t> </a:t>
            </a:r>
            <a:r>
              <a:rPr lang="en-US" sz="2400" dirty="0" err="1"/>
              <a:t>rde</a:t>
            </a:r>
            <a:r>
              <a:rPr lang="sl-SI" sz="2400" dirty="0"/>
              <a:t>č čoln</a:t>
            </a:r>
          </a:p>
          <a:p>
            <a:pPr marL="342900" indent="-342900" algn="l">
              <a:spcBef>
                <a:spcPct val="20000"/>
              </a:spcBef>
              <a:buClr>
                <a:schemeClr val="tx1"/>
              </a:buClr>
              <a:buSzPct val="75000"/>
              <a:buFont typeface="Wingdings" pitchFamily="2" charset="2"/>
              <a:buChar char="l"/>
            </a:pPr>
            <a:r>
              <a:rPr lang="sl-SI" sz="2400" dirty="0"/>
              <a:t>V </a:t>
            </a:r>
            <a:r>
              <a:rPr lang="sl-SI" sz="2400" dirty="0" err="1"/>
              <a:t>prejšni</a:t>
            </a:r>
            <a:r>
              <a:rPr lang="sl-SI" sz="2400" dirty="0"/>
              <a:t> poizvedbi tudi tisti, ki niso še nič rezervirali!</a:t>
            </a:r>
            <a:endParaRPr lang="en-US" sz="2400" dirty="0"/>
          </a:p>
          <a:p>
            <a:pPr marL="342900" indent="-342900" algn="l">
              <a:spcBef>
                <a:spcPct val="20000"/>
              </a:spcBef>
              <a:buClr>
                <a:schemeClr val="tx1"/>
              </a:buClr>
              <a:buSzPct val="75000"/>
              <a:buFont typeface="Wingdings" pitchFamily="2" charset="2"/>
              <a:buChar char="l"/>
            </a:pPr>
            <a:r>
              <a:rPr lang="en-US" sz="2400" dirty="0"/>
              <a:t>Kako </a:t>
            </a:r>
            <a:r>
              <a:rPr lang="en-US" sz="2400" dirty="0" err="1"/>
              <a:t>popraviti</a:t>
            </a:r>
            <a:r>
              <a:rPr lang="en-US" sz="24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1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p:bldP spid="141317" grpId="0"/>
      <p:bldP spid="141319"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5170" name="AutoShape 2"/>
          <p:cNvSpPr>
            <a:spLocks noGrp="1" noChangeArrowheads="1"/>
          </p:cNvSpPr>
          <p:nvPr>
            <p:ph type="title"/>
          </p:nvPr>
        </p:nvSpPr>
        <p:spPr/>
        <p:txBody>
          <a:bodyPr/>
          <a:lstStyle/>
          <a:p>
            <a:r>
              <a:rPr lang="sl-SI" sz="2800"/>
              <a:t>SQL</a:t>
            </a:r>
            <a:r>
              <a:rPr lang="en-US" sz="2800"/>
              <a:t> (</a:t>
            </a:r>
            <a:r>
              <a:rPr lang="en-US" sz="2800" err="1"/>
              <a:t>gnezdene</a:t>
            </a:r>
            <a:r>
              <a:rPr lang="en-US" sz="2800"/>
              <a:t> </a:t>
            </a:r>
            <a:r>
              <a:rPr lang="en-US" sz="2800" err="1"/>
              <a:t>poizvedbe</a:t>
            </a:r>
            <a:r>
              <a:rPr lang="sl-SI" sz="2800"/>
              <a:t>, kvantifikacija)</a:t>
            </a:r>
            <a:endParaRPr lang="en-US" sz="2800"/>
          </a:p>
        </p:txBody>
      </p:sp>
      <p:sp>
        <p:nvSpPr>
          <p:cNvPr id="135171" name="Rectangle 3"/>
          <p:cNvSpPr>
            <a:spLocks noGrp="1" noChangeArrowheads="1"/>
          </p:cNvSpPr>
          <p:nvPr>
            <p:ph sz="quarter" idx="2"/>
          </p:nvPr>
        </p:nvSpPr>
        <p:spPr>
          <a:xfrm>
            <a:off x="1057656" y="3667661"/>
            <a:ext cx="5715000" cy="2743200"/>
          </a:xfrm>
        </p:spPr>
        <p:txBody>
          <a:bodyPr/>
          <a:lstStyle/>
          <a:p>
            <a:pPr>
              <a:buFont typeface="Wingdings" pitchFamily="2" charset="2"/>
              <a:buNone/>
            </a:pPr>
            <a:r>
              <a:rPr lang="en-US" sz="1600" b="1" dirty="0">
                <a:latin typeface="Courier New" pitchFamily="49" charset="0"/>
              </a:rPr>
              <a:t>SELECT</a:t>
            </a:r>
            <a:r>
              <a:rPr lang="en-US" sz="1600" dirty="0">
                <a:latin typeface="Courier New" pitchFamily="49" charset="0"/>
              </a:rPr>
              <a:t> </a:t>
            </a:r>
            <a:r>
              <a:rPr lang="sl-SI" sz="1600" dirty="0">
                <a:latin typeface="Courier New" pitchFamily="49" charset="0"/>
              </a:rPr>
              <a:t>ime</a:t>
            </a:r>
            <a:endParaRPr lang="en-US" sz="1600" b="1" dirty="0">
              <a:latin typeface="Courier New" pitchFamily="49" charset="0"/>
            </a:endParaRPr>
          </a:p>
          <a:p>
            <a:pPr>
              <a:buFont typeface="Wingdings" pitchFamily="2" charset="2"/>
              <a:buNone/>
            </a:pPr>
            <a:r>
              <a:rPr lang="en-US" sz="1600" b="1" dirty="0">
                <a:latin typeface="Courier New" pitchFamily="49" charset="0"/>
              </a:rPr>
              <a:t>FROM</a:t>
            </a:r>
            <a:r>
              <a:rPr lang="en-US" sz="1600" dirty="0">
                <a:latin typeface="Courier New" pitchFamily="49" charset="0"/>
              </a:rPr>
              <a:t> j</a:t>
            </a:r>
            <a:r>
              <a:rPr lang="sl-SI" sz="1600" dirty="0">
                <a:latin typeface="Courier New" pitchFamily="49" charset="0"/>
              </a:rPr>
              <a:t>a</a:t>
            </a:r>
            <a:r>
              <a:rPr lang="en-US" sz="1600" dirty="0" err="1">
                <a:latin typeface="Courier New" pitchFamily="49" charset="0"/>
              </a:rPr>
              <a:t>dralec</a:t>
            </a:r>
            <a:r>
              <a:rPr lang="en-US" sz="1600" dirty="0">
                <a:latin typeface="Courier New" pitchFamily="49" charset="0"/>
              </a:rPr>
              <a:t> </a:t>
            </a:r>
            <a:r>
              <a:rPr lang="en-US" sz="1600" b="1" dirty="0">
                <a:latin typeface="Courier New" pitchFamily="49" charset="0"/>
              </a:rPr>
              <a:t>NATURAL</a:t>
            </a:r>
            <a:r>
              <a:rPr lang="en-US" sz="1600" dirty="0">
                <a:latin typeface="Courier New" pitchFamily="49" charset="0"/>
              </a:rPr>
              <a:t> </a:t>
            </a:r>
            <a:r>
              <a:rPr lang="en-US" sz="1600" b="1" dirty="0">
                <a:latin typeface="Courier New" pitchFamily="49" charset="0"/>
              </a:rPr>
              <a:t>JOIN</a:t>
            </a:r>
            <a:r>
              <a:rPr lang="en-US" sz="1600" dirty="0">
                <a:latin typeface="Courier New" pitchFamily="49" charset="0"/>
              </a:rPr>
              <a:t> </a:t>
            </a:r>
            <a:r>
              <a:rPr lang="en-US" sz="1600" dirty="0" err="1">
                <a:latin typeface="Courier New" pitchFamily="49" charset="0"/>
              </a:rPr>
              <a:t>rezervacija</a:t>
            </a:r>
            <a:endParaRPr lang="en-US" sz="1600" dirty="0">
              <a:latin typeface="Courier New" pitchFamily="49" charset="0"/>
            </a:endParaRPr>
          </a:p>
          <a:p>
            <a:pPr>
              <a:buFont typeface="Wingdings" pitchFamily="2" charset="2"/>
              <a:buNone/>
            </a:pPr>
            <a:r>
              <a:rPr lang="en-US" sz="1600" b="1" dirty="0">
                <a:latin typeface="Courier New" pitchFamily="49" charset="0"/>
              </a:rPr>
              <a:t>WHERE</a:t>
            </a:r>
            <a:r>
              <a:rPr lang="en-US" sz="1600" dirty="0">
                <a:latin typeface="Courier New" pitchFamily="49" charset="0"/>
              </a:rPr>
              <a:t> </a:t>
            </a:r>
            <a:r>
              <a:rPr lang="sl-SI" sz="1600" dirty="0" err="1">
                <a:latin typeface="Courier New" pitchFamily="49" charset="0"/>
              </a:rPr>
              <a:t>jid</a:t>
            </a:r>
            <a:r>
              <a:rPr lang="sl-SI" sz="1600" dirty="0">
                <a:latin typeface="Courier New" pitchFamily="49" charset="0"/>
              </a:rPr>
              <a:t> </a:t>
            </a:r>
            <a:r>
              <a:rPr lang="sl-SI" sz="1600" b="1" dirty="0">
                <a:latin typeface="Courier New" pitchFamily="49" charset="0"/>
              </a:rPr>
              <a:t>NOT</a:t>
            </a:r>
            <a:r>
              <a:rPr lang="sl-SI" sz="1600" dirty="0">
                <a:latin typeface="Courier New" pitchFamily="49" charset="0"/>
              </a:rPr>
              <a:t> </a:t>
            </a:r>
            <a:r>
              <a:rPr lang="sl-SI" sz="1600" b="1" dirty="0">
                <a:latin typeface="Courier New" pitchFamily="49" charset="0"/>
              </a:rPr>
              <a:t>IN</a:t>
            </a:r>
            <a:r>
              <a:rPr lang="sl-SI" sz="1600" dirty="0">
                <a:latin typeface="Courier New" pitchFamily="49" charset="0"/>
              </a:rPr>
              <a:t> </a:t>
            </a:r>
            <a:r>
              <a:rPr lang="en-US" sz="1600" dirty="0">
                <a:latin typeface="Courier New" pitchFamily="49" charset="0"/>
              </a:rPr>
              <a:t>  -- </a:t>
            </a:r>
            <a:r>
              <a:rPr lang="en-US" sz="1600" dirty="0" err="1">
                <a:latin typeface="Courier New" pitchFamily="49" charset="0"/>
              </a:rPr>
              <a:t>Mnozica</a:t>
            </a:r>
            <a:r>
              <a:rPr lang="en-US" sz="1600" dirty="0">
                <a:latin typeface="Courier New" pitchFamily="49" charset="0"/>
              </a:rPr>
              <a:t> </a:t>
            </a:r>
            <a:r>
              <a:rPr lang="en-US" sz="1600" dirty="0" err="1">
                <a:latin typeface="Courier New" pitchFamily="49" charset="0"/>
              </a:rPr>
              <a:t>rezervacij</a:t>
            </a:r>
            <a:r>
              <a:rPr lang="en-US" sz="1600" dirty="0">
                <a:latin typeface="Courier New" pitchFamily="49" charset="0"/>
              </a:rPr>
              <a:t> </a:t>
            </a:r>
            <a:endParaRPr lang="sl-SI" sz="1600" dirty="0">
              <a:latin typeface="Courier New" pitchFamily="49" charset="0"/>
            </a:endParaRPr>
          </a:p>
          <a:p>
            <a:pPr>
              <a:buFont typeface="Wingdings" pitchFamily="2" charset="2"/>
              <a:buNone/>
            </a:pPr>
            <a:r>
              <a:rPr lang="en-US" sz="1600" dirty="0">
                <a:latin typeface="Courier New" pitchFamily="49" charset="0"/>
              </a:rPr>
              <a:t>	</a:t>
            </a:r>
            <a:r>
              <a:rPr lang="sl-SI" sz="1600" dirty="0">
                <a:latin typeface="Courier New" pitchFamily="49" charset="0"/>
              </a:rPr>
              <a:t>(</a:t>
            </a:r>
            <a:r>
              <a:rPr lang="sl-SI" sz="1600" b="1" dirty="0">
                <a:latin typeface="Courier New" pitchFamily="49" charset="0"/>
              </a:rPr>
              <a:t>SELECT</a:t>
            </a:r>
            <a:r>
              <a:rPr lang="sl-SI" sz="1600" dirty="0">
                <a:latin typeface="Courier New" pitchFamily="49" charset="0"/>
              </a:rPr>
              <a:t> </a:t>
            </a:r>
            <a:r>
              <a:rPr lang="sl-SI" sz="1600" dirty="0" err="1">
                <a:latin typeface="Courier New" pitchFamily="49" charset="0"/>
              </a:rPr>
              <a:t>jid</a:t>
            </a:r>
            <a:r>
              <a:rPr lang="sl-SI" sz="1600" dirty="0">
                <a:latin typeface="Courier New" pitchFamily="49" charset="0"/>
              </a:rPr>
              <a:t> </a:t>
            </a:r>
            <a:r>
              <a:rPr lang="en-US" sz="1600" dirty="0">
                <a:latin typeface="Courier New" pitchFamily="49" charset="0"/>
              </a:rPr>
              <a:t>    -- </a:t>
            </a:r>
            <a:r>
              <a:rPr lang="en-US" sz="1600" dirty="0" err="1">
                <a:latin typeface="Courier New" pitchFamily="49" charset="0"/>
              </a:rPr>
              <a:t>rdecih</a:t>
            </a:r>
            <a:r>
              <a:rPr lang="en-US" sz="1600" dirty="0">
                <a:latin typeface="Courier New" pitchFamily="49" charset="0"/>
              </a:rPr>
              <a:t> </a:t>
            </a:r>
            <a:r>
              <a:rPr lang="en-US" sz="1600" dirty="0" err="1">
                <a:latin typeface="Courier New" pitchFamily="49" charset="0"/>
              </a:rPr>
              <a:t>colnov</a:t>
            </a:r>
            <a:endParaRPr lang="sl-SI" sz="1600" dirty="0">
              <a:latin typeface="Courier New" pitchFamily="49" charset="0"/>
            </a:endParaRPr>
          </a:p>
          <a:p>
            <a:pPr>
              <a:buFont typeface="Wingdings" pitchFamily="2" charset="2"/>
              <a:buNone/>
            </a:pPr>
            <a:r>
              <a:rPr lang="sl-SI" sz="1600" dirty="0">
                <a:latin typeface="Courier New" pitchFamily="49" charset="0"/>
              </a:rPr>
              <a:t> </a:t>
            </a:r>
            <a:r>
              <a:rPr lang="en-US" sz="1600" dirty="0">
                <a:latin typeface="Courier New" pitchFamily="49" charset="0"/>
              </a:rPr>
              <a:t>	 </a:t>
            </a:r>
            <a:r>
              <a:rPr lang="sl-SI" sz="1600" b="1" dirty="0">
                <a:latin typeface="Courier New" pitchFamily="49" charset="0"/>
              </a:rPr>
              <a:t>FROM</a:t>
            </a:r>
            <a:r>
              <a:rPr lang="sl-SI" sz="1600" dirty="0">
                <a:latin typeface="Courier New" pitchFamily="49" charset="0"/>
              </a:rPr>
              <a:t> rezervacija</a:t>
            </a:r>
          </a:p>
          <a:p>
            <a:pPr>
              <a:buFont typeface="Wingdings" pitchFamily="2" charset="2"/>
              <a:buNone/>
            </a:pPr>
            <a:r>
              <a:rPr lang="sl-SI" sz="1600" dirty="0">
                <a:latin typeface="Courier New" pitchFamily="49" charset="0"/>
              </a:rPr>
              <a:t> </a:t>
            </a:r>
            <a:r>
              <a:rPr lang="en-US" sz="1600" dirty="0">
                <a:latin typeface="Courier New" pitchFamily="49" charset="0"/>
              </a:rPr>
              <a:t>	 </a:t>
            </a:r>
            <a:r>
              <a:rPr lang="sl-SI" sz="1600" b="1" dirty="0">
                <a:latin typeface="Courier New" pitchFamily="49" charset="0"/>
              </a:rPr>
              <a:t>WHERE</a:t>
            </a:r>
            <a:r>
              <a:rPr lang="sl-SI" sz="1600" dirty="0">
                <a:latin typeface="Courier New" pitchFamily="49" charset="0"/>
              </a:rPr>
              <a:t> </a:t>
            </a:r>
            <a:r>
              <a:rPr lang="sl-SI" sz="1600" dirty="0" err="1">
                <a:latin typeface="Courier New" pitchFamily="49" charset="0"/>
              </a:rPr>
              <a:t>cid</a:t>
            </a:r>
            <a:r>
              <a:rPr lang="sl-SI" sz="1600" dirty="0">
                <a:latin typeface="Courier New" pitchFamily="49" charset="0"/>
              </a:rPr>
              <a:t> </a:t>
            </a:r>
            <a:r>
              <a:rPr lang="sl-SI" sz="1600" b="1" dirty="0">
                <a:latin typeface="Courier New" pitchFamily="49" charset="0"/>
              </a:rPr>
              <a:t>IN</a:t>
            </a:r>
            <a:r>
              <a:rPr lang="en-US" sz="1600" dirty="0">
                <a:latin typeface="Courier New" pitchFamily="49" charset="0"/>
              </a:rPr>
              <a:t>   -- </a:t>
            </a:r>
            <a:r>
              <a:rPr lang="en-US" sz="1600" dirty="0" err="1">
                <a:latin typeface="Courier New" pitchFamily="49" charset="0"/>
              </a:rPr>
              <a:t>Mnozica</a:t>
            </a:r>
            <a:r>
              <a:rPr lang="en-US" sz="1600" dirty="0">
                <a:latin typeface="Courier New" pitchFamily="49" charset="0"/>
              </a:rPr>
              <a:t> </a:t>
            </a:r>
            <a:r>
              <a:rPr lang="en-US" sz="1600" dirty="0" err="1">
                <a:latin typeface="Courier New" pitchFamily="49" charset="0"/>
              </a:rPr>
              <a:t>rdecih</a:t>
            </a:r>
            <a:r>
              <a:rPr lang="en-US" sz="1600" dirty="0">
                <a:latin typeface="Courier New" pitchFamily="49" charset="0"/>
              </a:rPr>
              <a:t> </a:t>
            </a:r>
            <a:r>
              <a:rPr lang="en-US" sz="1600" dirty="0" err="1">
                <a:latin typeface="Courier New" pitchFamily="49" charset="0"/>
              </a:rPr>
              <a:t>colnov</a:t>
            </a:r>
            <a:endParaRPr lang="sl-SI" sz="1600" dirty="0">
              <a:latin typeface="Courier New" pitchFamily="49" charset="0"/>
            </a:endParaRPr>
          </a:p>
          <a:p>
            <a:pPr>
              <a:buFont typeface="Wingdings" pitchFamily="2" charset="2"/>
              <a:buNone/>
            </a:pPr>
            <a:r>
              <a:rPr lang="en-US" sz="1600" dirty="0">
                <a:latin typeface="Courier New" pitchFamily="49" charset="0"/>
              </a:rPr>
              <a:t>		</a:t>
            </a:r>
            <a:r>
              <a:rPr lang="sl-SI" sz="1600" dirty="0">
                <a:latin typeface="Courier New" pitchFamily="49" charset="0"/>
              </a:rPr>
              <a:t>(</a:t>
            </a:r>
            <a:r>
              <a:rPr lang="sl-SI" sz="1600" b="1" dirty="0">
                <a:latin typeface="Courier New" pitchFamily="49" charset="0"/>
              </a:rPr>
              <a:t>SELECT</a:t>
            </a:r>
            <a:r>
              <a:rPr lang="sl-SI" sz="1600" dirty="0">
                <a:latin typeface="Courier New" pitchFamily="49" charset="0"/>
              </a:rPr>
              <a:t> </a:t>
            </a:r>
            <a:r>
              <a:rPr lang="sl-SI" sz="1600" dirty="0" err="1">
                <a:latin typeface="Courier New" pitchFamily="49" charset="0"/>
              </a:rPr>
              <a:t>cid</a:t>
            </a:r>
            <a:endParaRPr lang="sl-SI" sz="1600" dirty="0">
              <a:latin typeface="Courier New" pitchFamily="49" charset="0"/>
            </a:endParaRPr>
          </a:p>
          <a:p>
            <a:pPr>
              <a:buFont typeface="Wingdings" pitchFamily="2" charset="2"/>
              <a:buNone/>
            </a:pPr>
            <a:r>
              <a:rPr lang="en-US" sz="1600" dirty="0">
                <a:latin typeface="Courier New" pitchFamily="49" charset="0"/>
              </a:rPr>
              <a:t>		 </a:t>
            </a:r>
            <a:r>
              <a:rPr lang="sl-SI" sz="1600" b="1" dirty="0">
                <a:latin typeface="Courier New" pitchFamily="49" charset="0"/>
              </a:rPr>
              <a:t>FROM</a:t>
            </a:r>
            <a:r>
              <a:rPr lang="sl-SI" sz="1600" dirty="0">
                <a:latin typeface="Courier New" pitchFamily="49" charset="0"/>
              </a:rPr>
              <a:t> </a:t>
            </a:r>
            <a:r>
              <a:rPr lang="sl-SI" sz="1600" dirty="0" err="1">
                <a:latin typeface="Courier New" pitchFamily="49" charset="0"/>
              </a:rPr>
              <a:t>coln</a:t>
            </a:r>
            <a:endParaRPr lang="sl-SI" sz="1600" dirty="0">
              <a:latin typeface="Courier New" pitchFamily="49" charset="0"/>
            </a:endParaRPr>
          </a:p>
          <a:p>
            <a:pPr>
              <a:buFont typeface="Wingdings" pitchFamily="2" charset="2"/>
              <a:buNone/>
            </a:pPr>
            <a:r>
              <a:rPr lang="en-US" sz="1600" dirty="0">
                <a:latin typeface="Courier New" pitchFamily="49" charset="0"/>
              </a:rPr>
              <a:t>		 </a:t>
            </a:r>
            <a:r>
              <a:rPr lang="sl-SI" sz="1600" b="1" dirty="0">
                <a:latin typeface="Courier New" pitchFamily="49" charset="0"/>
              </a:rPr>
              <a:t>WHERE</a:t>
            </a:r>
            <a:r>
              <a:rPr lang="sl-SI" sz="1600" dirty="0">
                <a:latin typeface="Courier New" pitchFamily="49" charset="0"/>
              </a:rPr>
              <a:t> barva</a:t>
            </a:r>
            <a:r>
              <a:rPr lang="en-US" sz="1600" dirty="0">
                <a:latin typeface="Courier New" pitchFamily="49" charset="0"/>
              </a:rPr>
              <a:t>='</a:t>
            </a:r>
            <a:r>
              <a:rPr lang="en-US" sz="1600" dirty="0" err="1">
                <a:latin typeface="Courier New" pitchFamily="49" charset="0"/>
              </a:rPr>
              <a:t>rdeca</a:t>
            </a:r>
            <a:r>
              <a:rPr lang="en-US" sz="1600" dirty="0">
                <a:latin typeface="Courier New" pitchFamily="49" charset="0"/>
              </a:rPr>
              <a:t>'</a:t>
            </a:r>
            <a:r>
              <a:rPr lang="sl-SI" sz="1600" dirty="0">
                <a:latin typeface="Courier New" pitchFamily="49" charset="0"/>
              </a:rPr>
              <a:t>)</a:t>
            </a:r>
            <a:r>
              <a:rPr lang="en-US" sz="1600" dirty="0">
                <a:latin typeface="Courier New" pitchFamily="49" charset="0"/>
              </a:rPr>
              <a:t>);</a:t>
            </a:r>
          </a:p>
        </p:txBody>
      </p:sp>
      <p:sp>
        <p:nvSpPr>
          <p:cNvPr id="135172" name="Rectangle 4"/>
          <p:cNvSpPr>
            <a:spLocks noGrp="1" noChangeArrowheads="1"/>
          </p:cNvSpPr>
          <p:nvPr>
            <p:ph type="body" sz="half" idx="3"/>
          </p:nvPr>
        </p:nvSpPr>
        <p:spPr>
          <a:xfrm>
            <a:off x="762000" y="2362200"/>
            <a:ext cx="5486400" cy="1295400"/>
          </a:xfrm>
        </p:spPr>
        <p:txBody>
          <a:bodyPr/>
          <a:lstStyle/>
          <a:p>
            <a:r>
              <a:rPr lang="sl-SI" sz="2400"/>
              <a:t>Popravek prejšnje naloge: poišči imena jadralcev, ki </a:t>
            </a:r>
            <a:r>
              <a:rPr lang="en-US" sz="2400"/>
              <a:t>so </a:t>
            </a:r>
            <a:r>
              <a:rPr lang="sl-SI" sz="2400"/>
              <a:t>že rezervirali kakšen čoln, vendar nikoli </a:t>
            </a:r>
            <a:r>
              <a:rPr lang="en-US" sz="2400" err="1"/>
              <a:t>rde</a:t>
            </a:r>
            <a:r>
              <a:rPr lang="sl-SI" sz="2400" err="1"/>
              <a:t>čega</a:t>
            </a:r>
            <a:r>
              <a:rPr lang="sl-SI" sz="2400"/>
              <a:t>!</a:t>
            </a:r>
            <a:endParaRPr lang="en-US" sz="2400"/>
          </a:p>
        </p:txBody>
      </p:sp>
      <p:sp>
        <p:nvSpPr>
          <p:cNvPr id="135173" name="Text Box 5"/>
          <p:cNvSpPr txBox="1">
            <a:spLocks noChangeArrowheads="1"/>
          </p:cNvSpPr>
          <p:nvPr/>
        </p:nvSpPr>
        <p:spPr bwMode="auto">
          <a:xfrm>
            <a:off x="6629400" y="2438400"/>
            <a:ext cx="2133600" cy="1323439"/>
          </a:xfrm>
          <a:prstGeom prst="rect">
            <a:avLst/>
          </a:prstGeom>
          <a:noFill/>
          <a:ln w="9525">
            <a:noFill/>
            <a:miter lim="800000"/>
            <a:headEnd/>
            <a:tailEnd/>
          </a:ln>
          <a:effectLst/>
        </p:spPr>
        <p:txBody>
          <a:bodyPr wrap="square">
            <a:spAutoFit/>
          </a:bodyPr>
          <a:lstStyle/>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ime</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Henrik</a:t>
            </a:r>
            <a:r>
              <a:rPr lang="en-US" sz="1600">
                <a:latin typeface="Courier New" pitchFamily="49" charset="0"/>
              </a:rPr>
              <a:t>  |</a:t>
            </a:r>
          </a:p>
          <a:p>
            <a:pPr algn="l"/>
            <a:r>
              <a:rPr lang="en-US" sz="1600">
                <a:latin typeface="Courier New" pitchFamily="49" charset="0"/>
              </a:rPr>
              <a:t>+---------+</a:t>
            </a:r>
          </a:p>
        </p:txBody>
      </p:sp>
      <p:sp>
        <p:nvSpPr>
          <p:cNvPr id="135174" name="Text Box 6"/>
          <p:cNvSpPr txBox="1">
            <a:spLocks noChangeArrowheads="1"/>
          </p:cNvSpPr>
          <p:nvPr/>
        </p:nvSpPr>
        <p:spPr bwMode="auto">
          <a:xfrm>
            <a:off x="3236595" y="265112"/>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5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p:bldP spid="13517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AutoShape 2"/>
          <p:cNvSpPr>
            <a:spLocks noGrp="1" noChangeArrowheads="1"/>
          </p:cNvSpPr>
          <p:nvPr>
            <p:ph type="title"/>
          </p:nvPr>
        </p:nvSpPr>
        <p:spPr/>
        <p:txBody>
          <a:bodyPr/>
          <a:lstStyle/>
          <a:p>
            <a:r>
              <a:rPr lang="en-US"/>
              <a:t>Gnezdenje v FROM vrstici</a:t>
            </a:r>
          </a:p>
        </p:txBody>
      </p:sp>
      <p:sp>
        <p:nvSpPr>
          <p:cNvPr id="183299" name="Rectangle 3"/>
          <p:cNvSpPr>
            <a:spLocks noGrp="1" noChangeArrowheads="1"/>
          </p:cNvSpPr>
          <p:nvPr>
            <p:ph type="body" idx="1"/>
          </p:nvPr>
        </p:nvSpPr>
        <p:spPr>
          <a:xfrm>
            <a:off x="838200" y="2273808"/>
            <a:ext cx="7693025" cy="3812667"/>
          </a:xfrm>
        </p:spPr>
        <p:txBody>
          <a:bodyPr/>
          <a:lstStyle/>
          <a:p>
            <a:r>
              <a:rPr lang="en-US" sz="2000" dirty="0" err="1"/>
              <a:t>Pozvedbe</a:t>
            </a:r>
            <a:r>
              <a:rPr lang="en-US" sz="2000" dirty="0"/>
              <a:t> </a:t>
            </a:r>
            <a:r>
              <a:rPr lang="en-US" sz="2000" dirty="0" err="1"/>
              <a:t>lahko</a:t>
            </a:r>
            <a:r>
              <a:rPr lang="en-US" sz="2000" dirty="0"/>
              <a:t> </a:t>
            </a:r>
            <a:r>
              <a:rPr lang="en-US" sz="2000" dirty="0" err="1"/>
              <a:t>gnezdimo</a:t>
            </a:r>
            <a:r>
              <a:rPr lang="en-US" sz="2000" dirty="0"/>
              <a:t> </a:t>
            </a:r>
            <a:r>
              <a:rPr lang="en-US" sz="2000" dirty="0" err="1"/>
              <a:t>tudi</a:t>
            </a:r>
            <a:r>
              <a:rPr lang="en-US" sz="2000" dirty="0"/>
              <a:t> v FROM </a:t>
            </a:r>
            <a:r>
              <a:rPr lang="en-US" sz="2000" dirty="0" err="1"/>
              <a:t>vrstici</a:t>
            </a:r>
            <a:r>
              <a:rPr lang="en-US" sz="2000" dirty="0"/>
              <a:t>, </a:t>
            </a:r>
            <a:r>
              <a:rPr lang="en-US" sz="2000" dirty="0" err="1"/>
              <a:t>pri</a:t>
            </a:r>
            <a:r>
              <a:rPr lang="en-US" sz="2000" dirty="0"/>
              <a:t> </a:t>
            </a:r>
            <a:r>
              <a:rPr lang="sl-SI" sz="2000" dirty="0"/>
              <a:t>čemer se rezultat poizvedbe naprej obravnava kot (začasna) tabela in ga je zato potrebno ustrezno poimenovati.</a:t>
            </a:r>
          </a:p>
          <a:p>
            <a:r>
              <a:rPr lang="sl-SI" sz="2000" dirty="0"/>
              <a:t>Vsi atributi v SELECT vrstici gnezdene poizvedbe morajo imeti eksplicitno določena imena.</a:t>
            </a:r>
          </a:p>
          <a:p>
            <a:pPr>
              <a:buFont typeface="Wingdings" pitchFamily="2" charset="2"/>
              <a:buNone/>
            </a:pPr>
            <a:endParaRPr lang="en-US" sz="1400" dirty="0">
              <a:latin typeface="Courier New" pitchFamily="49" charset="0"/>
            </a:endParaRPr>
          </a:p>
        </p:txBody>
      </p:sp>
      <p:sp>
        <p:nvSpPr>
          <p:cNvPr id="183300" name="Text Box 4"/>
          <p:cNvSpPr txBox="1">
            <a:spLocks noChangeArrowheads="1"/>
          </p:cNvSpPr>
          <p:nvPr/>
        </p:nvSpPr>
        <p:spPr bwMode="auto">
          <a:xfrm>
            <a:off x="838200" y="4026408"/>
            <a:ext cx="5698996" cy="2585323"/>
          </a:xfrm>
          <a:prstGeom prst="rect">
            <a:avLst/>
          </a:prstGeom>
          <a:noFill/>
          <a:ln w="9525">
            <a:noFill/>
            <a:miter lim="800000"/>
            <a:headEnd/>
            <a:tailEnd/>
          </a:ln>
          <a:effectLst/>
        </p:spPr>
        <p:txBody>
          <a:bodyPr wrap="none">
            <a:spAutoFit/>
          </a:bodyPr>
          <a:lstStyle/>
          <a:p>
            <a:pPr algn="l"/>
            <a:r>
              <a:rPr lang="sl-SI" b="1" dirty="0">
                <a:latin typeface="Courier New" pitchFamily="49" charset="0"/>
              </a:rPr>
              <a:t>SELECT</a:t>
            </a:r>
            <a:r>
              <a:rPr lang="sl-SI" dirty="0">
                <a:latin typeface="Courier New" pitchFamily="49" charset="0"/>
              </a:rPr>
              <a:t> </a:t>
            </a:r>
            <a:r>
              <a:rPr lang="en-US" dirty="0">
                <a:latin typeface="Courier New" pitchFamily="49" charset="0"/>
              </a:rPr>
              <a:t>stik.*</a:t>
            </a:r>
          </a:p>
          <a:p>
            <a:pPr algn="l"/>
            <a:r>
              <a:rPr lang="en-US" b="1" dirty="0">
                <a:latin typeface="Courier New" pitchFamily="49" charset="0"/>
              </a:rPr>
              <a:t>FROM</a:t>
            </a:r>
            <a:r>
              <a:rPr lang="en-US" dirty="0">
                <a:latin typeface="Courier New" pitchFamily="49" charset="0"/>
              </a:rPr>
              <a:t> (</a:t>
            </a:r>
            <a:r>
              <a:rPr lang="en-US" b="1" dirty="0">
                <a:latin typeface="Courier New" pitchFamily="49" charset="0"/>
              </a:rPr>
              <a:t>SELECT</a:t>
            </a:r>
            <a:r>
              <a:rPr lang="en-US" dirty="0">
                <a:latin typeface="Courier New" pitchFamily="49" charset="0"/>
              </a:rPr>
              <a:t> </a:t>
            </a:r>
            <a:r>
              <a:rPr lang="en-US" dirty="0" err="1">
                <a:latin typeface="Courier New" pitchFamily="49" charset="0"/>
              </a:rPr>
              <a:t>j.jid</a:t>
            </a:r>
            <a:r>
              <a:rPr lang="en-US" dirty="0">
                <a:latin typeface="Courier New" pitchFamily="49" charset="0"/>
              </a:rPr>
              <a:t>, </a:t>
            </a:r>
            <a:r>
              <a:rPr lang="en-US" dirty="0" err="1">
                <a:latin typeface="Courier New" pitchFamily="49" charset="0"/>
              </a:rPr>
              <a:t>r.cid</a:t>
            </a:r>
            <a:r>
              <a:rPr lang="en-US" dirty="0">
                <a:latin typeface="Courier New" pitchFamily="49" charset="0"/>
              </a:rPr>
              <a:t>, </a:t>
            </a:r>
            <a:r>
              <a:rPr lang="en-US" dirty="0" err="1">
                <a:latin typeface="Courier New" pitchFamily="49" charset="0"/>
              </a:rPr>
              <a:t>j.starost</a:t>
            </a:r>
            <a:r>
              <a:rPr lang="en-US" dirty="0">
                <a:latin typeface="Courier New" pitchFamily="49" charset="0"/>
              </a:rPr>
              <a:t> </a:t>
            </a:r>
          </a:p>
          <a:p>
            <a:pPr algn="l"/>
            <a:r>
              <a:rPr lang="en-US" dirty="0">
                <a:latin typeface="Courier New" pitchFamily="49" charset="0"/>
              </a:rPr>
              <a:t>      </a:t>
            </a:r>
            <a:r>
              <a:rPr lang="en-US" b="1" dirty="0">
                <a:latin typeface="Courier New" pitchFamily="49" charset="0"/>
              </a:rPr>
              <a:t>FROM</a:t>
            </a:r>
            <a:r>
              <a:rPr lang="en-US" dirty="0">
                <a:latin typeface="Courier New" pitchFamily="49" charset="0"/>
              </a:rPr>
              <a:t> </a:t>
            </a:r>
            <a:r>
              <a:rPr lang="en-US" dirty="0" err="1">
                <a:latin typeface="Courier New" pitchFamily="49" charset="0"/>
              </a:rPr>
              <a:t>jadralec</a:t>
            </a:r>
            <a:r>
              <a:rPr lang="en-US" dirty="0">
                <a:latin typeface="Courier New" pitchFamily="49" charset="0"/>
              </a:rPr>
              <a:t> j, </a:t>
            </a:r>
            <a:r>
              <a:rPr lang="en-US" dirty="0" err="1">
                <a:latin typeface="Courier New" pitchFamily="49" charset="0"/>
              </a:rPr>
              <a:t>rezervacija</a:t>
            </a:r>
            <a:r>
              <a:rPr lang="en-US" dirty="0">
                <a:latin typeface="Courier New" pitchFamily="49" charset="0"/>
              </a:rPr>
              <a:t> r</a:t>
            </a:r>
          </a:p>
          <a:p>
            <a:pPr algn="l"/>
            <a:r>
              <a:rPr lang="en-US" dirty="0">
                <a:latin typeface="Courier New" pitchFamily="49" charset="0"/>
              </a:rPr>
              <a:t>      </a:t>
            </a:r>
            <a:r>
              <a:rPr lang="en-US" b="1" dirty="0">
                <a:latin typeface="Courier New" pitchFamily="49" charset="0"/>
              </a:rPr>
              <a:t>WHERE</a:t>
            </a:r>
            <a:r>
              <a:rPr lang="en-US" dirty="0">
                <a:latin typeface="Courier New" pitchFamily="49" charset="0"/>
              </a:rPr>
              <a:t> </a:t>
            </a:r>
            <a:r>
              <a:rPr lang="en-US" dirty="0" err="1">
                <a:latin typeface="Courier New" pitchFamily="49" charset="0"/>
              </a:rPr>
              <a:t>j.jid</a:t>
            </a:r>
            <a:r>
              <a:rPr lang="en-US" dirty="0">
                <a:latin typeface="Courier New" pitchFamily="49" charset="0"/>
              </a:rPr>
              <a:t> = </a:t>
            </a:r>
            <a:r>
              <a:rPr lang="en-US" dirty="0" err="1">
                <a:latin typeface="Courier New" pitchFamily="49" charset="0"/>
              </a:rPr>
              <a:t>r.jid</a:t>
            </a:r>
            <a:r>
              <a:rPr lang="en-US" dirty="0">
                <a:latin typeface="Courier New" pitchFamily="49" charset="0"/>
              </a:rPr>
              <a:t>) </a:t>
            </a:r>
            <a:r>
              <a:rPr lang="sl-SI" b="1" dirty="0">
                <a:solidFill>
                  <a:srgbClr val="C00000"/>
                </a:solidFill>
                <a:latin typeface="Courier New" pitchFamily="49" charset="0"/>
              </a:rPr>
              <a:t>AS</a:t>
            </a:r>
            <a:r>
              <a:rPr lang="sl-SI" dirty="0">
                <a:latin typeface="Courier New" pitchFamily="49" charset="0"/>
              </a:rPr>
              <a:t> </a:t>
            </a:r>
            <a:r>
              <a:rPr lang="en-US" dirty="0" err="1">
                <a:latin typeface="Courier New" pitchFamily="49" charset="0"/>
              </a:rPr>
              <a:t>stik</a:t>
            </a:r>
            <a:endParaRPr lang="en-US" dirty="0">
              <a:latin typeface="Courier New" pitchFamily="49" charset="0"/>
            </a:endParaRPr>
          </a:p>
          <a:p>
            <a:pPr algn="l"/>
            <a:r>
              <a:rPr lang="en-US" b="1" dirty="0">
                <a:latin typeface="Courier New" pitchFamily="49" charset="0"/>
              </a:rPr>
              <a:t>WHERE</a:t>
            </a:r>
            <a:r>
              <a:rPr lang="en-US" dirty="0">
                <a:latin typeface="Courier New" pitchFamily="49" charset="0"/>
              </a:rPr>
              <a:t> </a:t>
            </a:r>
            <a:r>
              <a:rPr lang="en-US" dirty="0" err="1">
                <a:latin typeface="Courier New" pitchFamily="49" charset="0"/>
              </a:rPr>
              <a:t>stik.starost</a:t>
            </a:r>
            <a:r>
              <a:rPr lang="en-US" dirty="0">
                <a:latin typeface="Courier New" pitchFamily="49" charset="0"/>
              </a:rPr>
              <a:t> &gt; 40;</a:t>
            </a:r>
          </a:p>
          <a:p>
            <a:pPr algn="l"/>
            <a:endParaRPr lang="en-US" dirty="0">
              <a:latin typeface="Courier New" pitchFamily="49" charset="0"/>
            </a:endParaRPr>
          </a:p>
          <a:p>
            <a:pPr algn="l"/>
            <a:r>
              <a:rPr lang="en-US" b="1" dirty="0">
                <a:solidFill>
                  <a:srgbClr val="C00000"/>
                </a:solidFill>
                <a:latin typeface="Courier New" pitchFamily="49" charset="0"/>
              </a:rPr>
              <a:t>AS</a:t>
            </a:r>
            <a:r>
              <a:rPr lang="en-US" dirty="0">
                <a:latin typeface="Courier New" pitchFamily="49" charset="0"/>
              </a:rPr>
              <a:t> </a:t>
            </a:r>
            <a:r>
              <a:rPr lang="en-US" dirty="0" err="1">
                <a:latin typeface="Courier New" pitchFamily="49" charset="0"/>
              </a:rPr>
              <a:t>opcijsko</a:t>
            </a:r>
            <a:r>
              <a:rPr lang="en-US" dirty="0">
                <a:latin typeface="Courier New" pitchFamily="49" charset="0"/>
              </a:rPr>
              <a:t>, </a:t>
            </a:r>
            <a:r>
              <a:rPr lang="en-US" dirty="0" err="1">
                <a:latin typeface="Courier New" pitchFamily="49" charset="0"/>
              </a:rPr>
              <a:t>zaradi</a:t>
            </a:r>
            <a:r>
              <a:rPr lang="en-US" dirty="0">
                <a:latin typeface="Courier New" pitchFamily="49" charset="0"/>
              </a:rPr>
              <a:t> </a:t>
            </a:r>
            <a:r>
              <a:rPr lang="en-US" dirty="0" err="1">
                <a:latin typeface="Courier New" pitchFamily="49" charset="0"/>
              </a:rPr>
              <a:t>preglednosti</a:t>
            </a:r>
            <a:endParaRPr lang="en-US" dirty="0">
              <a:latin typeface="Courier New" pitchFamily="49" charset="0"/>
            </a:endParaRPr>
          </a:p>
          <a:p>
            <a:pPr algn="l"/>
            <a:r>
              <a:rPr lang="en-US" dirty="0">
                <a:latin typeface="Courier New" pitchFamily="49" charset="0"/>
              </a:rPr>
              <a:t>Za</a:t>
            </a:r>
            <a:r>
              <a:rPr lang="sl-SI" dirty="0">
                <a:latin typeface="Courier New" pitchFamily="49" charset="0"/>
              </a:rPr>
              <a:t>č</a:t>
            </a:r>
            <a:r>
              <a:rPr lang="en-US" dirty="0" err="1">
                <a:latin typeface="Courier New" pitchFamily="49" charset="0"/>
              </a:rPr>
              <a:t>asna</a:t>
            </a:r>
            <a:r>
              <a:rPr lang="en-US" dirty="0">
                <a:latin typeface="Courier New" pitchFamily="49" charset="0"/>
              </a:rPr>
              <a:t> </a:t>
            </a:r>
            <a:r>
              <a:rPr lang="en-US" dirty="0" err="1">
                <a:latin typeface="Courier New" pitchFamily="49" charset="0"/>
              </a:rPr>
              <a:t>tabela</a:t>
            </a:r>
            <a:r>
              <a:rPr lang="en-US" dirty="0">
                <a:latin typeface="Courier New" pitchFamily="49" charset="0"/>
              </a:rPr>
              <a:t> </a:t>
            </a:r>
            <a:r>
              <a:rPr lang="en-US" dirty="0" err="1">
                <a:latin typeface="Courier New" pitchFamily="49" charset="0"/>
              </a:rPr>
              <a:t>stik</a:t>
            </a:r>
            <a:r>
              <a:rPr lang="en-US" dirty="0">
                <a:latin typeface="Courier New" pitchFamily="49" charset="0"/>
              </a:rPr>
              <a:t> -</a:t>
            </a:r>
            <a:r>
              <a:rPr lang="sl-SI" dirty="0">
                <a:latin typeface="Courier New" pitchFamily="49" charset="0"/>
              </a:rPr>
              <a:t>---</a:t>
            </a:r>
            <a:r>
              <a:rPr lang="en-US" dirty="0">
                <a:latin typeface="Courier New" pitchFamily="49" charset="0"/>
              </a:rPr>
              <a:t>-------</a:t>
            </a:r>
            <a:r>
              <a:rPr lang="sl-SI" dirty="0">
                <a:latin typeface="Courier New" pitchFamily="49" charset="0"/>
              </a:rPr>
              <a:t>-----</a:t>
            </a:r>
            <a:r>
              <a:rPr lang="en-US" dirty="0">
                <a:latin typeface="Courier New" pitchFamily="49" charset="0"/>
              </a:rPr>
              <a:t>--&gt;</a:t>
            </a:r>
            <a:r>
              <a:rPr lang="sl-SI" dirty="0">
                <a:latin typeface="Courier New" pitchFamily="49" charset="0"/>
              </a:rPr>
              <a:t> </a:t>
            </a:r>
          </a:p>
          <a:p>
            <a:pPr algn="l"/>
            <a:r>
              <a:rPr lang="sl-SI" dirty="0">
                <a:latin typeface="Courier New" pitchFamily="49" charset="0"/>
              </a:rPr>
              <a:t>Rdeče vrstice bodo izločene</a:t>
            </a:r>
            <a:endParaRPr lang="en-US" dirty="0">
              <a:latin typeface="Courier New" pitchFamily="49" charset="0"/>
            </a:endParaRPr>
          </a:p>
        </p:txBody>
      </p:sp>
      <p:sp>
        <p:nvSpPr>
          <p:cNvPr id="183301" name="Text Box 5"/>
          <p:cNvSpPr txBox="1">
            <a:spLocks noChangeArrowheads="1"/>
          </p:cNvSpPr>
          <p:nvPr/>
        </p:nvSpPr>
        <p:spPr bwMode="auto">
          <a:xfrm>
            <a:off x="6248400" y="3657600"/>
            <a:ext cx="2654894" cy="3108543"/>
          </a:xfrm>
          <a:prstGeom prst="rect">
            <a:avLst/>
          </a:prstGeom>
          <a:noFill/>
          <a:ln w="9525">
            <a:noFill/>
            <a:miter lim="800000"/>
            <a:headEnd/>
            <a:tailEnd/>
          </a:ln>
          <a:effectLst/>
        </p:spPr>
        <p:txBody>
          <a:bodyPr wrap="none">
            <a:spAutoFit/>
          </a:bodyPr>
          <a:lstStyle/>
          <a:p>
            <a:pPr algn="l"/>
            <a:r>
              <a:rPr lang="en-US" sz="1400">
                <a:latin typeface="Courier New" pitchFamily="49" charset="0"/>
              </a:rPr>
              <a:t>+-----+-----+---------+</a:t>
            </a:r>
          </a:p>
          <a:p>
            <a:pPr algn="l"/>
            <a:r>
              <a:rPr lang="en-US" sz="1400">
                <a:latin typeface="Courier New" pitchFamily="49" charset="0"/>
              </a:rPr>
              <a:t>| </a:t>
            </a:r>
            <a:r>
              <a:rPr lang="en-US" sz="1400" err="1">
                <a:latin typeface="Courier New" pitchFamily="49" charset="0"/>
              </a:rPr>
              <a:t>jid</a:t>
            </a:r>
            <a:r>
              <a:rPr lang="en-US" sz="1400">
                <a:latin typeface="Courier New" pitchFamily="49" charset="0"/>
              </a:rPr>
              <a:t> | cid | </a:t>
            </a:r>
            <a:r>
              <a:rPr lang="en-US" sz="1400" err="1">
                <a:latin typeface="Courier New" pitchFamily="49" charset="0"/>
              </a:rPr>
              <a:t>starost</a:t>
            </a:r>
            <a:r>
              <a:rPr lang="en-US" sz="1400">
                <a:latin typeface="Courier New" pitchFamily="49" charset="0"/>
              </a:rPr>
              <a:t> |</a:t>
            </a:r>
          </a:p>
          <a:p>
            <a:pPr algn="l"/>
            <a:r>
              <a:rPr lang="en-US" sz="1400">
                <a:latin typeface="Courier New" pitchFamily="49" charset="0"/>
              </a:rPr>
              <a:t>+-----+-----+---------+</a:t>
            </a:r>
          </a:p>
          <a:p>
            <a:pPr algn="l"/>
            <a:r>
              <a:rPr lang="en-US" sz="1400">
                <a:latin typeface="Courier New" pitchFamily="49" charset="0"/>
              </a:rPr>
              <a:t>|  22 | 101 |      45 |</a:t>
            </a:r>
          </a:p>
          <a:p>
            <a:pPr algn="l"/>
            <a:r>
              <a:rPr lang="en-US" sz="1400">
                <a:latin typeface="Courier New" pitchFamily="49" charset="0"/>
              </a:rPr>
              <a:t>|  22 | 102 |      45 |</a:t>
            </a:r>
          </a:p>
          <a:p>
            <a:pPr algn="l"/>
            <a:r>
              <a:rPr lang="en-US" sz="1400">
                <a:latin typeface="Courier New" pitchFamily="49" charset="0"/>
              </a:rPr>
              <a:t>|  22 | 103 |      45 |</a:t>
            </a:r>
          </a:p>
          <a:p>
            <a:pPr algn="l"/>
            <a:r>
              <a:rPr lang="en-US" sz="1400">
                <a:latin typeface="Courier New" pitchFamily="49" charset="0"/>
              </a:rPr>
              <a:t>|  22 | 104 |      45 |</a:t>
            </a:r>
          </a:p>
          <a:p>
            <a:pPr algn="l"/>
            <a:r>
              <a:rPr lang="en-US" sz="1400">
                <a:latin typeface="Courier New" pitchFamily="49" charset="0"/>
              </a:rPr>
              <a:t>|  31 | 102 |    55.5 |</a:t>
            </a:r>
          </a:p>
          <a:p>
            <a:pPr algn="l"/>
            <a:r>
              <a:rPr lang="en-US" sz="1400">
                <a:latin typeface="Courier New" pitchFamily="49" charset="0"/>
              </a:rPr>
              <a:t>|  31 | 103 |    55.5 |</a:t>
            </a:r>
          </a:p>
          <a:p>
            <a:pPr algn="l"/>
            <a:r>
              <a:rPr lang="en-US" sz="1400">
                <a:latin typeface="Courier New" pitchFamily="49" charset="0"/>
              </a:rPr>
              <a:t>|  31 | 104 |    55.5 |</a:t>
            </a:r>
          </a:p>
          <a:p>
            <a:pPr algn="l"/>
            <a:r>
              <a:rPr lang="en-US" sz="1400" b="1">
                <a:solidFill>
                  <a:srgbClr val="FF0000"/>
                </a:solidFill>
                <a:latin typeface="Courier New" pitchFamily="49" charset="0"/>
              </a:rPr>
              <a:t>|  64 | 101 |      35 |</a:t>
            </a:r>
          </a:p>
          <a:p>
            <a:pPr algn="l"/>
            <a:r>
              <a:rPr lang="en-US" sz="1400" b="1">
                <a:solidFill>
                  <a:srgbClr val="FF0000"/>
                </a:solidFill>
                <a:latin typeface="Courier New" pitchFamily="49" charset="0"/>
              </a:rPr>
              <a:t>|  64 | 102 |      35 |</a:t>
            </a:r>
          </a:p>
          <a:p>
            <a:pPr algn="l"/>
            <a:r>
              <a:rPr lang="en-US" sz="1400" b="1">
                <a:solidFill>
                  <a:srgbClr val="FF0000"/>
                </a:solidFill>
                <a:latin typeface="Courier New" pitchFamily="49" charset="0"/>
              </a:rPr>
              <a:t>|  74 | 103 |      35 |</a:t>
            </a:r>
          </a:p>
          <a:p>
            <a:pPr algn="l"/>
            <a:r>
              <a:rPr lang="en-US" sz="140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3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3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0" grpId="0"/>
      <p:bldP spid="183301" grpId="0"/>
    </p:bldLst>
  </p:timing>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29026" name="AutoShape 2"/>
          <p:cNvSpPr>
            <a:spLocks noGrp="1" noChangeArrowheads="1"/>
          </p:cNvSpPr>
          <p:nvPr>
            <p:ph type="title"/>
          </p:nvPr>
        </p:nvSpPr>
        <p:spPr/>
        <p:txBody>
          <a:bodyPr/>
          <a:lstStyle/>
          <a:p>
            <a:r>
              <a:rPr lang="sl-SI"/>
              <a:t>Operatorji in m</a:t>
            </a:r>
            <a:r>
              <a:rPr lang="en-US"/>
              <a:t>no</a:t>
            </a:r>
            <a:r>
              <a:rPr lang="sl-SI"/>
              <a:t>žice v SQL - ponovitev</a:t>
            </a:r>
            <a:endParaRPr lang="en-US"/>
          </a:p>
        </p:txBody>
      </p:sp>
      <p:sp>
        <p:nvSpPr>
          <p:cNvPr id="129027" name="Rectangle 3"/>
          <p:cNvSpPr>
            <a:spLocks noGrp="1" noChangeArrowheads="1"/>
          </p:cNvSpPr>
          <p:nvPr>
            <p:ph type="body" idx="1"/>
          </p:nvPr>
        </p:nvSpPr>
        <p:spPr/>
        <p:txBody>
          <a:bodyPr/>
          <a:lstStyle/>
          <a:p>
            <a:r>
              <a:rPr lang="sl-SI" sz="2400"/>
              <a:t>Operatorji v SQL: </a:t>
            </a:r>
            <a:r>
              <a:rPr lang="en-US" sz="2400"/>
              <a:t>=, !=, &lt;&gt;, &lt;,&gt;,&lt;=,&gt;=, LIKE, BETWEEN, AND, OR, NOT, NULL</a:t>
            </a:r>
            <a:endParaRPr lang="sl-SI" sz="2400"/>
          </a:p>
          <a:p>
            <a:r>
              <a:rPr lang="sl-SI" sz="2400"/>
              <a:t>Operator AS: preimenovanje atributov, izračun novih atributov</a:t>
            </a:r>
            <a:endParaRPr lang="en-US" sz="2400"/>
          </a:p>
          <a:p>
            <a:r>
              <a:rPr lang="en-US" sz="2400" err="1"/>
              <a:t>Operatorji</a:t>
            </a:r>
            <a:r>
              <a:rPr lang="en-US" sz="2400"/>
              <a:t> </a:t>
            </a:r>
            <a:r>
              <a:rPr lang="en-US" sz="2400" err="1"/>
              <a:t>za</a:t>
            </a:r>
            <a:r>
              <a:rPr lang="en-US" sz="2400"/>
              <a:t> </a:t>
            </a:r>
            <a:r>
              <a:rPr lang="en-US" sz="2400" err="1"/>
              <a:t>delo</a:t>
            </a:r>
            <a:r>
              <a:rPr lang="en-US" sz="2400"/>
              <a:t> z </a:t>
            </a:r>
            <a:r>
              <a:rPr lang="en-US" sz="2400" err="1"/>
              <a:t>mno</a:t>
            </a:r>
            <a:r>
              <a:rPr lang="sl-SI" sz="2400"/>
              <a:t>žicami: UNION, UNION ALL, INTERSECT, MINUS, EXISTS, IN, UNIQUE, ALL, ANY</a:t>
            </a:r>
          </a:p>
          <a:p>
            <a:r>
              <a:rPr lang="sl-SI" sz="2400"/>
              <a:t>Gnezdenje poizvedb: znotraj IN ali EXISTS operatorja, lahko tudi v FROM vrstici kot začasna tabela</a:t>
            </a:r>
            <a:endParaRPr lang="en-US" sz="2400"/>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6194" name="AutoShape 2"/>
          <p:cNvSpPr>
            <a:spLocks noGrp="1" noChangeArrowheads="1"/>
          </p:cNvSpPr>
          <p:nvPr>
            <p:ph type="title"/>
          </p:nvPr>
        </p:nvSpPr>
        <p:spPr/>
        <p:txBody>
          <a:bodyPr/>
          <a:lstStyle/>
          <a:p>
            <a:r>
              <a:rPr lang="sl-SI" sz="3200"/>
              <a:t>SQL</a:t>
            </a:r>
            <a:r>
              <a:rPr lang="en-US" sz="3200"/>
              <a:t> (</a:t>
            </a:r>
            <a:r>
              <a:rPr lang="sl-SI" sz="3200"/>
              <a:t>Korelirane </a:t>
            </a:r>
            <a:r>
              <a:rPr lang="en-US" sz="3200"/>
              <a:t>gnezdene poizvedbe</a:t>
            </a:r>
            <a:r>
              <a:rPr lang="sl-SI" sz="3200"/>
              <a:t>)</a:t>
            </a:r>
            <a:endParaRPr lang="en-US" sz="3200"/>
          </a:p>
        </p:txBody>
      </p:sp>
      <p:sp>
        <p:nvSpPr>
          <p:cNvPr id="136195" name="Rectangle 3"/>
          <p:cNvSpPr>
            <a:spLocks noGrp="1" noChangeArrowheads="1"/>
          </p:cNvSpPr>
          <p:nvPr>
            <p:ph sz="quarter" idx="2"/>
          </p:nvPr>
        </p:nvSpPr>
        <p:spPr>
          <a:xfrm>
            <a:off x="762000" y="3352800"/>
            <a:ext cx="5715000" cy="2743200"/>
          </a:xfrm>
        </p:spPr>
        <p:txBody>
          <a:bodyPr/>
          <a:lstStyle/>
          <a:p>
            <a:pPr>
              <a:buFont typeface="Wingdings" pitchFamily="2" charset="2"/>
              <a:buNone/>
            </a:pPr>
            <a:r>
              <a:rPr lang="en-US" sz="1600" b="1" dirty="0">
                <a:latin typeface="Courier New" pitchFamily="49" charset="0"/>
              </a:rPr>
              <a:t>SELECT</a:t>
            </a:r>
            <a:r>
              <a:rPr lang="en-US" sz="1600" dirty="0">
                <a:latin typeface="Courier New" pitchFamily="49" charset="0"/>
              </a:rPr>
              <a:t> </a:t>
            </a:r>
            <a:r>
              <a:rPr lang="sl-SI" sz="1600" dirty="0" err="1">
                <a:latin typeface="Courier New" pitchFamily="49" charset="0"/>
              </a:rPr>
              <a:t>j.ime</a:t>
            </a:r>
            <a:endParaRPr lang="en-US" sz="1600" dirty="0">
              <a:latin typeface="Courier New" pitchFamily="49" charset="0"/>
            </a:endParaRPr>
          </a:p>
          <a:p>
            <a:pPr>
              <a:buFont typeface="Wingdings" pitchFamily="2" charset="2"/>
              <a:buNone/>
            </a:pPr>
            <a:r>
              <a:rPr lang="en-US" sz="1600" b="1" dirty="0">
                <a:latin typeface="Courier New" pitchFamily="49" charset="0"/>
              </a:rPr>
              <a:t>FROM</a:t>
            </a:r>
            <a:r>
              <a:rPr lang="en-US" sz="1600" dirty="0">
                <a:latin typeface="Courier New" pitchFamily="49" charset="0"/>
              </a:rPr>
              <a:t> j</a:t>
            </a:r>
            <a:r>
              <a:rPr lang="sl-SI" sz="1600" dirty="0">
                <a:latin typeface="Courier New" pitchFamily="49" charset="0"/>
              </a:rPr>
              <a:t>a</a:t>
            </a:r>
            <a:r>
              <a:rPr lang="en-US" sz="1600" dirty="0" err="1">
                <a:latin typeface="Courier New" pitchFamily="49" charset="0"/>
              </a:rPr>
              <a:t>dralec</a:t>
            </a:r>
            <a:r>
              <a:rPr lang="sl-SI" sz="1600" dirty="0">
                <a:latin typeface="Courier New" pitchFamily="49" charset="0"/>
              </a:rPr>
              <a:t> j</a:t>
            </a:r>
            <a:endParaRPr lang="en-US" sz="1600" dirty="0">
              <a:latin typeface="Courier New" pitchFamily="49" charset="0"/>
            </a:endParaRPr>
          </a:p>
          <a:p>
            <a:pPr>
              <a:buFont typeface="Wingdings" pitchFamily="2" charset="2"/>
              <a:buNone/>
            </a:pPr>
            <a:r>
              <a:rPr lang="en-US" sz="1600" b="1" dirty="0">
                <a:latin typeface="Courier New" pitchFamily="49" charset="0"/>
              </a:rPr>
              <a:t>WHERE</a:t>
            </a:r>
            <a:r>
              <a:rPr lang="en-US" sz="1600" dirty="0">
                <a:latin typeface="Courier New" pitchFamily="49" charset="0"/>
              </a:rPr>
              <a:t> </a:t>
            </a:r>
            <a:r>
              <a:rPr lang="sl-SI" sz="1600" b="1" dirty="0">
                <a:latin typeface="Courier New" pitchFamily="49" charset="0"/>
              </a:rPr>
              <a:t>EXISTS</a:t>
            </a:r>
            <a:r>
              <a:rPr lang="en-US" sz="1600" dirty="0">
                <a:latin typeface="Courier New" pitchFamily="49" charset="0"/>
              </a:rPr>
              <a:t>            -- </a:t>
            </a:r>
            <a:r>
              <a:rPr lang="en-US" sz="1600" dirty="0" err="1">
                <a:latin typeface="Courier New" pitchFamily="49" charset="0"/>
              </a:rPr>
              <a:t>Neprazna</a:t>
            </a:r>
            <a:r>
              <a:rPr lang="en-US" sz="1600" dirty="0">
                <a:latin typeface="Courier New" pitchFamily="49" charset="0"/>
              </a:rPr>
              <a:t> </a:t>
            </a:r>
            <a:r>
              <a:rPr lang="en-US" sz="1600" dirty="0" err="1">
                <a:latin typeface="Courier New" pitchFamily="49" charset="0"/>
              </a:rPr>
              <a:t>mnozica</a:t>
            </a:r>
            <a:endParaRPr lang="sl-SI" sz="1600" dirty="0">
              <a:latin typeface="Courier New" pitchFamily="49" charset="0"/>
            </a:endParaRPr>
          </a:p>
          <a:p>
            <a:pPr>
              <a:buFont typeface="Wingdings" pitchFamily="2" charset="2"/>
              <a:buNone/>
            </a:pPr>
            <a:r>
              <a:rPr lang="en-US" sz="1600" dirty="0">
                <a:latin typeface="Courier New" pitchFamily="49" charset="0"/>
              </a:rPr>
              <a:t>	</a:t>
            </a:r>
            <a:r>
              <a:rPr lang="sl-SI" sz="1600" dirty="0">
                <a:latin typeface="Courier New" pitchFamily="49" charset="0"/>
              </a:rPr>
              <a:t>(</a:t>
            </a:r>
            <a:r>
              <a:rPr lang="sl-SI" sz="1600" b="1" dirty="0">
                <a:latin typeface="Courier New" pitchFamily="49" charset="0"/>
              </a:rPr>
              <a:t>SELECT</a:t>
            </a:r>
            <a:r>
              <a:rPr lang="sl-SI" sz="1600" dirty="0">
                <a:latin typeface="Courier New" pitchFamily="49" charset="0"/>
              </a:rPr>
              <a:t> </a:t>
            </a:r>
            <a:r>
              <a:rPr lang="en-US" sz="1600" dirty="0">
                <a:latin typeface="Courier New" pitchFamily="49" charset="0"/>
              </a:rPr>
              <a:t>*            -- </a:t>
            </a:r>
            <a:r>
              <a:rPr lang="en-US" sz="1600" dirty="0" err="1">
                <a:latin typeface="Courier New" pitchFamily="49" charset="0"/>
              </a:rPr>
              <a:t>rezervacij</a:t>
            </a:r>
            <a:r>
              <a:rPr lang="en-US" sz="1600" dirty="0">
                <a:latin typeface="Courier New" pitchFamily="49" charset="0"/>
              </a:rPr>
              <a:t> </a:t>
            </a:r>
            <a:r>
              <a:rPr lang="en-US" sz="1600" dirty="0" err="1">
                <a:latin typeface="Courier New" pitchFamily="49" charset="0"/>
              </a:rPr>
              <a:t>colna</a:t>
            </a:r>
            <a:r>
              <a:rPr lang="en-US" sz="1600" dirty="0">
                <a:latin typeface="Courier New" pitchFamily="49" charset="0"/>
              </a:rPr>
              <a:t>  </a:t>
            </a:r>
            <a:endParaRPr lang="sl-SI" sz="1600" dirty="0">
              <a:latin typeface="Courier New" pitchFamily="49" charset="0"/>
            </a:endParaRPr>
          </a:p>
          <a:p>
            <a:pPr>
              <a:buFont typeface="Wingdings" pitchFamily="2" charset="2"/>
              <a:buNone/>
            </a:pPr>
            <a:r>
              <a:rPr lang="sl-SI" sz="1600" dirty="0">
                <a:latin typeface="Courier New" pitchFamily="49" charset="0"/>
              </a:rPr>
              <a:t> </a:t>
            </a:r>
            <a:r>
              <a:rPr lang="en-US" sz="1600" dirty="0">
                <a:latin typeface="Courier New" pitchFamily="49" charset="0"/>
              </a:rPr>
              <a:t>	 </a:t>
            </a:r>
            <a:r>
              <a:rPr lang="sl-SI" sz="1600" b="1" dirty="0">
                <a:latin typeface="Courier New" pitchFamily="49" charset="0"/>
              </a:rPr>
              <a:t>FROM</a:t>
            </a:r>
            <a:r>
              <a:rPr lang="sl-SI" sz="1600" dirty="0">
                <a:latin typeface="Courier New" pitchFamily="49" charset="0"/>
              </a:rPr>
              <a:t> rezervacija</a:t>
            </a:r>
            <a:r>
              <a:rPr lang="en-US" sz="1600" dirty="0">
                <a:latin typeface="Courier New" pitchFamily="49" charset="0"/>
              </a:rPr>
              <a:t> r  -- 103 za </a:t>
            </a:r>
            <a:r>
              <a:rPr lang="en-US" sz="1600" dirty="0" err="1">
                <a:latin typeface="Courier New" pitchFamily="49" charset="0"/>
              </a:rPr>
              <a:t>vsakega</a:t>
            </a:r>
            <a:r>
              <a:rPr lang="en-US" sz="1600" dirty="0">
                <a:latin typeface="Courier New" pitchFamily="49" charset="0"/>
              </a:rPr>
              <a:t>  </a:t>
            </a:r>
            <a:endParaRPr lang="sl-SI" sz="1600" dirty="0">
              <a:latin typeface="Courier New" pitchFamily="49" charset="0"/>
            </a:endParaRPr>
          </a:p>
          <a:p>
            <a:pPr>
              <a:buFont typeface="Wingdings" pitchFamily="2" charset="2"/>
              <a:buNone/>
            </a:pPr>
            <a:r>
              <a:rPr lang="sl-SI" sz="1600" dirty="0">
                <a:latin typeface="Courier New" pitchFamily="49" charset="0"/>
              </a:rPr>
              <a:t> </a:t>
            </a:r>
            <a:r>
              <a:rPr lang="en-US" sz="1600" dirty="0">
                <a:latin typeface="Courier New" pitchFamily="49" charset="0"/>
              </a:rPr>
              <a:t>	 </a:t>
            </a:r>
            <a:r>
              <a:rPr lang="sl-SI" sz="1600" b="1" dirty="0">
                <a:latin typeface="Courier New" pitchFamily="49" charset="0"/>
              </a:rPr>
              <a:t>WHERE</a:t>
            </a:r>
            <a:r>
              <a:rPr lang="sl-SI" sz="1600" dirty="0">
                <a:latin typeface="Courier New" pitchFamily="49" charset="0"/>
              </a:rPr>
              <a:t> </a:t>
            </a:r>
            <a:r>
              <a:rPr lang="en-US" sz="1600" dirty="0">
                <a:latin typeface="Courier New" pitchFamily="49" charset="0"/>
              </a:rPr>
              <a:t>r.</a:t>
            </a:r>
            <a:r>
              <a:rPr lang="sl-SI" sz="1600" dirty="0" err="1">
                <a:latin typeface="Courier New" pitchFamily="49" charset="0"/>
              </a:rPr>
              <a:t>cid</a:t>
            </a:r>
            <a:r>
              <a:rPr lang="en-US" sz="1600" dirty="0">
                <a:latin typeface="Courier New" pitchFamily="49" charset="0"/>
              </a:rPr>
              <a:t> = 103 </a:t>
            </a:r>
            <a:r>
              <a:rPr lang="en-US" sz="1600" b="1" dirty="0">
                <a:latin typeface="Courier New" pitchFamily="49" charset="0"/>
              </a:rPr>
              <a:t>AND</a:t>
            </a:r>
            <a:r>
              <a:rPr lang="en-US" sz="1600" dirty="0">
                <a:latin typeface="Courier New" pitchFamily="49" charset="0"/>
              </a:rPr>
              <a:t>  -- </a:t>
            </a:r>
            <a:r>
              <a:rPr lang="en-US" sz="1600" dirty="0" err="1">
                <a:latin typeface="Courier New" pitchFamily="49" charset="0"/>
              </a:rPr>
              <a:t>jadralca</a:t>
            </a:r>
            <a:endParaRPr lang="en-US" sz="1600" dirty="0">
              <a:latin typeface="Courier New" pitchFamily="49" charset="0"/>
            </a:endParaRPr>
          </a:p>
          <a:p>
            <a:pPr>
              <a:buFont typeface="Wingdings" pitchFamily="2" charset="2"/>
              <a:buNone/>
            </a:pPr>
            <a:r>
              <a:rPr lang="en-US" sz="1600" dirty="0">
                <a:latin typeface="Courier New" pitchFamily="49" charset="0"/>
              </a:rPr>
              <a:t>          </a:t>
            </a:r>
            <a:r>
              <a:rPr lang="en-US" sz="1600" dirty="0" err="1">
                <a:latin typeface="Courier New" pitchFamily="49" charset="0"/>
              </a:rPr>
              <a:t>r.jid</a:t>
            </a:r>
            <a:r>
              <a:rPr lang="en-US" sz="1600" dirty="0">
                <a:latin typeface="Courier New" pitchFamily="49" charset="0"/>
              </a:rPr>
              <a:t> = </a:t>
            </a:r>
            <a:r>
              <a:rPr lang="en-US" sz="1600" dirty="0" err="1">
                <a:latin typeface="Courier New" pitchFamily="49" charset="0"/>
              </a:rPr>
              <a:t>j.jid</a:t>
            </a:r>
            <a:r>
              <a:rPr lang="en-US" sz="1600" dirty="0">
                <a:latin typeface="Courier New" pitchFamily="49" charset="0"/>
              </a:rPr>
              <a:t>);  -- </a:t>
            </a:r>
            <a:r>
              <a:rPr lang="en-US" sz="1600" dirty="0" err="1">
                <a:latin typeface="Courier New" pitchFamily="49" charset="0"/>
              </a:rPr>
              <a:t>posebej</a:t>
            </a:r>
            <a:endParaRPr lang="sl-SI" sz="1600" dirty="0">
              <a:latin typeface="Courier New" pitchFamily="49" charset="0"/>
            </a:endParaRPr>
          </a:p>
        </p:txBody>
      </p:sp>
      <p:sp>
        <p:nvSpPr>
          <p:cNvPr id="136196" name="Rectangle 4"/>
          <p:cNvSpPr>
            <a:spLocks noGrp="1" noChangeArrowheads="1"/>
          </p:cNvSpPr>
          <p:nvPr>
            <p:ph type="body" sz="half" idx="3"/>
          </p:nvPr>
        </p:nvSpPr>
        <p:spPr>
          <a:xfrm>
            <a:off x="762000" y="2362200"/>
            <a:ext cx="4572000" cy="838200"/>
          </a:xfrm>
        </p:spPr>
        <p:txBody>
          <a:bodyPr/>
          <a:lstStyle/>
          <a:p>
            <a:r>
              <a:rPr lang="sl-SI" sz="2400" dirty="0"/>
              <a:t>Poišči imena jadralcev, ki so rezervirali čoln števil</a:t>
            </a:r>
            <a:r>
              <a:rPr lang="en-US" sz="2400" dirty="0"/>
              <a:t>k</a:t>
            </a:r>
            <a:r>
              <a:rPr lang="sl-SI" sz="2400" dirty="0"/>
              <a:t>a 103.</a:t>
            </a:r>
            <a:endParaRPr lang="en-US" sz="2400" dirty="0"/>
          </a:p>
        </p:txBody>
      </p:sp>
      <p:sp>
        <p:nvSpPr>
          <p:cNvPr id="136197" name="Text Box 5"/>
          <p:cNvSpPr txBox="1">
            <a:spLocks noChangeArrowheads="1"/>
          </p:cNvSpPr>
          <p:nvPr/>
        </p:nvSpPr>
        <p:spPr bwMode="auto">
          <a:xfrm>
            <a:off x="6934200" y="30480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sp>
        <p:nvSpPr>
          <p:cNvPr id="136198"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36199" name="Rectangle 7"/>
          <p:cNvSpPr>
            <a:spLocks noChangeArrowheads="1"/>
          </p:cNvSpPr>
          <p:nvPr/>
        </p:nvSpPr>
        <p:spPr bwMode="auto">
          <a:xfrm>
            <a:off x="914400" y="5715000"/>
            <a:ext cx="7848600" cy="1785937"/>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sl-SI" sz="2400"/>
              <a:t>P</a:t>
            </a:r>
            <a:r>
              <a:rPr lang="en-US" sz="2400" err="1"/>
              <a:t>roblem</a:t>
            </a:r>
            <a:r>
              <a:rPr lang="sl-SI" sz="2400"/>
              <a:t>: neučinkovitost, zato se jim izognemo, kadar je le mogoče.</a:t>
            </a: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1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1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6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p:bldP spid="136197" grpId="0"/>
      <p:bldP spid="136199"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18786" name="AutoShape 2"/>
          <p:cNvSpPr>
            <a:spLocks noGrp="1" noChangeArrowheads="1"/>
          </p:cNvSpPr>
          <p:nvPr>
            <p:ph type="title"/>
          </p:nvPr>
        </p:nvSpPr>
        <p:spPr/>
        <p:txBody>
          <a:bodyPr/>
          <a:lstStyle/>
          <a:p>
            <a:r>
              <a:rPr lang="sl-SI"/>
              <a:t>Operatorji za delo z množicami</a:t>
            </a:r>
            <a:endParaRPr lang="en-US"/>
          </a:p>
        </p:txBody>
      </p:sp>
      <p:sp>
        <p:nvSpPr>
          <p:cNvPr id="118787" name="Rectangle 3"/>
          <p:cNvSpPr>
            <a:spLocks noGrp="1" noChangeArrowheads="1"/>
          </p:cNvSpPr>
          <p:nvPr>
            <p:ph type="body" idx="1"/>
          </p:nvPr>
        </p:nvSpPr>
        <p:spPr>
          <a:xfrm>
            <a:off x="838200" y="2362200"/>
            <a:ext cx="7924800" cy="3724275"/>
          </a:xfrm>
        </p:spPr>
        <p:txBody>
          <a:bodyPr/>
          <a:lstStyle/>
          <a:p>
            <a:r>
              <a:rPr lang="en-US" sz="2400"/>
              <a:t>UNION: </a:t>
            </a:r>
            <a:r>
              <a:rPr lang="en-US" sz="2400" err="1"/>
              <a:t>unija</a:t>
            </a:r>
            <a:r>
              <a:rPr lang="en-US" sz="2400"/>
              <a:t> </a:t>
            </a:r>
            <a:r>
              <a:rPr lang="en-US" sz="2400" b="1">
                <a:sym typeface="Symbol" pitchFamily="18" charset="2"/>
              </a:rPr>
              <a:t></a:t>
            </a:r>
            <a:r>
              <a:rPr lang="sl-SI" sz="2400">
                <a:sym typeface="Symbol" pitchFamily="18" charset="2"/>
              </a:rPr>
              <a:t> </a:t>
            </a:r>
            <a:br>
              <a:rPr lang="sl-SI" sz="2400">
                <a:sym typeface="Symbol" pitchFamily="18" charset="2"/>
              </a:rPr>
            </a:br>
            <a:r>
              <a:rPr lang="sl-SI" sz="2400"/>
              <a:t>UNION ALL: </a:t>
            </a:r>
            <a:r>
              <a:rPr lang="sl-SI" sz="2400">
                <a:sym typeface="Symbol" pitchFamily="18" charset="2"/>
              </a:rPr>
              <a:t>unija </a:t>
            </a:r>
            <a:r>
              <a:rPr lang="en-US" sz="2400" b="1">
                <a:sym typeface="Symbol" pitchFamily="18" charset="2"/>
              </a:rPr>
              <a:t> </a:t>
            </a:r>
            <a:r>
              <a:rPr lang="sl-SI" sz="2400" b="1">
                <a:sym typeface="Symbol" pitchFamily="18" charset="2"/>
              </a:rPr>
              <a:t> </a:t>
            </a:r>
            <a:r>
              <a:rPr lang="sl-SI" sz="2400">
                <a:sym typeface="Symbol" pitchFamily="18" charset="2"/>
              </a:rPr>
              <a:t>s ponavljanjem elementov</a:t>
            </a:r>
            <a:endParaRPr lang="en-US" sz="2400"/>
          </a:p>
          <a:p>
            <a:r>
              <a:rPr lang="en-US" sz="2400"/>
              <a:t>INTERSECT: </a:t>
            </a:r>
            <a:r>
              <a:rPr lang="en-US" sz="2400" err="1"/>
              <a:t>presek</a:t>
            </a:r>
            <a:r>
              <a:rPr lang="en-US" sz="2400"/>
              <a:t> </a:t>
            </a:r>
            <a:r>
              <a:rPr lang="en-US" sz="2400" b="1">
                <a:sym typeface="Symbol" pitchFamily="18" charset="2"/>
              </a:rPr>
              <a:t></a:t>
            </a:r>
            <a:endParaRPr lang="en-US" sz="2400" b="1"/>
          </a:p>
          <a:p>
            <a:r>
              <a:rPr lang="en-US" sz="2400"/>
              <a:t>MINUS </a:t>
            </a:r>
            <a:r>
              <a:rPr lang="en-US" sz="2400" err="1"/>
              <a:t>ali</a:t>
            </a:r>
            <a:r>
              <a:rPr lang="en-US" sz="2400"/>
              <a:t> EXCEPT: </a:t>
            </a:r>
            <a:r>
              <a:rPr lang="en-US" sz="2400" err="1"/>
              <a:t>razlika</a:t>
            </a:r>
            <a:r>
              <a:rPr lang="en-US" sz="2400"/>
              <a:t> </a:t>
            </a:r>
            <a:r>
              <a:rPr lang="en-US" sz="2400">
                <a:sym typeface="Symbol" pitchFamily="18" charset="2"/>
              </a:rPr>
              <a:t></a:t>
            </a:r>
            <a:endParaRPr lang="en-US" sz="2400"/>
          </a:p>
          <a:p>
            <a:r>
              <a:rPr lang="en-US" sz="2400"/>
              <a:t>IN, NOT IN (</a:t>
            </a:r>
            <a:r>
              <a:rPr lang="en-US" sz="2400" err="1"/>
              <a:t>tabela</a:t>
            </a:r>
            <a:r>
              <a:rPr lang="en-US" sz="2400"/>
              <a:t>):  </a:t>
            </a:r>
            <a:r>
              <a:rPr lang="en-US" sz="2400" err="1"/>
              <a:t>pripadnost</a:t>
            </a:r>
            <a:r>
              <a:rPr lang="en-US" sz="2400"/>
              <a:t> </a:t>
            </a:r>
            <a:r>
              <a:rPr lang="en-US" sz="2400">
                <a:sym typeface="Symbol" pitchFamily="18" charset="2"/>
              </a:rPr>
              <a:t></a:t>
            </a:r>
            <a:r>
              <a:rPr lang="sl-SI" sz="2400">
                <a:sym typeface="Symbol" pitchFamily="18" charset="2"/>
              </a:rPr>
              <a:t> in </a:t>
            </a:r>
            <a:r>
              <a:rPr lang="en-US" sz="2400">
                <a:sym typeface="Symbol" pitchFamily="18" charset="2"/>
              </a:rPr>
              <a:t></a:t>
            </a:r>
          </a:p>
          <a:p>
            <a:r>
              <a:rPr lang="en-US" sz="2400"/>
              <a:t>ALL, ANY: </a:t>
            </a:r>
            <a:r>
              <a:rPr lang="en-US" sz="2400" err="1"/>
              <a:t>kvantifikatorja</a:t>
            </a:r>
            <a:r>
              <a:rPr lang="en-US" sz="2400"/>
              <a:t> </a:t>
            </a:r>
            <a:r>
              <a:rPr lang="en-US" sz="2400">
                <a:sym typeface="Symbol" pitchFamily="18" charset="2"/>
              </a:rPr>
              <a:t> in </a:t>
            </a:r>
            <a:endParaRPr lang="en-US" sz="2400"/>
          </a:p>
          <a:p>
            <a:r>
              <a:rPr lang="en-US" sz="2400"/>
              <a:t>EXISTS, NOT EXISTS (</a:t>
            </a:r>
            <a:r>
              <a:rPr lang="en-US" sz="2400" err="1"/>
              <a:t>tabela</a:t>
            </a:r>
            <a:r>
              <a:rPr lang="en-US" sz="2400"/>
              <a:t>): (ne)</a:t>
            </a:r>
            <a:r>
              <a:rPr lang="en-US" sz="2400" err="1"/>
              <a:t>prazn</a:t>
            </a:r>
            <a:r>
              <a:rPr lang="sl-SI" sz="2400"/>
              <a:t>ost</a:t>
            </a:r>
            <a:r>
              <a:rPr lang="en-US" sz="2400"/>
              <a:t> </a:t>
            </a:r>
            <a:r>
              <a:rPr lang="en-US" sz="2400" err="1"/>
              <a:t>mno</a:t>
            </a:r>
            <a:r>
              <a:rPr lang="sl-SI" sz="2400"/>
              <a:t>žice</a:t>
            </a:r>
            <a:r>
              <a:rPr lang="en-US" sz="2400"/>
              <a:t> </a:t>
            </a:r>
          </a:p>
          <a:p>
            <a:r>
              <a:rPr lang="en-US" sz="2400"/>
              <a:t>UNIQUE (</a:t>
            </a:r>
            <a:r>
              <a:rPr lang="en-US" sz="2400" err="1"/>
              <a:t>tabela</a:t>
            </a:r>
            <a:r>
              <a:rPr lang="en-US" sz="2400"/>
              <a:t>): </a:t>
            </a:r>
            <a:r>
              <a:rPr lang="en-US" sz="2400" err="1"/>
              <a:t>enoli</a:t>
            </a:r>
            <a:r>
              <a:rPr lang="sl-SI" sz="2400" err="1"/>
              <a:t>čnost</a:t>
            </a:r>
            <a:r>
              <a:rPr lang="sl-SI" sz="2400"/>
              <a:t> elementov v tabeli</a:t>
            </a:r>
          </a:p>
          <a:p>
            <a:r>
              <a:rPr lang="sl-SI" sz="2400" err="1"/>
              <a:t>Operatorj</a:t>
            </a:r>
            <a:r>
              <a:rPr lang="en-US" sz="2400" err="1"/>
              <a:t>i</a:t>
            </a:r>
            <a:r>
              <a:rPr lang="sl-SI" sz="2400"/>
              <a:t> IN</a:t>
            </a:r>
            <a:r>
              <a:rPr lang="en-US" sz="2400"/>
              <a:t>, </a:t>
            </a:r>
            <a:r>
              <a:rPr lang="sl-SI" sz="2400"/>
              <a:t>NOT IN in EXISTS s</a:t>
            </a:r>
            <a:r>
              <a:rPr lang="en-US" sz="2400"/>
              <a:t>o</a:t>
            </a:r>
            <a:r>
              <a:rPr lang="sl-SI" sz="2400"/>
              <a:t> osnova za gnezdenje poizvedb</a:t>
            </a:r>
            <a:endParaRPr lang="en-US" sz="2400"/>
          </a:p>
        </p:txBody>
      </p:sp>
    </p:spTree>
    <p:extLst>
      <p:ext uri="{BB962C8B-B14F-4D97-AF65-F5344CB8AC3E}">
        <p14:creationId xmlns:p14="http://schemas.microsoft.com/office/powerpoint/2010/main" val="8234394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11618" name="AutoShape 2"/>
          <p:cNvSpPr>
            <a:spLocks noGrp="1" noChangeArrowheads="1"/>
          </p:cNvSpPr>
          <p:nvPr>
            <p:ph type="title"/>
          </p:nvPr>
        </p:nvSpPr>
        <p:spPr/>
        <p:txBody>
          <a:bodyPr/>
          <a:lstStyle/>
          <a:p>
            <a:r>
              <a:rPr lang="en-US" sz="3200"/>
              <a:t>SQL: operatorji za delo z mno</a:t>
            </a:r>
            <a:r>
              <a:rPr lang="sl-SI" sz="3200"/>
              <a:t>žicami</a:t>
            </a:r>
            <a:endParaRPr lang="en-US" sz="3200"/>
          </a:p>
        </p:txBody>
      </p:sp>
      <p:sp>
        <p:nvSpPr>
          <p:cNvPr id="111619" name="Rectangle 3"/>
          <p:cNvSpPr>
            <a:spLocks noGrp="1" noChangeArrowheads="1"/>
          </p:cNvSpPr>
          <p:nvPr>
            <p:ph type="body" idx="1"/>
          </p:nvPr>
        </p:nvSpPr>
        <p:spPr/>
        <p:txBody>
          <a:bodyPr/>
          <a:lstStyle/>
          <a:p>
            <a:r>
              <a:rPr lang="sl-SI" sz="2400"/>
              <a:t>Unija: UNION</a:t>
            </a:r>
            <a:r>
              <a:rPr lang="en-US" sz="2400"/>
              <a:t>, UNION ALL (</a:t>
            </a:r>
            <a:r>
              <a:rPr lang="en-US" sz="2400" err="1"/>
              <a:t>ohrani</a:t>
            </a:r>
            <a:r>
              <a:rPr lang="en-US" sz="2400"/>
              <a:t> </a:t>
            </a:r>
            <a:r>
              <a:rPr lang="en-US" sz="2400" err="1"/>
              <a:t>duplikate</a:t>
            </a:r>
            <a:r>
              <a:rPr lang="en-US" sz="2400"/>
              <a:t>)</a:t>
            </a:r>
            <a:endParaRPr lang="sl-SI" sz="2400"/>
          </a:p>
          <a:p>
            <a:r>
              <a:rPr lang="sl-SI" sz="2400"/>
              <a:t>Presek: INTERSECT (</a:t>
            </a:r>
            <a:r>
              <a:rPr lang="en-US" sz="2400"/>
              <a:t>*</a:t>
            </a:r>
            <a:r>
              <a:rPr lang="sl-SI" sz="2400"/>
              <a:t>)</a:t>
            </a:r>
          </a:p>
          <a:p>
            <a:r>
              <a:rPr lang="sl-SI" sz="2400"/>
              <a:t>Razlika: MINUS ali EXCEPT (</a:t>
            </a:r>
            <a:r>
              <a:rPr lang="en-US" sz="2400"/>
              <a:t>*</a:t>
            </a:r>
            <a:r>
              <a:rPr lang="sl-SI" sz="2400"/>
              <a:t>)</a:t>
            </a:r>
          </a:p>
          <a:p>
            <a:r>
              <a:rPr lang="sl-SI" sz="2400"/>
              <a:t>Sintaksa:</a:t>
            </a:r>
            <a:br>
              <a:rPr lang="sl-SI" sz="2400"/>
            </a:br>
            <a:r>
              <a:rPr lang="sl-SI" sz="2400">
                <a:latin typeface="Courier New" pitchFamily="49" charset="0"/>
              </a:rPr>
              <a:t>SELECT ... </a:t>
            </a:r>
            <a:br>
              <a:rPr lang="en-US" sz="2400">
                <a:latin typeface="Courier New" pitchFamily="49" charset="0"/>
              </a:rPr>
            </a:br>
            <a:r>
              <a:rPr lang="en-US" sz="2400">
                <a:latin typeface="Courier New" pitchFamily="49" charset="0"/>
              </a:rPr>
              <a:t>&lt;</a:t>
            </a:r>
            <a:r>
              <a:rPr lang="sl-SI" sz="2400">
                <a:latin typeface="Courier New" pitchFamily="49" charset="0"/>
              </a:rPr>
              <a:t>OPERATOR</a:t>
            </a:r>
            <a:r>
              <a:rPr lang="en-US" sz="2400">
                <a:latin typeface="Courier New" pitchFamily="49" charset="0"/>
              </a:rPr>
              <a:t>&gt;</a:t>
            </a:r>
            <a:r>
              <a:rPr lang="sl-SI" sz="2400">
                <a:latin typeface="Courier New" pitchFamily="49" charset="0"/>
              </a:rPr>
              <a:t> </a:t>
            </a:r>
            <a:br>
              <a:rPr lang="en-US" sz="2400">
                <a:latin typeface="Courier New" pitchFamily="49" charset="0"/>
              </a:rPr>
            </a:br>
            <a:r>
              <a:rPr lang="sl-SI" sz="2400">
                <a:latin typeface="Courier New" pitchFamily="49" charset="0"/>
              </a:rPr>
              <a:t>SELECT ...;</a:t>
            </a:r>
            <a:endParaRPr lang="en-US" sz="2400">
              <a:latin typeface="Courier New" pitchFamily="49" charset="0"/>
            </a:endParaRPr>
          </a:p>
          <a:p>
            <a:r>
              <a:rPr lang="en-US" sz="2400" err="1"/>
              <a:t>Kompatibilnost</a:t>
            </a:r>
            <a:r>
              <a:rPr lang="en-US" sz="2400"/>
              <a:t> </a:t>
            </a:r>
            <a:r>
              <a:rPr lang="en-US" sz="2400" err="1"/>
              <a:t>tabel</a:t>
            </a:r>
            <a:r>
              <a:rPr lang="en-US" sz="2400"/>
              <a:t> (</a:t>
            </a:r>
            <a:r>
              <a:rPr lang="en-US" sz="2400" err="1"/>
              <a:t>ali</a:t>
            </a:r>
            <a:r>
              <a:rPr lang="en-US" sz="2400"/>
              <a:t> </a:t>
            </a:r>
            <a:r>
              <a:rPr lang="en-US" sz="2400" err="1"/>
              <a:t>rezultatov</a:t>
            </a:r>
            <a:r>
              <a:rPr lang="en-US" sz="2400"/>
              <a:t> SELECT </a:t>
            </a:r>
            <a:r>
              <a:rPr lang="en-US" sz="2400" err="1"/>
              <a:t>stavka</a:t>
            </a:r>
            <a:r>
              <a:rPr lang="en-US" sz="2400"/>
              <a:t>): </a:t>
            </a:r>
            <a:r>
              <a:rPr lang="en-US" sz="2400" err="1"/>
              <a:t>isto</a:t>
            </a:r>
            <a:r>
              <a:rPr lang="en-US" sz="2400"/>
              <a:t> </a:t>
            </a:r>
            <a:r>
              <a:rPr lang="sl-SI" sz="2400"/>
              <a:t>število stolpcev, istoležni stolpci istega tipa</a:t>
            </a:r>
            <a:endParaRPr lang="en-US" sz="2400"/>
          </a:p>
          <a:p>
            <a:r>
              <a:rPr lang="en-US" sz="1600"/>
              <a:t>*</a:t>
            </a:r>
            <a:r>
              <a:rPr lang="en-US" sz="1600" err="1"/>
              <a:t>Starejše</a:t>
            </a:r>
            <a:r>
              <a:rPr lang="en-US" sz="1600"/>
              <a:t> </a:t>
            </a:r>
            <a:r>
              <a:rPr lang="en-US" sz="1600" err="1"/>
              <a:t>verzije</a:t>
            </a:r>
            <a:r>
              <a:rPr lang="en-US" sz="1600"/>
              <a:t> </a:t>
            </a:r>
            <a:r>
              <a:rPr lang="en-US" sz="1600" err="1"/>
              <a:t>MariaDB</a:t>
            </a:r>
            <a:r>
              <a:rPr lang="en-US" sz="1600"/>
              <a:t> </a:t>
            </a:r>
            <a:r>
              <a:rPr lang="en-US" sz="1600" err="1"/>
              <a:t>strežnika</a:t>
            </a:r>
            <a:r>
              <a:rPr lang="en-US" sz="1600"/>
              <a:t> ne </a:t>
            </a:r>
            <a:r>
              <a:rPr lang="en-US" sz="1600" err="1"/>
              <a:t>podpirajo</a:t>
            </a:r>
            <a:endParaRPr lang="sl-SI" sz="1600"/>
          </a:p>
          <a:p>
            <a:endParaRPr lang="en-US" sz="2400">
              <a:latin typeface="Courier New" pitchFamily="49" charset="0"/>
            </a:endParaRPr>
          </a:p>
        </p:txBody>
      </p:sp>
    </p:spTree>
    <p:extLst>
      <p:ext uri="{BB962C8B-B14F-4D97-AF65-F5344CB8AC3E}">
        <p14:creationId xmlns:p14="http://schemas.microsoft.com/office/powerpoint/2010/main" val="9205213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09570" name="AutoShape 2"/>
          <p:cNvSpPr>
            <a:spLocks noGrp="1" noChangeArrowheads="1"/>
          </p:cNvSpPr>
          <p:nvPr>
            <p:ph type="title"/>
          </p:nvPr>
        </p:nvSpPr>
        <p:spPr/>
        <p:txBody>
          <a:bodyPr/>
          <a:lstStyle/>
          <a:p>
            <a:r>
              <a:rPr lang="sl-SI"/>
              <a:t>SQL:</a:t>
            </a:r>
            <a:r>
              <a:rPr lang="en-US"/>
              <a:t> </a:t>
            </a:r>
            <a:r>
              <a:rPr lang="sl-SI"/>
              <a:t>unija </a:t>
            </a:r>
            <a:r>
              <a:rPr lang="en-US" err="1"/>
              <a:t>mno</a:t>
            </a:r>
            <a:r>
              <a:rPr lang="sl-SI"/>
              <a:t>žic</a:t>
            </a:r>
            <a:endParaRPr lang="en-US"/>
          </a:p>
        </p:txBody>
      </p:sp>
      <p:sp>
        <p:nvSpPr>
          <p:cNvPr id="109571" name="Rectangle 3"/>
          <p:cNvSpPr>
            <a:spLocks noGrp="1" noChangeArrowheads="1"/>
          </p:cNvSpPr>
          <p:nvPr>
            <p:ph sz="quarter" idx="2"/>
          </p:nvPr>
        </p:nvSpPr>
        <p:spPr>
          <a:xfrm>
            <a:off x="762000" y="3962400"/>
            <a:ext cx="5791200" cy="2743200"/>
          </a:xfrm>
        </p:spPr>
        <p:txBody>
          <a:bodyPr/>
          <a:lstStyle/>
          <a:p>
            <a:pPr>
              <a:buFont typeface="Wingdings" pitchFamily="2" charset="2"/>
              <a:buNone/>
            </a:pPr>
            <a:r>
              <a:rPr lang="en-US" sz="1600">
                <a:latin typeface="Courier New" pitchFamily="49" charset="0"/>
              </a:rPr>
              <a:t> </a:t>
            </a: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p>
          <a:p>
            <a:pPr>
              <a:buFont typeface="Wingdings" pitchFamily="2" charset="2"/>
              <a:buNone/>
            </a:pPr>
            <a:r>
              <a:rPr lang="en-US" sz="1600">
                <a:latin typeface="Courier New" pitchFamily="49" charset="0"/>
              </a:rPr>
              <a:t>       </a:t>
            </a:r>
            <a:r>
              <a:rPr lang="sl-SI" sz="1600" err="1">
                <a:latin typeface="Courier New" pitchFamily="49" charset="0"/>
              </a:rPr>
              <a:t>c.barva</a:t>
            </a:r>
            <a:r>
              <a:rPr lang="en-US" sz="1600">
                <a:latin typeface="Courier New" pitchFamily="49" charset="0"/>
              </a:rPr>
              <a:t>='</a:t>
            </a:r>
            <a:r>
              <a:rPr lang="en-US" sz="1600" err="1">
                <a:latin typeface="Courier New" pitchFamily="49" charset="0"/>
              </a:rPr>
              <a:t>rdeca</a:t>
            </a:r>
            <a:r>
              <a:rPr lang="en-US" sz="1600">
                <a:latin typeface="Courier New" pitchFamily="49" charset="0"/>
              </a:rPr>
              <a:t>' </a:t>
            </a:r>
          </a:p>
          <a:p>
            <a:pPr>
              <a:buFont typeface="Wingdings" pitchFamily="2" charset="2"/>
              <a:buNone/>
            </a:pPr>
            <a:r>
              <a:rPr lang="en-US" sz="1600" b="1">
                <a:solidFill>
                  <a:srgbClr val="C00000"/>
                </a:solidFill>
                <a:latin typeface="Courier New" pitchFamily="49" charset="0"/>
              </a:rPr>
              <a:t>UNION</a:t>
            </a:r>
          </a:p>
          <a:p>
            <a:pPr>
              <a:buFont typeface="Wingdings" pitchFamily="2" charset="2"/>
              <a:buNone/>
            </a:pPr>
            <a:r>
              <a:rPr lang="en-US" sz="1600">
                <a:latin typeface="Courier New" pitchFamily="49" charset="0"/>
              </a:rPr>
              <a:t> </a:t>
            </a:r>
            <a:r>
              <a:rPr lang="en-US" sz="1600" b="1">
                <a:latin typeface="Courier New" pitchFamily="49" charset="0"/>
              </a:rPr>
              <a:t>SELECT</a:t>
            </a:r>
            <a:r>
              <a:rPr lang="en-US" sz="1600">
                <a:latin typeface="Courier New" pitchFamily="49" charset="0"/>
              </a:rPr>
              <a:t> </a:t>
            </a:r>
            <a:r>
              <a:rPr lang="en-US" sz="1600" b="1">
                <a:latin typeface="Courier New" pitchFamily="49" charset="0"/>
              </a:rPr>
              <a:t>DIS</a:t>
            </a:r>
            <a:r>
              <a:rPr lang="sl-SI" sz="1600" b="1">
                <a:latin typeface="Courier New" pitchFamily="49" charset="0"/>
              </a:rPr>
              <a:t>T</a:t>
            </a:r>
            <a:r>
              <a:rPr lang="en-US" sz="1600" b="1">
                <a:latin typeface="Courier New" pitchFamily="49" charset="0"/>
              </a:rPr>
              <a:t>INCT</a:t>
            </a:r>
            <a:r>
              <a:rPr lang="en-US" sz="1600">
                <a:latin typeface="Courier New" pitchFamily="49" charset="0"/>
              </a:rPr>
              <a:t> 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p>
          <a:p>
            <a:pPr>
              <a:buFont typeface="Wingdings" pitchFamily="2" charset="2"/>
              <a:buNone/>
            </a:pPr>
            <a:r>
              <a:rPr lang="en-US" sz="1600">
                <a:latin typeface="Courier New" pitchFamily="49" charset="0"/>
              </a:rPr>
              <a:t>       </a:t>
            </a:r>
            <a:r>
              <a:rPr lang="en-US" sz="1600" err="1">
                <a:latin typeface="Courier New" pitchFamily="49" charset="0"/>
              </a:rPr>
              <a:t>c.barva</a:t>
            </a:r>
            <a:r>
              <a:rPr lang="en-US" sz="1600">
                <a:latin typeface="Courier New" pitchFamily="49" charset="0"/>
              </a:rPr>
              <a:t>='</a:t>
            </a:r>
            <a:r>
              <a:rPr lang="en-US" sz="1600" err="1">
                <a:latin typeface="Courier New" pitchFamily="49" charset="0"/>
              </a:rPr>
              <a:t>zelena</a:t>
            </a:r>
            <a:r>
              <a:rPr lang="en-US" sz="1600">
                <a:latin typeface="Courier New" pitchFamily="49" charset="0"/>
              </a:rPr>
              <a:t>';</a:t>
            </a:r>
          </a:p>
          <a:p>
            <a:pPr>
              <a:buFont typeface="Wingdings" pitchFamily="2" charset="2"/>
              <a:buNone/>
            </a:pPr>
            <a:endParaRPr lang="en-US" sz="1600">
              <a:latin typeface="Courier New" pitchFamily="49" charset="0"/>
            </a:endParaRPr>
          </a:p>
        </p:txBody>
      </p:sp>
      <p:sp>
        <p:nvSpPr>
          <p:cNvPr id="109572" name="Rectangle 4"/>
          <p:cNvSpPr>
            <a:spLocks noGrp="1" noChangeArrowheads="1"/>
          </p:cNvSpPr>
          <p:nvPr>
            <p:ph type="body" sz="half" idx="3"/>
          </p:nvPr>
        </p:nvSpPr>
        <p:spPr>
          <a:xfrm>
            <a:off x="762000" y="2362200"/>
            <a:ext cx="2743200" cy="1785938"/>
          </a:xfrm>
        </p:spPr>
        <p:txBody>
          <a:bodyPr/>
          <a:lstStyle/>
          <a:p>
            <a:r>
              <a:rPr lang="sl-SI" sz="2400" dirty="0"/>
              <a:t>Poišči imena jadralcev, ki so rezervirali rdeč ALI zelen</a:t>
            </a:r>
            <a:r>
              <a:rPr lang="en-US" sz="2400" dirty="0"/>
              <a:t> </a:t>
            </a:r>
            <a:r>
              <a:rPr lang="sl-SI" sz="2400" dirty="0"/>
              <a:t>čoln</a:t>
            </a:r>
            <a:r>
              <a:rPr lang="en-US" sz="2400" dirty="0"/>
              <a:t>.</a:t>
            </a:r>
          </a:p>
        </p:txBody>
      </p:sp>
      <p:graphicFrame>
        <p:nvGraphicFramePr>
          <p:cNvPr id="109573" name="Object 5"/>
          <p:cNvGraphicFramePr>
            <a:graphicFrameLocks noChangeAspect="1"/>
          </p:cNvGraphicFramePr>
          <p:nvPr>
            <p:extLst>
              <p:ext uri="{D42A27DB-BD31-4B8C-83A1-F6EECF244321}">
                <p14:modId xmlns:p14="http://schemas.microsoft.com/office/powerpoint/2010/main" val="3784944571"/>
              </p:ext>
            </p:extLst>
          </p:nvPr>
        </p:nvGraphicFramePr>
        <p:xfrm>
          <a:off x="3352800" y="2559490"/>
          <a:ext cx="5672328" cy="444062"/>
        </p:xfrm>
        <a:graphic>
          <a:graphicData uri="http://schemas.openxmlformats.org/presentationml/2006/ole">
            <mc:AlternateContent xmlns:mc="http://schemas.openxmlformats.org/markup-compatibility/2006">
              <mc:Choice xmlns:v="urn:schemas-microsoft-com:vml" Requires="v">
                <p:oleObj name="Equation" r:id="rId2" imgW="3708400" imgH="292100" progId="">
                  <p:embed/>
                </p:oleObj>
              </mc:Choice>
              <mc:Fallback>
                <p:oleObj name="Equation" r:id="rId2" imgW="3708400" imgH="292100" progId="">
                  <p:embed/>
                  <p:pic>
                    <p:nvPicPr>
                      <p:cNvPr id="10957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559490"/>
                        <a:ext cx="5672328" cy="444062"/>
                      </a:xfrm>
                      <a:prstGeom prst="rect">
                        <a:avLst/>
                      </a:prstGeom>
                      <a:noFill/>
                    </p:spPr>
                  </p:pic>
                </p:oleObj>
              </mc:Fallback>
            </mc:AlternateContent>
          </a:graphicData>
        </a:graphic>
      </p:graphicFrame>
      <p:sp>
        <p:nvSpPr>
          <p:cNvPr id="109574" name="Text Box 6"/>
          <p:cNvSpPr txBox="1">
            <a:spLocks noChangeArrowheads="1"/>
          </p:cNvSpPr>
          <p:nvPr/>
        </p:nvSpPr>
        <p:spPr bwMode="auto">
          <a:xfrm>
            <a:off x="6553200" y="41910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graphicFrame>
        <p:nvGraphicFramePr>
          <p:cNvPr id="109575" name="Object 7"/>
          <p:cNvGraphicFramePr>
            <a:graphicFrameLocks noGrp="1" noChangeAspect="1"/>
          </p:cNvGraphicFramePr>
          <p:nvPr>
            <p:ph sz="quarter" idx="1"/>
            <p:extLst>
              <p:ext uri="{D42A27DB-BD31-4B8C-83A1-F6EECF244321}">
                <p14:modId xmlns:p14="http://schemas.microsoft.com/office/powerpoint/2010/main" val="2500183658"/>
              </p:ext>
            </p:extLst>
          </p:nvPr>
        </p:nvGraphicFramePr>
        <p:xfrm>
          <a:off x="3352800" y="3179763"/>
          <a:ext cx="5672328" cy="457501"/>
        </p:xfrm>
        <a:graphic>
          <a:graphicData uri="http://schemas.openxmlformats.org/presentationml/2006/ole">
            <mc:AlternateContent xmlns:mc="http://schemas.openxmlformats.org/markup-compatibility/2006">
              <mc:Choice xmlns:v="urn:schemas-microsoft-com:vml" Requires="v">
                <p:oleObj name="Equation" r:id="rId4" imgW="3619500" imgH="292100" progId="">
                  <p:embed/>
                </p:oleObj>
              </mc:Choice>
              <mc:Fallback>
                <p:oleObj name="Equation" r:id="rId4" imgW="3619500" imgH="292100" progId="">
                  <p:embed/>
                  <p:pic>
                    <p:nvPicPr>
                      <p:cNvPr id="109575" name="Object 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3179763"/>
                        <a:ext cx="5672328" cy="457501"/>
                      </a:xfrm>
                      <a:prstGeom prst="rect">
                        <a:avLst/>
                      </a:prstGeom>
                      <a:noFill/>
                    </p:spPr>
                  </p:pic>
                </p:oleObj>
              </mc:Fallback>
            </mc:AlternateContent>
          </a:graphicData>
        </a:graphic>
      </p:graphicFrame>
      <p:sp>
        <p:nvSpPr>
          <p:cNvPr id="109577" name="Text Box 9"/>
          <p:cNvSpPr txBox="1">
            <a:spLocks noChangeArrowheads="1"/>
          </p:cNvSpPr>
          <p:nvPr/>
        </p:nvSpPr>
        <p:spPr bwMode="auto">
          <a:xfrm>
            <a:off x="3267075" y="286543"/>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41825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957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95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p:bldP spid="109574" grpId="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10594" name="AutoShape 2"/>
          <p:cNvSpPr>
            <a:spLocks noGrp="1" noChangeArrowheads="1"/>
          </p:cNvSpPr>
          <p:nvPr>
            <p:ph type="title"/>
          </p:nvPr>
        </p:nvSpPr>
        <p:spPr/>
        <p:txBody>
          <a:bodyPr/>
          <a:lstStyle/>
          <a:p>
            <a:r>
              <a:rPr lang="sl-SI"/>
              <a:t>SQL: </a:t>
            </a:r>
            <a:r>
              <a:rPr lang="en-US"/>
              <a:t> </a:t>
            </a:r>
            <a:r>
              <a:rPr lang="sl-SI"/>
              <a:t>presek </a:t>
            </a:r>
            <a:r>
              <a:rPr lang="en-US" err="1"/>
              <a:t>mno</a:t>
            </a:r>
            <a:r>
              <a:rPr lang="sl-SI"/>
              <a:t>žic</a:t>
            </a:r>
            <a:endParaRPr lang="en-US"/>
          </a:p>
        </p:txBody>
      </p:sp>
      <p:sp>
        <p:nvSpPr>
          <p:cNvPr id="110595" name="Rectangle 3"/>
          <p:cNvSpPr>
            <a:spLocks noGrp="1" noChangeArrowheads="1"/>
          </p:cNvSpPr>
          <p:nvPr>
            <p:ph sz="quarter" idx="2"/>
          </p:nvPr>
        </p:nvSpPr>
        <p:spPr>
          <a:xfrm>
            <a:off x="762000" y="3962400"/>
            <a:ext cx="5791200" cy="2743200"/>
          </a:xfrm>
        </p:spPr>
        <p:txBody>
          <a:bodyPr/>
          <a:lstStyle/>
          <a:p>
            <a:pPr>
              <a:buFont typeface="Wingdings" pitchFamily="2" charset="2"/>
              <a:buNone/>
            </a:pPr>
            <a:r>
              <a:rPr lang="en-US" sz="1600">
                <a:latin typeface="Courier New" pitchFamily="49" charset="0"/>
              </a:rPr>
              <a:t> </a:t>
            </a: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p>
          <a:p>
            <a:pPr>
              <a:buFont typeface="Wingdings" pitchFamily="2" charset="2"/>
              <a:buNone/>
            </a:pPr>
            <a:r>
              <a:rPr lang="en-US" sz="1600">
                <a:latin typeface="Courier New" pitchFamily="49" charset="0"/>
              </a:rPr>
              <a:t>       </a:t>
            </a:r>
            <a:r>
              <a:rPr lang="sl-SI" sz="1600" err="1">
                <a:latin typeface="Courier New" pitchFamily="49" charset="0"/>
              </a:rPr>
              <a:t>c.barva</a:t>
            </a:r>
            <a:r>
              <a:rPr lang="en-US" sz="1600">
                <a:latin typeface="Courier New" pitchFamily="49" charset="0"/>
              </a:rPr>
              <a:t>='</a:t>
            </a:r>
            <a:r>
              <a:rPr lang="en-US" sz="1600" err="1">
                <a:latin typeface="Courier New" pitchFamily="49" charset="0"/>
              </a:rPr>
              <a:t>rdeca</a:t>
            </a:r>
            <a:r>
              <a:rPr lang="en-US" sz="1600">
                <a:latin typeface="Courier New" pitchFamily="49" charset="0"/>
              </a:rPr>
              <a:t>' </a:t>
            </a:r>
          </a:p>
          <a:p>
            <a:pPr>
              <a:buFont typeface="Wingdings" pitchFamily="2" charset="2"/>
              <a:buNone/>
            </a:pPr>
            <a:r>
              <a:rPr lang="en-US" sz="1600" b="1">
                <a:solidFill>
                  <a:srgbClr val="C00000"/>
                </a:solidFill>
                <a:latin typeface="Courier New" pitchFamily="49" charset="0"/>
              </a:rPr>
              <a:t>INTERSECT</a:t>
            </a:r>
          </a:p>
          <a:p>
            <a:pPr>
              <a:buFont typeface="Wingdings" pitchFamily="2" charset="2"/>
              <a:buNone/>
            </a:pPr>
            <a:r>
              <a:rPr lang="en-US" sz="1600">
                <a:latin typeface="Courier New" pitchFamily="49" charset="0"/>
              </a:rPr>
              <a:t> </a:t>
            </a: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p>
          <a:p>
            <a:pPr>
              <a:buFont typeface="Wingdings" pitchFamily="2" charset="2"/>
              <a:buNone/>
            </a:pPr>
            <a:r>
              <a:rPr lang="en-US" sz="1600">
                <a:latin typeface="Courier New" pitchFamily="49" charset="0"/>
              </a:rPr>
              <a:t>       </a:t>
            </a:r>
            <a:r>
              <a:rPr lang="en-US" sz="1600" err="1">
                <a:latin typeface="Courier New" pitchFamily="49" charset="0"/>
              </a:rPr>
              <a:t>c.barva</a:t>
            </a:r>
            <a:r>
              <a:rPr lang="en-US" sz="1600">
                <a:latin typeface="Courier New" pitchFamily="49" charset="0"/>
              </a:rPr>
              <a:t>='</a:t>
            </a:r>
            <a:r>
              <a:rPr lang="en-US" sz="1600" err="1">
                <a:latin typeface="Courier New" pitchFamily="49" charset="0"/>
              </a:rPr>
              <a:t>zelena</a:t>
            </a:r>
            <a:r>
              <a:rPr lang="en-US" sz="1600">
                <a:latin typeface="Courier New" pitchFamily="49" charset="0"/>
              </a:rPr>
              <a:t>';</a:t>
            </a:r>
          </a:p>
        </p:txBody>
      </p:sp>
      <p:sp>
        <p:nvSpPr>
          <p:cNvPr id="110596" name="Rectangle 4"/>
          <p:cNvSpPr>
            <a:spLocks noGrp="1" noChangeArrowheads="1"/>
          </p:cNvSpPr>
          <p:nvPr>
            <p:ph type="body" sz="half" idx="3"/>
          </p:nvPr>
        </p:nvSpPr>
        <p:spPr>
          <a:xfrm>
            <a:off x="762000" y="2362200"/>
            <a:ext cx="2743200" cy="1785938"/>
          </a:xfrm>
        </p:spPr>
        <p:txBody>
          <a:bodyPr/>
          <a:lstStyle/>
          <a:p>
            <a:r>
              <a:rPr lang="sl-SI" sz="2400"/>
              <a:t>Poišči imena jadralcev, ki so rezervirali rdeč IN zelen</a:t>
            </a:r>
            <a:r>
              <a:rPr lang="en-US" sz="2400"/>
              <a:t> </a:t>
            </a:r>
            <a:r>
              <a:rPr lang="sl-SI" sz="2400"/>
              <a:t>čoln</a:t>
            </a:r>
            <a:r>
              <a:rPr lang="en-US" sz="2400"/>
              <a:t>.</a:t>
            </a:r>
          </a:p>
        </p:txBody>
      </p:sp>
      <p:graphicFrame>
        <p:nvGraphicFramePr>
          <p:cNvPr id="110597" name="Object 5"/>
          <p:cNvGraphicFramePr>
            <a:graphicFrameLocks noChangeAspect="1"/>
          </p:cNvGraphicFramePr>
          <p:nvPr>
            <p:extLst>
              <p:ext uri="{D42A27DB-BD31-4B8C-83A1-F6EECF244321}">
                <p14:modId xmlns:p14="http://schemas.microsoft.com/office/powerpoint/2010/main" val="2980146974"/>
              </p:ext>
            </p:extLst>
          </p:nvPr>
        </p:nvGraphicFramePr>
        <p:xfrm>
          <a:off x="3394075" y="2531268"/>
          <a:ext cx="5556250" cy="434975"/>
        </p:xfrm>
        <a:graphic>
          <a:graphicData uri="http://schemas.openxmlformats.org/presentationml/2006/ole">
            <mc:AlternateContent xmlns:mc="http://schemas.openxmlformats.org/markup-compatibility/2006">
              <mc:Choice xmlns:v="urn:schemas-microsoft-com:vml" Requires="v">
                <p:oleObj name="Equation" r:id="rId2" imgW="3708400" imgH="292100" progId="">
                  <p:embed/>
                </p:oleObj>
              </mc:Choice>
              <mc:Fallback>
                <p:oleObj name="Equation" r:id="rId2" imgW="3708400" imgH="292100" progId="">
                  <p:embed/>
                  <p:pic>
                    <p:nvPicPr>
                      <p:cNvPr id="11059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4075" y="2531268"/>
                        <a:ext cx="555625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598" name="Text Box 6"/>
          <p:cNvSpPr txBox="1">
            <a:spLocks noChangeArrowheads="1"/>
          </p:cNvSpPr>
          <p:nvPr/>
        </p:nvSpPr>
        <p:spPr bwMode="auto">
          <a:xfrm>
            <a:off x="6553200" y="41910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graphicFrame>
        <p:nvGraphicFramePr>
          <p:cNvPr id="110599" name="Object 7"/>
          <p:cNvGraphicFramePr>
            <a:graphicFrameLocks noGrp="1" noChangeAspect="1"/>
          </p:cNvGraphicFramePr>
          <p:nvPr>
            <p:ph sz="quarter" idx="1"/>
            <p:extLst>
              <p:ext uri="{D42A27DB-BD31-4B8C-83A1-F6EECF244321}">
                <p14:modId xmlns:p14="http://schemas.microsoft.com/office/powerpoint/2010/main" val="1514516700"/>
              </p:ext>
            </p:extLst>
          </p:nvPr>
        </p:nvGraphicFramePr>
        <p:xfrm>
          <a:off x="3394075" y="3148408"/>
          <a:ext cx="5334000" cy="430213"/>
        </p:xfrm>
        <a:graphic>
          <a:graphicData uri="http://schemas.openxmlformats.org/presentationml/2006/ole">
            <mc:AlternateContent xmlns:mc="http://schemas.openxmlformats.org/markup-compatibility/2006">
              <mc:Choice xmlns:v="urn:schemas-microsoft-com:vml" Requires="v">
                <p:oleObj name="Equation" r:id="rId4" imgW="3619500" imgH="292100" progId="">
                  <p:embed/>
                </p:oleObj>
              </mc:Choice>
              <mc:Fallback>
                <p:oleObj name="Equation" r:id="rId4" imgW="3619500" imgH="292100" progId="">
                  <p:embed/>
                  <p:pic>
                    <p:nvPicPr>
                      <p:cNvPr id="110599" name="Object 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4075" y="3148408"/>
                        <a:ext cx="5334000"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600" name="Text Box 8"/>
          <p:cNvSpPr txBox="1">
            <a:spLocks noChangeArrowheads="1"/>
          </p:cNvSpPr>
          <p:nvPr/>
        </p:nvSpPr>
        <p:spPr bwMode="auto">
          <a:xfrm>
            <a:off x="3200400" y="286543"/>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229325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59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05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059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05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p:bldP spid="110598" grpId="0"/>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44386" name="AutoShape 2"/>
          <p:cNvSpPr>
            <a:spLocks noGrp="1" noChangeArrowheads="1"/>
          </p:cNvSpPr>
          <p:nvPr>
            <p:ph type="title"/>
          </p:nvPr>
        </p:nvSpPr>
        <p:spPr/>
        <p:txBody>
          <a:bodyPr/>
          <a:lstStyle/>
          <a:p>
            <a:r>
              <a:rPr lang="sl-SI"/>
              <a:t>Presek z uporabo gnezdenja</a:t>
            </a:r>
            <a:endParaRPr lang="en-US"/>
          </a:p>
        </p:txBody>
      </p:sp>
      <p:sp>
        <p:nvSpPr>
          <p:cNvPr id="144387" name="Rectangle 3"/>
          <p:cNvSpPr>
            <a:spLocks noGrp="1" noChangeArrowheads="1"/>
          </p:cNvSpPr>
          <p:nvPr>
            <p:ph sz="quarter" idx="2"/>
          </p:nvPr>
        </p:nvSpPr>
        <p:spPr>
          <a:xfrm>
            <a:off x="762000" y="3962400"/>
            <a:ext cx="8229600" cy="2743200"/>
          </a:xfrm>
        </p:spPr>
        <p:txBody>
          <a:bodyPr/>
          <a:lstStyle/>
          <a:p>
            <a:pPr>
              <a:buFont typeface="Wingdings" pitchFamily="2" charset="2"/>
              <a:buNone/>
            </a:pPr>
            <a:r>
              <a:rPr lang="en-US" sz="1600">
                <a:latin typeface="Courier New" pitchFamily="49" charset="0"/>
              </a:rPr>
              <a:t> </a:t>
            </a: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a:t>
            </a:r>
            <a:r>
              <a:rPr lang="en-US" sz="1600">
                <a:latin typeface="Courier New" pitchFamily="49" charset="0"/>
              </a:rPr>
              <a:t> j.</a:t>
            </a:r>
            <a:r>
              <a:rPr lang="sl-SI" sz="1600">
                <a:latin typeface="Courier New" pitchFamily="49" charset="0"/>
              </a:rPr>
              <a:t>ime</a:t>
            </a:r>
            <a:r>
              <a:rPr lang="en-US" sz="1600">
                <a:latin typeface="Courier New" pitchFamily="49" charset="0"/>
              </a:rPr>
              <a:t>             -- </a:t>
            </a:r>
            <a:r>
              <a:rPr lang="en-US" sz="1600" err="1">
                <a:latin typeface="Courier New" pitchFamily="49" charset="0"/>
              </a:rPr>
              <a:t>Prva</a:t>
            </a:r>
            <a:r>
              <a:rPr lang="en-US" sz="1600">
                <a:latin typeface="Courier New" pitchFamily="49" charset="0"/>
              </a:rPr>
              <a:t> </a:t>
            </a:r>
            <a:r>
              <a:rPr lang="en-US" sz="1600" err="1">
                <a:latin typeface="Courier New" pitchFamily="49" charset="0"/>
              </a:rPr>
              <a:t>mnozica</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r>
              <a:rPr lang="en-US" sz="1600">
                <a:latin typeface="Courier New" pitchFamily="49" charset="0"/>
              </a:rPr>
              <a:t> </a:t>
            </a: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p>
          <a:p>
            <a:pPr>
              <a:buFont typeface="Wingdings" pitchFamily="2" charset="2"/>
              <a:buNone/>
            </a:pPr>
            <a:r>
              <a:rPr lang="en-US" sz="1600">
                <a:latin typeface="Courier New" pitchFamily="49" charset="0"/>
              </a:rPr>
              <a:t>       </a:t>
            </a:r>
            <a:r>
              <a:rPr lang="sl-SI" sz="1600" err="1">
                <a:latin typeface="Courier New" pitchFamily="49" charset="0"/>
              </a:rPr>
              <a:t>c.barva</a:t>
            </a:r>
            <a:r>
              <a:rPr lang="en-US" sz="1600">
                <a:latin typeface="Courier New" pitchFamily="49" charset="0"/>
              </a:rPr>
              <a:t>='</a:t>
            </a:r>
            <a:r>
              <a:rPr lang="en-US" sz="1600" err="1">
                <a:latin typeface="Courier New" pitchFamily="49" charset="0"/>
              </a:rPr>
              <a:t>rdeca</a:t>
            </a:r>
            <a:r>
              <a:rPr lang="en-US" sz="1600">
                <a:latin typeface="Courier New" pitchFamily="49" charset="0"/>
              </a:rPr>
              <a:t>' </a:t>
            </a:r>
          </a:p>
          <a:p>
            <a:pPr>
              <a:buFont typeface="Wingdings" pitchFamily="2" charset="2"/>
              <a:buNone/>
            </a:pPr>
            <a:r>
              <a:rPr lang="sl-SI" sz="1600" b="1">
                <a:solidFill>
                  <a:srgbClr val="C00000"/>
                </a:solidFill>
                <a:latin typeface="Courier New" pitchFamily="49" charset="0"/>
              </a:rPr>
              <a:t>AND </a:t>
            </a:r>
            <a:r>
              <a:rPr lang="sl-SI" sz="1600" b="1" err="1">
                <a:solidFill>
                  <a:srgbClr val="C00000"/>
                </a:solidFill>
                <a:latin typeface="Courier New" pitchFamily="49" charset="0"/>
              </a:rPr>
              <a:t>j.ime</a:t>
            </a:r>
            <a:r>
              <a:rPr lang="sl-SI" sz="1600" b="1">
                <a:solidFill>
                  <a:srgbClr val="C00000"/>
                </a:solidFill>
                <a:latin typeface="Courier New" pitchFamily="49" charset="0"/>
              </a:rPr>
              <a:t> IN ( </a:t>
            </a:r>
            <a:r>
              <a:rPr lang="en-US" sz="1600" b="1">
                <a:solidFill>
                  <a:srgbClr val="C00000"/>
                </a:solidFill>
                <a:latin typeface="Courier New" pitchFamily="49" charset="0"/>
              </a:rPr>
              <a:t>             </a:t>
            </a:r>
            <a:r>
              <a:rPr lang="en-US" sz="1600">
                <a:latin typeface="Courier New" pitchFamily="49" charset="0"/>
              </a:rPr>
              <a:t>-- </a:t>
            </a:r>
            <a:r>
              <a:rPr lang="en-US" sz="1600" err="1">
                <a:latin typeface="Courier New" pitchFamily="49" charset="0"/>
              </a:rPr>
              <a:t>Druga</a:t>
            </a:r>
            <a:r>
              <a:rPr lang="en-US" sz="1600">
                <a:latin typeface="Courier New" pitchFamily="49" charset="0"/>
              </a:rPr>
              <a:t> </a:t>
            </a:r>
            <a:r>
              <a:rPr lang="en-US" sz="1600" err="1">
                <a:latin typeface="Courier New" pitchFamily="49" charset="0"/>
              </a:rPr>
              <a:t>mnozica</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p>
          <a:p>
            <a:pPr>
              <a:buFont typeface="Wingdings" pitchFamily="2" charset="2"/>
              <a:buNone/>
            </a:pPr>
            <a:r>
              <a:rPr lang="en-US" sz="1600">
                <a:latin typeface="Courier New" pitchFamily="49" charset="0"/>
              </a:rPr>
              <a:t>       </a:t>
            </a:r>
            <a:r>
              <a:rPr lang="en-US" sz="1600" b="1">
                <a:latin typeface="Courier New" pitchFamily="49" charset="0"/>
              </a:rPr>
              <a:t>AND</a:t>
            </a:r>
            <a:r>
              <a:rPr lang="en-US" sz="1600">
                <a:latin typeface="Courier New" pitchFamily="49" charset="0"/>
              </a:rPr>
              <a:t> </a:t>
            </a:r>
            <a:r>
              <a:rPr lang="en-US" sz="1600" err="1">
                <a:latin typeface="Courier New" pitchFamily="49" charset="0"/>
              </a:rPr>
              <a:t>c.barva</a:t>
            </a:r>
            <a:r>
              <a:rPr lang="en-US" sz="1600">
                <a:latin typeface="Courier New" pitchFamily="49" charset="0"/>
              </a:rPr>
              <a:t>='</a:t>
            </a:r>
            <a:r>
              <a:rPr lang="en-US" sz="1600" err="1">
                <a:latin typeface="Courier New" pitchFamily="49" charset="0"/>
              </a:rPr>
              <a:t>zelena</a:t>
            </a:r>
            <a:r>
              <a:rPr lang="en-US" sz="1600">
                <a:latin typeface="Courier New" pitchFamily="49" charset="0"/>
              </a:rPr>
              <a:t>'</a:t>
            </a:r>
            <a:r>
              <a:rPr lang="en-US" sz="1600" b="1">
                <a:solidFill>
                  <a:srgbClr val="C00000"/>
                </a:solidFill>
                <a:latin typeface="Courier New" pitchFamily="49" charset="0"/>
              </a:rPr>
              <a:t>)</a:t>
            </a:r>
            <a:r>
              <a:rPr lang="en-US" sz="1600">
                <a:latin typeface="Courier New" pitchFamily="49" charset="0"/>
              </a:rPr>
              <a:t>;</a:t>
            </a:r>
          </a:p>
        </p:txBody>
      </p:sp>
      <p:sp>
        <p:nvSpPr>
          <p:cNvPr id="144388" name="Rectangle 4"/>
          <p:cNvSpPr>
            <a:spLocks noGrp="1" noChangeArrowheads="1"/>
          </p:cNvSpPr>
          <p:nvPr>
            <p:ph type="body" sz="half" idx="3"/>
          </p:nvPr>
        </p:nvSpPr>
        <p:spPr>
          <a:xfrm>
            <a:off x="762000" y="2362200"/>
            <a:ext cx="2743200" cy="1785938"/>
          </a:xfrm>
        </p:spPr>
        <p:txBody>
          <a:bodyPr/>
          <a:lstStyle/>
          <a:p>
            <a:r>
              <a:rPr lang="sl-SI" sz="2400"/>
              <a:t>Poišči imena jadralcev, ki so rezervirali rdeč IN zelen</a:t>
            </a:r>
            <a:r>
              <a:rPr lang="en-US" sz="2400"/>
              <a:t> </a:t>
            </a:r>
            <a:r>
              <a:rPr lang="sl-SI" sz="2400"/>
              <a:t>čoln</a:t>
            </a:r>
            <a:r>
              <a:rPr lang="en-US" sz="2400"/>
              <a:t>.</a:t>
            </a:r>
          </a:p>
        </p:txBody>
      </p:sp>
      <p:graphicFrame>
        <p:nvGraphicFramePr>
          <p:cNvPr id="144389" name="Object 5"/>
          <p:cNvGraphicFramePr>
            <a:graphicFrameLocks noChangeAspect="1"/>
          </p:cNvGraphicFramePr>
          <p:nvPr/>
        </p:nvGraphicFramePr>
        <p:xfrm>
          <a:off x="3276600" y="2514600"/>
          <a:ext cx="5556250" cy="434975"/>
        </p:xfrm>
        <a:graphic>
          <a:graphicData uri="http://schemas.openxmlformats.org/presentationml/2006/ole">
            <mc:AlternateContent xmlns:mc="http://schemas.openxmlformats.org/markup-compatibility/2006">
              <mc:Choice xmlns:v="urn:schemas-microsoft-com:vml" Requires="v">
                <p:oleObj name="Equation" r:id="rId2" imgW="3708400" imgH="292100" progId="">
                  <p:embed/>
                </p:oleObj>
              </mc:Choice>
              <mc:Fallback>
                <p:oleObj name="Equation" r:id="rId2" imgW="3708400" imgH="292100" progId="">
                  <p:embed/>
                  <p:pic>
                    <p:nvPicPr>
                      <p:cNvPr id="14438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514600"/>
                        <a:ext cx="555625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4390" name="Text Box 6"/>
          <p:cNvSpPr txBox="1">
            <a:spLocks noChangeArrowheads="1"/>
          </p:cNvSpPr>
          <p:nvPr/>
        </p:nvSpPr>
        <p:spPr bwMode="auto">
          <a:xfrm>
            <a:off x="7239000" y="41148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Henrik |</a:t>
            </a:r>
          </a:p>
          <a:p>
            <a:pPr algn="l"/>
            <a:r>
              <a:rPr lang="en-US" sz="1600">
                <a:latin typeface="Courier New" pitchFamily="49" charset="0"/>
              </a:rPr>
              <a:t>+--------+</a:t>
            </a:r>
          </a:p>
        </p:txBody>
      </p:sp>
      <p:graphicFrame>
        <p:nvGraphicFramePr>
          <p:cNvPr id="144391" name="Object 7"/>
          <p:cNvGraphicFramePr>
            <a:graphicFrameLocks noGrp="1" noChangeAspect="1"/>
          </p:cNvGraphicFramePr>
          <p:nvPr>
            <p:ph sz="quarter" idx="1"/>
          </p:nvPr>
        </p:nvGraphicFramePr>
        <p:xfrm>
          <a:off x="3276600" y="3148012"/>
          <a:ext cx="5334000" cy="430213"/>
        </p:xfrm>
        <a:graphic>
          <a:graphicData uri="http://schemas.openxmlformats.org/presentationml/2006/ole">
            <mc:AlternateContent xmlns:mc="http://schemas.openxmlformats.org/markup-compatibility/2006">
              <mc:Choice xmlns:v="urn:schemas-microsoft-com:vml" Requires="v">
                <p:oleObj name="Equation" r:id="rId4" imgW="3619500" imgH="292100" progId="">
                  <p:embed/>
                </p:oleObj>
              </mc:Choice>
              <mc:Fallback>
                <p:oleObj name="Equation" r:id="rId4" imgW="3619500" imgH="292100" progId="">
                  <p:embed/>
                  <p:pic>
                    <p:nvPicPr>
                      <p:cNvPr id="144391" name="Object 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3148012"/>
                        <a:ext cx="5334000"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4392" name="Text Box 8"/>
          <p:cNvSpPr txBox="1">
            <a:spLocks noChangeArrowheads="1"/>
          </p:cNvSpPr>
          <p:nvPr/>
        </p:nvSpPr>
        <p:spPr bwMode="auto">
          <a:xfrm>
            <a:off x="3190875"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4042650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3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3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43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4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p:bldP spid="144390" grpId="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15714" name="AutoShape 2"/>
          <p:cNvSpPr>
            <a:spLocks noGrp="1" noChangeArrowheads="1"/>
          </p:cNvSpPr>
          <p:nvPr>
            <p:ph type="title"/>
          </p:nvPr>
        </p:nvSpPr>
        <p:spPr/>
        <p:txBody>
          <a:bodyPr/>
          <a:lstStyle/>
          <a:p>
            <a:r>
              <a:rPr lang="sl-SI"/>
              <a:t>SQL: razlika </a:t>
            </a:r>
            <a:r>
              <a:rPr lang="en-US" err="1"/>
              <a:t>mno</a:t>
            </a:r>
            <a:r>
              <a:rPr lang="sl-SI"/>
              <a:t>žic</a:t>
            </a:r>
            <a:endParaRPr lang="en-US"/>
          </a:p>
        </p:txBody>
      </p:sp>
      <p:sp>
        <p:nvSpPr>
          <p:cNvPr id="115715" name="Rectangle 3"/>
          <p:cNvSpPr>
            <a:spLocks noGrp="1" noChangeArrowheads="1"/>
          </p:cNvSpPr>
          <p:nvPr>
            <p:ph sz="quarter" idx="2"/>
          </p:nvPr>
        </p:nvSpPr>
        <p:spPr>
          <a:xfrm>
            <a:off x="762000" y="3962400"/>
            <a:ext cx="5791200" cy="2743200"/>
          </a:xfrm>
        </p:spPr>
        <p:txBody>
          <a:bodyPr/>
          <a:lstStyle/>
          <a:p>
            <a:pPr>
              <a:buFont typeface="Wingdings" pitchFamily="2" charset="2"/>
              <a:buNone/>
            </a:pPr>
            <a:r>
              <a:rPr lang="en-US" sz="1600">
                <a:latin typeface="Courier New" pitchFamily="49" charset="0"/>
              </a:rPr>
              <a:t> </a:t>
            </a: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p>
          <a:p>
            <a:pPr>
              <a:buFont typeface="Wingdings" pitchFamily="2" charset="2"/>
              <a:buNone/>
            </a:pPr>
            <a:r>
              <a:rPr lang="en-US" sz="1600">
                <a:latin typeface="Courier New" pitchFamily="49" charset="0"/>
              </a:rPr>
              <a:t>       </a:t>
            </a:r>
            <a:r>
              <a:rPr lang="sl-SI" sz="1600" err="1">
                <a:latin typeface="Courier New" pitchFamily="49" charset="0"/>
              </a:rPr>
              <a:t>c.barva</a:t>
            </a:r>
            <a:r>
              <a:rPr lang="en-US" sz="1600">
                <a:latin typeface="Courier New" pitchFamily="49" charset="0"/>
              </a:rPr>
              <a:t>='</a:t>
            </a:r>
            <a:r>
              <a:rPr lang="en-US" sz="1600" err="1">
                <a:latin typeface="Courier New" pitchFamily="49" charset="0"/>
              </a:rPr>
              <a:t>rdeca</a:t>
            </a:r>
            <a:r>
              <a:rPr lang="en-US" sz="1600">
                <a:latin typeface="Courier New" pitchFamily="49" charset="0"/>
              </a:rPr>
              <a:t>' </a:t>
            </a:r>
          </a:p>
          <a:p>
            <a:pPr>
              <a:buFont typeface="Wingdings" pitchFamily="2" charset="2"/>
              <a:buNone/>
            </a:pPr>
            <a:r>
              <a:rPr lang="en-US" sz="1600" b="1">
                <a:solidFill>
                  <a:srgbClr val="C00000"/>
                </a:solidFill>
                <a:latin typeface="Courier New" pitchFamily="49" charset="0"/>
              </a:rPr>
              <a:t>MINUS</a:t>
            </a:r>
            <a:r>
              <a:rPr lang="en-US" sz="1600">
                <a:latin typeface="Courier New" pitchFamily="49" charset="0"/>
              </a:rPr>
              <a:t>		-- </a:t>
            </a:r>
            <a:r>
              <a:rPr lang="en-US" sz="1600" err="1">
                <a:latin typeface="Courier New" pitchFamily="49" charset="0"/>
              </a:rPr>
              <a:t>ali</a:t>
            </a:r>
            <a:r>
              <a:rPr lang="en-US" sz="1600">
                <a:latin typeface="Courier New" pitchFamily="49" charset="0"/>
              </a:rPr>
              <a:t> EXCEPT</a:t>
            </a:r>
          </a:p>
          <a:p>
            <a:pPr>
              <a:buFont typeface="Wingdings" pitchFamily="2" charset="2"/>
              <a:buNone/>
            </a:pPr>
            <a:r>
              <a:rPr lang="en-US" sz="1600">
                <a:latin typeface="Courier New" pitchFamily="49" charset="0"/>
              </a:rPr>
              <a:t> </a:t>
            </a: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p>
          <a:p>
            <a:pPr>
              <a:buFont typeface="Wingdings" pitchFamily="2" charset="2"/>
              <a:buNone/>
            </a:pPr>
            <a:r>
              <a:rPr lang="en-US" sz="1600">
                <a:latin typeface="Courier New" pitchFamily="49" charset="0"/>
              </a:rPr>
              <a:t>       </a:t>
            </a:r>
            <a:r>
              <a:rPr lang="en-US" sz="1600" err="1">
                <a:latin typeface="Courier New" pitchFamily="49" charset="0"/>
              </a:rPr>
              <a:t>c.barva</a:t>
            </a:r>
            <a:r>
              <a:rPr lang="en-US" sz="1600">
                <a:latin typeface="Courier New" pitchFamily="49" charset="0"/>
              </a:rPr>
              <a:t>='</a:t>
            </a:r>
            <a:r>
              <a:rPr lang="en-US" sz="1600" err="1">
                <a:latin typeface="Courier New" pitchFamily="49" charset="0"/>
              </a:rPr>
              <a:t>zelena</a:t>
            </a:r>
            <a:r>
              <a:rPr lang="en-US" sz="1600">
                <a:latin typeface="Courier New" pitchFamily="49" charset="0"/>
              </a:rPr>
              <a:t>';</a:t>
            </a:r>
          </a:p>
        </p:txBody>
      </p:sp>
      <p:sp>
        <p:nvSpPr>
          <p:cNvPr id="115716" name="Rectangle 4"/>
          <p:cNvSpPr>
            <a:spLocks noGrp="1" noChangeArrowheads="1"/>
          </p:cNvSpPr>
          <p:nvPr>
            <p:ph type="body" sz="half" idx="3"/>
          </p:nvPr>
        </p:nvSpPr>
        <p:spPr>
          <a:xfrm>
            <a:off x="688848" y="2170907"/>
            <a:ext cx="2410968" cy="1600200"/>
          </a:xfrm>
        </p:spPr>
        <p:txBody>
          <a:bodyPr/>
          <a:lstStyle/>
          <a:p>
            <a:r>
              <a:rPr lang="sl-SI" sz="2000" dirty="0"/>
              <a:t>Poišči imena jadralcev, ki so rezervirali rdeč čoln vendar nikoli zelenega.</a:t>
            </a:r>
            <a:endParaRPr lang="en-US" sz="2000" dirty="0"/>
          </a:p>
        </p:txBody>
      </p:sp>
      <p:graphicFrame>
        <p:nvGraphicFramePr>
          <p:cNvPr id="115717" name="Object 5"/>
          <p:cNvGraphicFramePr>
            <a:graphicFrameLocks noChangeAspect="1"/>
          </p:cNvGraphicFramePr>
          <p:nvPr>
            <p:extLst>
              <p:ext uri="{D42A27DB-BD31-4B8C-83A1-F6EECF244321}">
                <p14:modId xmlns:p14="http://schemas.microsoft.com/office/powerpoint/2010/main" val="365665491"/>
              </p:ext>
            </p:extLst>
          </p:nvPr>
        </p:nvGraphicFramePr>
        <p:xfrm>
          <a:off x="3198771" y="2477980"/>
          <a:ext cx="5791200" cy="454928"/>
        </p:xfrm>
        <a:graphic>
          <a:graphicData uri="http://schemas.openxmlformats.org/presentationml/2006/ole">
            <mc:AlternateContent xmlns:mc="http://schemas.openxmlformats.org/markup-compatibility/2006">
              <mc:Choice xmlns:v="urn:schemas-microsoft-com:vml" Requires="v">
                <p:oleObj name="Equation" r:id="rId2" imgW="3695700" imgH="292100" progId="">
                  <p:embed/>
                </p:oleObj>
              </mc:Choice>
              <mc:Fallback>
                <p:oleObj name="Equation" r:id="rId2" imgW="3695700" imgH="292100" progId="">
                  <p:embed/>
                  <p:pic>
                    <p:nvPicPr>
                      <p:cNvPr id="11571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771" y="2477980"/>
                        <a:ext cx="5791200" cy="454928"/>
                      </a:xfrm>
                      <a:prstGeom prst="rect">
                        <a:avLst/>
                      </a:prstGeom>
                      <a:noFill/>
                    </p:spPr>
                  </p:pic>
                </p:oleObj>
              </mc:Fallback>
            </mc:AlternateContent>
          </a:graphicData>
        </a:graphic>
      </p:graphicFrame>
      <p:sp>
        <p:nvSpPr>
          <p:cNvPr id="115718" name="Text Box 6"/>
          <p:cNvSpPr txBox="1">
            <a:spLocks noChangeArrowheads="1"/>
          </p:cNvSpPr>
          <p:nvPr/>
        </p:nvSpPr>
        <p:spPr bwMode="auto">
          <a:xfrm>
            <a:off x="6553200" y="4191000"/>
            <a:ext cx="3124200" cy="106997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a:t>
            </a:r>
          </a:p>
        </p:txBody>
      </p:sp>
      <p:graphicFrame>
        <p:nvGraphicFramePr>
          <p:cNvPr id="115719" name="Object 7"/>
          <p:cNvGraphicFramePr>
            <a:graphicFrameLocks noGrp="1" noChangeAspect="1"/>
          </p:cNvGraphicFramePr>
          <p:nvPr>
            <p:ph sz="quarter" idx="1"/>
            <p:extLst>
              <p:ext uri="{D42A27DB-BD31-4B8C-83A1-F6EECF244321}">
                <p14:modId xmlns:p14="http://schemas.microsoft.com/office/powerpoint/2010/main" val="2804945772"/>
              </p:ext>
            </p:extLst>
          </p:nvPr>
        </p:nvGraphicFramePr>
        <p:xfrm>
          <a:off x="3198771" y="3014896"/>
          <a:ext cx="5640429" cy="454928"/>
        </p:xfrm>
        <a:graphic>
          <a:graphicData uri="http://schemas.openxmlformats.org/presentationml/2006/ole">
            <mc:AlternateContent xmlns:mc="http://schemas.openxmlformats.org/markup-compatibility/2006">
              <mc:Choice xmlns:v="urn:schemas-microsoft-com:vml" Requires="v">
                <p:oleObj name="Equation" r:id="rId4" imgW="3619500" imgH="292100" progId="">
                  <p:embed/>
                </p:oleObj>
              </mc:Choice>
              <mc:Fallback>
                <p:oleObj name="Equation" r:id="rId4" imgW="3619500" imgH="292100" progId="">
                  <p:embed/>
                  <p:pic>
                    <p:nvPicPr>
                      <p:cNvPr id="115719" name="Object 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8771" y="3014896"/>
                        <a:ext cx="5640429" cy="454928"/>
                      </a:xfrm>
                      <a:prstGeom prst="rect">
                        <a:avLst/>
                      </a:prstGeom>
                      <a:noFill/>
                    </p:spPr>
                  </p:pic>
                </p:oleObj>
              </mc:Fallback>
            </mc:AlternateContent>
          </a:graphicData>
        </a:graphic>
      </p:graphicFrame>
      <p:sp>
        <p:nvSpPr>
          <p:cNvPr id="115720" name="Text Box 8"/>
          <p:cNvSpPr txBox="1">
            <a:spLocks noChangeArrowheads="1"/>
          </p:cNvSpPr>
          <p:nvPr/>
        </p:nvSpPr>
        <p:spPr bwMode="auto">
          <a:xfrm>
            <a:off x="3267075" y="342106"/>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87025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7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57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57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57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p:bldP spid="115718" grpId="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45410" name="AutoShape 2"/>
          <p:cNvSpPr>
            <a:spLocks noGrp="1" noChangeArrowheads="1"/>
          </p:cNvSpPr>
          <p:nvPr>
            <p:ph type="title"/>
          </p:nvPr>
        </p:nvSpPr>
        <p:spPr/>
        <p:txBody>
          <a:bodyPr/>
          <a:lstStyle/>
          <a:p>
            <a:r>
              <a:rPr lang="en-US" err="1"/>
              <a:t>Razlika</a:t>
            </a:r>
            <a:r>
              <a:rPr lang="en-US"/>
              <a:t> </a:t>
            </a:r>
            <a:r>
              <a:rPr lang="en-US" err="1"/>
              <a:t>mno</a:t>
            </a:r>
            <a:r>
              <a:rPr lang="sl-SI"/>
              <a:t>žic z gnezdenjem</a:t>
            </a:r>
            <a:endParaRPr lang="en-US"/>
          </a:p>
        </p:txBody>
      </p:sp>
      <p:sp>
        <p:nvSpPr>
          <p:cNvPr id="145411" name="Rectangle 3"/>
          <p:cNvSpPr>
            <a:spLocks noGrp="1" noChangeArrowheads="1"/>
          </p:cNvSpPr>
          <p:nvPr>
            <p:ph sz="quarter" idx="2"/>
          </p:nvPr>
        </p:nvSpPr>
        <p:spPr>
          <a:xfrm>
            <a:off x="762000" y="3962400"/>
            <a:ext cx="6858000" cy="2743200"/>
          </a:xfrm>
        </p:spPr>
        <p:txBody>
          <a:bodyPr/>
          <a:lstStyle/>
          <a:p>
            <a:pPr>
              <a:buFont typeface="Wingdings" pitchFamily="2" charset="2"/>
              <a:buNone/>
            </a:pPr>
            <a:r>
              <a:rPr lang="en-US" sz="1600">
                <a:latin typeface="Courier New" pitchFamily="49" charset="0"/>
              </a:rPr>
              <a:t> </a:t>
            </a: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p>
          <a:p>
            <a:pPr>
              <a:buFont typeface="Wingdings" pitchFamily="2" charset="2"/>
              <a:buNone/>
            </a:pPr>
            <a:r>
              <a:rPr lang="en-US" sz="1600">
                <a:latin typeface="Courier New" pitchFamily="49" charset="0"/>
              </a:rPr>
              <a:t>       </a:t>
            </a:r>
            <a:r>
              <a:rPr lang="sl-SI" sz="1600" err="1">
                <a:latin typeface="Courier New" pitchFamily="49" charset="0"/>
              </a:rPr>
              <a:t>c.barva</a:t>
            </a:r>
            <a:r>
              <a:rPr lang="en-US" sz="1600">
                <a:latin typeface="Courier New" pitchFamily="49" charset="0"/>
              </a:rPr>
              <a:t>='</a:t>
            </a:r>
            <a:r>
              <a:rPr lang="en-US" sz="1600" err="1">
                <a:latin typeface="Courier New" pitchFamily="49" charset="0"/>
              </a:rPr>
              <a:t>rdeca</a:t>
            </a:r>
            <a:r>
              <a:rPr lang="en-US" sz="1600">
                <a:latin typeface="Courier New" pitchFamily="49" charset="0"/>
              </a:rPr>
              <a:t>' </a:t>
            </a:r>
          </a:p>
          <a:p>
            <a:pPr>
              <a:buFont typeface="Wingdings" pitchFamily="2" charset="2"/>
              <a:buNone/>
            </a:pPr>
            <a:r>
              <a:rPr lang="sl-SI" sz="1600" b="1">
                <a:solidFill>
                  <a:srgbClr val="C00000"/>
                </a:solidFill>
                <a:latin typeface="Courier New" pitchFamily="49" charset="0"/>
              </a:rPr>
              <a:t>AND </a:t>
            </a:r>
            <a:r>
              <a:rPr lang="sl-SI" sz="1600" b="1" err="1">
                <a:solidFill>
                  <a:srgbClr val="C00000"/>
                </a:solidFill>
                <a:latin typeface="Courier New" pitchFamily="49" charset="0"/>
              </a:rPr>
              <a:t>j.ime</a:t>
            </a:r>
            <a:r>
              <a:rPr lang="sl-SI" sz="1600" b="1">
                <a:solidFill>
                  <a:srgbClr val="C00000"/>
                </a:solidFill>
                <a:latin typeface="Courier New" pitchFamily="49" charset="0"/>
              </a:rPr>
              <a:t> NOT IN (</a:t>
            </a:r>
            <a:endParaRPr lang="en-US" sz="1600" b="1">
              <a:solidFill>
                <a:srgbClr val="C00000"/>
              </a:solidFill>
              <a:latin typeface="Courier New" pitchFamily="49" charset="0"/>
            </a:endParaRPr>
          </a:p>
          <a:p>
            <a:pPr>
              <a:buFont typeface="Wingdings" pitchFamily="2" charset="2"/>
              <a:buNone/>
            </a:pPr>
            <a:r>
              <a:rPr lang="sl-SI" sz="1600">
                <a:latin typeface="Courier New" pitchFamily="49" charset="0"/>
              </a:rPr>
              <a:t> </a:t>
            </a:r>
            <a:r>
              <a:rPr lang="en-US" sz="1600" b="1">
                <a:latin typeface="Courier New" pitchFamily="49" charset="0"/>
              </a:rPr>
              <a:t>SELECT DIS</a:t>
            </a:r>
            <a:r>
              <a:rPr lang="sl-SI" sz="1600" b="1">
                <a:latin typeface="Courier New" pitchFamily="49" charset="0"/>
              </a:rPr>
              <a:t>T</a:t>
            </a:r>
            <a:r>
              <a:rPr lang="en-US" sz="1600" b="1">
                <a:latin typeface="Courier New" pitchFamily="49" charset="0"/>
              </a:rPr>
              <a:t>INCT </a:t>
            </a:r>
            <a:r>
              <a:rPr lang="en-US" sz="1600">
                <a:latin typeface="Courier New" pitchFamily="49" charset="0"/>
              </a:rPr>
              <a:t>j.</a:t>
            </a:r>
            <a:r>
              <a:rPr lang="sl-SI" sz="1600">
                <a:latin typeface="Courier New" pitchFamily="49" charset="0"/>
              </a:rPr>
              <a:t>ime</a:t>
            </a:r>
            <a:endParaRPr lang="en-US" sz="1600">
              <a:latin typeface="Courier New" pitchFamily="49" charset="0"/>
            </a:endParaRPr>
          </a:p>
          <a:p>
            <a:pPr>
              <a:buFont typeface="Wingdings" pitchFamily="2" charset="2"/>
              <a:buNone/>
            </a:pPr>
            <a:r>
              <a:rPr lang="sl-SI"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 </a:t>
            </a:r>
            <a:r>
              <a:rPr lang="en-US" sz="1600" err="1">
                <a:latin typeface="Courier New" pitchFamily="49" charset="0"/>
              </a:rPr>
              <a:t>rezervacija</a:t>
            </a:r>
            <a:r>
              <a:rPr lang="en-US" sz="1600">
                <a:latin typeface="Courier New" pitchFamily="49" charset="0"/>
              </a:rPr>
              <a:t> r</a:t>
            </a:r>
            <a:r>
              <a:rPr lang="sl-SI" sz="1600">
                <a:latin typeface="Courier New" pitchFamily="49" charset="0"/>
              </a:rPr>
              <a:t>, </a:t>
            </a:r>
            <a:r>
              <a:rPr lang="sl-SI" sz="1600" err="1">
                <a:latin typeface="Courier New" pitchFamily="49" charset="0"/>
              </a:rPr>
              <a:t>coln</a:t>
            </a:r>
            <a:r>
              <a:rPr lang="sl-SI" sz="1600">
                <a:latin typeface="Courier New" pitchFamily="49" charset="0"/>
              </a:rPr>
              <a:t> c</a:t>
            </a:r>
            <a:endParaRPr lang="en-US" sz="1600">
              <a:latin typeface="Courier New" pitchFamily="49" charset="0"/>
            </a:endParaRPr>
          </a:p>
          <a:p>
            <a:pPr>
              <a:buFont typeface="Wingdings" pitchFamily="2" charset="2"/>
              <a:buNone/>
            </a:pPr>
            <a:r>
              <a:rPr lang="sl-SI" sz="1600">
                <a:latin typeface="Courier New" pitchFamily="49" charset="0"/>
              </a:rPr>
              <a:t> </a:t>
            </a:r>
            <a:r>
              <a:rPr lang="en-US" sz="1600" b="1">
                <a:latin typeface="Courier New" pitchFamily="49" charset="0"/>
              </a:rPr>
              <a:t>WHERE</a:t>
            </a:r>
            <a:r>
              <a:rPr lang="en-US" sz="1600">
                <a:latin typeface="Courier New" pitchFamily="49" charset="0"/>
              </a:rPr>
              <a:t> j.jid=r.jid</a:t>
            </a:r>
            <a:r>
              <a:rPr lang="sl-SI" sz="1600">
                <a:latin typeface="Courier New" pitchFamily="49" charset="0"/>
              </a:rPr>
              <a:t> </a:t>
            </a:r>
            <a:r>
              <a:rPr lang="sl-SI" sz="1600" b="1">
                <a:latin typeface="Courier New" pitchFamily="49" charset="0"/>
              </a:rPr>
              <a:t>AND</a:t>
            </a:r>
            <a:r>
              <a:rPr lang="en-US" sz="1600">
                <a:latin typeface="Courier New" pitchFamily="49" charset="0"/>
              </a:rPr>
              <a:t> r.cid=c.cid </a:t>
            </a:r>
            <a:r>
              <a:rPr lang="en-US" sz="1600" b="1">
                <a:latin typeface="Courier New" pitchFamily="49" charset="0"/>
              </a:rPr>
              <a:t>AND</a:t>
            </a:r>
          </a:p>
          <a:p>
            <a:pPr>
              <a:buFont typeface="Wingdings" pitchFamily="2" charset="2"/>
              <a:buNone/>
            </a:pPr>
            <a:r>
              <a:rPr lang="sl-SI" sz="1600">
                <a:latin typeface="Courier New" pitchFamily="49" charset="0"/>
              </a:rPr>
              <a:t>       </a:t>
            </a:r>
            <a:r>
              <a:rPr lang="en-US" sz="1600" err="1">
                <a:latin typeface="Courier New" pitchFamily="49" charset="0"/>
              </a:rPr>
              <a:t>c.barva</a:t>
            </a:r>
            <a:r>
              <a:rPr lang="en-US" sz="1600">
                <a:latin typeface="Courier New" pitchFamily="49" charset="0"/>
              </a:rPr>
              <a:t>='</a:t>
            </a:r>
            <a:r>
              <a:rPr lang="en-US" sz="1600" err="1">
                <a:latin typeface="Courier New" pitchFamily="49" charset="0"/>
              </a:rPr>
              <a:t>zelena</a:t>
            </a:r>
            <a:r>
              <a:rPr lang="en-US" sz="1600">
                <a:latin typeface="Courier New" pitchFamily="49" charset="0"/>
              </a:rPr>
              <a:t>'</a:t>
            </a:r>
            <a:r>
              <a:rPr lang="sl-SI" sz="1600" b="1">
                <a:solidFill>
                  <a:srgbClr val="C00000"/>
                </a:solidFill>
                <a:latin typeface="Courier New" pitchFamily="49" charset="0"/>
              </a:rPr>
              <a:t>)</a:t>
            </a:r>
            <a:r>
              <a:rPr lang="en-US" sz="1600">
                <a:latin typeface="Courier New" pitchFamily="49" charset="0"/>
              </a:rPr>
              <a:t>;</a:t>
            </a:r>
          </a:p>
        </p:txBody>
      </p:sp>
      <p:sp>
        <p:nvSpPr>
          <p:cNvPr id="145412" name="Rectangle 4"/>
          <p:cNvSpPr>
            <a:spLocks noGrp="1" noChangeArrowheads="1"/>
          </p:cNvSpPr>
          <p:nvPr>
            <p:ph type="body" sz="half" idx="3"/>
          </p:nvPr>
        </p:nvSpPr>
        <p:spPr>
          <a:xfrm>
            <a:off x="762000" y="2362200"/>
            <a:ext cx="2419350" cy="1600200"/>
          </a:xfrm>
        </p:spPr>
        <p:txBody>
          <a:bodyPr/>
          <a:lstStyle/>
          <a:p>
            <a:r>
              <a:rPr lang="sl-SI" sz="2000" dirty="0"/>
              <a:t>Poišči imena jadralcev, ki so rezervirali rdeč čoln vendar nikoli zelenega.</a:t>
            </a:r>
            <a:endParaRPr lang="en-US" sz="2000" dirty="0"/>
          </a:p>
        </p:txBody>
      </p:sp>
      <p:graphicFrame>
        <p:nvGraphicFramePr>
          <p:cNvPr id="145413" name="Object 5"/>
          <p:cNvGraphicFramePr>
            <a:graphicFrameLocks noChangeAspect="1"/>
          </p:cNvGraphicFramePr>
          <p:nvPr>
            <p:extLst>
              <p:ext uri="{D42A27DB-BD31-4B8C-83A1-F6EECF244321}">
                <p14:modId xmlns:p14="http://schemas.microsoft.com/office/powerpoint/2010/main" val="2965074405"/>
              </p:ext>
            </p:extLst>
          </p:nvPr>
        </p:nvGraphicFramePr>
        <p:xfrm>
          <a:off x="3009149" y="2493592"/>
          <a:ext cx="5804651" cy="455984"/>
        </p:xfrm>
        <a:graphic>
          <a:graphicData uri="http://schemas.openxmlformats.org/presentationml/2006/ole">
            <mc:AlternateContent xmlns:mc="http://schemas.openxmlformats.org/markup-compatibility/2006">
              <mc:Choice xmlns:v="urn:schemas-microsoft-com:vml" Requires="v">
                <p:oleObj name="Equation" r:id="rId2" imgW="3695700" imgH="292100" progId="">
                  <p:embed/>
                </p:oleObj>
              </mc:Choice>
              <mc:Fallback>
                <p:oleObj name="Equation" r:id="rId2" imgW="3695700" imgH="292100" progId="">
                  <p:embed/>
                  <p:pic>
                    <p:nvPicPr>
                      <p:cNvPr id="14541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149" y="2493592"/>
                        <a:ext cx="5804651" cy="455984"/>
                      </a:xfrm>
                      <a:prstGeom prst="rect">
                        <a:avLst/>
                      </a:prstGeom>
                      <a:noFill/>
                    </p:spPr>
                  </p:pic>
                </p:oleObj>
              </mc:Fallback>
            </mc:AlternateContent>
          </a:graphicData>
        </a:graphic>
      </p:graphicFrame>
      <p:sp>
        <p:nvSpPr>
          <p:cNvPr id="145414" name="Text Box 6"/>
          <p:cNvSpPr txBox="1">
            <a:spLocks noChangeArrowheads="1"/>
          </p:cNvSpPr>
          <p:nvPr/>
        </p:nvSpPr>
        <p:spPr bwMode="auto">
          <a:xfrm>
            <a:off x="7581900" y="4114800"/>
            <a:ext cx="3124200" cy="106997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a:t>
            </a:r>
          </a:p>
        </p:txBody>
      </p:sp>
      <p:graphicFrame>
        <p:nvGraphicFramePr>
          <p:cNvPr id="145415" name="Object 7"/>
          <p:cNvGraphicFramePr>
            <a:graphicFrameLocks noGrp="1" noChangeAspect="1"/>
          </p:cNvGraphicFramePr>
          <p:nvPr>
            <p:ph sz="quarter" idx="1"/>
            <p:extLst>
              <p:ext uri="{D42A27DB-BD31-4B8C-83A1-F6EECF244321}">
                <p14:modId xmlns:p14="http://schemas.microsoft.com/office/powerpoint/2010/main" val="2918173534"/>
              </p:ext>
            </p:extLst>
          </p:nvPr>
        </p:nvGraphicFramePr>
        <p:xfrm>
          <a:off x="3009149" y="3127210"/>
          <a:ext cx="5591926" cy="451016"/>
        </p:xfrm>
        <a:graphic>
          <a:graphicData uri="http://schemas.openxmlformats.org/presentationml/2006/ole">
            <mc:AlternateContent xmlns:mc="http://schemas.openxmlformats.org/markup-compatibility/2006">
              <mc:Choice xmlns:v="urn:schemas-microsoft-com:vml" Requires="v">
                <p:oleObj name="Equation" r:id="rId4" imgW="3619500" imgH="292100" progId="">
                  <p:embed/>
                </p:oleObj>
              </mc:Choice>
              <mc:Fallback>
                <p:oleObj name="Equation" r:id="rId4" imgW="3619500" imgH="292100" progId="">
                  <p:embed/>
                  <p:pic>
                    <p:nvPicPr>
                      <p:cNvPr id="145415" name="Object 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9149" y="3127210"/>
                        <a:ext cx="5591926" cy="451016"/>
                      </a:xfrm>
                      <a:prstGeom prst="rect">
                        <a:avLst/>
                      </a:prstGeom>
                      <a:noFill/>
                    </p:spPr>
                  </p:pic>
                </p:oleObj>
              </mc:Fallback>
            </mc:AlternateContent>
          </a:graphicData>
        </a:graphic>
      </p:graphicFrame>
      <p:sp>
        <p:nvSpPr>
          <p:cNvPr id="145416" name="Text Box 8"/>
          <p:cNvSpPr txBox="1">
            <a:spLocks noChangeArrowheads="1"/>
          </p:cNvSpPr>
          <p:nvPr/>
        </p:nvSpPr>
        <p:spPr bwMode="auto">
          <a:xfrm>
            <a:off x="3181350" y="280987"/>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89560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4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4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54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5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p:bldP spid="145414"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0050" name="AutoShape 2"/>
          <p:cNvSpPr>
            <a:spLocks noGrp="1" noChangeArrowheads="1"/>
          </p:cNvSpPr>
          <p:nvPr>
            <p:ph type="title"/>
          </p:nvPr>
        </p:nvSpPr>
        <p:spPr/>
        <p:txBody>
          <a:bodyPr/>
          <a:lstStyle/>
          <a:p>
            <a:r>
              <a:rPr lang="sl-SI"/>
              <a:t>Urejanje izpisa SELECT stavka</a:t>
            </a:r>
            <a:endParaRPr lang="en-US"/>
          </a:p>
        </p:txBody>
      </p:sp>
      <p:sp>
        <p:nvSpPr>
          <p:cNvPr id="130051" name="Rectangle 3"/>
          <p:cNvSpPr>
            <a:spLocks noGrp="1" noChangeArrowheads="1"/>
          </p:cNvSpPr>
          <p:nvPr>
            <p:ph type="body" idx="1"/>
          </p:nvPr>
        </p:nvSpPr>
        <p:spPr>
          <a:xfrm>
            <a:off x="838200" y="2362200"/>
            <a:ext cx="8305800" cy="3724275"/>
          </a:xfrm>
        </p:spPr>
        <p:txBody>
          <a:bodyPr/>
          <a:lstStyle/>
          <a:p>
            <a:r>
              <a:rPr lang="sl-SI" sz="2400"/>
              <a:t>SELECT stavku dodamo vrstico:</a:t>
            </a:r>
            <a:br>
              <a:rPr lang="sl-SI"/>
            </a:br>
            <a:r>
              <a:rPr lang="sl-SI" sz="2400" b="1">
                <a:latin typeface="Courier New" pitchFamily="49" charset="0"/>
                <a:cs typeface="Courier New" pitchFamily="49" charset="0"/>
              </a:rPr>
              <a:t>ORDER BY ime_atributa </a:t>
            </a:r>
            <a:r>
              <a:rPr lang="en-US" sz="2400" b="1">
                <a:latin typeface="Courier New" pitchFamily="49" charset="0"/>
                <a:cs typeface="Courier New" pitchFamily="49" charset="0"/>
              </a:rPr>
              <a:t>[ASC </a:t>
            </a:r>
            <a:r>
              <a:rPr lang="en-US" sz="2400" b="1" err="1">
                <a:latin typeface="Courier New" pitchFamily="49" charset="0"/>
                <a:cs typeface="Courier New" pitchFamily="49" charset="0"/>
              </a:rPr>
              <a:t>ali</a:t>
            </a:r>
            <a:r>
              <a:rPr lang="en-US" sz="2400" b="1">
                <a:latin typeface="Courier New" pitchFamily="49" charset="0"/>
                <a:cs typeface="Courier New" pitchFamily="49" charset="0"/>
              </a:rPr>
              <a:t> DESC]</a:t>
            </a:r>
            <a:br>
              <a:rPr lang="sl-SI" sz="2400" b="1">
                <a:latin typeface="Courier New" pitchFamily="49" charset="0"/>
                <a:cs typeface="Courier New" pitchFamily="49" charset="0"/>
              </a:rPr>
            </a:br>
            <a:r>
              <a:rPr lang="sl-SI" sz="2400"/>
              <a:t>ali</a:t>
            </a:r>
            <a:br>
              <a:rPr lang="sl-SI"/>
            </a:br>
            <a:r>
              <a:rPr lang="sl-SI" sz="2400" b="1">
                <a:latin typeface="Courier New" pitchFamily="49" charset="0"/>
                <a:cs typeface="Courier New" pitchFamily="49" charset="0"/>
              </a:rPr>
              <a:t>ORDER BY številka_atributa </a:t>
            </a:r>
            <a:r>
              <a:rPr lang="en-US" sz="2400" b="1">
                <a:latin typeface="Courier New" pitchFamily="49" charset="0"/>
                <a:cs typeface="Courier New" pitchFamily="49" charset="0"/>
              </a:rPr>
              <a:t>[ASC </a:t>
            </a:r>
            <a:r>
              <a:rPr lang="en-US" sz="2400" b="1" err="1">
                <a:latin typeface="Courier New" pitchFamily="49" charset="0"/>
                <a:cs typeface="Courier New" pitchFamily="49" charset="0"/>
              </a:rPr>
              <a:t>ali</a:t>
            </a:r>
            <a:r>
              <a:rPr lang="en-US" sz="2400" b="1">
                <a:latin typeface="Courier New" pitchFamily="49" charset="0"/>
                <a:cs typeface="Courier New" pitchFamily="49" charset="0"/>
              </a:rPr>
              <a:t> DESC]</a:t>
            </a:r>
            <a:br>
              <a:rPr lang="sl-SI" sz="2400" b="1">
                <a:latin typeface="Courier New" pitchFamily="49" charset="0"/>
                <a:cs typeface="Courier New" pitchFamily="49" charset="0"/>
              </a:rPr>
            </a:br>
            <a:r>
              <a:rPr lang="sl-SI" sz="2400"/>
              <a:t>ali (za več atributov)</a:t>
            </a:r>
            <a:br>
              <a:rPr lang="sl-SI" sz="2400" b="1">
                <a:latin typeface="Courier New" pitchFamily="49" charset="0"/>
                <a:cs typeface="Courier New" pitchFamily="49" charset="0"/>
              </a:rPr>
            </a:br>
            <a:r>
              <a:rPr lang="sl-SI" sz="2400" b="1">
                <a:latin typeface="Courier New" pitchFamily="49" charset="0"/>
                <a:cs typeface="Courier New" pitchFamily="49" charset="0"/>
              </a:rPr>
              <a:t>ORDER BY ime1 ASC, ime2 DESC, …</a:t>
            </a:r>
            <a:endParaRPr lang="en-US" sz="2400" b="1">
              <a:latin typeface="Courier New" pitchFamily="49" charset="0"/>
              <a:cs typeface="Courier New" pitchFamily="49" charset="0"/>
            </a:endParaRPr>
          </a:p>
          <a:p>
            <a:r>
              <a:rPr lang="en-US" sz="2400" err="1"/>
              <a:t>Lahko</a:t>
            </a:r>
            <a:r>
              <a:rPr lang="en-US" sz="2400"/>
              <a:t> </a:t>
            </a:r>
            <a:r>
              <a:rPr lang="en-US" sz="2400" err="1"/>
              <a:t>urejamo</a:t>
            </a:r>
            <a:r>
              <a:rPr lang="en-US" sz="2400"/>
              <a:t> </a:t>
            </a:r>
            <a:r>
              <a:rPr lang="en-US" sz="2400" err="1"/>
              <a:t>tudi</a:t>
            </a:r>
            <a:r>
              <a:rPr lang="en-US" sz="2400"/>
              <a:t> </a:t>
            </a:r>
            <a:r>
              <a:rPr lang="en-US" sz="2400" err="1"/>
              <a:t>po</a:t>
            </a:r>
            <a:r>
              <a:rPr lang="en-US" sz="2400"/>
              <a:t> </a:t>
            </a:r>
            <a:r>
              <a:rPr lang="en-US" sz="2400" err="1"/>
              <a:t>izrazu</a:t>
            </a:r>
            <a:r>
              <a:rPr lang="en-US" sz="2400"/>
              <a:t> </a:t>
            </a:r>
            <a:r>
              <a:rPr lang="en-US" sz="2400" err="1"/>
              <a:t>ali</a:t>
            </a:r>
            <a:r>
              <a:rPr lang="en-US" sz="2400"/>
              <a:t> </a:t>
            </a:r>
            <a:r>
              <a:rPr lang="en-US" sz="2400" err="1"/>
              <a:t>na</a:t>
            </a:r>
            <a:r>
              <a:rPr lang="en-US" sz="2400"/>
              <a:t> novo </a:t>
            </a:r>
            <a:r>
              <a:rPr lang="en-US" sz="2400" err="1"/>
              <a:t>izra</a:t>
            </a:r>
            <a:r>
              <a:rPr lang="sl-SI" sz="2400" err="1"/>
              <a:t>čunanem</a:t>
            </a:r>
            <a:r>
              <a:rPr lang="sl-SI" sz="2400"/>
              <a:t> atributu, ki ga ustrezno poimenujemo</a:t>
            </a:r>
            <a:r>
              <a:rPr lang="en-US" sz="2400"/>
              <a:t>.</a:t>
            </a:r>
          </a:p>
          <a:p>
            <a:r>
              <a:rPr lang="en-US" sz="2400" err="1"/>
              <a:t>Urejanje</a:t>
            </a:r>
            <a:r>
              <a:rPr lang="en-US" sz="2400"/>
              <a:t> </a:t>
            </a:r>
            <a:r>
              <a:rPr lang="sl-SI" sz="2400"/>
              <a:t>pri</a:t>
            </a:r>
            <a:r>
              <a:rPr lang="en-US" sz="2400"/>
              <a:t> </a:t>
            </a:r>
            <a:r>
              <a:rPr lang="en-US" sz="2400" err="1"/>
              <a:t>mno</a:t>
            </a:r>
            <a:r>
              <a:rPr lang="sl-SI" sz="2400"/>
              <a:t>žiških operacijah ali gnezdenju ni smiselno, zato ni dovoljeno.</a:t>
            </a:r>
            <a:endParaRPr lang="en-US" sz="240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2098" name="AutoShape 2"/>
          <p:cNvSpPr>
            <a:spLocks noGrp="1" noChangeArrowheads="1"/>
          </p:cNvSpPr>
          <p:nvPr>
            <p:ph type="title"/>
          </p:nvPr>
        </p:nvSpPr>
        <p:spPr/>
        <p:txBody>
          <a:bodyPr/>
          <a:lstStyle/>
          <a:p>
            <a:r>
              <a:rPr lang="sl-SI"/>
              <a:t>Urejanje izpisa</a:t>
            </a:r>
            <a:endParaRPr lang="en-US"/>
          </a:p>
        </p:txBody>
      </p:sp>
      <p:sp>
        <p:nvSpPr>
          <p:cNvPr id="132099" name="Rectangle 3"/>
          <p:cNvSpPr>
            <a:spLocks noGrp="1" noChangeArrowheads="1"/>
          </p:cNvSpPr>
          <p:nvPr>
            <p:ph sz="quarter" idx="2"/>
          </p:nvPr>
        </p:nvSpPr>
        <p:spPr>
          <a:xfrm>
            <a:off x="762000" y="4953000"/>
            <a:ext cx="5562600" cy="10668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en-US" sz="1600" err="1">
                <a:latin typeface="Courier New" pitchFamily="49" charset="0"/>
              </a:rPr>
              <a:t>ime</a:t>
            </a:r>
            <a:r>
              <a:rPr lang="en-US" sz="1600">
                <a:latin typeface="Courier New" pitchFamily="49" charset="0"/>
              </a:rPr>
              <a:t>, </a:t>
            </a:r>
            <a:r>
              <a:rPr lang="en-US" sz="1600" b="1">
                <a:latin typeface="Courier New" pitchFamily="49" charset="0"/>
              </a:rPr>
              <a:t>ROUND</a:t>
            </a:r>
            <a:r>
              <a:rPr lang="en-US" sz="1600">
                <a:latin typeface="Courier New" pitchFamily="49" charset="0"/>
              </a:rPr>
              <a:t>(rating/starost,2)</a:t>
            </a: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sl-SI" sz="1600">
                <a:latin typeface="Courier New" pitchFamily="49" charset="0"/>
              </a:rPr>
              <a:t>;</a:t>
            </a:r>
            <a:endParaRPr lang="en-US" sz="1600">
              <a:latin typeface="Courier New" pitchFamily="49" charset="0"/>
            </a:endParaRPr>
          </a:p>
        </p:txBody>
      </p:sp>
      <p:sp>
        <p:nvSpPr>
          <p:cNvPr id="132100" name="Rectangle 4"/>
          <p:cNvSpPr>
            <a:spLocks noGrp="1" noChangeArrowheads="1"/>
          </p:cNvSpPr>
          <p:nvPr>
            <p:ph type="body" sz="half" idx="3"/>
          </p:nvPr>
        </p:nvSpPr>
        <p:spPr>
          <a:xfrm>
            <a:off x="762000" y="2362200"/>
            <a:ext cx="4495800" cy="1785938"/>
          </a:xfrm>
        </p:spPr>
        <p:txBody>
          <a:bodyPr/>
          <a:lstStyle/>
          <a:p>
            <a:r>
              <a:rPr lang="sl-SI" sz="2400"/>
              <a:t>Izpiši imena jadralcev urejena po količniku med ratingom in starostjo.</a:t>
            </a:r>
            <a:br>
              <a:rPr lang="sl-SI" sz="2400"/>
            </a:br>
            <a:br>
              <a:rPr lang="sl-SI" sz="2400"/>
            </a:br>
            <a:r>
              <a:rPr lang="sl-SI" sz="1800"/>
              <a:t>ROUND(stevilo, mest) zaokroži rezultat na dano število mest.</a:t>
            </a:r>
            <a:endParaRPr lang="en-US" sz="1800"/>
          </a:p>
        </p:txBody>
      </p:sp>
      <p:sp>
        <p:nvSpPr>
          <p:cNvPr id="132101" name="Text Box 5"/>
          <p:cNvSpPr txBox="1">
            <a:spLocks noChangeArrowheads="1"/>
          </p:cNvSpPr>
          <p:nvPr/>
        </p:nvSpPr>
        <p:spPr bwMode="auto">
          <a:xfrm>
            <a:off x="5029200" y="2819400"/>
            <a:ext cx="4572000" cy="3070225"/>
          </a:xfrm>
          <a:prstGeom prst="rect">
            <a:avLst/>
          </a:prstGeom>
          <a:noFill/>
          <a:ln w="9525">
            <a:noFill/>
            <a:miter lim="800000"/>
            <a:headEnd/>
            <a:tailEnd/>
          </a:ln>
          <a:effectLst/>
        </p:spPr>
        <p:txBody>
          <a:bodyPr>
            <a:spAutoFit/>
          </a:bodyPr>
          <a:lstStyle/>
          <a:p>
            <a:pPr algn="l"/>
            <a:r>
              <a:rPr lang="en-US" sz="1400">
                <a:latin typeface="Courier New" pitchFamily="49" charset="0"/>
              </a:rPr>
              <a:t>+---------+-------------------------+</a:t>
            </a:r>
          </a:p>
          <a:p>
            <a:pPr algn="l"/>
            <a:r>
              <a:rPr lang="en-US" sz="1400">
                <a:latin typeface="Courier New" pitchFamily="49" charset="0"/>
              </a:rPr>
              <a:t>| ime     | ROUND(rating/starost,2) |</a:t>
            </a:r>
          </a:p>
          <a:p>
            <a:pPr algn="l"/>
            <a:r>
              <a:rPr lang="en-US" sz="1400">
                <a:latin typeface="Courier New" pitchFamily="49" charset="0"/>
              </a:rPr>
              <a:t>+---------+-------------------------+</a:t>
            </a:r>
          </a:p>
          <a:p>
            <a:pPr algn="l"/>
            <a:r>
              <a:rPr lang="en-US" sz="1400">
                <a:latin typeface="Courier New" pitchFamily="49" charset="0"/>
              </a:rPr>
              <a:t>| Darko   |                    0.16 |</a:t>
            </a:r>
          </a:p>
          <a:p>
            <a:pPr algn="l"/>
            <a:r>
              <a:rPr lang="en-US" sz="1400">
                <a:latin typeface="Courier New" pitchFamily="49" charset="0"/>
              </a:rPr>
              <a:t>| Borut   |                    0.03 |</a:t>
            </a:r>
          </a:p>
          <a:p>
            <a:pPr algn="l"/>
            <a:r>
              <a:rPr lang="en-US" sz="1400">
                <a:latin typeface="Courier New" pitchFamily="49" charset="0"/>
              </a:rPr>
              <a:t>| Lojze   |                    0.14 |</a:t>
            </a:r>
          </a:p>
          <a:p>
            <a:pPr algn="l"/>
            <a:r>
              <a:rPr lang="en-US" sz="1400">
                <a:latin typeface="Courier New" pitchFamily="49" charset="0"/>
              </a:rPr>
              <a:t>| Andrej  |                    0.31 |</a:t>
            </a:r>
          </a:p>
          <a:p>
            <a:pPr algn="l"/>
            <a:r>
              <a:rPr lang="en-US" sz="1400">
                <a:latin typeface="Courier New" pitchFamily="49" charset="0"/>
              </a:rPr>
              <a:t>| Rajko   |                    0.29 |</a:t>
            </a:r>
          </a:p>
          <a:p>
            <a:pPr algn="l"/>
            <a:r>
              <a:rPr lang="en-US" sz="1400">
                <a:latin typeface="Courier New" pitchFamily="49" charset="0"/>
              </a:rPr>
              <a:t>| Henrik  |                    0.20 |</a:t>
            </a:r>
          </a:p>
          <a:p>
            <a:pPr algn="l"/>
            <a:r>
              <a:rPr lang="en-US" sz="1400">
                <a:latin typeface="Courier New" pitchFamily="49" charset="0"/>
              </a:rPr>
              <a:t>| Zdravko |                    0.62 |</a:t>
            </a:r>
          </a:p>
          <a:p>
            <a:pPr algn="l"/>
            <a:r>
              <a:rPr lang="en-US" sz="1400">
                <a:latin typeface="Courier New" pitchFamily="49" charset="0"/>
              </a:rPr>
              <a:t>| Henrik  |                    0.26 |</a:t>
            </a:r>
          </a:p>
          <a:p>
            <a:pPr algn="l"/>
            <a:r>
              <a:rPr lang="en-US" sz="1400">
                <a:latin typeface="Courier New" pitchFamily="49" charset="0"/>
              </a:rPr>
              <a:t>| Anze    |                    0.12 |</a:t>
            </a:r>
          </a:p>
          <a:p>
            <a:pPr algn="l"/>
            <a:r>
              <a:rPr lang="en-US" sz="1400">
                <a:latin typeface="Courier New" pitchFamily="49" charset="0"/>
              </a:rPr>
              <a:t>| Bine    |                    0.05 |</a:t>
            </a:r>
          </a:p>
          <a:p>
            <a:pPr algn="l"/>
            <a:r>
              <a:rPr lang="en-US" sz="1400">
                <a:latin typeface="Courier New" pitchFamily="49" charset="0"/>
              </a:rPr>
              <a:t>+---------+-------------------------+</a:t>
            </a:r>
          </a:p>
        </p:txBody>
      </p:sp>
      <p:sp>
        <p:nvSpPr>
          <p:cNvPr id="132102"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0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p:bldP spid="132101" grpId="0"/>
    </p:bldLst>
  </p:timing>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3122" name="AutoShape 2"/>
          <p:cNvSpPr>
            <a:spLocks noGrp="1" noChangeArrowheads="1"/>
          </p:cNvSpPr>
          <p:nvPr>
            <p:ph type="title"/>
          </p:nvPr>
        </p:nvSpPr>
        <p:spPr/>
        <p:txBody>
          <a:bodyPr/>
          <a:lstStyle/>
          <a:p>
            <a:r>
              <a:rPr lang="sl-SI"/>
              <a:t>Urejanje izpisa</a:t>
            </a:r>
            <a:endParaRPr lang="en-US"/>
          </a:p>
        </p:txBody>
      </p:sp>
      <p:sp>
        <p:nvSpPr>
          <p:cNvPr id="133123" name="Rectangle 3"/>
          <p:cNvSpPr>
            <a:spLocks noGrp="1" noChangeArrowheads="1"/>
          </p:cNvSpPr>
          <p:nvPr>
            <p:ph sz="quarter" idx="2"/>
          </p:nvPr>
        </p:nvSpPr>
        <p:spPr>
          <a:xfrm>
            <a:off x="762000" y="4953000"/>
            <a:ext cx="5562600" cy="12954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en-US" sz="1600" err="1">
                <a:latin typeface="Courier New" pitchFamily="49" charset="0"/>
              </a:rPr>
              <a:t>ime</a:t>
            </a:r>
            <a:r>
              <a:rPr lang="en-US" sz="1600">
                <a:latin typeface="Courier New" pitchFamily="49" charset="0"/>
              </a:rPr>
              <a:t>, </a:t>
            </a:r>
            <a:r>
              <a:rPr lang="en-US" sz="1600" b="1">
                <a:latin typeface="Courier New" pitchFamily="49" charset="0"/>
              </a:rPr>
              <a:t>ROUND</a:t>
            </a:r>
            <a:r>
              <a:rPr lang="en-US" sz="1600">
                <a:latin typeface="Courier New" pitchFamily="49" charset="0"/>
              </a:rPr>
              <a:t>(rating/starost,2)</a:t>
            </a: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endParaRPr lang="sl-SI" sz="1600">
              <a:latin typeface="Courier New" pitchFamily="49" charset="0"/>
            </a:endParaRPr>
          </a:p>
          <a:p>
            <a:pPr>
              <a:buFont typeface="Wingdings" pitchFamily="2" charset="2"/>
              <a:buNone/>
            </a:pPr>
            <a:r>
              <a:rPr lang="sl-SI" sz="1600" b="1">
                <a:latin typeface="Courier New" pitchFamily="49" charset="0"/>
              </a:rPr>
              <a:t>ORDER</a:t>
            </a:r>
            <a:r>
              <a:rPr lang="sl-SI" sz="1600">
                <a:latin typeface="Courier New" pitchFamily="49" charset="0"/>
              </a:rPr>
              <a:t> </a:t>
            </a:r>
            <a:r>
              <a:rPr lang="sl-SI" sz="1600" b="1">
                <a:latin typeface="Courier New" pitchFamily="49" charset="0"/>
              </a:rPr>
              <a:t>BY</a:t>
            </a:r>
            <a:r>
              <a:rPr lang="sl-SI" sz="1600">
                <a:latin typeface="Courier New" pitchFamily="49" charset="0"/>
              </a:rPr>
              <a:t> 2 </a:t>
            </a:r>
            <a:r>
              <a:rPr lang="sl-SI" sz="1600" b="1">
                <a:latin typeface="Courier New" pitchFamily="49" charset="0"/>
              </a:rPr>
              <a:t>DESC</a:t>
            </a:r>
            <a:r>
              <a:rPr lang="sl-SI" sz="1600">
                <a:latin typeface="Courier New" pitchFamily="49" charset="0"/>
              </a:rPr>
              <a:t>;</a:t>
            </a:r>
            <a:endParaRPr lang="en-US" sz="1600">
              <a:latin typeface="Courier New" pitchFamily="49" charset="0"/>
            </a:endParaRPr>
          </a:p>
        </p:txBody>
      </p:sp>
      <p:sp>
        <p:nvSpPr>
          <p:cNvPr id="133124" name="Rectangle 4"/>
          <p:cNvSpPr>
            <a:spLocks noGrp="1" noChangeArrowheads="1"/>
          </p:cNvSpPr>
          <p:nvPr>
            <p:ph type="body" sz="half" idx="3"/>
          </p:nvPr>
        </p:nvSpPr>
        <p:spPr>
          <a:xfrm>
            <a:off x="762000" y="2362200"/>
            <a:ext cx="4495800" cy="1785938"/>
          </a:xfrm>
        </p:spPr>
        <p:txBody>
          <a:bodyPr/>
          <a:lstStyle/>
          <a:p>
            <a:r>
              <a:rPr lang="sl-SI" sz="2400"/>
              <a:t>Izpiši imena jadralcev urejena po količniku med ratingom in starostjo.</a:t>
            </a:r>
            <a:br>
              <a:rPr lang="sl-SI" sz="2400"/>
            </a:br>
            <a:br>
              <a:rPr lang="sl-SI" sz="2400"/>
            </a:br>
            <a:r>
              <a:rPr lang="sl-SI" sz="1800"/>
              <a:t>ROUND(stevilo, mest) zaokroži rezultat na dano število mest.</a:t>
            </a:r>
            <a:endParaRPr lang="en-US" sz="1800"/>
          </a:p>
        </p:txBody>
      </p:sp>
      <p:sp>
        <p:nvSpPr>
          <p:cNvPr id="133125" name="Text Box 5"/>
          <p:cNvSpPr txBox="1">
            <a:spLocks noChangeArrowheads="1"/>
          </p:cNvSpPr>
          <p:nvPr/>
        </p:nvSpPr>
        <p:spPr bwMode="auto">
          <a:xfrm>
            <a:off x="5029200" y="2819400"/>
            <a:ext cx="4572000" cy="3070225"/>
          </a:xfrm>
          <a:prstGeom prst="rect">
            <a:avLst/>
          </a:prstGeom>
          <a:noFill/>
          <a:ln w="9525">
            <a:noFill/>
            <a:miter lim="800000"/>
            <a:headEnd/>
            <a:tailEnd/>
          </a:ln>
          <a:effectLst/>
        </p:spPr>
        <p:txBody>
          <a:bodyPr>
            <a:spAutoFit/>
          </a:bodyPr>
          <a:lstStyle/>
          <a:p>
            <a:pPr algn="l"/>
            <a:r>
              <a:rPr lang="en-US" sz="1400">
                <a:latin typeface="Courier New" pitchFamily="49" charset="0"/>
              </a:rPr>
              <a:t>+---------+-------------------------+</a:t>
            </a:r>
          </a:p>
          <a:p>
            <a:pPr algn="l"/>
            <a:r>
              <a:rPr lang="en-US" sz="1400">
                <a:latin typeface="Courier New" pitchFamily="49" charset="0"/>
              </a:rPr>
              <a:t>| </a:t>
            </a:r>
            <a:r>
              <a:rPr lang="en-US" sz="1400" err="1">
                <a:latin typeface="Courier New" pitchFamily="49" charset="0"/>
              </a:rPr>
              <a:t>ime</a:t>
            </a:r>
            <a:r>
              <a:rPr lang="en-US" sz="1400">
                <a:latin typeface="Courier New" pitchFamily="49" charset="0"/>
              </a:rPr>
              <a:t>     | ROUND(rating/starost,2) |</a:t>
            </a:r>
          </a:p>
          <a:p>
            <a:pPr algn="l"/>
            <a:r>
              <a:rPr lang="en-US" sz="1400">
                <a:latin typeface="Courier New" pitchFamily="49" charset="0"/>
              </a:rPr>
              <a:t>+---------+-------------------------+</a:t>
            </a:r>
          </a:p>
          <a:p>
            <a:pPr algn="l"/>
            <a:r>
              <a:rPr lang="en-US" sz="1400">
                <a:latin typeface="Courier New" pitchFamily="49" charset="0"/>
              </a:rPr>
              <a:t>| </a:t>
            </a:r>
            <a:r>
              <a:rPr lang="en-US" sz="1400" err="1">
                <a:latin typeface="Courier New" pitchFamily="49" charset="0"/>
              </a:rPr>
              <a:t>Zdravko</a:t>
            </a:r>
            <a:r>
              <a:rPr lang="en-US" sz="1400">
                <a:latin typeface="Courier New" pitchFamily="49" charset="0"/>
              </a:rPr>
              <a:t> |                    0.62 |</a:t>
            </a:r>
          </a:p>
          <a:p>
            <a:pPr algn="l"/>
            <a:r>
              <a:rPr lang="en-US" sz="1400">
                <a:latin typeface="Courier New" pitchFamily="49" charset="0"/>
              </a:rPr>
              <a:t>| Andrej  |                    0.31 |</a:t>
            </a:r>
          </a:p>
          <a:p>
            <a:pPr algn="l"/>
            <a:r>
              <a:rPr lang="en-US" sz="1400">
                <a:latin typeface="Courier New" pitchFamily="49" charset="0"/>
              </a:rPr>
              <a:t>| </a:t>
            </a:r>
            <a:r>
              <a:rPr lang="en-US" sz="1400" err="1">
                <a:latin typeface="Courier New" pitchFamily="49" charset="0"/>
              </a:rPr>
              <a:t>Rajko</a:t>
            </a:r>
            <a:r>
              <a:rPr lang="en-US" sz="1400">
                <a:latin typeface="Courier New" pitchFamily="49" charset="0"/>
              </a:rPr>
              <a:t>   |                    0.29 |</a:t>
            </a:r>
          </a:p>
          <a:p>
            <a:pPr algn="l"/>
            <a:r>
              <a:rPr lang="en-US" sz="1400">
                <a:latin typeface="Courier New" pitchFamily="49" charset="0"/>
              </a:rPr>
              <a:t>| </a:t>
            </a:r>
            <a:r>
              <a:rPr lang="en-US" sz="1400" err="1">
                <a:latin typeface="Courier New" pitchFamily="49" charset="0"/>
              </a:rPr>
              <a:t>Henrik</a:t>
            </a:r>
            <a:r>
              <a:rPr lang="en-US" sz="1400">
                <a:latin typeface="Courier New" pitchFamily="49" charset="0"/>
              </a:rPr>
              <a:t>  |                    0.26 |</a:t>
            </a:r>
          </a:p>
          <a:p>
            <a:pPr algn="l"/>
            <a:r>
              <a:rPr lang="en-US" sz="1400">
                <a:latin typeface="Courier New" pitchFamily="49" charset="0"/>
              </a:rPr>
              <a:t>| </a:t>
            </a:r>
            <a:r>
              <a:rPr lang="en-US" sz="1400" err="1">
                <a:latin typeface="Courier New" pitchFamily="49" charset="0"/>
              </a:rPr>
              <a:t>Henrik</a:t>
            </a:r>
            <a:r>
              <a:rPr lang="en-US" sz="1400">
                <a:latin typeface="Courier New" pitchFamily="49" charset="0"/>
              </a:rPr>
              <a:t>  |                    0.20 |</a:t>
            </a:r>
          </a:p>
          <a:p>
            <a:pPr algn="l"/>
            <a:r>
              <a:rPr lang="en-US" sz="1400">
                <a:latin typeface="Courier New" pitchFamily="49" charset="0"/>
              </a:rPr>
              <a:t>| </a:t>
            </a:r>
            <a:r>
              <a:rPr lang="en-US" sz="1400" err="1">
                <a:latin typeface="Courier New" pitchFamily="49" charset="0"/>
              </a:rPr>
              <a:t>Darko</a:t>
            </a:r>
            <a:r>
              <a:rPr lang="en-US" sz="1400">
                <a:latin typeface="Courier New" pitchFamily="49" charset="0"/>
              </a:rPr>
              <a:t>   |                    0.16 |</a:t>
            </a:r>
          </a:p>
          <a:p>
            <a:pPr algn="l"/>
            <a:r>
              <a:rPr lang="en-US" sz="1400">
                <a:latin typeface="Courier New" pitchFamily="49" charset="0"/>
              </a:rPr>
              <a:t>| </a:t>
            </a:r>
            <a:r>
              <a:rPr lang="en-US" sz="1400" err="1">
                <a:latin typeface="Courier New" pitchFamily="49" charset="0"/>
              </a:rPr>
              <a:t>Lojze</a:t>
            </a:r>
            <a:r>
              <a:rPr lang="en-US" sz="1400">
                <a:latin typeface="Courier New" pitchFamily="49" charset="0"/>
              </a:rPr>
              <a:t>   |                    0.14 |</a:t>
            </a:r>
          </a:p>
          <a:p>
            <a:pPr algn="l"/>
            <a:r>
              <a:rPr lang="en-US" sz="1400">
                <a:latin typeface="Courier New" pitchFamily="49" charset="0"/>
              </a:rPr>
              <a:t>| </a:t>
            </a:r>
            <a:r>
              <a:rPr lang="en-US" sz="1400" err="1">
                <a:latin typeface="Courier New" pitchFamily="49" charset="0"/>
              </a:rPr>
              <a:t>Anze</a:t>
            </a:r>
            <a:r>
              <a:rPr lang="en-US" sz="1400">
                <a:latin typeface="Courier New" pitchFamily="49" charset="0"/>
              </a:rPr>
              <a:t>    |                    0.12 |</a:t>
            </a:r>
          </a:p>
          <a:p>
            <a:pPr algn="l"/>
            <a:r>
              <a:rPr lang="en-US" sz="1400">
                <a:latin typeface="Courier New" pitchFamily="49" charset="0"/>
              </a:rPr>
              <a:t>| Bine    |                    0.05 |</a:t>
            </a:r>
          </a:p>
          <a:p>
            <a:pPr algn="l"/>
            <a:r>
              <a:rPr lang="en-US" sz="1400">
                <a:latin typeface="Courier New" pitchFamily="49" charset="0"/>
              </a:rPr>
              <a:t>| </a:t>
            </a:r>
            <a:r>
              <a:rPr lang="en-US" sz="1400" err="1">
                <a:latin typeface="Courier New" pitchFamily="49" charset="0"/>
              </a:rPr>
              <a:t>Borut</a:t>
            </a:r>
            <a:r>
              <a:rPr lang="en-US" sz="1400">
                <a:latin typeface="Courier New" pitchFamily="49" charset="0"/>
              </a:rPr>
              <a:t>   |                    0.03 |</a:t>
            </a:r>
          </a:p>
          <a:p>
            <a:pPr algn="l"/>
            <a:r>
              <a:rPr lang="en-US" sz="1400">
                <a:latin typeface="Courier New" pitchFamily="49" charset="0"/>
              </a:rPr>
              <a:t>+---------+-------------------------+</a:t>
            </a:r>
          </a:p>
        </p:txBody>
      </p:sp>
      <p:sp>
        <p:nvSpPr>
          <p:cNvPr id="133126"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p:bldP spid="133125" grpId="0"/>
    </p:bld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4146" name="AutoShape 2"/>
          <p:cNvSpPr>
            <a:spLocks noGrp="1" noChangeArrowheads="1"/>
          </p:cNvSpPr>
          <p:nvPr>
            <p:ph type="title"/>
          </p:nvPr>
        </p:nvSpPr>
        <p:spPr/>
        <p:txBody>
          <a:bodyPr/>
          <a:lstStyle/>
          <a:p>
            <a:r>
              <a:rPr lang="sl-SI"/>
              <a:t>Urejanje izpisa</a:t>
            </a:r>
            <a:endParaRPr lang="en-US"/>
          </a:p>
        </p:txBody>
      </p:sp>
      <p:sp>
        <p:nvSpPr>
          <p:cNvPr id="134147" name="Rectangle 3"/>
          <p:cNvSpPr>
            <a:spLocks noGrp="1" noChangeArrowheads="1"/>
          </p:cNvSpPr>
          <p:nvPr>
            <p:ph sz="quarter" idx="2"/>
          </p:nvPr>
        </p:nvSpPr>
        <p:spPr>
          <a:xfrm>
            <a:off x="762000" y="4953000"/>
            <a:ext cx="5562600" cy="1447800"/>
          </a:xfrm>
        </p:spPr>
        <p:txBody>
          <a:bodyPr/>
          <a:lstStyle/>
          <a:p>
            <a:pPr>
              <a:buFont typeface="Wingdings" pitchFamily="2" charset="2"/>
              <a:buNone/>
            </a:pPr>
            <a:r>
              <a:rPr lang="en-US" sz="1600" b="1" dirty="0">
                <a:latin typeface="Courier New" pitchFamily="49" charset="0"/>
              </a:rPr>
              <a:t>SELECT</a:t>
            </a:r>
            <a:r>
              <a:rPr lang="en-US" sz="1600" dirty="0">
                <a:latin typeface="Courier New" pitchFamily="49" charset="0"/>
              </a:rPr>
              <a:t> </a:t>
            </a:r>
            <a:r>
              <a:rPr lang="en-US" sz="1600" dirty="0" err="1">
                <a:latin typeface="Courier New" pitchFamily="49" charset="0"/>
              </a:rPr>
              <a:t>ime</a:t>
            </a:r>
            <a:r>
              <a:rPr lang="en-US" sz="1600" dirty="0">
                <a:latin typeface="Courier New" pitchFamily="49" charset="0"/>
              </a:rPr>
              <a:t>, </a:t>
            </a:r>
            <a:r>
              <a:rPr lang="en-US" sz="1600" b="1" dirty="0">
                <a:latin typeface="Courier New" pitchFamily="49" charset="0"/>
              </a:rPr>
              <a:t>ROUND</a:t>
            </a:r>
            <a:r>
              <a:rPr lang="en-US" sz="1600" dirty="0">
                <a:latin typeface="Courier New" pitchFamily="49" charset="0"/>
              </a:rPr>
              <a:t>(rating/starost,2)</a:t>
            </a:r>
            <a:r>
              <a:rPr lang="sl-SI" sz="1600" dirty="0">
                <a:latin typeface="Courier New" pitchFamily="49" charset="0"/>
              </a:rPr>
              <a:t> </a:t>
            </a:r>
          </a:p>
          <a:p>
            <a:pPr>
              <a:buFont typeface="Wingdings" pitchFamily="2" charset="2"/>
              <a:buNone/>
            </a:pPr>
            <a:r>
              <a:rPr lang="sl-SI" sz="1600" dirty="0">
                <a:latin typeface="Courier New" pitchFamily="49" charset="0"/>
              </a:rPr>
              <a:t>            </a:t>
            </a:r>
            <a:r>
              <a:rPr lang="sl-SI" sz="1600" b="1" dirty="0">
                <a:latin typeface="Courier New" pitchFamily="49" charset="0"/>
              </a:rPr>
              <a:t>AS</a:t>
            </a:r>
            <a:r>
              <a:rPr lang="sl-SI" sz="1600" dirty="0">
                <a:latin typeface="Courier New" pitchFamily="49" charset="0"/>
              </a:rPr>
              <a:t> </a:t>
            </a:r>
            <a:r>
              <a:rPr lang="sl-SI" sz="1600" dirty="0" err="1">
                <a:latin typeface="Courier New" pitchFamily="49" charset="0"/>
              </a:rPr>
              <a:t>kolicnik</a:t>
            </a:r>
            <a:endParaRPr lang="en-US" sz="1600" dirty="0">
              <a:latin typeface="Courier New" pitchFamily="49" charset="0"/>
            </a:endParaRPr>
          </a:p>
          <a:p>
            <a:pPr>
              <a:buFont typeface="Wingdings" pitchFamily="2" charset="2"/>
              <a:buNone/>
            </a:pPr>
            <a:r>
              <a:rPr lang="en-US" sz="1600" b="1" dirty="0">
                <a:latin typeface="Courier New" pitchFamily="49" charset="0"/>
              </a:rPr>
              <a:t>FROM</a:t>
            </a:r>
            <a:r>
              <a:rPr lang="en-US" sz="1600" dirty="0">
                <a:latin typeface="Courier New" pitchFamily="49" charset="0"/>
              </a:rPr>
              <a:t> </a:t>
            </a:r>
            <a:r>
              <a:rPr lang="en-US" sz="1600" dirty="0" err="1">
                <a:latin typeface="Courier New" pitchFamily="49" charset="0"/>
              </a:rPr>
              <a:t>jadralec</a:t>
            </a:r>
            <a:endParaRPr lang="sl-SI" sz="1600" dirty="0">
              <a:latin typeface="Courier New" pitchFamily="49" charset="0"/>
            </a:endParaRPr>
          </a:p>
          <a:p>
            <a:pPr>
              <a:buFont typeface="Wingdings" pitchFamily="2" charset="2"/>
              <a:buNone/>
            </a:pPr>
            <a:r>
              <a:rPr lang="sl-SI" sz="1600" b="1" dirty="0">
                <a:latin typeface="Courier New" pitchFamily="49" charset="0"/>
              </a:rPr>
              <a:t>ORDER</a:t>
            </a:r>
            <a:r>
              <a:rPr lang="sl-SI" sz="1600" dirty="0">
                <a:latin typeface="Courier New" pitchFamily="49" charset="0"/>
              </a:rPr>
              <a:t> </a:t>
            </a:r>
            <a:r>
              <a:rPr lang="sl-SI" sz="1600" b="1" dirty="0">
                <a:latin typeface="Courier New" pitchFamily="49" charset="0"/>
              </a:rPr>
              <a:t>BY</a:t>
            </a:r>
            <a:r>
              <a:rPr lang="sl-SI" sz="1600" dirty="0">
                <a:latin typeface="Courier New" pitchFamily="49" charset="0"/>
              </a:rPr>
              <a:t> </a:t>
            </a:r>
            <a:r>
              <a:rPr lang="sl-SI" sz="1600" dirty="0" err="1">
                <a:latin typeface="Courier New" pitchFamily="49" charset="0"/>
              </a:rPr>
              <a:t>kolicnik</a:t>
            </a:r>
            <a:r>
              <a:rPr lang="sl-SI" sz="1600" dirty="0">
                <a:latin typeface="Courier New" pitchFamily="49" charset="0"/>
              </a:rPr>
              <a:t> </a:t>
            </a:r>
            <a:r>
              <a:rPr lang="sl-SI" sz="1600" b="1" dirty="0">
                <a:latin typeface="Courier New" pitchFamily="49" charset="0"/>
              </a:rPr>
              <a:t>DESC</a:t>
            </a:r>
            <a:r>
              <a:rPr lang="sl-SI" sz="1600" dirty="0">
                <a:latin typeface="Courier New" pitchFamily="49" charset="0"/>
              </a:rPr>
              <a:t>;</a:t>
            </a:r>
            <a:endParaRPr lang="en-US" sz="1600" dirty="0">
              <a:latin typeface="Courier New" pitchFamily="49" charset="0"/>
            </a:endParaRPr>
          </a:p>
        </p:txBody>
      </p:sp>
      <p:sp>
        <p:nvSpPr>
          <p:cNvPr id="134148" name="Rectangle 4"/>
          <p:cNvSpPr>
            <a:spLocks noGrp="1" noChangeArrowheads="1"/>
          </p:cNvSpPr>
          <p:nvPr>
            <p:ph type="body" sz="half" idx="3"/>
          </p:nvPr>
        </p:nvSpPr>
        <p:spPr>
          <a:xfrm>
            <a:off x="762000" y="2362200"/>
            <a:ext cx="4495800" cy="1785938"/>
          </a:xfrm>
        </p:spPr>
        <p:txBody>
          <a:bodyPr/>
          <a:lstStyle/>
          <a:p>
            <a:r>
              <a:rPr lang="sl-SI" sz="2400"/>
              <a:t>Izpiši imena jadralcev urejena po količniku med ratingom in starostjo.</a:t>
            </a:r>
            <a:br>
              <a:rPr lang="sl-SI" sz="2400"/>
            </a:br>
            <a:endParaRPr lang="en-US" sz="1800"/>
          </a:p>
        </p:txBody>
      </p:sp>
      <p:sp>
        <p:nvSpPr>
          <p:cNvPr id="134149" name="Text Box 5"/>
          <p:cNvSpPr txBox="1">
            <a:spLocks noChangeArrowheads="1"/>
          </p:cNvSpPr>
          <p:nvPr/>
        </p:nvSpPr>
        <p:spPr bwMode="auto">
          <a:xfrm>
            <a:off x="6172200" y="2362200"/>
            <a:ext cx="4572000" cy="3070225"/>
          </a:xfrm>
          <a:prstGeom prst="rect">
            <a:avLst/>
          </a:prstGeom>
          <a:noFill/>
          <a:ln w="9525">
            <a:noFill/>
            <a:miter lim="800000"/>
            <a:headEnd/>
            <a:tailEnd/>
          </a:ln>
          <a:effectLst/>
        </p:spPr>
        <p:txBody>
          <a:bodyPr>
            <a:spAutoFit/>
          </a:bodyPr>
          <a:lstStyle/>
          <a:p>
            <a:pPr algn="l"/>
            <a:r>
              <a:rPr lang="en-US" sz="1400">
                <a:latin typeface="Courier New" pitchFamily="49" charset="0"/>
              </a:rPr>
              <a:t>+---------+----------+</a:t>
            </a:r>
          </a:p>
          <a:p>
            <a:pPr algn="l"/>
            <a:r>
              <a:rPr lang="en-US" sz="1400">
                <a:latin typeface="Courier New" pitchFamily="49" charset="0"/>
              </a:rPr>
              <a:t>| ime     | kolicnik |</a:t>
            </a:r>
          </a:p>
          <a:p>
            <a:pPr algn="l"/>
            <a:r>
              <a:rPr lang="en-US" sz="1400">
                <a:latin typeface="Courier New" pitchFamily="49" charset="0"/>
              </a:rPr>
              <a:t>+---------+----------+</a:t>
            </a:r>
          </a:p>
          <a:p>
            <a:pPr algn="l"/>
            <a:r>
              <a:rPr lang="en-US" sz="1400">
                <a:latin typeface="Courier New" pitchFamily="49" charset="0"/>
              </a:rPr>
              <a:t>| Zdravko |     0.62 |</a:t>
            </a:r>
          </a:p>
          <a:p>
            <a:pPr algn="l"/>
            <a:r>
              <a:rPr lang="en-US" sz="1400">
                <a:latin typeface="Courier New" pitchFamily="49" charset="0"/>
              </a:rPr>
              <a:t>| Andrej  |     0.31 |</a:t>
            </a:r>
          </a:p>
          <a:p>
            <a:pPr algn="l"/>
            <a:r>
              <a:rPr lang="en-US" sz="1400">
                <a:latin typeface="Courier New" pitchFamily="49" charset="0"/>
              </a:rPr>
              <a:t>| Rajko   |     0.29 |</a:t>
            </a:r>
          </a:p>
          <a:p>
            <a:pPr algn="l"/>
            <a:r>
              <a:rPr lang="en-US" sz="1400">
                <a:latin typeface="Courier New" pitchFamily="49" charset="0"/>
              </a:rPr>
              <a:t>| Henrik  |     0.26 |</a:t>
            </a:r>
          </a:p>
          <a:p>
            <a:pPr algn="l"/>
            <a:r>
              <a:rPr lang="en-US" sz="1400">
                <a:latin typeface="Courier New" pitchFamily="49" charset="0"/>
              </a:rPr>
              <a:t>| Henrik  |     0.20 |</a:t>
            </a:r>
          </a:p>
          <a:p>
            <a:pPr algn="l"/>
            <a:r>
              <a:rPr lang="en-US" sz="1400">
                <a:latin typeface="Courier New" pitchFamily="49" charset="0"/>
              </a:rPr>
              <a:t>| Darko   |     0.16 |</a:t>
            </a:r>
          </a:p>
          <a:p>
            <a:pPr algn="l"/>
            <a:r>
              <a:rPr lang="en-US" sz="1400">
                <a:latin typeface="Courier New" pitchFamily="49" charset="0"/>
              </a:rPr>
              <a:t>| Lojze   |     0.14 |</a:t>
            </a:r>
          </a:p>
          <a:p>
            <a:pPr algn="l"/>
            <a:r>
              <a:rPr lang="en-US" sz="1400">
                <a:latin typeface="Courier New" pitchFamily="49" charset="0"/>
              </a:rPr>
              <a:t>| Anze    |     0.12 |</a:t>
            </a:r>
          </a:p>
          <a:p>
            <a:pPr algn="l"/>
            <a:r>
              <a:rPr lang="en-US" sz="1400">
                <a:latin typeface="Courier New" pitchFamily="49" charset="0"/>
              </a:rPr>
              <a:t>| Bine    |     0.05 |</a:t>
            </a:r>
          </a:p>
          <a:p>
            <a:pPr algn="l"/>
            <a:r>
              <a:rPr lang="en-US" sz="1400">
                <a:latin typeface="Courier New" pitchFamily="49" charset="0"/>
              </a:rPr>
              <a:t>| Borut   |     0.03 |</a:t>
            </a:r>
          </a:p>
          <a:p>
            <a:pPr algn="l"/>
            <a:r>
              <a:rPr lang="en-US" sz="1400">
                <a:latin typeface="Courier New" pitchFamily="49" charset="0"/>
              </a:rPr>
              <a:t>+---------+----------+</a:t>
            </a:r>
          </a:p>
        </p:txBody>
      </p:sp>
      <p:sp>
        <p:nvSpPr>
          <p:cNvPr id="134150"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4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p:bldP spid="134149"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a:t>
            </a:r>
            <a:r>
              <a:rPr lang="en-US" err="1"/>
              <a:t>stiki</a:t>
            </a:r>
            <a:r>
              <a:rPr lang="sl-SI"/>
              <a:t> in gnezdenje v SQL</a:t>
            </a:r>
          </a:p>
        </p:txBody>
      </p:sp>
      <p:sp>
        <p:nvSpPr>
          <p:cNvPr id="5" name="Text Placeholder 4"/>
          <p:cNvSpPr>
            <a:spLocks noGrp="1"/>
          </p:cNvSpPr>
          <p:nvPr>
            <p:ph type="body" sz="half" idx="3"/>
          </p:nvPr>
        </p:nvSpPr>
        <p:spPr>
          <a:xfrm>
            <a:off x="762000" y="2362200"/>
            <a:ext cx="8001000" cy="4191000"/>
          </a:xfrm>
        </p:spPr>
        <p:txBody>
          <a:bodyPr/>
          <a:lstStyle/>
          <a:p>
            <a:pPr marL="0" indent="0">
              <a:buNone/>
            </a:pPr>
            <a:r>
              <a:rPr lang="sl-SI" sz="2000"/>
              <a:t>Z uporabo gnezdenja in </a:t>
            </a:r>
            <a:r>
              <a:rPr lang="sl-SI" sz="2000" err="1"/>
              <a:t>množiških</a:t>
            </a:r>
            <a:r>
              <a:rPr lang="sl-SI" sz="2000"/>
              <a:t> operatorjev napišite poizvedbe, ki rešijo spodnje naloge:</a:t>
            </a:r>
          </a:p>
          <a:p>
            <a:pPr marL="457200" indent="-457200">
              <a:buFont typeface="+mj-lt"/>
              <a:buAutoNum type="arabicPeriod"/>
            </a:pPr>
            <a:r>
              <a:rPr lang="sl-SI" sz="2000"/>
              <a:t>Ugotovite ali imata kakšna dva čolna enako ime.</a:t>
            </a:r>
            <a:r>
              <a:rPr lang="en-US" sz="2000"/>
              <a:t> (z </a:t>
            </a:r>
            <a:r>
              <a:rPr lang="en-US" sz="2000" err="1"/>
              <a:t>množicami</a:t>
            </a:r>
            <a:r>
              <a:rPr lang="en-US" sz="2000"/>
              <a:t>)</a:t>
            </a:r>
            <a:endParaRPr lang="sl-SI" sz="2000"/>
          </a:p>
          <a:p>
            <a:pPr marL="457200" indent="-457200">
              <a:buFont typeface="+mj-lt"/>
              <a:buAutoNum type="arabicPeriod"/>
            </a:pPr>
            <a:r>
              <a:rPr lang="sl-SI" sz="2000"/>
              <a:t>Izpišite šifre čolnov daljših od 35 čevljev, ki so jih rezervirali jadralci mlajši od 40 let.</a:t>
            </a:r>
          </a:p>
          <a:p>
            <a:pPr marL="457200" indent="-457200">
              <a:buFont typeface="+mj-lt"/>
              <a:buAutoNum type="arabicPeriod"/>
            </a:pPr>
            <a:r>
              <a:rPr lang="sl-SI" sz="2000"/>
              <a:t>Za vse jadralce izpišite podatke o njihovih rezervacijah. Za tiste, ki še niso nič rezervirali, naj bodo polja o rezervacijah prazna. Rešite </a:t>
            </a:r>
            <a:r>
              <a:rPr lang="en-US" sz="2000"/>
              <a:t>z</a:t>
            </a:r>
            <a:r>
              <a:rPr lang="sl-SI" sz="2000"/>
              <a:t> uporab</a:t>
            </a:r>
            <a:r>
              <a:rPr lang="en-US" sz="2000"/>
              <a:t>o</a:t>
            </a:r>
            <a:r>
              <a:rPr lang="sl-SI" sz="2000"/>
              <a:t> zunanjega stika in izpis uredite po </a:t>
            </a:r>
            <a:r>
              <a:rPr lang="sl-SI" sz="2000" err="1">
                <a:latin typeface="Courier New" pitchFamily="49" charset="0"/>
                <a:cs typeface="Courier New" pitchFamily="49" charset="0"/>
              </a:rPr>
              <a:t>jid</a:t>
            </a:r>
            <a:r>
              <a:rPr lang="sl-SI" sz="2000">
                <a:latin typeface="Courier New" pitchFamily="49" charset="0"/>
                <a:cs typeface="Courier New" pitchFamily="49" charset="0"/>
              </a:rPr>
              <a:t> </a:t>
            </a:r>
            <a:r>
              <a:rPr lang="sl-SI" sz="2000"/>
              <a:t>!</a:t>
            </a:r>
            <a:endParaRPr lang="en-US" sz="2000"/>
          </a:p>
          <a:p>
            <a:pPr marL="457200" indent="-457200">
              <a:buFont typeface="+mj-lt"/>
              <a:buAutoNum type="arabicPeriod"/>
            </a:pPr>
            <a:r>
              <a:rPr lang="sl-SI" sz="2000"/>
              <a:t>Za vse jadralce izpišite podatke o njihovih rezervacijah. Za tiste, ki še niso nič rezervirali, naj bodo polja o rezervacijah prazna. Rešite brez uporabe zunanjega stika in izpis uredite po </a:t>
            </a:r>
            <a:r>
              <a:rPr lang="sl-SI" sz="2000" err="1">
                <a:latin typeface="Courier New" pitchFamily="49" charset="0"/>
                <a:cs typeface="Courier New" pitchFamily="49" charset="0"/>
              </a:rPr>
              <a:t>jid</a:t>
            </a:r>
            <a:r>
              <a:rPr lang="sl-SI" sz="2000">
                <a:latin typeface="Courier New" pitchFamily="49" charset="0"/>
                <a:cs typeface="Courier New" pitchFamily="49" charset="0"/>
              </a:rPr>
              <a:t> </a:t>
            </a:r>
            <a:r>
              <a:rPr lang="sl-SI" sz="2000"/>
              <a:t>!</a:t>
            </a:r>
          </a:p>
          <a:p>
            <a:pPr marL="457200" indent="-457200">
              <a:buFont typeface="+mj-lt"/>
              <a:buAutoNum type="arabicPeriod"/>
            </a:pPr>
            <a:r>
              <a:rPr lang="sl-SI" sz="2000"/>
              <a:t>Preverite, ali pri prejšnji nalogi dobite enak rezultat, kot pri </a:t>
            </a:r>
            <a:r>
              <a:rPr lang="sl-SI" sz="2000" err="1"/>
              <a:t>upo</a:t>
            </a:r>
            <a:r>
              <a:rPr lang="en-US" sz="2000"/>
              <a:t>r</a:t>
            </a:r>
            <a:r>
              <a:rPr lang="sl-SI" sz="2000" err="1"/>
              <a:t>abi</a:t>
            </a:r>
            <a:r>
              <a:rPr lang="sl-SI" sz="2000"/>
              <a:t> zunanjega stika.</a:t>
            </a:r>
            <a:endParaRPr lang="sl-SI" sz="3200"/>
          </a:p>
          <a:p>
            <a:endParaRPr lang="sl-SI"/>
          </a:p>
          <a:p>
            <a:endParaRPr lang="sl-SI"/>
          </a:p>
        </p:txBody>
      </p:sp>
      <p:sp>
        <p:nvSpPr>
          <p:cNvPr id="4"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a:t>
            </a:r>
            <a:r>
              <a:rPr lang="en-US" err="1"/>
              <a:t>stiki</a:t>
            </a:r>
            <a:r>
              <a:rPr lang="sl-SI"/>
              <a:t> in gnezdenje v SQL</a:t>
            </a:r>
          </a:p>
        </p:txBody>
      </p:sp>
      <p:sp>
        <p:nvSpPr>
          <p:cNvPr id="5" name="Text Placeholder 4"/>
          <p:cNvSpPr>
            <a:spLocks noGrp="1"/>
          </p:cNvSpPr>
          <p:nvPr>
            <p:ph type="body" sz="half" idx="3"/>
          </p:nvPr>
        </p:nvSpPr>
        <p:spPr>
          <a:xfrm>
            <a:off x="762000" y="2362200"/>
            <a:ext cx="8001000" cy="4191000"/>
          </a:xfrm>
        </p:spPr>
        <p:txBody>
          <a:bodyPr/>
          <a:lstStyle/>
          <a:p>
            <a:pPr marL="0" indent="0">
              <a:buNone/>
            </a:pPr>
            <a:r>
              <a:rPr lang="sl-SI" sz="2000"/>
              <a:t>Z uporabo gnezdenja in </a:t>
            </a:r>
            <a:r>
              <a:rPr lang="sl-SI" sz="2000" err="1"/>
              <a:t>množiških</a:t>
            </a:r>
            <a:r>
              <a:rPr lang="sl-SI" sz="2000"/>
              <a:t> operatorjev napišite poizvedbe, ki rešijo spodnje naloge:</a:t>
            </a:r>
          </a:p>
          <a:p>
            <a:pPr marL="457200" indent="-457200">
              <a:buFont typeface="+mj-lt"/>
              <a:buAutoNum type="arabicPeriod"/>
            </a:pPr>
            <a:r>
              <a:rPr lang="en-US" sz="2000" err="1"/>
              <a:t>Izpišite</a:t>
            </a:r>
            <a:r>
              <a:rPr lang="en-US" sz="2000"/>
              <a:t> </a:t>
            </a:r>
            <a:r>
              <a:rPr lang="en-US" sz="2000" err="1"/>
              <a:t>imena</a:t>
            </a:r>
            <a:r>
              <a:rPr lang="en-US" sz="2000"/>
              <a:t> </a:t>
            </a:r>
            <a:r>
              <a:rPr lang="en-US" sz="2000" err="1"/>
              <a:t>vseh</a:t>
            </a:r>
            <a:r>
              <a:rPr lang="en-US" sz="2000"/>
              <a:t> </a:t>
            </a:r>
            <a:r>
              <a:rPr lang="en-US" sz="2000" err="1"/>
              <a:t>igralcev</a:t>
            </a:r>
            <a:r>
              <a:rPr lang="en-US" sz="2000"/>
              <a:t>, </a:t>
            </a:r>
            <a:r>
              <a:rPr lang="en-US" sz="2000" err="1"/>
              <a:t>ki</a:t>
            </a:r>
            <a:r>
              <a:rPr lang="en-US" sz="2000"/>
              <a:t> </a:t>
            </a:r>
            <a:r>
              <a:rPr lang="en-US" sz="2000" err="1"/>
              <a:t>pripadajo</a:t>
            </a:r>
            <a:r>
              <a:rPr lang="en-US" sz="2000"/>
              <a:t> </a:t>
            </a:r>
            <a:r>
              <a:rPr lang="en-US" sz="2000" err="1"/>
              <a:t>naslednjim</a:t>
            </a:r>
            <a:r>
              <a:rPr lang="en-US" sz="2000"/>
              <a:t> </a:t>
            </a:r>
            <a:r>
              <a:rPr lang="en-US" sz="2000" err="1"/>
              <a:t>aliansam</a:t>
            </a:r>
            <a:r>
              <a:rPr lang="en-US" sz="2000"/>
              <a:t>: GVERILA, IPERIT, *!NFS!*, </a:t>
            </a:r>
            <a:r>
              <a:rPr lang="en-US" sz="2000" err="1"/>
              <a:t>PaX</a:t>
            </a:r>
            <a:r>
              <a:rPr lang="en-US" sz="2000"/>
              <a:t>™, MGP I, -MGP-, </a:t>
            </a:r>
            <a:r>
              <a:rPr lang="en-US" sz="2000" err="1"/>
              <a:t>sladoled</a:t>
            </a:r>
            <a:r>
              <a:rPr lang="en-US" sz="2000"/>
              <a:t>, CYANIDE, *!NFS!*2, SVN, MGP, ANTHRAX, </a:t>
            </a:r>
            <a:r>
              <a:rPr lang="en-US" sz="2000" err="1"/>
              <a:t>Uporniki</a:t>
            </a:r>
            <a:r>
              <a:rPr lang="en-US" sz="2000"/>
              <a:t>, MGP A, GVERIL4, LEGEND, LUDI DDT, T•W in G.R.™</a:t>
            </a:r>
          </a:p>
          <a:p>
            <a:pPr marL="457200" indent="-457200">
              <a:buFont typeface="+mj-lt"/>
              <a:buAutoNum type="arabicPeriod"/>
            </a:pPr>
            <a:r>
              <a:rPr lang="en-US" sz="2000" err="1"/>
              <a:t>Izpišite</a:t>
            </a:r>
            <a:r>
              <a:rPr lang="en-US" sz="2000"/>
              <a:t> </a:t>
            </a:r>
            <a:r>
              <a:rPr lang="en-US" sz="2000" err="1"/>
              <a:t>imena</a:t>
            </a:r>
            <a:r>
              <a:rPr lang="en-US" sz="2000"/>
              <a:t> </a:t>
            </a:r>
            <a:r>
              <a:rPr lang="en-US" sz="2000" err="1"/>
              <a:t>igralcev</a:t>
            </a:r>
            <a:r>
              <a:rPr lang="en-US" sz="2000"/>
              <a:t>, </a:t>
            </a:r>
            <a:r>
              <a:rPr lang="en-US" sz="2000" err="1"/>
              <a:t>ki</a:t>
            </a:r>
            <a:r>
              <a:rPr lang="en-US" sz="2000"/>
              <a:t> </a:t>
            </a:r>
            <a:r>
              <a:rPr lang="en-US" sz="2000" err="1"/>
              <a:t>imajo</a:t>
            </a:r>
            <a:r>
              <a:rPr lang="en-US" sz="2000"/>
              <a:t> </a:t>
            </a:r>
            <a:r>
              <a:rPr lang="en-US" sz="2000" err="1"/>
              <a:t>vsaj</a:t>
            </a:r>
            <a:r>
              <a:rPr lang="en-US" sz="2000"/>
              <a:t> </a:t>
            </a:r>
            <a:r>
              <a:rPr lang="en-US" sz="2000" err="1"/>
              <a:t>eno</a:t>
            </a:r>
            <a:r>
              <a:rPr lang="en-US" sz="2000"/>
              <a:t> </a:t>
            </a:r>
            <a:r>
              <a:rPr lang="en-US" sz="2000" err="1"/>
              <a:t>naselje</a:t>
            </a:r>
            <a:r>
              <a:rPr lang="en-US" sz="2000"/>
              <a:t> od </a:t>
            </a:r>
            <a:r>
              <a:rPr lang="en-US" sz="2000" err="1"/>
              <a:t>točke</a:t>
            </a:r>
            <a:r>
              <a:rPr lang="en-US" sz="2000"/>
              <a:t> (0,0) </a:t>
            </a:r>
            <a:r>
              <a:rPr lang="en-US" sz="2000" err="1"/>
              <a:t>oddaljena</a:t>
            </a:r>
            <a:r>
              <a:rPr lang="en-US" sz="2000"/>
              <a:t> </a:t>
            </a:r>
            <a:r>
              <a:rPr lang="en-US" sz="2000" err="1"/>
              <a:t>za</a:t>
            </a:r>
            <a:r>
              <a:rPr lang="en-US" sz="2000"/>
              <a:t> </a:t>
            </a:r>
            <a:r>
              <a:rPr lang="en-US" sz="2000" err="1"/>
              <a:t>več</a:t>
            </a:r>
            <a:r>
              <a:rPr lang="en-US" sz="2000"/>
              <a:t> </a:t>
            </a:r>
            <a:r>
              <a:rPr lang="en-US" sz="2000" err="1"/>
              <a:t>kot</a:t>
            </a:r>
            <a:r>
              <a:rPr lang="en-US" sz="2000"/>
              <a:t> 20 </a:t>
            </a:r>
            <a:r>
              <a:rPr lang="en-US" sz="2000" err="1"/>
              <a:t>vendar</a:t>
            </a:r>
            <a:r>
              <a:rPr lang="en-US" sz="2000"/>
              <a:t> </a:t>
            </a:r>
            <a:r>
              <a:rPr lang="en-US" sz="2000" err="1"/>
              <a:t>manj</a:t>
            </a:r>
            <a:r>
              <a:rPr lang="en-US" sz="2000"/>
              <a:t> </a:t>
            </a:r>
            <a:r>
              <a:rPr lang="en-US" sz="2000" err="1"/>
              <a:t>kot</a:t>
            </a:r>
            <a:r>
              <a:rPr lang="en-US" sz="2000"/>
              <a:t> 50 </a:t>
            </a:r>
            <a:r>
              <a:rPr lang="en-US" sz="2000" err="1"/>
              <a:t>enot</a:t>
            </a:r>
            <a:r>
              <a:rPr lang="en-US" sz="2000"/>
              <a:t>.</a:t>
            </a:r>
          </a:p>
          <a:p>
            <a:pPr marL="457200" indent="-457200">
              <a:buFont typeface="+mj-lt"/>
              <a:buAutoNum type="arabicPeriod"/>
            </a:pPr>
            <a:r>
              <a:rPr lang="en-US" sz="2000" err="1"/>
              <a:t>Izpišite</a:t>
            </a:r>
            <a:r>
              <a:rPr lang="en-US" sz="2000"/>
              <a:t> </a:t>
            </a:r>
            <a:r>
              <a:rPr lang="en-US" sz="2000" err="1"/>
              <a:t>imena</a:t>
            </a:r>
            <a:r>
              <a:rPr lang="en-US" sz="2000"/>
              <a:t> </a:t>
            </a:r>
            <a:r>
              <a:rPr lang="en-US" sz="2000" err="1"/>
              <a:t>igralcev</a:t>
            </a:r>
            <a:r>
              <a:rPr lang="en-US" sz="2000"/>
              <a:t>, </a:t>
            </a:r>
            <a:r>
              <a:rPr lang="en-US" sz="2000" err="1"/>
              <a:t>ki</a:t>
            </a:r>
            <a:r>
              <a:rPr lang="en-US" sz="2000"/>
              <a:t> </a:t>
            </a:r>
            <a:r>
              <a:rPr lang="en-US" sz="2000" err="1"/>
              <a:t>imajo</a:t>
            </a:r>
            <a:r>
              <a:rPr lang="en-US" sz="2000"/>
              <a:t> v </a:t>
            </a:r>
            <a:r>
              <a:rPr lang="en-US" sz="2000" err="1"/>
              <a:t>vsakem</a:t>
            </a:r>
            <a:r>
              <a:rPr lang="en-US" sz="2000"/>
              <a:t> </a:t>
            </a:r>
            <a:r>
              <a:rPr lang="en-US" sz="2000" err="1"/>
              <a:t>kvadrantu</a:t>
            </a:r>
            <a:r>
              <a:rPr lang="en-US" sz="2000"/>
              <a:t> </a:t>
            </a:r>
            <a:r>
              <a:rPr lang="en-US" sz="2000" err="1"/>
              <a:t>vsaj</a:t>
            </a:r>
            <a:r>
              <a:rPr lang="en-US" sz="2000"/>
              <a:t> </a:t>
            </a:r>
            <a:r>
              <a:rPr lang="en-US" sz="2000" err="1"/>
              <a:t>eno</a:t>
            </a:r>
            <a:r>
              <a:rPr lang="en-US" sz="2000"/>
              <a:t> </a:t>
            </a:r>
            <a:r>
              <a:rPr lang="en-US" sz="2000" err="1"/>
              <a:t>naselje</a:t>
            </a:r>
            <a:r>
              <a:rPr lang="en-US" sz="2000"/>
              <a:t>.</a:t>
            </a:r>
          </a:p>
          <a:p>
            <a:pPr marL="0" indent="0">
              <a:buNone/>
            </a:pPr>
            <a:endParaRPr lang="sl-SI" sz="2000"/>
          </a:p>
          <a:p>
            <a:endParaRPr lang="sl-SI"/>
          </a:p>
          <a:p>
            <a:endParaRPr lang="sl-SI"/>
          </a:p>
        </p:txBody>
      </p:sp>
      <p:sp>
        <p:nvSpPr>
          <p:cNvPr id="6" name="Text Box 5"/>
          <p:cNvSpPr txBox="1">
            <a:spLocks noChangeArrowheads="1"/>
          </p:cNvSpPr>
          <p:nvPr/>
        </p:nvSpPr>
        <p:spPr bwMode="auto">
          <a:xfrm>
            <a:off x="1508760" y="300335"/>
            <a:ext cx="7568327" cy="923330"/>
          </a:xfrm>
          <a:prstGeom prst="rect">
            <a:avLst/>
          </a:prstGeom>
          <a:noFill/>
          <a:ln w="9525">
            <a:noFill/>
            <a:miter lim="800000"/>
            <a:headEnd/>
            <a:tailEnd/>
          </a:ln>
          <a:effectLst/>
        </p:spPr>
        <p:txBody>
          <a:bodyPr wrap="square">
            <a:spAutoFit/>
          </a:bodyPr>
          <a:lstStyle/>
          <a:p>
            <a:pPr lvl="1" algn="l"/>
            <a:r>
              <a:rPr lang="sl-SI" b="1" dirty="0">
                <a:latin typeface="Courier New" pitchFamily="49" charset="0"/>
              </a:rPr>
              <a:t>Aliansa(</a:t>
            </a:r>
            <a:r>
              <a:rPr lang="sl-SI" b="1" u="sng" dirty="0" err="1">
                <a:latin typeface="Courier New" pitchFamily="49" charset="0"/>
              </a:rPr>
              <a:t>aid</a:t>
            </a:r>
            <a:r>
              <a:rPr lang="sl-SI" b="1" dirty="0">
                <a:latin typeface="Courier New" pitchFamily="49" charset="0"/>
              </a:rPr>
              <a:t>, </a:t>
            </a:r>
            <a:r>
              <a:rPr lang="sl-SI" b="1" dirty="0" err="1">
                <a:latin typeface="Courier New" pitchFamily="49" charset="0"/>
              </a:rPr>
              <a:t>alliance</a:t>
            </a:r>
            <a:r>
              <a:rPr lang="sl-SI" b="1" dirty="0">
                <a:latin typeface="Courier New" pitchFamily="49" charset="0"/>
              </a:rPr>
              <a:t>), 	Pleme(</a:t>
            </a:r>
            <a:r>
              <a:rPr lang="sl-SI" b="1" u="sng" dirty="0" err="1">
                <a:latin typeface="Courier New" pitchFamily="49" charset="0"/>
              </a:rPr>
              <a:t>tid</a:t>
            </a:r>
            <a:r>
              <a:rPr lang="sl-SI" b="1" dirty="0">
                <a:latin typeface="Courier New" pitchFamily="49" charset="0"/>
              </a:rPr>
              <a:t>, </a:t>
            </a:r>
            <a:r>
              <a:rPr lang="sl-SI" b="1" dirty="0" err="1">
                <a:latin typeface="Courier New" pitchFamily="49" charset="0"/>
              </a:rPr>
              <a:t>tribe</a:t>
            </a:r>
            <a:r>
              <a:rPr lang="sl-SI" b="1" dirty="0">
                <a:latin typeface="Courier New" pitchFamily="49" charset="0"/>
              </a:rPr>
              <a:t>)</a:t>
            </a:r>
          </a:p>
          <a:p>
            <a:pPr lvl="1" algn="l"/>
            <a:r>
              <a:rPr lang="sl-SI" b="1" dirty="0">
                <a:latin typeface="Courier New" pitchFamily="49" charset="0"/>
              </a:rPr>
              <a:t>Igralec(</a:t>
            </a:r>
            <a:r>
              <a:rPr lang="sl-SI" b="1" u="sng" dirty="0">
                <a:latin typeface="Courier New" pitchFamily="49" charset="0"/>
              </a:rPr>
              <a:t>pid</a:t>
            </a:r>
            <a:r>
              <a:rPr lang="sl-SI" b="1" dirty="0">
                <a:latin typeface="Courier New" pitchFamily="49" charset="0"/>
              </a:rPr>
              <a:t>, </a:t>
            </a:r>
            <a:r>
              <a:rPr lang="sl-SI" b="1" dirty="0" err="1">
                <a:latin typeface="Courier New" pitchFamily="49" charset="0"/>
              </a:rPr>
              <a:t>player</a:t>
            </a:r>
            <a:r>
              <a:rPr lang="sl-SI" b="1" dirty="0">
                <a:latin typeface="Courier New" pitchFamily="49" charset="0"/>
              </a:rPr>
              <a:t>, #tid, #aid)</a:t>
            </a:r>
          </a:p>
          <a:p>
            <a:pPr lvl="1" algn="l"/>
            <a:r>
              <a:rPr lang="sl-SI" b="1" dirty="0">
                <a:latin typeface="Courier New" pitchFamily="49" charset="0"/>
              </a:rPr>
              <a:t>Naselje(</a:t>
            </a:r>
            <a:r>
              <a:rPr lang="sl-SI" b="1" u="sng" dirty="0">
                <a:latin typeface="Courier New" pitchFamily="49" charset="0"/>
              </a:rPr>
              <a:t>id</a:t>
            </a:r>
            <a:r>
              <a:rPr lang="sl-SI" b="1" dirty="0">
                <a:latin typeface="Courier New" pitchFamily="49" charset="0"/>
              </a:rPr>
              <a:t>, vid, </a:t>
            </a:r>
            <a:r>
              <a:rPr lang="sl-SI" b="1" dirty="0" err="1">
                <a:latin typeface="Courier New" pitchFamily="49" charset="0"/>
              </a:rPr>
              <a:t>village</a:t>
            </a:r>
            <a:r>
              <a:rPr lang="sl-SI" b="1" dirty="0">
                <a:latin typeface="Courier New" pitchFamily="49" charset="0"/>
              </a:rPr>
              <a:t>, x, y, </a:t>
            </a:r>
            <a:r>
              <a:rPr lang="sl-SI" b="1" dirty="0" err="1">
                <a:latin typeface="Courier New" pitchFamily="49" charset="0"/>
              </a:rPr>
              <a:t>population</a:t>
            </a:r>
            <a:r>
              <a:rPr lang="sl-SI" b="1" dirty="0">
                <a:latin typeface="Courier New" pitchFamily="49" charset="0"/>
              </a:rPr>
              <a:t>, #pid)</a:t>
            </a:r>
            <a:endParaRPr lang="en-US" b="1" dirty="0">
              <a:latin typeface="Courier New" pitchFamily="49" charset="0"/>
            </a:endParaRPr>
          </a:p>
        </p:txBody>
      </p:sp>
    </p:spTree>
    <p:extLst>
      <p:ext uri="{BB962C8B-B14F-4D97-AF65-F5344CB8AC3E}">
        <p14:creationId xmlns:p14="http://schemas.microsoft.com/office/powerpoint/2010/main" val="8381167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a:t>
            </a:r>
            <a:r>
              <a:rPr lang="en-US" err="1"/>
              <a:t>stiki</a:t>
            </a:r>
            <a:r>
              <a:rPr lang="sl-SI"/>
              <a:t> in gnezdenje v SQL</a:t>
            </a:r>
          </a:p>
        </p:txBody>
      </p:sp>
      <p:sp>
        <p:nvSpPr>
          <p:cNvPr id="5" name="Text Placeholder 4"/>
          <p:cNvSpPr>
            <a:spLocks noGrp="1"/>
          </p:cNvSpPr>
          <p:nvPr>
            <p:ph type="body" sz="half" idx="3"/>
          </p:nvPr>
        </p:nvSpPr>
        <p:spPr>
          <a:xfrm>
            <a:off x="762000" y="2362200"/>
            <a:ext cx="8001000" cy="4191000"/>
          </a:xfrm>
        </p:spPr>
        <p:txBody>
          <a:bodyPr/>
          <a:lstStyle/>
          <a:p>
            <a:pPr marL="0" indent="0">
              <a:buNone/>
            </a:pPr>
            <a:r>
              <a:rPr lang="sl-SI" sz="2000"/>
              <a:t>Z uporabo gnezdenja in </a:t>
            </a:r>
            <a:r>
              <a:rPr lang="sl-SI" sz="2000" err="1"/>
              <a:t>množiških</a:t>
            </a:r>
            <a:r>
              <a:rPr lang="sl-SI" sz="2000"/>
              <a:t> operatorjev napišite poizvedbe, ki rešijo spodnje naloge:</a:t>
            </a:r>
          </a:p>
          <a:p>
            <a:pPr marL="457200" indent="-457200">
              <a:buAutoNum type="arabicPeriod"/>
            </a:pPr>
            <a:r>
              <a:rPr lang="sl-SI" sz="2000"/>
              <a:t>Poiščite zaposlene, ki nikoli niso delali kot vodje odelkov.</a:t>
            </a:r>
          </a:p>
          <a:p>
            <a:pPr marL="457200" indent="-457200">
              <a:buAutoNum type="arabicPeriod"/>
            </a:pPr>
            <a:r>
              <a:rPr lang="sl-SI" sz="2000"/>
              <a:t>Poiščite šifre zaposlenih, ki so dobili izplačilo za manj kot tri dni in tudi za več kot 364 dni.</a:t>
            </a:r>
          </a:p>
          <a:p>
            <a:pPr marL="457200" indent="-457200">
              <a:buAutoNum type="arabicPeriod"/>
            </a:pPr>
            <a:r>
              <a:rPr lang="sl-SI" sz="2000"/>
              <a:t>Poiščite zaposlene, ki so napredovali iz naziva „Assistant Engineer“ na „Engineer“.</a:t>
            </a:r>
          </a:p>
          <a:p>
            <a:pPr marL="457200" indent="-457200">
              <a:buAutoNum type="arabicPeriod"/>
            </a:pPr>
            <a:r>
              <a:rPr lang="sl-SI" sz="2000"/>
              <a:t>Poiščite zaposlene, ki so se zaposlili, ko so bili stari 20 ali manj, in tiste zaposlene, ki na enem odelku delajo vsaj 15 let.</a:t>
            </a:r>
          </a:p>
          <a:p>
            <a:pPr marL="457200" indent="-457200">
              <a:buAutoNum type="arabicPeriod"/>
            </a:pPr>
            <a:endParaRPr lang="sl-SI" sz="2000"/>
          </a:p>
          <a:p>
            <a:endParaRPr lang="sl-SI"/>
          </a:p>
          <a:p>
            <a:endParaRPr lang="sl-SI"/>
          </a:p>
        </p:txBody>
      </p:sp>
      <p:sp>
        <p:nvSpPr>
          <p:cNvPr id="6" name="Text Box 5"/>
          <p:cNvSpPr txBox="1">
            <a:spLocks noChangeArrowheads="1"/>
          </p:cNvSpPr>
          <p:nvPr/>
        </p:nvSpPr>
        <p:spPr bwMode="auto">
          <a:xfrm>
            <a:off x="2231136" y="-8930"/>
            <a:ext cx="7165991" cy="1384995"/>
          </a:xfrm>
          <a:prstGeom prst="rect">
            <a:avLst/>
          </a:prstGeom>
          <a:noFill/>
          <a:ln w="9525">
            <a:noFill/>
            <a:miter lim="800000"/>
            <a:headEnd/>
            <a:tailEnd/>
          </a:ln>
          <a:effectLst/>
        </p:spPr>
        <p:txBody>
          <a:bodyPr wrap="square">
            <a:spAutoFit/>
          </a:bodyPr>
          <a:lstStyle/>
          <a:p>
            <a:pPr algn="l"/>
            <a:r>
              <a:rPr lang="en-US" sz="1400" dirty="0"/>
              <a:t>Employees(</a:t>
            </a:r>
            <a:r>
              <a:rPr lang="en-US" sz="1400" u="sng" dirty="0" err="1"/>
              <a:t>emp_no</a:t>
            </a:r>
            <a:r>
              <a:rPr lang="en-US" sz="1400" dirty="0"/>
              <a:t>, </a:t>
            </a:r>
            <a:r>
              <a:rPr lang="en-US" sz="1400" dirty="0" err="1"/>
              <a:t>birth_date</a:t>
            </a:r>
            <a:r>
              <a:rPr lang="en-US" sz="1400" dirty="0"/>
              <a:t>, </a:t>
            </a:r>
            <a:r>
              <a:rPr lang="en-US" sz="1400" dirty="0" err="1"/>
              <a:t>first_name</a:t>
            </a:r>
            <a:r>
              <a:rPr lang="en-US" sz="1400" dirty="0"/>
              <a:t>, </a:t>
            </a:r>
            <a:r>
              <a:rPr lang="en-US" sz="1400" dirty="0" err="1"/>
              <a:t>last_name</a:t>
            </a:r>
            <a:r>
              <a:rPr lang="en-US" sz="1400" dirty="0"/>
              <a:t>, gender, </a:t>
            </a:r>
            <a:r>
              <a:rPr lang="en-US" sz="1400" dirty="0" err="1"/>
              <a:t>hire_date</a:t>
            </a:r>
            <a:r>
              <a:rPr lang="en-US" sz="1400" dirty="0"/>
              <a:t>) </a:t>
            </a:r>
            <a:br>
              <a:rPr lang="en-US" sz="1400" dirty="0"/>
            </a:br>
            <a:r>
              <a:rPr lang="en-US" sz="1400" dirty="0"/>
              <a:t>Departments(</a:t>
            </a:r>
            <a:r>
              <a:rPr lang="en-US" sz="1400" u="sng" dirty="0" err="1"/>
              <a:t>dept_no</a:t>
            </a:r>
            <a:r>
              <a:rPr lang="en-US" sz="1400" dirty="0"/>
              <a:t>, </a:t>
            </a:r>
            <a:r>
              <a:rPr lang="en-US" sz="1400" dirty="0" err="1"/>
              <a:t>dept_name</a:t>
            </a:r>
            <a:r>
              <a:rPr lang="en-US" sz="1400" dirty="0"/>
              <a:t>)</a:t>
            </a:r>
            <a:br>
              <a:rPr lang="en-US" sz="1400" dirty="0"/>
            </a:br>
            <a:r>
              <a:rPr lang="en-US" sz="1400" dirty="0"/>
              <a:t>Salaries(</a:t>
            </a:r>
            <a:r>
              <a:rPr lang="en-US" sz="1400" u="sng" dirty="0" err="1"/>
              <a:t>emp_no</a:t>
            </a:r>
            <a:r>
              <a:rPr lang="en-US" sz="1400" dirty="0"/>
              <a:t>, salary, </a:t>
            </a:r>
            <a:r>
              <a:rPr lang="en-US" sz="1400" u="sng" dirty="0" err="1"/>
              <a:t>from_date</a:t>
            </a:r>
            <a:r>
              <a:rPr lang="en-US" sz="1400" dirty="0"/>
              <a:t>, </a:t>
            </a:r>
            <a:r>
              <a:rPr lang="en-US" sz="1400" dirty="0" err="1"/>
              <a:t>to_date</a:t>
            </a:r>
            <a:r>
              <a:rPr lang="en-US" sz="1400" dirty="0"/>
              <a:t>)</a:t>
            </a:r>
            <a:br>
              <a:rPr lang="en-US" sz="1400" dirty="0"/>
            </a:br>
            <a:r>
              <a:rPr lang="en-US" sz="1400" dirty="0"/>
              <a:t>Titles(</a:t>
            </a:r>
            <a:r>
              <a:rPr lang="en-US" sz="1400" u="sng" dirty="0" err="1"/>
              <a:t>emp_no</a:t>
            </a:r>
            <a:r>
              <a:rPr lang="en-US" sz="1400" u="sng" dirty="0"/>
              <a:t>, title, </a:t>
            </a:r>
            <a:r>
              <a:rPr lang="en-US" sz="1400" u="sng" dirty="0" err="1"/>
              <a:t>from_date</a:t>
            </a:r>
            <a:r>
              <a:rPr lang="en-US" sz="1400" dirty="0"/>
              <a:t>, </a:t>
            </a:r>
            <a:r>
              <a:rPr lang="en-US" sz="1400" dirty="0" err="1"/>
              <a:t>to_date</a:t>
            </a:r>
            <a:r>
              <a:rPr lang="en-US" sz="1400" dirty="0"/>
              <a:t>)</a:t>
            </a:r>
            <a:br>
              <a:rPr lang="en-US" sz="1400" dirty="0"/>
            </a:br>
            <a:r>
              <a:rPr lang="en-US" sz="1400" dirty="0" err="1"/>
              <a:t>Dept_emp</a:t>
            </a:r>
            <a:r>
              <a:rPr lang="en-US" sz="1400" dirty="0"/>
              <a:t>(</a:t>
            </a:r>
            <a:r>
              <a:rPr lang="en-US" sz="1400" u="sng" dirty="0" err="1"/>
              <a:t>emp_no</a:t>
            </a:r>
            <a:r>
              <a:rPr lang="en-US" sz="1400" u="sng" dirty="0"/>
              <a:t>, </a:t>
            </a:r>
            <a:r>
              <a:rPr lang="en-US" sz="1400" u="sng" dirty="0" err="1"/>
              <a:t>dept_no</a:t>
            </a:r>
            <a:r>
              <a:rPr lang="en-US" sz="1400" dirty="0"/>
              <a:t>, </a:t>
            </a:r>
            <a:r>
              <a:rPr lang="en-US" sz="1400" dirty="0" err="1"/>
              <a:t>from_date</a:t>
            </a:r>
            <a:r>
              <a:rPr lang="en-US" sz="1400" dirty="0"/>
              <a:t>, </a:t>
            </a:r>
            <a:r>
              <a:rPr lang="en-US" sz="1400" dirty="0" err="1"/>
              <a:t>to_date</a:t>
            </a:r>
            <a:r>
              <a:rPr lang="en-US" sz="1400" dirty="0"/>
              <a:t>)</a:t>
            </a:r>
            <a:br>
              <a:rPr lang="en-US" sz="1400" dirty="0"/>
            </a:br>
            <a:r>
              <a:rPr lang="en-US" sz="1400" dirty="0" err="1"/>
              <a:t>Dept_manager</a:t>
            </a:r>
            <a:r>
              <a:rPr lang="en-US" sz="1400" dirty="0"/>
              <a:t>(</a:t>
            </a:r>
            <a:r>
              <a:rPr lang="en-US" sz="1400" u="sng" dirty="0" err="1"/>
              <a:t>emp_no</a:t>
            </a:r>
            <a:r>
              <a:rPr lang="en-US" sz="1400" u="sng" dirty="0"/>
              <a:t>, </a:t>
            </a:r>
            <a:r>
              <a:rPr lang="en-US" sz="1400" u="sng" dirty="0" err="1"/>
              <a:t>dept_no</a:t>
            </a:r>
            <a:r>
              <a:rPr lang="en-US" sz="1400" dirty="0"/>
              <a:t>, </a:t>
            </a:r>
            <a:r>
              <a:rPr lang="en-US" sz="1400" dirty="0" err="1"/>
              <a:t>from_date</a:t>
            </a:r>
            <a:r>
              <a:rPr lang="en-US" sz="1400" dirty="0"/>
              <a:t>, </a:t>
            </a:r>
            <a:r>
              <a:rPr lang="en-US" sz="1400" dirty="0" err="1"/>
              <a:t>to_date</a:t>
            </a:r>
            <a:r>
              <a:rPr lang="en-US" sz="1400" dirty="0"/>
              <a:t>)</a:t>
            </a:r>
          </a:p>
        </p:txBody>
      </p:sp>
    </p:spTree>
    <p:extLst>
      <p:ext uri="{BB962C8B-B14F-4D97-AF65-F5344CB8AC3E}">
        <p14:creationId xmlns:p14="http://schemas.microsoft.com/office/powerpoint/2010/main" val="382340312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sz="3200"/>
              <a:t>Rešitve: množice in gnezdenje v SQL</a:t>
            </a:r>
          </a:p>
        </p:txBody>
      </p:sp>
      <p:sp>
        <p:nvSpPr>
          <p:cNvPr id="5" name="Text Placeholder 4"/>
          <p:cNvSpPr>
            <a:spLocks noGrp="1"/>
          </p:cNvSpPr>
          <p:nvPr>
            <p:ph type="body" sz="half" idx="3"/>
          </p:nvPr>
        </p:nvSpPr>
        <p:spPr>
          <a:xfrm>
            <a:off x="685800" y="2362200"/>
            <a:ext cx="8458200" cy="4495800"/>
          </a:xfrm>
        </p:spPr>
        <p:txBody>
          <a:bodyPr numCol="2"/>
          <a:lstStyle/>
          <a:p>
            <a:pPr marL="457200" indent="-457200">
              <a:buFont typeface="+mj-lt"/>
              <a:buAutoNum type="arabicPeriod"/>
            </a:pPr>
            <a:r>
              <a:rPr lang="sl-SI" sz="1000" b="1"/>
              <a:t>Ugotovite, ali imata kakšna dva čolna enako ime.</a:t>
            </a:r>
            <a:br>
              <a:rPr lang="sl-SI" sz="1000" b="1"/>
            </a:br>
            <a:r>
              <a:rPr lang="en-US" sz="1000">
                <a:latin typeface="Courier New" pitchFamily="49" charset="0"/>
                <a:cs typeface="Courier New" pitchFamily="49" charset="0"/>
              </a:rPr>
              <a:t>select distinct c1.ime </a:t>
            </a:r>
            <a:br>
              <a:rPr lang="sl-SI" sz="1000">
                <a:latin typeface="Courier New" pitchFamily="49" charset="0"/>
                <a:cs typeface="Courier New" pitchFamily="49" charset="0"/>
              </a:rPr>
            </a:br>
            <a:r>
              <a:rPr lang="en-US" sz="1000">
                <a:latin typeface="Courier New" pitchFamily="49" charset="0"/>
                <a:cs typeface="Courier New" pitchFamily="49" charset="0"/>
              </a:rPr>
              <a:t>from </a:t>
            </a:r>
            <a:r>
              <a:rPr lang="en-US" sz="1000" err="1">
                <a:latin typeface="Courier New" pitchFamily="49" charset="0"/>
                <a:cs typeface="Courier New" pitchFamily="49" charset="0"/>
              </a:rPr>
              <a:t>coln</a:t>
            </a:r>
            <a:r>
              <a:rPr lang="en-US" sz="1000">
                <a:latin typeface="Courier New" pitchFamily="49" charset="0"/>
                <a:cs typeface="Courier New" pitchFamily="49" charset="0"/>
              </a:rPr>
              <a:t> c1</a:t>
            </a:r>
            <a:br>
              <a:rPr lang="sl-SI" sz="1000">
                <a:latin typeface="Courier New" pitchFamily="49" charset="0"/>
                <a:cs typeface="Courier New" pitchFamily="49" charset="0"/>
              </a:rPr>
            </a:br>
            <a:r>
              <a:rPr lang="en-US" sz="1000">
                <a:latin typeface="Courier New" pitchFamily="49" charset="0"/>
                <a:cs typeface="Courier New" pitchFamily="49" charset="0"/>
              </a:rPr>
              <a:t>where </a:t>
            </a:r>
            <a:r>
              <a:rPr lang="en-US" sz="1000" err="1">
                <a:latin typeface="Courier New" pitchFamily="49" charset="0"/>
                <a:cs typeface="Courier New" pitchFamily="49" charset="0"/>
              </a:rPr>
              <a:t>ime</a:t>
            </a:r>
            <a:r>
              <a:rPr lang="en-US" sz="1000">
                <a:latin typeface="Courier New" pitchFamily="49" charset="0"/>
                <a:cs typeface="Courier New" pitchFamily="49" charset="0"/>
              </a:rPr>
              <a:t> in (</a:t>
            </a:r>
            <a:br>
              <a:rPr lang="sl-SI" sz="1000">
                <a:latin typeface="Courier New" pitchFamily="49" charset="0"/>
                <a:cs typeface="Courier New" pitchFamily="49" charset="0"/>
              </a:rPr>
            </a:br>
            <a:r>
              <a:rPr lang="en-US" sz="1000">
                <a:latin typeface="Courier New" pitchFamily="49" charset="0"/>
                <a:cs typeface="Courier New" pitchFamily="49" charset="0"/>
              </a:rPr>
              <a:t>select </a:t>
            </a:r>
            <a:r>
              <a:rPr lang="en-US" sz="1000" err="1">
                <a:latin typeface="Courier New" pitchFamily="49" charset="0"/>
                <a:cs typeface="Courier New" pitchFamily="49" charset="0"/>
              </a:rPr>
              <a:t>ime</a:t>
            </a:r>
            <a:r>
              <a:rPr lang="en-US" sz="1000">
                <a:latin typeface="Courier New" pitchFamily="49" charset="0"/>
                <a:cs typeface="Courier New" pitchFamily="49" charset="0"/>
              </a:rPr>
              <a:t> </a:t>
            </a:r>
            <a:br>
              <a:rPr lang="sl-SI" sz="1000">
                <a:latin typeface="Courier New" pitchFamily="49" charset="0"/>
                <a:cs typeface="Courier New" pitchFamily="49" charset="0"/>
              </a:rPr>
            </a:br>
            <a:r>
              <a:rPr lang="en-US" sz="1000">
                <a:latin typeface="Courier New" pitchFamily="49" charset="0"/>
                <a:cs typeface="Courier New" pitchFamily="49" charset="0"/>
              </a:rPr>
              <a:t>from </a:t>
            </a:r>
            <a:r>
              <a:rPr lang="en-US" sz="1000" err="1">
                <a:latin typeface="Courier New" pitchFamily="49" charset="0"/>
                <a:cs typeface="Courier New" pitchFamily="49" charset="0"/>
              </a:rPr>
              <a:t>coln</a:t>
            </a:r>
            <a:r>
              <a:rPr lang="en-US" sz="1000">
                <a:latin typeface="Courier New" pitchFamily="49" charset="0"/>
                <a:cs typeface="Courier New" pitchFamily="49" charset="0"/>
              </a:rPr>
              <a:t> c2</a:t>
            </a:r>
            <a:br>
              <a:rPr lang="sl-SI" sz="1000">
                <a:latin typeface="Courier New" pitchFamily="49" charset="0"/>
                <a:cs typeface="Courier New" pitchFamily="49" charset="0"/>
              </a:rPr>
            </a:br>
            <a:r>
              <a:rPr lang="en-US" sz="1000">
                <a:latin typeface="Courier New" pitchFamily="49" charset="0"/>
                <a:cs typeface="Courier New" pitchFamily="49" charset="0"/>
              </a:rPr>
              <a:t>where c1.cid != c2.cid);</a:t>
            </a:r>
            <a:endParaRPr lang="sl-SI" sz="1000">
              <a:latin typeface="Courier New" pitchFamily="49" charset="0"/>
              <a:cs typeface="Courier New" pitchFamily="49" charset="0"/>
            </a:endParaRPr>
          </a:p>
          <a:p>
            <a:pPr marL="457200" indent="-457200">
              <a:buFont typeface="+mj-lt"/>
              <a:buAutoNum type="arabicPeriod"/>
            </a:pPr>
            <a:r>
              <a:rPr lang="sl-SI" sz="1000" b="1"/>
              <a:t>Izpišite imena čolnov daljših od 35 čevljev, ki so jih rezervirali jadralci mlajši od 40 let.</a:t>
            </a:r>
            <a:br>
              <a:rPr lang="sl-SI" sz="1000" b="1"/>
            </a:br>
            <a:r>
              <a:rPr lang="sl-SI" sz="1000">
                <a:latin typeface="Courier New" pitchFamily="49" charset="0"/>
                <a:cs typeface="Courier New" pitchFamily="49" charset="0"/>
              </a:rPr>
              <a:t>SELECT </a:t>
            </a:r>
            <a:r>
              <a:rPr lang="sl-SI" sz="1000" err="1">
                <a:latin typeface="Courier New" pitchFamily="49" charset="0"/>
                <a:cs typeface="Courier New" pitchFamily="49" charset="0"/>
              </a:rPr>
              <a:t>c.ime</a:t>
            </a:r>
            <a:br>
              <a:rPr lang="sl-SI" sz="1000">
                <a:latin typeface="Courier New" pitchFamily="49" charset="0"/>
                <a:cs typeface="Courier New" pitchFamily="49" charset="0"/>
              </a:rPr>
            </a:br>
            <a:r>
              <a:rPr lang="sl-SI" sz="1000">
                <a:latin typeface="Courier New" pitchFamily="49" charset="0"/>
                <a:cs typeface="Courier New" pitchFamily="49" charset="0"/>
              </a:rPr>
              <a:t>FROM </a:t>
            </a:r>
            <a:r>
              <a:rPr lang="sl-SI" sz="1000" err="1">
                <a:latin typeface="Courier New" pitchFamily="49" charset="0"/>
                <a:cs typeface="Courier New" pitchFamily="49" charset="0"/>
              </a:rPr>
              <a:t>coln</a:t>
            </a:r>
            <a:r>
              <a:rPr lang="sl-SI" sz="1000">
                <a:latin typeface="Courier New" pitchFamily="49" charset="0"/>
                <a:cs typeface="Courier New" pitchFamily="49" charset="0"/>
              </a:rPr>
              <a:t> c JOIN rezervacija r USING(</a:t>
            </a:r>
            <a:r>
              <a:rPr lang="sl-SI" sz="1000" err="1">
                <a:latin typeface="Courier New" pitchFamily="49" charset="0"/>
                <a:cs typeface="Courier New" pitchFamily="49" charset="0"/>
              </a:rPr>
              <a:t>cid</a:t>
            </a:r>
            <a:r>
              <a:rPr lang="sl-SI" sz="1000">
                <a:latin typeface="Courier New" pitchFamily="49" charset="0"/>
                <a:cs typeface="Courier New" pitchFamily="49" charset="0"/>
              </a:rPr>
              <a:t>)</a:t>
            </a:r>
            <a:br>
              <a:rPr lang="sl-SI" sz="1000">
                <a:latin typeface="Courier New" pitchFamily="49" charset="0"/>
                <a:cs typeface="Courier New" pitchFamily="49" charset="0"/>
              </a:rPr>
            </a:br>
            <a:r>
              <a:rPr lang="sl-SI" sz="1000">
                <a:latin typeface="Courier New" pitchFamily="49" charset="0"/>
                <a:cs typeface="Courier New" pitchFamily="49" charset="0"/>
              </a:rPr>
              <a:t>WHERE </a:t>
            </a:r>
            <a:r>
              <a:rPr lang="sl-SI" sz="1000" err="1">
                <a:latin typeface="Courier New" pitchFamily="49" charset="0"/>
                <a:cs typeface="Courier New" pitchFamily="49" charset="0"/>
              </a:rPr>
              <a:t>c.dolzina</a:t>
            </a:r>
            <a:r>
              <a:rPr lang="sl-SI" sz="1000">
                <a:latin typeface="Courier New" pitchFamily="49" charset="0"/>
                <a:cs typeface="Courier New" pitchFamily="49" charset="0"/>
              </a:rPr>
              <a:t>&gt;35 </a:t>
            </a:r>
            <a:r>
              <a:rPr lang="sl-SI" sz="1000" err="1">
                <a:latin typeface="Courier New" pitchFamily="49" charset="0"/>
                <a:cs typeface="Courier New" pitchFamily="49" charset="0"/>
              </a:rPr>
              <a:t>and</a:t>
            </a:r>
            <a:r>
              <a:rPr lang="sl-SI" sz="1000">
                <a:latin typeface="Courier New" pitchFamily="49" charset="0"/>
                <a:cs typeface="Courier New" pitchFamily="49" charset="0"/>
              </a:rPr>
              <a:t> </a:t>
            </a:r>
            <a:r>
              <a:rPr lang="sl-SI" sz="1000" err="1">
                <a:latin typeface="Courier New" pitchFamily="49" charset="0"/>
                <a:cs typeface="Courier New" pitchFamily="49" charset="0"/>
              </a:rPr>
              <a:t>r.jid</a:t>
            </a:r>
            <a:r>
              <a:rPr lang="sl-SI" sz="1000">
                <a:latin typeface="Courier New" pitchFamily="49" charset="0"/>
                <a:cs typeface="Courier New" pitchFamily="49" charset="0"/>
              </a:rPr>
              <a:t> IN (</a:t>
            </a:r>
            <a:br>
              <a:rPr lang="sl-SI" sz="1000">
                <a:latin typeface="Courier New" pitchFamily="49" charset="0"/>
                <a:cs typeface="Courier New" pitchFamily="49" charset="0"/>
              </a:rPr>
            </a:br>
            <a:r>
              <a:rPr lang="sl-SI" sz="1000">
                <a:latin typeface="Courier New" pitchFamily="49" charset="0"/>
                <a:cs typeface="Courier New" pitchFamily="49" charset="0"/>
              </a:rPr>
              <a:t>   SELECT </a:t>
            </a:r>
            <a:r>
              <a:rPr lang="sl-SI" sz="1000" err="1">
                <a:latin typeface="Courier New" pitchFamily="49" charset="0"/>
                <a:cs typeface="Courier New" pitchFamily="49" charset="0"/>
              </a:rPr>
              <a:t>j.jid</a:t>
            </a:r>
            <a:br>
              <a:rPr lang="sl-SI" sz="1000">
                <a:latin typeface="Courier New" pitchFamily="49" charset="0"/>
                <a:cs typeface="Courier New" pitchFamily="49" charset="0"/>
              </a:rPr>
            </a:br>
            <a:r>
              <a:rPr lang="sl-SI" sz="1000">
                <a:latin typeface="Courier New" pitchFamily="49" charset="0"/>
                <a:cs typeface="Courier New" pitchFamily="49" charset="0"/>
              </a:rPr>
              <a:t>   FROM rezervacija r </a:t>
            </a:r>
            <a:r>
              <a:rPr lang="sl-SI" sz="1000" err="1">
                <a:latin typeface="Courier New" pitchFamily="49" charset="0"/>
                <a:cs typeface="Courier New" pitchFamily="49" charset="0"/>
              </a:rPr>
              <a:t>join</a:t>
            </a:r>
            <a:r>
              <a:rPr lang="sl-SI" sz="1000">
                <a:latin typeface="Courier New" pitchFamily="49" charset="0"/>
                <a:cs typeface="Courier New" pitchFamily="49" charset="0"/>
              </a:rPr>
              <a:t> jadralec j USING(</a:t>
            </a:r>
            <a:r>
              <a:rPr lang="sl-SI" sz="1000" err="1">
                <a:latin typeface="Courier New" pitchFamily="49" charset="0"/>
                <a:cs typeface="Courier New" pitchFamily="49" charset="0"/>
              </a:rPr>
              <a:t>jid</a:t>
            </a:r>
            <a:r>
              <a:rPr lang="sl-SI" sz="1000">
                <a:latin typeface="Courier New" pitchFamily="49" charset="0"/>
                <a:cs typeface="Courier New" pitchFamily="49" charset="0"/>
              </a:rPr>
              <a:t>)</a:t>
            </a:r>
            <a:br>
              <a:rPr lang="sl-SI" sz="1000">
                <a:latin typeface="Courier New" pitchFamily="49" charset="0"/>
                <a:cs typeface="Courier New" pitchFamily="49" charset="0"/>
              </a:rPr>
            </a:br>
            <a:r>
              <a:rPr lang="sl-SI" sz="1000">
                <a:latin typeface="Courier New" pitchFamily="49" charset="0"/>
                <a:cs typeface="Courier New" pitchFamily="49" charset="0"/>
              </a:rPr>
              <a:t>   WHERE </a:t>
            </a:r>
            <a:r>
              <a:rPr lang="sl-SI" sz="1000" err="1">
                <a:latin typeface="Courier New" pitchFamily="49" charset="0"/>
                <a:cs typeface="Courier New" pitchFamily="49" charset="0"/>
              </a:rPr>
              <a:t>j.starost</a:t>
            </a:r>
            <a:r>
              <a:rPr lang="sl-SI" sz="1000">
                <a:latin typeface="Courier New" pitchFamily="49" charset="0"/>
                <a:cs typeface="Courier New" pitchFamily="49" charset="0"/>
              </a:rPr>
              <a:t>&lt;40); </a:t>
            </a:r>
          </a:p>
          <a:p>
            <a:pPr marL="457200" indent="-457200">
              <a:buFont typeface="+mj-lt"/>
              <a:buAutoNum type="arabicPeriod"/>
            </a:pPr>
            <a:r>
              <a:rPr lang="sl-SI" sz="1000" b="1"/>
              <a:t>Za vse jadralce izpišite podatke o njihovih rezervacijah. Za tiste, ki še niso nič rezervirali, naj bodo polja o rezervacijah prazna. Rešite z uporab</a:t>
            </a:r>
            <a:r>
              <a:rPr lang="en-US" sz="1000" b="1"/>
              <a:t>o</a:t>
            </a:r>
            <a:r>
              <a:rPr lang="sl-SI" sz="1000" b="1"/>
              <a:t> zunanjega stika in izpis uredite po </a:t>
            </a:r>
            <a:r>
              <a:rPr lang="sl-SI" sz="1000" b="1" err="1"/>
              <a:t>jid</a:t>
            </a:r>
            <a:r>
              <a:rPr lang="sl-SI" sz="1000" b="1"/>
              <a:t> !</a:t>
            </a:r>
            <a:br>
              <a:rPr lang="sl-SI" sz="1000" b="1"/>
            </a:br>
            <a:r>
              <a:rPr lang="en-US" sz="1000">
                <a:latin typeface="Courier New" pitchFamily="49" charset="0"/>
                <a:cs typeface="Courier New" pitchFamily="49" charset="0"/>
              </a:rPr>
              <a:t>select *</a:t>
            </a:r>
            <a:br>
              <a:rPr lang="sl-SI" sz="1000">
                <a:latin typeface="Courier New" pitchFamily="49" charset="0"/>
                <a:cs typeface="Courier New" pitchFamily="49" charset="0"/>
              </a:rPr>
            </a:br>
            <a:r>
              <a:rPr lang="en-US" sz="1000">
                <a:latin typeface="Courier New" pitchFamily="49" charset="0"/>
                <a:cs typeface="Courier New" pitchFamily="49" charset="0"/>
              </a:rPr>
              <a:t>from </a:t>
            </a:r>
            <a:r>
              <a:rPr lang="en-US" sz="1000" err="1">
                <a:latin typeface="Courier New" pitchFamily="49" charset="0"/>
                <a:cs typeface="Courier New" pitchFamily="49" charset="0"/>
              </a:rPr>
              <a:t>jadralec</a:t>
            </a:r>
            <a:r>
              <a:rPr lang="en-US" sz="1000">
                <a:latin typeface="Courier New" pitchFamily="49" charset="0"/>
                <a:cs typeface="Courier New" pitchFamily="49" charset="0"/>
              </a:rPr>
              <a:t> left join </a:t>
            </a:r>
            <a:r>
              <a:rPr lang="en-US" sz="1000" err="1">
                <a:latin typeface="Courier New" pitchFamily="49" charset="0"/>
                <a:cs typeface="Courier New" pitchFamily="49" charset="0"/>
              </a:rPr>
              <a:t>rezervacija</a:t>
            </a:r>
            <a:r>
              <a:rPr lang="en-US" sz="1000">
                <a:latin typeface="Courier New" pitchFamily="49" charset="0"/>
                <a:cs typeface="Courier New" pitchFamily="49" charset="0"/>
              </a:rPr>
              <a:t> using(</a:t>
            </a:r>
            <a:r>
              <a:rPr lang="en-US" sz="1000" err="1">
                <a:latin typeface="Courier New" pitchFamily="49" charset="0"/>
                <a:cs typeface="Courier New" pitchFamily="49" charset="0"/>
              </a:rPr>
              <a:t>jid</a:t>
            </a:r>
            <a:r>
              <a:rPr lang="en-US" sz="1000">
                <a:latin typeface="Courier New" pitchFamily="49" charset="0"/>
                <a:cs typeface="Courier New" pitchFamily="49" charset="0"/>
              </a:rPr>
              <a:t>)</a:t>
            </a:r>
            <a:br>
              <a:rPr lang="en-US" sz="1000">
                <a:latin typeface="Courier New" pitchFamily="49" charset="0"/>
                <a:cs typeface="Courier New" pitchFamily="49" charset="0"/>
              </a:rPr>
            </a:br>
            <a:r>
              <a:rPr lang="en-US" sz="1000">
                <a:latin typeface="Courier New" pitchFamily="49" charset="0"/>
                <a:cs typeface="Courier New" pitchFamily="49" charset="0"/>
              </a:rPr>
              <a:t>order by </a:t>
            </a:r>
            <a:r>
              <a:rPr lang="en-US" sz="1000" err="1">
                <a:latin typeface="Courier New" pitchFamily="49" charset="0"/>
                <a:cs typeface="Courier New" pitchFamily="49" charset="0"/>
              </a:rPr>
              <a:t>jid</a:t>
            </a:r>
            <a:r>
              <a:rPr lang="en-US" sz="1000">
                <a:latin typeface="Courier New" pitchFamily="49" charset="0"/>
                <a:cs typeface="Courier New" pitchFamily="49" charset="0"/>
              </a:rPr>
              <a:t>;</a:t>
            </a:r>
            <a:endParaRPr lang="en-US" sz="1000" b="1"/>
          </a:p>
          <a:p>
            <a:pPr marL="457200" indent="-457200">
              <a:buFont typeface="+mj-lt"/>
              <a:buAutoNum type="arabicPeriod"/>
            </a:pPr>
            <a:r>
              <a:rPr lang="sl-SI" sz="1000" b="1"/>
              <a:t>Za vse jadralce izpišite podatke o njihovih rezervacijah. Za tiste, ki še niso nič rezervirali, naj bodo polja o rezervacijah prazna. Rešite brez uporabe zunanjega stika in izpis uredite po </a:t>
            </a:r>
            <a:r>
              <a:rPr lang="sl-SI" sz="1000" b="1" err="1"/>
              <a:t>jid</a:t>
            </a:r>
            <a:r>
              <a:rPr lang="sl-SI" sz="1000" b="1"/>
              <a:t> ! Namig: tisti ki so </a:t>
            </a:r>
            <a:r>
              <a:rPr lang="sl-SI" sz="1000" b="1" err="1"/>
              <a:t>ze</a:t>
            </a:r>
            <a:r>
              <a:rPr lang="sl-SI" sz="1000" b="1"/>
              <a:t> kaj unija tisti ki se niso </a:t>
            </a:r>
            <a:r>
              <a:rPr lang="sl-SI" sz="1000" b="1" err="1"/>
              <a:t>nic</a:t>
            </a:r>
            <a:r>
              <a:rPr lang="sl-SI" sz="1000" b="1"/>
              <a:t> (torej vsi minus tisti ki so </a:t>
            </a:r>
            <a:r>
              <a:rPr lang="sl-SI" sz="1000" b="1" err="1"/>
              <a:t>ze</a:t>
            </a:r>
            <a:r>
              <a:rPr lang="sl-SI" sz="1000" b="1"/>
              <a:t> kaj).</a:t>
            </a:r>
            <a:br>
              <a:rPr lang="en-US" sz="1000" b="1"/>
            </a:br>
            <a:br>
              <a:rPr lang="en-US" sz="1000" b="1"/>
            </a:br>
            <a:r>
              <a:rPr lang="en-US" sz="1000">
                <a:latin typeface="Courier New" pitchFamily="49" charset="0"/>
                <a:cs typeface="Courier New" pitchFamily="49" charset="0"/>
              </a:rPr>
              <a:t>select * from (</a:t>
            </a:r>
            <a:br>
              <a:rPr lang="en-US" sz="1000">
                <a:latin typeface="Courier New" pitchFamily="49" charset="0"/>
                <a:cs typeface="Courier New" pitchFamily="49" charset="0"/>
              </a:rPr>
            </a:br>
            <a:r>
              <a:rPr lang="en-US" sz="1000">
                <a:latin typeface="Courier New" pitchFamily="49" charset="0"/>
                <a:cs typeface="Courier New" pitchFamily="49" charset="0"/>
              </a:rPr>
              <a:t>	select * from </a:t>
            </a:r>
            <a:r>
              <a:rPr lang="en-US" sz="1000" err="1">
                <a:latin typeface="Courier New" pitchFamily="49" charset="0"/>
                <a:cs typeface="Courier New" pitchFamily="49" charset="0"/>
              </a:rPr>
              <a:t>jadralec</a:t>
            </a:r>
            <a:r>
              <a:rPr lang="en-US" sz="1000">
                <a:latin typeface="Courier New" pitchFamily="49" charset="0"/>
                <a:cs typeface="Courier New" pitchFamily="49" charset="0"/>
              </a:rPr>
              <a:t> join </a:t>
            </a:r>
            <a:r>
              <a:rPr lang="en-US" sz="1000" err="1">
                <a:latin typeface="Courier New" pitchFamily="49" charset="0"/>
                <a:cs typeface="Courier New" pitchFamily="49" charset="0"/>
              </a:rPr>
              <a:t>rezervacija</a:t>
            </a:r>
            <a:r>
              <a:rPr lang="en-US" sz="1000">
                <a:latin typeface="Courier New" pitchFamily="49" charset="0"/>
                <a:cs typeface="Courier New" pitchFamily="49" charset="0"/>
              </a:rPr>
              <a:t> 		using(</a:t>
            </a:r>
            <a:r>
              <a:rPr lang="en-US" sz="1000" err="1">
                <a:latin typeface="Courier New" pitchFamily="49" charset="0"/>
                <a:cs typeface="Courier New" pitchFamily="49" charset="0"/>
              </a:rPr>
              <a:t>jid</a:t>
            </a:r>
            <a:r>
              <a:rPr lang="en-US" sz="1000">
                <a:latin typeface="Courier New" pitchFamily="49" charset="0"/>
                <a:cs typeface="Courier New" pitchFamily="49" charset="0"/>
              </a:rPr>
              <a:t>)</a:t>
            </a:r>
            <a:br>
              <a:rPr lang="en-US" sz="1000">
                <a:latin typeface="Courier New" pitchFamily="49" charset="0"/>
                <a:cs typeface="Courier New" pitchFamily="49" charset="0"/>
              </a:rPr>
            </a:br>
            <a:r>
              <a:rPr lang="en-US" sz="1000">
                <a:latin typeface="Courier New" pitchFamily="49" charset="0"/>
                <a:cs typeface="Courier New" pitchFamily="49" charset="0"/>
              </a:rPr>
              <a:t>	UNION</a:t>
            </a:r>
            <a:br>
              <a:rPr lang="en-US" sz="1000">
                <a:latin typeface="Courier New" pitchFamily="49" charset="0"/>
                <a:cs typeface="Courier New" pitchFamily="49" charset="0"/>
              </a:rPr>
            </a:br>
            <a:r>
              <a:rPr lang="en-US" sz="1000">
                <a:latin typeface="Courier New" pitchFamily="49" charset="0"/>
                <a:cs typeface="Courier New" pitchFamily="49" charset="0"/>
              </a:rPr>
              <a:t>	SELECT j.*, NULL, NULL</a:t>
            </a:r>
            <a:br>
              <a:rPr lang="en-US" sz="1000">
                <a:latin typeface="Courier New" pitchFamily="49" charset="0"/>
                <a:cs typeface="Courier New" pitchFamily="49" charset="0"/>
              </a:rPr>
            </a:br>
            <a:r>
              <a:rPr lang="en-US" sz="1000">
                <a:latin typeface="Courier New" pitchFamily="49" charset="0"/>
                <a:cs typeface="Courier New" pitchFamily="49" charset="0"/>
              </a:rPr>
              <a:t>	from </a:t>
            </a:r>
            <a:r>
              <a:rPr lang="en-US" sz="1000" err="1">
                <a:latin typeface="Courier New" pitchFamily="49" charset="0"/>
                <a:cs typeface="Courier New" pitchFamily="49" charset="0"/>
              </a:rPr>
              <a:t>jadralec</a:t>
            </a:r>
            <a:r>
              <a:rPr lang="en-US" sz="1000">
                <a:latin typeface="Courier New" pitchFamily="49" charset="0"/>
                <a:cs typeface="Courier New" pitchFamily="49" charset="0"/>
              </a:rPr>
              <a:t> j</a:t>
            </a:r>
            <a:br>
              <a:rPr lang="en-US" sz="1000">
                <a:latin typeface="Courier New" pitchFamily="49" charset="0"/>
                <a:cs typeface="Courier New" pitchFamily="49" charset="0"/>
              </a:rPr>
            </a:br>
            <a:r>
              <a:rPr lang="en-US" sz="1000">
                <a:latin typeface="Courier New" pitchFamily="49" charset="0"/>
                <a:cs typeface="Courier New" pitchFamily="49" charset="0"/>
              </a:rPr>
              <a:t>	WHERE j.jid NOT IN (</a:t>
            </a:r>
            <a:br>
              <a:rPr lang="en-US" sz="1000">
                <a:latin typeface="Courier New" pitchFamily="49" charset="0"/>
                <a:cs typeface="Courier New" pitchFamily="49" charset="0"/>
              </a:rPr>
            </a:br>
            <a:r>
              <a:rPr lang="en-US" sz="1000">
                <a:latin typeface="Courier New" pitchFamily="49" charset="0"/>
                <a:cs typeface="Courier New" pitchFamily="49" charset="0"/>
              </a:rPr>
              <a:t>	select </a:t>
            </a:r>
            <a:r>
              <a:rPr lang="en-US" sz="1000" err="1">
                <a:latin typeface="Courier New" pitchFamily="49" charset="0"/>
                <a:cs typeface="Courier New" pitchFamily="49" charset="0"/>
              </a:rPr>
              <a:t>jid</a:t>
            </a:r>
            <a:r>
              <a:rPr lang="en-US" sz="1000">
                <a:latin typeface="Courier New" pitchFamily="49" charset="0"/>
                <a:cs typeface="Courier New" pitchFamily="49" charset="0"/>
              </a:rPr>
              <a:t> from </a:t>
            </a:r>
            <a:r>
              <a:rPr lang="en-US" sz="1000" err="1">
                <a:latin typeface="Courier New" pitchFamily="49" charset="0"/>
                <a:cs typeface="Courier New" pitchFamily="49" charset="0"/>
              </a:rPr>
              <a:t>jadralec</a:t>
            </a:r>
            <a:r>
              <a:rPr lang="en-US" sz="1000">
                <a:latin typeface="Courier New" pitchFamily="49" charset="0"/>
                <a:cs typeface="Courier New" pitchFamily="49" charset="0"/>
              </a:rPr>
              <a:t> join </a:t>
            </a:r>
            <a:r>
              <a:rPr lang="en-US" sz="1000" err="1">
                <a:latin typeface="Courier New" pitchFamily="49" charset="0"/>
                <a:cs typeface="Courier New" pitchFamily="49" charset="0"/>
              </a:rPr>
              <a:t>rezervacija</a:t>
            </a:r>
            <a:br>
              <a:rPr lang="en-US" sz="1000">
                <a:latin typeface="Courier New" pitchFamily="49" charset="0"/>
                <a:cs typeface="Courier New" pitchFamily="49" charset="0"/>
              </a:rPr>
            </a:br>
            <a:r>
              <a:rPr lang="en-US" sz="1000">
                <a:latin typeface="Courier New" pitchFamily="49" charset="0"/>
                <a:cs typeface="Courier New" pitchFamily="49" charset="0"/>
              </a:rPr>
              <a:t>		using(</a:t>
            </a:r>
            <a:r>
              <a:rPr lang="en-US" sz="1000" err="1">
                <a:latin typeface="Courier New" pitchFamily="49" charset="0"/>
                <a:cs typeface="Courier New" pitchFamily="49" charset="0"/>
              </a:rPr>
              <a:t>jid</a:t>
            </a:r>
            <a:r>
              <a:rPr lang="en-US" sz="1000">
                <a:latin typeface="Courier New" pitchFamily="49" charset="0"/>
                <a:cs typeface="Courier New" pitchFamily="49" charset="0"/>
              </a:rPr>
              <a:t>) </a:t>
            </a:r>
            <a:br>
              <a:rPr lang="en-US" sz="1000">
                <a:latin typeface="Courier New" pitchFamily="49" charset="0"/>
                <a:cs typeface="Courier New" pitchFamily="49" charset="0"/>
              </a:rPr>
            </a:br>
            <a:r>
              <a:rPr lang="en-US" sz="1000">
                <a:latin typeface="Courier New" pitchFamily="49" charset="0"/>
                <a:cs typeface="Courier New" pitchFamily="49" charset="0"/>
              </a:rPr>
              <a:t>	)) </a:t>
            </a:r>
            <a:r>
              <a:rPr lang="en-US" sz="1000" err="1">
                <a:latin typeface="Courier New" pitchFamily="49" charset="0"/>
                <a:cs typeface="Courier New" pitchFamily="49" charset="0"/>
              </a:rPr>
              <a:t>unija</a:t>
            </a:r>
            <a:r>
              <a:rPr lang="en-US" sz="1000">
                <a:latin typeface="Courier New" pitchFamily="49" charset="0"/>
                <a:cs typeface="Courier New" pitchFamily="49" charset="0"/>
              </a:rPr>
              <a:t> order by unija.jid;</a:t>
            </a:r>
          </a:p>
          <a:p>
            <a:pPr marL="457200" indent="-457200">
              <a:buFont typeface="+mj-lt"/>
              <a:buAutoNum type="arabicPeriod"/>
            </a:pPr>
            <a:r>
              <a:rPr lang="sl-SI" sz="1000" b="1"/>
              <a:t>Preverite, ali pri prejšnji nalogi dobite enak rezultat, kot pri uporabi zunanjega stika</a:t>
            </a:r>
            <a:r>
              <a:rPr lang="en-US" sz="1000" b="1"/>
              <a:t>. </a:t>
            </a:r>
            <a:r>
              <a:rPr lang="sl-SI" sz="1000" b="1"/>
              <a:t>Namig:</a:t>
            </a:r>
            <a:br>
              <a:rPr lang="en-US" sz="1000" b="1"/>
            </a:br>
            <a:r>
              <a:rPr lang="en-US" sz="1000" b="1"/>
              <a:t> (Resitev3 – Resitev4) U (Resitev4-Resitev3)</a:t>
            </a:r>
            <a:br>
              <a:rPr lang="en-US" sz="1000" b="1"/>
            </a:br>
            <a:r>
              <a:rPr lang="en-US" sz="1000" b="1">
                <a:latin typeface="Courier New" pitchFamily="49" charset="0"/>
                <a:cs typeface="Courier New" pitchFamily="49" charset="0"/>
              </a:rPr>
              <a:t>select * from </a:t>
            </a:r>
            <a:r>
              <a:rPr lang="en-US" sz="1000" b="1" err="1">
                <a:latin typeface="Courier New" pitchFamily="49" charset="0"/>
                <a:cs typeface="Courier New" pitchFamily="49" charset="0"/>
              </a:rPr>
              <a:t>jadralec</a:t>
            </a:r>
            <a:r>
              <a:rPr lang="en-US" sz="1000" b="1">
                <a:latin typeface="Courier New" pitchFamily="49" charset="0"/>
                <a:cs typeface="Courier New" pitchFamily="49" charset="0"/>
              </a:rPr>
              <a:t> left join </a:t>
            </a:r>
            <a:r>
              <a:rPr lang="en-US" sz="1000" b="1" err="1">
                <a:latin typeface="Courier New" pitchFamily="49" charset="0"/>
                <a:cs typeface="Courier New" pitchFamily="49" charset="0"/>
              </a:rPr>
              <a:t>rezervacija</a:t>
            </a:r>
            <a:br>
              <a:rPr lang="en-US" sz="1000" b="1">
                <a:latin typeface="Courier New" pitchFamily="49" charset="0"/>
                <a:cs typeface="Courier New" pitchFamily="49" charset="0"/>
              </a:rPr>
            </a:br>
            <a:r>
              <a:rPr lang="en-US" sz="1000" b="1">
                <a:latin typeface="Courier New" pitchFamily="49" charset="0"/>
                <a:cs typeface="Courier New" pitchFamily="49" charset="0"/>
              </a:rPr>
              <a:t>		using(</a:t>
            </a:r>
            <a:r>
              <a:rPr lang="en-US" sz="1000" b="1" err="1">
                <a:latin typeface="Courier New" pitchFamily="49" charset="0"/>
                <a:cs typeface="Courier New" pitchFamily="49" charset="0"/>
              </a:rPr>
              <a:t>jid</a:t>
            </a:r>
            <a:r>
              <a:rPr lang="en-US" sz="1000" b="1">
                <a:latin typeface="Courier New" pitchFamily="49" charset="0"/>
                <a:cs typeface="Courier New" pitchFamily="49" charset="0"/>
              </a:rPr>
              <a:t>) </a:t>
            </a:r>
            <a:br>
              <a:rPr lang="en-US" sz="1000" b="1">
                <a:latin typeface="Courier New" pitchFamily="49" charset="0"/>
                <a:cs typeface="Courier New" pitchFamily="49" charset="0"/>
              </a:rPr>
            </a:br>
            <a:r>
              <a:rPr lang="en-US" sz="1000" b="1">
                <a:latin typeface="Courier New" pitchFamily="49" charset="0"/>
                <a:cs typeface="Courier New" pitchFamily="49" charset="0"/>
              </a:rPr>
              <a:t>where (</a:t>
            </a:r>
            <a:r>
              <a:rPr lang="en-US" sz="1000" b="1" err="1">
                <a:latin typeface="Courier New" pitchFamily="49" charset="0"/>
                <a:cs typeface="Courier New" pitchFamily="49" charset="0"/>
              </a:rPr>
              <a:t>jid</a:t>
            </a:r>
            <a:r>
              <a:rPr lang="en-US" sz="1000" b="1">
                <a:latin typeface="Courier New" pitchFamily="49" charset="0"/>
                <a:cs typeface="Courier New" pitchFamily="49" charset="0"/>
              </a:rPr>
              <a:t>, </a:t>
            </a:r>
            <a:r>
              <a:rPr lang="en-US" sz="1000" b="1" err="1">
                <a:latin typeface="Courier New" pitchFamily="49" charset="0"/>
                <a:cs typeface="Courier New" pitchFamily="49" charset="0"/>
              </a:rPr>
              <a:t>ime</a:t>
            </a:r>
            <a:r>
              <a:rPr lang="en-US" sz="1000" b="1">
                <a:latin typeface="Courier New" pitchFamily="49" charset="0"/>
                <a:cs typeface="Courier New" pitchFamily="49" charset="0"/>
              </a:rPr>
              <a:t>, rating, </a:t>
            </a:r>
            <a:r>
              <a:rPr lang="en-US" sz="1000" b="1" err="1">
                <a:latin typeface="Courier New" pitchFamily="49" charset="0"/>
                <a:cs typeface="Courier New" pitchFamily="49" charset="0"/>
              </a:rPr>
              <a:t>starost</a:t>
            </a:r>
            <a:r>
              <a:rPr lang="en-US" sz="1000" b="1">
                <a:latin typeface="Courier New" pitchFamily="49" charset="0"/>
                <a:cs typeface="Courier New" pitchFamily="49" charset="0"/>
              </a:rPr>
              <a:t>, cid, </a:t>
            </a:r>
            <a:r>
              <a:rPr lang="en-US" sz="1000" b="1" err="1">
                <a:latin typeface="Courier New" pitchFamily="49" charset="0"/>
                <a:cs typeface="Courier New" pitchFamily="49" charset="0"/>
              </a:rPr>
              <a:t>dan</a:t>
            </a:r>
            <a:r>
              <a:rPr lang="en-US" sz="1000" b="1">
                <a:latin typeface="Courier New" pitchFamily="49" charset="0"/>
                <a:cs typeface="Courier New" pitchFamily="49" charset="0"/>
              </a:rPr>
              <a:t>) </a:t>
            </a:r>
            <a:br>
              <a:rPr lang="en-US" sz="1000" b="1">
                <a:latin typeface="Courier New" pitchFamily="49" charset="0"/>
                <a:cs typeface="Courier New" pitchFamily="49" charset="0"/>
              </a:rPr>
            </a:br>
            <a:r>
              <a:rPr lang="en-US" sz="1000" b="1">
                <a:latin typeface="Courier New" pitchFamily="49" charset="0"/>
                <a:cs typeface="Courier New" pitchFamily="49" charset="0"/>
              </a:rPr>
              <a:t>NOT IN (</a:t>
            </a:r>
            <a:br>
              <a:rPr lang="en-US" sz="1000" b="1">
                <a:latin typeface="Courier New" pitchFamily="49" charset="0"/>
                <a:cs typeface="Courier New" pitchFamily="49" charset="0"/>
              </a:rPr>
            </a:br>
            <a:r>
              <a:rPr lang="sl-SI" sz="1000" b="1">
                <a:latin typeface="Courier New" pitchFamily="49" charset="0"/>
                <a:cs typeface="Courier New" pitchFamily="49" charset="0"/>
              </a:rPr>
              <a:t>     </a:t>
            </a:r>
            <a:r>
              <a:rPr lang="en-US" sz="1000" b="1">
                <a:latin typeface="Courier New" pitchFamily="49" charset="0"/>
                <a:cs typeface="Courier New" pitchFamily="49" charset="0"/>
              </a:rPr>
              <a:t>select </a:t>
            </a:r>
            <a:r>
              <a:rPr lang="en-US" sz="1000" b="1" err="1">
                <a:latin typeface="Courier New" pitchFamily="49" charset="0"/>
                <a:cs typeface="Courier New" pitchFamily="49" charset="0"/>
              </a:rPr>
              <a:t>jid</a:t>
            </a:r>
            <a:r>
              <a:rPr lang="en-US" sz="1000" b="1">
                <a:latin typeface="Courier New" pitchFamily="49" charset="0"/>
                <a:cs typeface="Courier New" pitchFamily="49" charset="0"/>
              </a:rPr>
              <a:t>, </a:t>
            </a:r>
            <a:r>
              <a:rPr lang="en-US" sz="1000" b="1" err="1">
                <a:latin typeface="Courier New" pitchFamily="49" charset="0"/>
                <a:cs typeface="Courier New" pitchFamily="49" charset="0"/>
              </a:rPr>
              <a:t>ime</a:t>
            </a:r>
            <a:r>
              <a:rPr lang="en-US" sz="1000" b="1">
                <a:latin typeface="Courier New" pitchFamily="49" charset="0"/>
                <a:cs typeface="Courier New" pitchFamily="49" charset="0"/>
              </a:rPr>
              <a:t>, rating, </a:t>
            </a:r>
            <a:r>
              <a:rPr lang="en-US" sz="1000" b="1" err="1">
                <a:latin typeface="Courier New" pitchFamily="49" charset="0"/>
                <a:cs typeface="Courier New" pitchFamily="49" charset="0"/>
              </a:rPr>
              <a:t>starost</a:t>
            </a:r>
            <a:r>
              <a:rPr lang="en-US" sz="1000" b="1">
                <a:latin typeface="Courier New" pitchFamily="49" charset="0"/>
                <a:cs typeface="Courier New" pitchFamily="49" charset="0"/>
              </a:rPr>
              <a:t>, cid, </a:t>
            </a:r>
            <a:r>
              <a:rPr lang="en-US" sz="1000" b="1" err="1">
                <a:latin typeface="Courier New" pitchFamily="49" charset="0"/>
                <a:cs typeface="Courier New" pitchFamily="49" charset="0"/>
              </a:rPr>
              <a:t>dan</a:t>
            </a:r>
            <a:r>
              <a:rPr lang="sl-SI" sz="1000" b="1">
                <a:latin typeface="Courier New" pitchFamily="49" charset="0"/>
                <a:cs typeface="Courier New" pitchFamily="49" charset="0"/>
              </a:rPr>
              <a:t> </a:t>
            </a:r>
            <a:br>
              <a:rPr lang="sl-SI" sz="1000" b="1">
                <a:latin typeface="Courier New" pitchFamily="49" charset="0"/>
                <a:cs typeface="Courier New" pitchFamily="49" charset="0"/>
              </a:rPr>
            </a:br>
            <a:r>
              <a:rPr lang="sl-SI" sz="1000" b="1">
                <a:latin typeface="Courier New" pitchFamily="49" charset="0"/>
                <a:cs typeface="Courier New" pitchFamily="49" charset="0"/>
              </a:rPr>
              <a:t>     </a:t>
            </a:r>
            <a:r>
              <a:rPr lang="en-US" sz="1000" b="1">
                <a:latin typeface="Courier New" pitchFamily="49" charset="0"/>
                <a:cs typeface="Courier New" pitchFamily="49" charset="0"/>
              </a:rPr>
              <a:t>from (</a:t>
            </a:r>
            <a:br>
              <a:rPr lang="en-US" sz="1000" b="1">
                <a:latin typeface="Courier New" pitchFamily="49" charset="0"/>
                <a:cs typeface="Courier New" pitchFamily="49" charset="0"/>
              </a:rPr>
            </a:br>
            <a:r>
              <a:rPr lang="en-US" sz="1000" b="1">
                <a:latin typeface="Courier New" pitchFamily="49" charset="0"/>
                <a:cs typeface="Courier New" pitchFamily="49" charset="0"/>
              </a:rPr>
              <a:t>	select * from </a:t>
            </a:r>
            <a:r>
              <a:rPr lang="en-US" sz="1000" b="1" err="1">
                <a:latin typeface="Courier New" pitchFamily="49" charset="0"/>
                <a:cs typeface="Courier New" pitchFamily="49" charset="0"/>
              </a:rPr>
              <a:t>jadralec</a:t>
            </a:r>
            <a:r>
              <a:rPr lang="en-US" sz="1000" b="1">
                <a:latin typeface="Courier New" pitchFamily="49" charset="0"/>
                <a:cs typeface="Courier New" pitchFamily="49" charset="0"/>
              </a:rPr>
              <a:t> join </a:t>
            </a:r>
            <a:r>
              <a:rPr lang="en-US" sz="1000" b="1" err="1">
                <a:latin typeface="Courier New" pitchFamily="49" charset="0"/>
                <a:cs typeface="Courier New" pitchFamily="49" charset="0"/>
              </a:rPr>
              <a:t>rezervacija</a:t>
            </a:r>
            <a:r>
              <a:rPr lang="en-US" sz="1000" b="1">
                <a:latin typeface="Courier New" pitchFamily="49" charset="0"/>
                <a:cs typeface="Courier New" pitchFamily="49" charset="0"/>
              </a:rPr>
              <a:t> 		using(</a:t>
            </a:r>
            <a:r>
              <a:rPr lang="en-US" sz="1000" b="1" err="1">
                <a:latin typeface="Courier New" pitchFamily="49" charset="0"/>
                <a:cs typeface="Courier New" pitchFamily="49" charset="0"/>
              </a:rPr>
              <a:t>jid</a:t>
            </a:r>
            <a:r>
              <a:rPr lang="en-US" sz="1000" b="1">
                <a:latin typeface="Courier New" pitchFamily="49" charset="0"/>
                <a:cs typeface="Courier New" pitchFamily="49" charset="0"/>
              </a:rPr>
              <a:t>)</a:t>
            </a:r>
            <a:br>
              <a:rPr lang="en-US" sz="1000" b="1">
                <a:latin typeface="Courier New" pitchFamily="49" charset="0"/>
                <a:cs typeface="Courier New" pitchFamily="49" charset="0"/>
              </a:rPr>
            </a:br>
            <a:r>
              <a:rPr lang="en-US" sz="1000" b="1">
                <a:latin typeface="Courier New" pitchFamily="49" charset="0"/>
                <a:cs typeface="Courier New" pitchFamily="49" charset="0"/>
              </a:rPr>
              <a:t>	UNION</a:t>
            </a:r>
            <a:br>
              <a:rPr lang="en-US" sz="1000" b="1">
                <a:latin typeface="Courier New" pitchFamily="49" charset="0"/>
                <a:cs typeface="Courier New" pitchFamily="49" charset="0"/>
              </a:rPr>
            </a:br>
            <a:r>
              <a:rPr lang="en-US" sz="1000" b="1">
                <a:latin typeface="Courier New" pitchFamily="49" charset="0"/>
                <a:cs typeface="Courier New" pitchFamily="49" charset="0"/>
              </a:rPr>
              <a:t>	SELECT j.*, NULL, NULL</a:t>
            </a:r>
            <a:br>
              <a:rPr lang="en-US" sz="1000" b="1">
                <a:latin typeface="Courier New" pitchFamily="49" charset="0"/>
                <a:cs typeface="Courier New" pitchFamily="49" charset="0"/>
              </a:rPr>
            </a:br>
            <a:r>
              <a:rPr lang="en-US" sz="1000" b="1">
                <a:latin typeface="Courier New" pitchFamily="49" charset="0"/>
                <a:cs typeface="Courier New" pitchFamily="49" charset="0"/>
              </a:rPr>
              <a:t>	from </a:t>
            </a:r>
            <a:r>
              <a:rPr lang="en-US" sz="1000" b="1" err="1">
                <a:latin typeface="Courier New" pitchFamily="49" charset="0"/>
                <a:cs typeface="Courier New" pitchFamily="49" charset="0"/>
              </a:rPr>
              <a:t>jadralec</a:t>
            </a:r>
            <a:r>
              <a:rPr lang="en-US" sz="1000" b="1">
                <a:latin typeface="Courier New" pitchFamily="49" charset="0"/>
                <a:cs typeface="Courier New" pitchFamily="49" charset="0"/>
              </a:rPr>
              <a:t> j</a:t>
            </a:r>
            <a:br>
              <a:rPr lang="en-US" sz="1000" b="1">
                <a:latin typeface="Courier New" pitchFamily="49" charset="0"/>
                <a:cs typeface="Courier New" pitchFamily="49" charset="0"/>
              </a:rPr>
            </a:br>
            <a:r>
              <a:rPr lang="en-US" sz="1000" b="1">
                <a:latin typeface="Courier New" pitchFamily="49" charset="0"/>
                <a:cs typeface="Courier New" pitchFamily="49" charset="0"/>
              </a:rPr>
              <a:t>	WHERE j.jid NOT IN (</a:t>
            </a:r>
            <a:br>
              <a:rPr lang="en-US" sz="1000" b="1">
                <a:latin typeface="Courier New" pitchFamily="49" charset="0"/>
                <a:cs typeface="Courier New" pitchFamily="49" charset="0"/>
              </a:rPr>
            </a:br>
            <a:r>
              <a:rPr lang="en-US" sz="1000" b="1">
                <a:latin typeface="Courier New" pitchFamily="49" charset="0"/>
                <a:cs typeface="Courier New" pitchFamily="49" charset="0"/>
              </a:rPr>
              <a:t>		select </a:t>
            </a:r>
            <a:r>
              <a:rPr lang="en-US" sz="1000" b="1" err="1">
                <a:latin typeface="Courier New" pitchFamily="49" charset="0"/>
                <a:cs typeface="Courier New" pitchFamily="49" charset="0"/>
              </a:rPr>
              <a:t>jid</a:t>
            </a:r>
            <a:r>
              <a:rPr lang="en-US" sz="1000" b="1">
                <a:latin typeface="Courier New" pitchFamily="49" charset="0"/>
                <a:cs typeface="Courier New" pitchFamily="49" charset="0"/>
              </a:rPr>
              <a:t> from </a:t>
            </a:r>
            <a:r>
              <a:rPr lang="en-US" sz="1000" b="1" err="1">
                <a:latin typeface="Courier New" pitchFamily="49" charset="0"/>
                <a:cs typeface="Courier New" pitchFamily="49" charset="0"/>
              </a:rPr>
              <a:t>jadralec</a:t>
            </a:r>
            <a:r>
              <a:rPr lang="en-US" sz="1000" b="1">
                <a:latin typeface="Courier New" pitchFamily="49" charset="0"/>
                <a:cs typeface="Courier New" pitchFamily="49" charset="0"/>
              </a:rPr>
              <a:t> join</a:t>
            </a:r>
            <a:br>
              <a:rPr lang="en-US" sz="1000" b="1">
                <a:latin typeface="Courier New" pitchFamily="49" charset="0"/>
                <a:cs typeface="Courier New" pitchFamily="49" charset="0"/>
              </a:rPr>
            </a:br>
            <a:r>
              <a:rPr lang="en-US" sz="1000" b="1">
                <a:latin typeface="Courier New" pitchFamily="49" charset="0"/>
                <a:cs typeface="Courier New" pitchFamily="49" charset="0"/>
              </a:rPr>
              <a:t>		</a:t>
            </a:r>
            <a:r>
              <a:rPr lang="en-US" sz="1000" b="1" err="1">
                <a:latin typeface="Courier New" pitchFamily="49" charset="0"/>
                <a:cs typeface="Courier New" pitchFamily="49" charset="0"/>
              </a:rPr>
              <a:t>rezervacija</a:t>
            </a:r>
            <a:r>
              <a:rPr lang="en-US" sz="1000" b="1">
                <a:latin typeface="Courier New" pitchFamily="49" charset="0"/>
                <a:cs typeface="Courier New" pitchFamily="49" charset="0"/>
              </a:rPr>
              <a:t> using(</a:t>
            </a:r>
            <a:r>
              <a:rPr lang="en-US" sz="1000" b="1" err="1">
                <a:latin typeface="Courier New" pitchFamily="49" charset="0"/>
                <a:cs typeface="Courier New" pitchFamily="49" charset="0"/>
              </a:rPr>
              <a:t>jid</a:t>
            </a:r>
            <a:r>
              <a:rPr lang="en-US" sz="1000" b="1">
                <a:latin typeface="Courier New" pitchFamily="49" charset="0"/>
                <a:cs typeface="Courier New" pitchFamily="49" charset="0"/>
              </a:rPr>
              <a:t>) </a:t>
            </a:r>
            <a:br>
              <a:rPr lang="en-US" sz="1000" b="1">
                <a:latin typeface="Courier New" pitchFamily="49" charset="0"/>
                <a:cs typeface="Courier New" pitchFamily="49" charset="0"/>
              </a:rPr>
            </a:br>
            <a:r>
              <a:rPr lang="en-US" sz="1000" b="1">
                <a:latin typeface="Courier New" pitchFamily="49" charset="0"/>
                <a:cs typeface="Courier New" pitchFamily="49" charset="0"/>
              </a:rPr>
              <a:t>	)) </a:t>
            </a:r>
            <a:r>
              <a:rPr lang="en-US" sz="1000" b="1" err="1">
                <a:latin typeface="Courier New" pitchFamily="49" charset="0"/>
                <a:cs typeface="Courier New" pitchFamily="49" charset="0"/>
              </a:rPr>
              <a:t>unija</a:t>
            </a:r>
            <a:r>
              <a:rPr lang="en-US" sz="1000" b="1">
                <a:latin typeface="Courier New" pitchFamily="49" charset="0"/>
                <a:cs typeface="Courier New" pitchFamily="49" charset="0"/>
              </a:rPr>
              <a:t>);</a:t>
            </a: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48482" name="AutoShape 2"/>
          <p:cNvSpPr>
            <a:spLocks noGrp="1" noChangeArrowheads="1"/>
          </p:cNvSpPr>
          <p:nvPr>
            <p:ph type="title"/>
          </p:nvPr>
        </p:nvSpPr>
        <p:spPr/>
        <p:txBody>
          <a:bodyPr/>
          <a:lstStyle/>
          <a:p>
            <a:r>
              <a:rPr lang="en-US"/>
              <a:t>SQL - ponovitev</a:t>
            </a:r>
          </a:p>
        </p:txBody>
      </p:sp>
      <p:sp>
        <p:nvSpPr>
          <p:cNvPr id="148483" name="Rectangle 3"/>
          <p:cNvSpPr>
            <a:spLocks noGrp="1" noChangeArrowheads="1"/>
          </p:cNvSpPr>
          <p:nvPr>
            <p:ph type="body" idx="1"/>
          </p:nvPr>
        </p:nvSpPr>
        <p:spPr>
          <a:xfrm>
            <a:off x="838200" y="2362200"/>
            <a:ext cx="7693025" cy="4495800"/>
          </a:xfrm>
        </p:spPr>
        <p:txBody>
          <a:bodyPr/>
          <a:lstStyle/>
          <a:p>
            <a:r>
              <a:rPr lang="en-US" err="1"/>
              <a:t>mno</a:t>
            </a:r>
            <a:r>
              <a:rPr lang="sl-SI"/>
              <a:t>žiške operacije </a:t>
            </a:r>
            <a:r>
              <a:rPr lang="en-US" b="1">
                <a:sym typeface="Symbol" pitchFamily="18" charset="2"/>
              </a:rPr>
              <a:t></a:t>
            </a:r>
            <a:r>
              <a:rPr lang="sl-SI">
                <a:sym typeface="Symbol" pitchFamily="18" charset="2"/>
              </a:rPr>
              <a:t> ,</a:t>
            </a:r>
            <a:r>
              <a:rPr lang="en-US"/>
              <a:t> </a:t>
            </a:r>
            <a:r>
              <a:rPr lang="en-US" b="1">
                <a:sym typeface="Symbol" pitchFamily="18" charset="2"/>
              </a:rPr>
              <a:t></a:t>
            </a:r>
            <a:r>
              <a:rPr lang="sl-SI" b="1">
                <a:sym typeface="Symbol" pitchFamily="18" charset="2"/>
              </a:rPr>
              <a:t>, </a:t>
            </a:r>
            <a:r>
              <a:rPr lang="sl-SI"/>
              <a:t>-</a:t>
            </a:r>
            <a:endParaRPr lang="en-US"/>
          </a:p>
          <a:p>
            <a:r>
              <a:rPr lang="sl-SI" err="1"/>
              <a:t>nekorelirane</a:t>
            </a:r>
            <a:r>
              <a:rPr lang="sl-SI"/>
              <a:t> in korelirane gnezdene poizvedbe</a:t>
            </a:r>
          </a:p>
          <a:p>
            <a:r>
              <a:rPr lang="sl-SI"/>
              <a:t>implementacija preseka in razlike z gnezdenjem</a:t>
            </a:r>
            <a:r>
              <a:rPr lang="en-US"/>
              <a:t> </a:t>
            </a:r>
            <a:r>
              <a:rPr lang="sl-SI"/>
              <a:t>(IN, NOT IN)</a:t>
            </a:r>
          </a:p>
          <a:p>
            <a:r>
              <a:rPr lang="sl-SI"/>
              <a:t>gnezdenje v FROM vrstici</a:t>
            </a:r>
          </a:p>
          <a:p>
            <a:r>
              <a:rPr lang="en-US" err="1"/>
              <a:t>urejanje</a:t>
            </a:r>
            <a:r>
              <a:rPr lang="en-US"/>
              <a:t> </a:t>
            </a:r>
            <a:r>
              <a:rPr lang="en-US" err="1"/>
              <a:t>i</a:t>
            </a:r>
            <a:r>
              <a:rPr lang="sl-SI" err="1"/>
              <a:t>zpisa</a:t>
            </a:r>
            <a:r>
              <a:rPr lang="sl-SI"/>
              <a:t> (ORDER BY)</a:t>
            </a: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1074" name="AutoShape 2"/>
          <p:cNvSpPr>
            <a:spLocks noGrp="1" noChangeArrowheads="1"/>
          </p:cNvSpPr>
          <p:nvPr>
            <p:ph type="title"/>
          </p:nvPr>
        </p:nvSpPr>
        <p:spPr/>
        <p:txBody>
          <a:bodyPr/>
          <a:lstStyle/>
          <a:p>
            <a:r>
              <a:rPr lang="sl-SI" err="1"/>
              <a:t>Kvantifikatorji</a:t>
            </a:r>
            <a:r>
              <a:rPr lang="sl-SI"/>
              <a:t> v SQL</a:t>
            </a:r>
            <a:endParaRPr lang="en-US"/>
          </a:p>
        </p:txBody>
      </p:sp>
      <p:sp>
        <p:nvSpPr>
          <p:cNvPr id="131075" name="Rectangle 3"/>
          <p:cNvSpPr>
            <a:spLocks noGrp="1" noChangeArrowheads="1"/>
          </p:cNvSpPr>
          <p:nvPr>
            <p:ph type="body" idx="1"/>
          </p:nvPr>
        </p:nvSpPr>
        <p:spPr>
          <a:xfrm>
            <a:off x="762000" y="2214562"/>
            <a:ext cx="7693025" cy="4222814"/>
          </a:xfrm>
        </p:spPr>
        <p:txBody>
          <a:bodyPr/>
          <a:lstStyle/>
          <a:p>
            <a:r>
              <a:rPr lang="en-US" dirty="0" err="1"/>
              <a:t>Preveri</a:t>
            </a:r>
            <a:r>
              <a:rPr lang="en-US" dirty="0"/>
              <a:t> </a:t>
            </a:r>
            <a:r>
              <a:rPr lang="en-US" dirty="0" err="1"/>
              <a:t>veljavnost</a:t>
            </a:r>
            <a:r>
              <a:rPr lang="en-US" dirty="0"/>
              <a:t> </a:t>
            </a:r>
            <a:r>
              <a:rPr lang="en-US" dirty="0" err="1"/>
              <a:t>kvantificiranega</a:t>
            </a:r>
            <a:r>
              <a:rPr lang="en-US" dirty="0"/>
              <a:t> (</a:t>
            </a:r>
            <a:r>
              <a:rPr lang="en-US" dirty="0">
                <a:latin typeface="Lucida Sans Unicode"/>
                <a:cs typeface="Lucida Sans Unicode"/>
              </a:rPr>
              <a:t>∃,∀) </a:t>
            </a:r>
            <a:r>
              <a:rPr lang="en-US" dirty="0" err="1"/>
              <a:t>logičnega</a:t>
            </a:r>
            <a:r>
              <a:rPr lang="en-US" dirty="0"/>
              <a:t> </a:t>
            </a:r>
            <a:r>
              <a:rPr lang="en-US" dirty="0" err="1"/>
              <a:t>pogoja</a:t>
            </a:r>
            <a:r>
              <a:rPr lang="en-US" dirty="0"/>
              <a:t> </a:t>
            </a:r>
            <a:r>
              <a:rPr lang="en-US" dirty="0" err="1"/>
              <a:t>nad</a:t>
            </a:r>
            <a:r>
              <a:rPr lang="en-US" dirty="0"/>
              <a:t> </a:t>
            </a:r>
            <a:r>
              <a:rPr lang="en-US" dirty="0" err="1"/>
              <a:t>celotno</a:t>
            </a:r>
            <a:r>
              <a:rPr lang="en-US" dirty="0"/>
              <a:t> </a:t>
            </a:r>
            <a:r>
              <a:rPr lang="en-US" dirty="0" err="1"/>
              <a:t>množico</a:t>
            </a:r>
            <a:r>
              <a:rPr lang="en-US" dirty="0"/>
              <a:t> </a:t>
            </a:r>
            <a:r>
              <a:rPr lang="en-US" dirty="0" err="1"/>
              <a:t>skalarnih</a:t>
            </a:r>
            <a:r>
              <a:rPr lang="en-US" dirty="0"/>
              <a:t> (</a:t>
            </a:r>
            <a:r>
              <a:rPr lang="en-US" dirty="0" err="1"/>
              <a:t>posameznih</a:t>
            </a:r>
            <a:r>
              <a:rPr lang="en-US" dirty="0"/>
              <a:t>) </a:t>
            </a:r>
            <a:r>
              <a:rPr lang="en-US" dirty="0" err="1"/>
              <a:t>vrednosti</a:t>
            </a:r>
            <a:r>
              <a:rPr lang="en-US" dirty="0"/>
              <a:t> </a:t>
            </a:r>
            <a:r>
              <a:rPr lang="en-US" dirty="0" err="1"/>
              <a:t>atributa</a:t>
            </a:r>
            <a:endParaRPr lang="en-US" dirty="0"/>
          </a:p>
          <a:p>
            <a:r>
              <a:rPr lang="en-US" dirty="0" err="1"/>
              <a:t>Kvantifikatorja</a:t>
            </a:r>
            <a:r>
              <a:rPr lang="en-US" dirty="0"/>
              <a:t>:</a:t>
            </a:r>
          </a:p>
          <a:p>
            <a:pPr lvl="1"/>
            <a:r>
              <a:rPr lang="sl-SI" dirty="0"/>
              <a:t>ANY (ali SOME): eksistenčni</a:t>
            </a:r>
          </a:p>
          <a:p>
            <a:pPr lvl="1"/>
            <a:r>
              <a:rPr lang="sl-SI" dirty="0"/>
              <a:t>ALL: univerzalni</a:t>
            </a:r>
          </a:p>
          <a:p>
            <a:r>
              <a:rPr lang="sl-SI" dirty="0"/>
              <a:t>Sintaksa (v WHERE vrstici):</a:t>
            </a:r>
            <a:br>
              <a:rPr lang="en-US" dirty="0"/>
            </a:br>
            <a:r>
              <a:rPr lang="en-US" sz="2000" b="1" dirty="0">
                <a:latin typeface="Courier New" pitchFamily="49" charset="0"/>
              </a:rPr>
              <a:t>WHERE</a:t>
            </a:r>
            <a:r>
              <a:rPr lang="en-US" sz="2000" dirty="0">
                <a:latin typeface="Courier New" pitchFamily="49" charset="0"/>
              </a:rPr>
              <a:t> </a:t>
            </a:r>
            <a:r>
              <a:rPr lang="en-US" sz="2000" dirty="0" err="1">
                <a:latin typeface="Courier New" pitchFamily="49" charset="0"/>
              </a:rPr>
              <a:t>atribut</a:t>
            </a:r>
            <a:r>
              <a:rPr lang="en-US" sz="2000" dirty="0">
                <a:latin typeface="Courier New" pitchFamily="49" charset="0"/>
              </a:rPr>
              <a:t> operator </a:t>
            </a:r>
            <a:r>
              <a:rPr lang="en-US" sz="2000" b="1" dirty="0">
                <a:latin typeface="Courier New" pitchFamily="49" charset="0"/>
              </a:rPr>
              <a:t>ANY</a:t>
            </a:r>
            <a:r>
              <a:rPr lang="en-US" sz="2000" dirty="0">
                <a:latin typeface="Courier New" pitchFamily="49" charset="0"/>
              </a:rPr>
              <a:t> </a:t>
            </a:r>
            <a:r>
              <a:rPr lang="en-US" sz="2000" dirty="0" err="1">
                <a:latin typeface="Courier New" pitchFamily="49" charset="0"/>
              </a:rPr>
              <a:t>ali</a:t>
            </a:r>
            <a:r>
              <a:rPr lang="en-US" sz="2000" dirty="0">
                <a:latin typeface="Courier New" pitchFamily="49" charset="0"/>
              </a:rPr>
              <a:t> </a:t>
            </a:r>
            <a:r>
              <a:rPr lang="en-US" sz="2000" b="1" dirty="0">
                <a:latin typeface="Courier New" pitchFamily="49" charset="0"/>
              </a:rPr>
              <a:t>ALL</a:t>
            </a:r>
            <a:r>
              <a:rPr lang="en-US" sz="2000" dirty="0">
                <a:latin typeface="Courier New" pitchFamily="49" charset="0"/>
              </a:rPr>
              <a:t> (</a:t>
            </a:r>
            <a:r>
              <a:rPr lang="en-US" sz="2000" dirty="0" err="1">
                <a:latin typeface="Courier New" pitchFamily="49" charset="0"/>
              </a:rPr>
              <a:t>mno</a:t>
            </a:r>
            <a:r>
              <a:rPr lang="sl-SI" sz="2000" dirty="0">
                <a:latin typeface="Courier New" pitchFamily="49" charset="0"/>
              </a:rPr>
              <a:t>žica)</a:t>
            </a:r>
            <a:br>
              <a:rPr lang="sl-SI" sz="2000" dirty="0">
                <a:latin typeface="Courier New" pitchFamily="49" charset="0"/>
              </a:rPr>
            </a:br>
            <a:r>
              <a:rPr lang="sl-SI" sz="2000" dirty="0">
                <a:latin typeface="Courier New" pitchFamily="49" charset="0"/>
              </a:rPr>
              <a:t>	</a:t>
            </a:r>
            <a:r>
              <a:rPr lang="sl-SI" sz="2000" dirty="0"/>
              <a:t>npr.</a:t>
            </a:r>
            <a:br>
              <a:rPr lang="sl-SI" sz="2000" dirty="0">
                <a:latin typeface="Courier New" pitchFamily="49" charset="0"/>
              </a:rPr>
            </a:br>
            <a:r>
              <a:rPr lang="sl-SI" sz="2000" b="1" dirty="0">
                <a:latin typeface="Courier New" pitchFamily="49" charset="0"/>
              </a:rPr>
              <a:t>WHERE</a:t>
            </a:r>
            <a:r>
              <a:rPr lang="sl-SI" sz="2000" dirty="0">
                <a:latin typeface="Courier New" pitchFamily="49" charset="0"/>
              </a:rPr>
              <a:t> x </a:t>
            </a:r>
            <a:r>
              <a:rPr lang="en-US" sz="2000" dirty="0">
                <a:latin typeface="Courier New" pitchFamily="49" charset="0"/>
              </a:rPr>
              <a:t>&lt;</a:t>
            </a:r>
            <a:r>
              <a:rPr lang="sl-SI" sz="2000" dirty="0">
                <a:latin typeface="Courier New" pitchFamily="49" charset="0"/>
              </a:rPr>
              <a:t> </a:t>
            </a:r>
            <a:r>
              <a:rPr lang="en-US" sz="2000" b="1" dirty="0">
                <a:latin typeface="Courier New" pitchFamily="49" charset="0"/>
              </a:rPr>
              <a:t>ANY</a:t>
            </a:r>
            <a:r>
              <a:rPr lang="en-US" sz="2000" dirty="0">
                <a:latin typeface="Courier New" pitchFamily="49" charset="0"/>
              </a:rPr>
              <a:t>(</a:t>
            </a:r>
            <a:r>
              <a:rPr lang="sl-SI" sz="2000" b="1" dirty="0">
                <a:latin typeface="Courier New" pitchFamily="49" charset="0"/>
              </a:rPr>
              <a:t>SELECT</a:t>
            </a:r>
            <a:r>
              <a:rPr lang="sl-SI" sz="2000" dirty="0">
                <a:latin typeface="Courier New" pitchFamily="49" charset="0"/>
              </a:rPr>
              <a:t> ...</a:t>
            </a:r>
            <a:r>
              <a:rPr lang="en-US" sz="2000" dirty="0">
                <a:latin typeface="Courier New" pitchFamily="49" charset="0"/>
              </a:rPr>
              <a:t>)</a:t>
            </a:r>
            <a:r>
              <a:rPr lang="sl-SI" sz="2000" dirty="0">
                <a:latin typeface="Courier New" pitchFamily="49" charset="0"/>
              </a:rPr>
              <a:t>;</a:t>
            </a:r>
            <a:endParaRPr lang="en-US" sz="2000" dirty="0">
              <a:latin typeface="Courier New" pitchFamily="49"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7218" name="AutoShape 2"/>
          <p:cNvSpPr>
            <a:spLocks noGrp="1" noChangeArrowheads="1"/>
          </p:cNvSpPr>
          <p:nvPr>
            <p:ph type="title"/>
          </p:nvPr>
        </p:nvSpPr>
        <p:spPr/>
        <p:txBody>
          <a:bodyPr/>
          <a:lstStyle/>
          <a:p>
            <a:r>
              <a:rPr lang="en-US"/>
              <a:t>Pomen kvantifikatorjev</a:t>
            </a:r>
          </a:p>
        </p:txBody>
      </p:sp>
      <p:grpSp>
        <p:nvGrpSpPr>
          <p:cNvPr id="137228" name="Group 12"/>
          <p:cNvGrpSpPr>
            <a:grpSpLocks/>
          </p:cNvGrpSpPr>
          <p:nvPr/>
        </p:nvGrpSpPr>
        <p:grpSpPr bwMode="auto">
          <a:xfrm>
            <a:off x="1371600" y="4633913"/>
            <a:ext cx="5289550" cy="1549400"/>
            <a:chOff x="720" y="1575"/>
            <a:chExt cx="3332" cy="976"/>
          </a:xfrm>
        </p:grpSpPr>
        <p:sp>
          <p:nvSpPr>
            <p:cNvPr id="137220" name="Text Box 4"/>
            <p:cNvSpPr txBox="1">
              <a:spLocks noChangeArrowheads="1"/>
            </p:cNvSpPr>
            <p:nvPr/>
          </p:nvSpPr>
          <p:spPr bwMode="auto">
            <a:xfrm>
              <a:off x="720" y="1632"/>
              <a:ext cx="2205" cy="233"/>
            </a:xfrm>
            <a:prstGeom prst="rect">
              <a:avLst/>
            </a:prstGeom>
            <a:noFill/>
            <a:ln w="9525">
              <a:noFill/>
              <a:miter lim="800000"/>
              <a:headEnd/>
              <a:tailEnd/>
            </a:ln>
            <a:effectLst/>
          </p:spPr>
          <p:txBody>
            <a:bodyPr wrap="none">
              <a:spAutoFit/>
            </a:bodyPr>
            <a:lstStyle/>
            <a:p>
              <a:pPr algn="l"/>
              <a:r>
                <a:rPr lang="sl-SI" b="1"/>
                <a:t>WHERE</a:t>
              </a:r>
              <a:r>
                <a:rPr lang="sl-SI"/>
                <a:t> x </a:t>
              </a:r>
              <a:r>
                <a:rPr lang="en-US"/>
                <a:t>&lt;</a:t>
              </a:r>
              <a:r>
                <a:rPr lang="sl-SI"/>
                <a:t> </a:t>
              </a:r>
              <a:r>
                <a:rPr lang="en-US" b="1"/>
                <a:t>ALL</a:t>
              </a:r>
              <a:r>
                <a:rPr lang="en-US"/>
                <a:t>(</a:t>
              </a:r>
              <a:r>
                <a:rPr lang="en-US" b="1"/>
                <a:t>SELECT</a:t>
              </a:r>
              <a:r>
                <a:rPr lang="en-US"/>
                <a:t> y ...);</a:t>
              </a:r>
            </a:p>
          </p:txBody>
        </p:sp>
        <p:graphicFrame>
          <p:nvGraphicFramePr>
            <p:cNvPr id="137221" name="Object 5"/>
            <p:cNvGraphicFramePr>
              <a:graphicFrameLocks noChangeAspect="1"/>
            </p:cNvGraphicFramePr>
            <p:nvPr/>
          </p:nvGraphicFramePr>
          <p:xfrm>
            <a:off x="3111" y="1575"/>
            <a:ext cx="931" cy="304"/>
          </p:xfrm>
          <a:graphic>
            <a:graphicData uri="http://schemas.openxmlformats.org/presentationml/2006/ole">
              <mc:AlternateContent xmlns:mc="http://schemas.openxmlformats.org/markup-compatibility/2006">
                <mc:Choice xmlns:v="urn:schemas-microsoft-com:vml" Requires="v">
                  <p:oleObj name="Equation" r:id="rId2" imgW="622030" imgH="203112" progId="">
                    <p:embed/>
                  </p:oleObj>
                </mc:Choice>
                <mc:Fallback>
                  <p:oleObj name="Equation" r:id="rId2" imgW="622030" imgH="203112" progId="">
                    <p:embed/>
                    <p:pic>
                      <p:nvPicPr>
                        <p:cNvPr id="13722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 y="1575"/>
                          <a:ext cx="931"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7222" name="Text Box 6"/>
            <p:cNvSpPr txBox="1">
              <a:spLocks noChangeArrowheads="1"/>
            </p:cNvSpPr>
            <p:nvPr/>
          </p:nvSpPr>
          <p:spPr bwMode="auto">
            <a:xfrm>
              <a:off x="720" y="1920"/>
              <a:ext cx="2205" cy="233"/>
            </a:xfrm>
            <a:prstGeom prst="rect">
              <a:avLst/>
            </a:prstGeom>
            <a:noFill/>
            <a:ln w="9525">
              <a:noFill/>
              <a:miter lim="800000"/>
              <a:headEnd/>
              <a:tailEnd/>
            </a:ln>
            <a:effectLst/>
          </p:spPr>
          <p:txBody>
            <a:bodyPr wrap="none">
              <a:spAutoFit/>
            </a:bodyPr>
            <a:lstStyle/>
            <a:p>
              <a:pPr algn="l"/>
              <a:r>
                <a:rPr lang="sl-SI" b="1"/>
                <a:t>WHERE</a:t>
              </a:r>
              <a:r>
                <a:rPr lang="sl-SI"/>
                <a:t> x </a:t>
              </a:r>
              <a:r>
                <a:rPr lang="en-US"/>
                <a:t>=</a:t>
              </a:r>
              <a:r>
                <a:rPr lang="sl-SI"/>
                <a:t> </a:t>
              </a:r>
              <a:r>
                <a:rPr lang="en-US" b="1"/>
                <a:t>ALL</a:t>
              </a:r>
              <a:r>
                <a:rPr lang="en-US"/>
                <a:t>(</a:t>
              </a:r>
              <a:r>
                <a:rPr lang="en-US" b="1"/>
                <a:t>SELECT</a:t>
              </a:r>
              <a:r>
                <a:rPr lang="en-US"/>
                <a:t> y ...);</a:t>
              </a:r>
            </a:p>
          </p:txBody>
        </p:sp>
        <p:graphicFrame>
          <p:nvGraphicFramePr>
            <p:cNvPr id="137223" name="Object 7"/>
            <p:cNvGraphicFramePr>
              <a:graphicFrameLocks noChangeAspect="1"/>
            </p:cNvGraphicFramePr>
            <p:nvPr/>
          </p:nvGraphicFramePr>
          <p:xfrm>
            <a:off x="3102" y="1911"/>
            <a:ext cx="950" cy="304"/>
          </p:xfrm>
          <a:graphic>
            <a:graphicData uri="http://schemas.openxmlformats.org/presentationml/2006/ole">
              <mc:AlternateContent xmlns:mc="http://schemas.openxmlformats.org/markup-compatibility/2006">
                <mc:Choice xmlns:v="urn:schemas-microsoft-com:vml" Requires="v">
                  <p:oleObj name="Equation" r:id="rId4" imgW="634725" imgH="203112" progId="">
                    <p:embed/>
                  </p:oleObj>
                </mc:Choice>
                <mc:Fallback>
                  <p:oleObj name="Equation" r:id="rId4" imgW="634725" imgH="203112" progId="">
                    <p:embed/>
                    <p:pic>
                      <p:nvPicPr>
                        <p:cNvPr id="137223"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2" y="1911"/>
                          <a:ext cx="950"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7224" name="Text Box 8"/>
            <p:cNvSpPr txBox="1">
              <a:spLocks noChangeArrowheads="1"/>
            </p:cNvSpPr>
            <p:nvPr/>
          </p:nvSpPr>
          <p:spPr bwMode="auto">
            <a:xfrm>
              <a:off x="720" y="2208"/>
              <a:ext cx="2289" cy="233"/>
            </a:xfrm>
            <a:prstGeom prst="rect">
              <a:avLst/>
            </a:prstGeom>
            <a:noFill/>
            <a:ln w="9525">
              <a:noFill/>
              <a:miter lim="800000"/>
              <a:headEnd/>
              <a:tailEnd/>
            </a:ln>
            <a:effectLst/>
          </p:spPr>
          <p:txBody>
            <a:bodyPr wrap="none">
              <a:spAutoFit/>
            </a:bodyPr>
            <a:lstStyle/>
            <a:p>
              <a:pPr algn="l"/>
              <a:r>
                <a:rPr lang="sl-SI" b="1"/>
                <a:t>WHERE</a:t>
              </a:r>
              <a:r>
                <a:rPr lang="sl-SI"/>
                <a:t> x </a:t>
              </a:r>
              <a:r>
                <a:rPr lang="en-US"/>
                <a:t>&lt;&gt;</a:t>
              </a:r>
              <a:r>
                <a:rPr lang="sl-SI"/>
                <a:t> </a:t>
              </a:r>
              <a:r>
                <a:rPr lang="en-US" b="1"/>
                <a:t>ALL</a:t>
              </a:r>
              <a:r>
                <a:rPr lang="en-US"/>
                <a:t>(</a:t>
              </a:r>
              <a:r>
                <a:rPr lang="en-US" b="1"/>
                <a:t>SELECT</a:t>
              </a:r>
              <a:r>
                <a:rPr lang="en-US"/>
                <a:t> y ...);</a:t>
              </a:r>
            </a:p>
          </p:txBody>
        </p:sp>
        <p:graphicFrame>
          <p:nvGraphicFramePr>
            <p:cNvPr id="137225" name="Object 9"/>
            <p:cNvGraphicFramePr>
              <a:graphicFrameLocks noChangeAspect="1"/>
            </p:cNvGraphicFramePr>
            <p:nvPr/>
          </p:nvGraphicFramePr>
          <p:xfrm>
            <a:off x="3101" y="2247"/>
            <a:ext cx="950" cy="304"/>
          </p:xfrm>
          <a:graphic>
            <a:graphicData uri="http://schemas.openxmlformats.org/presentationml/2006/ole">
              <mc:AlternateContent xmlns:mc="http://schemas.openxmlformats.org/markup-compatibility/2006">
                <mc:Choice xmlns:v="urn:schemas-microsoft-com:vml" Requires="v">
                  <p:oleObj name="Equation" r:id="rId6" imgW="634725" imgH="203112" progId="">
                    <p:embed/>
                  </p:oleObj>
                </mc:Choice>
                <mc:Fallback>
                  <p:oleObj name="Equation" r:id="rId6" imgW="634725" imgH="203112" progId="">
                    <p:embed/>
                    <p:pic>
                      <p:nvPicPr>
                        <p:cNvPr id="137225"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01" y="2247"/>
                          <a:ext cx="950"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37229" name="Group 13"/>
          <p:cNvGrpSpPr>
            <a:grpSpLocks/>
          </p:cNvGrpSpPr>
          <p:nvPr/>
        </p:nvGrpSpPr>
        <p:grpSpPr bwMode="auto">
          <a:xfrm>
            <a:off x="1295400" y="2667000"/>
            <a:ext cx="5318125" cy="1519238"/>
            <a:chOff x="720" y="1584"/>
            <a:chExt cx="3350" cy="957"/>
          </a:xfrm>
        </p:grpSpPr>
        <p:sp>
          <p:nvSpPr>
            <p:cNvPr id="137230" name="Text Box 14"/>
            <p:cNvSpPr txBox="1">
              <a:spLocks noChangeArrowheads="1"/>
            </p:cNvSpPr>
            <p:nvPr/>
          </p:nvSpPr>
          <p:spPr bwMode="auto">
            <a:xfrm>
              <a:off x="720" y="1632"/>
              <a:ext cx="2229" cy="233"/>
            </a:xfrm>
            <a:prstGeom prst="rect">
              <a:avLst/>
            </a:prstGeom>
            <a:noFill/>
            <a:ln w="9525">
              <a:noFill/>
              <a:miter lim="800000"/>
              <a:headEnd/>
              <a:tailEnd/>
            </a:ln>
            <a:effectLst/>
          </p:spPr>
          <p:txBody>
            <a:bodyPr wrap="none">
              <a:spAutoFit/>
            </a:bodyPr>
            <a:lstStyle/>
            <a:p>
              <a:pPr algn="l"/>
              <a:r>
                <a:rPr lang="sl-SI" b="1"/>
                <a:t>WHERE</a:t>
              </a:r>
              <a:r>
                <a:rPr lang="sl-SI"/>
                <a:t> x </a:t>
              </a:r>
              <a:r>
                <a:rPr lang="en-US"/>
                <a:t>&lt;</a:t>
              </a:r>
              <a:r>
                <a:rPr lang="sl-SI"/>
                <a:t> </a:t>
              </a:r>
              <a:r>
                <a:rPr lang="en-US" b="1"/>
                <a:t>ANY</a:t>
              </a:r>
              <a:r>
                <a:rPr lang="en-US"/>
                <a:t>(</a:t>
              </a:r>
              <a:r>
                <a:rPr lang="en-US" b="1"/>
                <a:t>SELECT </a:t>
              </a:r>
              <a:r>
                <a:rPr lang="en-US"/>
                <a:t>y ...);</a:t>
              </a:r>
            </a:p>
          </p:txBody>
        </p:sp>
        <p:graphicFrame>
          <p:nvGraphicFramePr>
            <p:cNvPr id="137231" name="Object 15"/>
            <p:cNvGraphicFramePr>
              <a:graphicFrameLocks noChangeAspect="1"/>
            </p:cNvGraphicFramePr>
            <p:nvPr/>
          </p:nvGraphicFramePr>
          <p:xfrm>
            <a:off x="3120" y="1584"/>
            <a:ext cx="912" cy="285"/>
          </p:xfrm>
          <a:graphic>
            <a:graphicData uri="http://schemas.openxmlformats.org/presentationml/2006/ole">
              <mc:AlternateContent xmlns:mc="http://schemas.openxmlformats.org/markup-compatibility/2006">
                <mc:Choice xmlns:v="urn:schemas-microsoft-com:vml" Requires="v">
                  <p:oleObj name="Equation" r:id="rId8" imgW="609336" imgH="190417" progId="">
                    <p:embed/>
                  </p:oleObj>
                </mc:Choice>
                <mc:Fallback>
                  <p:oleObj name="Equation" r:id="rId8" imgW="609336" imgH="190417" progId="">
                    <p:embed/>
                    <p:pic>
                      <p:nvPicPr>
                        <p:cNvPr id="137231"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0" y="1584"/>
                          <a:ext cx="912"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7232" name="Text Box 16"/>
            <p:cNvSpPr txBox="1">
              <a:spLocks noChangeArrowheads="1"/>
            </p:cNvSpPr>
            <p:nvPr/>
          </p:nvSpPr>
          <p:spPr bwMode="auto">
            <a:xfrm>
              <a:off x="720" y="1920"/>
              <a:ext cx="2229" cy="233"/>
            </a:xfrm>
            <a:prstGeom prst="rect">
              <a:avLst/>
            </a:prstGeom>
            <a:noFill/>
            <a:ln w="9525">
              <a:noFill/>
              <a:miter lim="800000"/>
              <a:headEnd/>
              <a:tailEnd/>
            </a:ln>
            <a:effectLst/>
          </p:spPr>
          <p:txBody>
            <a:bodyPr wrap="none">
              <a:spAutoFit/>
            </a:bodyPr>
            <a:lstStyle/>
            <a:p>
              <a:pPr algn="l"/>
              <a:r>
                <a:rPr lang="sl-SI" b="1"/>
                <a:t>WHERE</a:t>
              </a:r>
              <a:r>
                <a:rPr lang="sl-SI"/>
                <a:t> x </a:t>
              </a:r>
              <a:r>
                <a:rPr lang="en-US"/>
                <a:t>=</a:t>
              </a:r>
              <a:r>
                <a:rPr lang="sl-SI"/>
                <a:t> </a:t>
              </a:r>
              <a:r>
                <a:rPr lang="en-US" b="1"/>
                <a:t>ANY</a:t>
              </a:r>
              <a:r>
                <a:rPr lang="en-US"/>
                <a:t>(</a:t>
              </a:r>
              <a:r>
                <a:rPr lang="en-US" b="1"/>
                <a:t>SELECT</a:t>
              </a:r>
              <a:r>
                <a:rPr lang="en-US"/>
                <a:t> y ...);</a:t>
              </a:r>
            </a:p>
          </p:txBody>
        </p:sp>
        <p:graphicFrame>
          <p:nvGraphicFramePr>
            <p:cNvPr id="137233" name="Object 17"/>
            <p:cNvGraphicFramePr>
              <a:graphicFrameLocks noChangeAspect="1"/>
            </p:cNvGraphicFramePr>
            <p:nvPr/>
          </p:nvGraphicFramePr>
          <p:xfrm>
            <a:off x="3082" y="1911"/>
            <a:ext cx="988" cy="304"/>
          </p:xfrm>
          <a:graphic>
            <a:graphicData uri="http://schemas.openxmlformats.org/presentationml/2006/ole">
              <mc:AlternateContent xmlns:mc="http://schemas.openxmlformats.org/markup-compatibility/2006">
                <mc:Choice xmlns:v="urn:schemas-microsoft-com:vml" Requires="v">
                  <p:oleObj name="Equation" r:id="rId10" imgW="660113" imgH="203112" progId="">
                    <p:embed/>
                  </p:oleObj>
                </mc:Choice>
                <mc:Fallback>
                  <p:oleObj name="Equation" r:id="rId10" imgW="660113" imgH="203112" progId="">
                    <p:embed/>
                    <p:pic>
                      <p:nvPicPr>
                        <p:cNvPr id="137233"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82" y="1911"/>
                          <a:ext cx="988"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7234" name="Text Box 18"/>
            <p:cNvSpPr txBox="1">
              <a:spLocks noChangeArrowheads="1"/>
            </p:cNvSpPr>
            <p:nvPr/>
          </p:nvSpPr>
          <p:spPr bwMode="auto">
            <a:xfrm>
              <a:off x="720" y="2208"/>
              <a:ext cx="2314" cy="233"/>
            </a:xfrm>
            <a:prstGeom prst="rect">
              <a:avLst/>
            </a:prstGeom>
            <a:noFill/>
            <a:ln w="9525">
              <a:noFill/>
              <a:miter lim="800000"/>
              <a:headEnd/>
              <a:tailEnd/>
            </a:ln>
            <a:effectLst/>
          </p:spPr>
          <p:txBody>
            <a:bodyPr wrap="none">
              <a:spAutoFit/>
            </a:bodyPr>
            <a:lstStyle/>
            <a:p>
              <a:pPr algn="l"/>
              <a:r>
                <a:rPr lang="sl-SI" b="1"/>
                <a:t>WHERE</a:t>
              </a:r>
              <a:r>
                <a:rPr lang="sl-SI"/>
                <a:t> x </a:t>
              </a:r>
              <a:r>
                <a:rPr lang="en-US"/>
                <a:t>&lt;&gt;</a:t>
              </a:r>
              <a:r>
                <a:rPr lang="sl-SI"/>
                <a:t> </a:t>
              </a:r>
              <a:r>
                <a:rPr lang="en-US" b="1"/>
                <a:t>ANY</a:t>
              </a:r>
              <a:r>
                <a:rPr lang="en-US"/>
                <a:t>(</a:t>
              </a:r>
              <a:r>
                <a:rPr lang="en-US" b="1"/>
                <a:t>SELECT</a:t>
              </a:r>
              <a:r>
                <a:rPr lang="en-US"/>
                <a:t> y ...);</a:t>
              </a:r>
            </a:p>
          </p:txBody>
        </p:sp>
        <p:graphicFrame>
          <p:nvGraphicFramePr>
            <p:cNvPr id="137235" name="Object 19"/>
            <p:cNvGraphicFramePr>
              <a:graphicFrameLocks noChangeAspect="1"/>
            </p:cNvGraphicFramePr>
            <p:nvPr/>
          </p:nvGraphicFramePr>
          <p:xfrm>
            <a:off x="3120" y="2256"/>
            <a:ext cx="912" cy="285"/>
          </p:xfrm>
          <a:graphic>
            <a:graphicData uri="http://schemas.openxmlformats.org/presentationml/2006/ole">
              <mc:AlternateContent xmlns:mc="http://schemas.openxmlformats.org/markup-compatibility/2006">
                <mc:Choice xmlns:v="urn:schemas-microsoft-com:vml" Requires="v">
                  <p:oleObj name="Equation" r:id="rId12" imgW="609336" imgH="190417" progId="">
                    <p:embed/>
                  </p:oleObj>
                </mc:Choice>
                <mc:Fallback>
                  <p:oleObj name="Equation" r:id="rId12" imgW="609336" imgH="190417" progId="">
                    <p:embed/>
                    <p:pic>
                      <p:nvPicPr>
                        <p:cNvPr id="137235"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20" y="2256"/>
                          <a:ext cx="912"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37236" name="Text Box 20"/>
          <p:cNvSpPr txBox="1">
            <a:spLocks noChangeArrowheads="1"/>
          </p:cNvSpPr>
          <p:nvPr/>
        </p:nvSpPr>
        <p:spPr bwMode="auto">
          <a:xfrm>
            <a:off x="6858000" y="3276600"/>
            <a:ext cx="1212850" cy="366713"/>
          </a:xfrm>
          <a:prstGeom prst="rect">
            <a:avLst/>
          </a:prstGeom>
          <a:noFill/>
          <a:ln w="9525">
            <a:noFill/>
            <a:miter lim="800000"/>
            <a:headEnd/>
            <a:tailEnd/>
          </a:ln>
          <a:effectLst/>
        </p:spPr>
        <p:txBody>
          <a:bodyPr wrap="none">
            <a:spAutoFit/>
          </a:bodyPr>
          <a:lstStyle/>
          <a:p>
            <a:pPr algn="l"/>
            <a:r>
              <a:rPr lang="en-US"/>
              <a:t>Isto kot IN</a:t>
            </a:r>
          </a:p>
        </p:txBody>
      </p:sp>
      <p:sp>
        <p:nvSpPr>
          <p:cNvPr id="137237" name="Text Box 21"/>
          <p:cNvSpPr txBox="1">
            <a:spLocks noChangeArrowheads="1"/>
          </p:cNvSpPr>
          <p:nvPr/>
        </p:nvSpPr>
        <p:spPr bwMode="auto">
          <a:xfrm>
            <a:off x="6934200" y="5791200"/>
            <a:ext cx="1758950" cy="366713"/>
          </a:xfrm>
          <a:prstGeom prst="rect">
            <a:avLst/>
          </a:prstGeom>
          <a:noFill/>
          <a:ln w="9525">
            <a:noFill/>
            <a:miter lim="800000"/>
            <a:headEnd/>
            <a:tailEnd/>
          </a:ln>
          <a:effectLst/>
        </p:spPr>
        <p:txBody>
          <a:bodyPr wrap="none">
            <a:spAutoFit/>
          </a:bodyPr>
          <a:lstStyle/>
          <a:p>
            <a:pPr algn="l"/>
            <a:r>
              <a:rPr lang="en-US"/>
              <a:t>Isto kot NOT IN</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8242" name="AutoShape 2"/>
          <p:cNvSpPr>
            <a:spLocks noGrp="1" noChangeArrowheads="1"/>
          </p:cNvSpPr>
          <p:nvPr>
            <p:ph type="title"/>
          </p:nvPr>
        </p:nvSpPr>
        <p:spPr/>
        <p:txBody>
          <a:bodyPr/>
          <a:lstStyle/>
          <a:p>
            <a:r>
              <a:rPr lang="en-US" sz="3200"/>
              <a:t>Kvantifikatorji v SQL</a:t>
            </a:r>
          </a:p>
        </p:txBody>
      </p:sp>
      <p:sp>
        <p:nvSpPr>
          <p:cNvPr id="138243" name="Rectangle 3"/>
          <p:cNvSpPr>
            <a:spLocks noGrp="1" noChangeArrowheads="1"/>
          </p:cNvSpPr>
          <p:nvPr>
            <p:ph sz="quarter" idx="2"/>
          </p:nvPr>
        </p:nvSpPr>
        <p:spPr>
          <a:xfrm>
            <a:off x="762000" y="3657600"/>
            <a:ext cx="57150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err="1">
                <a:latin typeface="Courier New" pitchFamily="49" charset="0"/>
              </a:rPr>
              <a:t>j.jid</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r>
              <a:rPr lang="sl-SI" sz="1600">
                <a:latin typeface="Courier New" pitchFamily="49" charset="0"/>
              </a:rPr>
              <a:t> j</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sl-SI" sz="1600" err="1">
                <a:latin typeface="Courier New" pitchFamily="49" charset="0"/>
              </a:rPr>
              <a:t>j.rating</a:t>
            </a:r>
            <a:r>
              <a:rPr lang="sl-SI" sz="1600">
                <a:latin typeface="Courier New" pitchFamily="49" charset="0"/>
              </a:rPr>
              <a:t> </a:t>
            </a:r>
            <a:r>
              <a:rPr lang="en-US" sz="1600">
                <a:latin typeface="Courier New" pitchFamily="49" charset="0"/>
              </a:rPr>
              <a:t>&gt; </a:t>
            </a:r>
            <a:r>
              <a:rPr lang="en-US" sz="1600" b="1">
                <a:latin typeface="Courier New" pitchFamily="49" charset="0"/>
              </a:rPr>
              <a:t>ANY</a:t>
            </a:r>
            <a:endParaRPr lang="sl-SI" sz="1600" b="1">
              <a:latin typeface="Courier New" pitchFamily="49" charset="0"/>
            </a:endParaRP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a:t>
            </a:r>
            <a:r>
              <a:rPr lang="en-US" sz="1600">
                <a:latin typeface="Courier New" pitchFamily="49" charset="0"/>
              </a:rPr>
              <a:t>j2.rating </a:t>
            </a:r>
          </a:p>
          <a:p>
            <a:pPr>
              <a:buFont typeface="Wingdings" pitchFamily="2" charset="2"/>
              <a:buNone/>
            </a:pPr>
            <a:r>
              <a:rPr lang="en-US" sz="1600">
                <a:latin typeface="Courier New" pitchFamily="49" charset="0"/>
              </a:rPr>
              <a:t>	 </a:t>
            </a:r>
            <a:r>
              <a:rPr lang="sl-SI" sz="1600" b="1">
                <a:latin typeface="Courier New" pitchFamily="49" charset="0"/>
              </a:rPr>
              <a:t>FROM</a:t>
            </a:r>
            <a:r>
              <a:rPr lang="sl-SI" sz="1600">
                <a:latin typeface="Courier New" pitchFamily="49" charset="0"/>
              </a:rPr>
              <a:t> </a:t>
            </a:r>
            <a:r>
              <a:rPr lang="en-US" sz="1600" err="1">
                <a:latin typeface="Courier New" pitchFamily="49" charset="0"/>
              </a:rPr>
              <a:t>jadralec</a:t>
            </a:r>
            <a:r>
              <a:rPr lang="en-US" sz="1600">
                <a:latin typeface="Courier New" pitchFamily="49" charset="0"/>
              </a:rPr>
              <a:t> j2</a:t>
            </a:r>
            <a:endParaRPr lang="sl-SI" sz="1600">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	 </a:t>
            </a:r>
            <a:r>
              <a:rPr lang="sl-SI" sz="1600" b="1">
                <a:latin typeface="Courier New" pitchFamily="49" charset="0"/>
              </a:rPr>
              <a:t>WHERE</a:t>
            </a:r>
            <a:r>
              <a:rPr lang="en-US" sz="1600">
                <a:latin typeface="Courier New" pitchFamily="49" charset="0"/>
              </a:rPr>
              <a:t> j2.ime='</a:t>
            </a:r>
            <a:r>
              <a:rPr lang="en-US" sz="1600" err="1">
                <a:latin typeface="Courier New" pitchFamily="49" charset="0"/>
              </a:rPr>
              <a:t>Henrik</a:t>
            </a:r>
            <a:r>
              <a:rPr lang="en-US" sz="1600">
                <a:latin typeface="Courier New" pitchFamily="49" charset="0"/>
              </a:rPr>
              <a:t>');</a:t>
            </a:r>
            <a:endParaRPr lang="sl-SI" sz="1600">
              <a:latin typeface="Courier New" pitchFamily="49" charset="0"/>
            </a:endParaRPr>
          </a:p>
        </p:txBody>
      </p:sp>
      <p:sp>
        <p:nvSpPr>
          <p:cNvPr id="138244" name="Rectangle 4"/>
          <p:cNvSpPr>
            <a:spLocks noGrp="1" noChangeArrowheads="1"/>
          </p:cNvSpPr>
          <p:nvPr>
            <p:ph type="body" sz="half" idx="3"/>
          </p:nvPr>
        </p:nvSpPr>
        <p:spPr>
          <a:xfrm>
            <a:off x="886619" y="2348753"/>
            <a:ext cx="5867400" cy="1295400"/>
          </a:xfrm>
        </p:spPr>
        <p:txBody>
          <a:bodyPr/>
          <a:lstStyle/>
          <a:p>
            <a:r>
              <a:rPr lang="sl-SI" sz="2400"/>
              <a:t>Poišči šifre jadralcev, ki </a:t>
            </a:r>
            <a:r>
              <a:rPr lang="en-US" sz="2400" err="1"/>
              <a:t>imajo</a:t>
            </a:r>
            <a:r>
              <a:rPr lang="en-US" sz="2400"/>
              <a:t> </a:t>
            </a:r>
            <a:r>
              <a:rPr lang="en-US" sz="2400" err="1"/>
              <a:t>ratinge</a:t>
            </a:r>
            <a:r>
              <a:rPr lang="en-US" sz="2400"/>
              <a:t> vi</a:t>
            </a:r>
            <a:r>
              <a:rPr lang="sl-SI" sz="2400" err="1"/>
              <a:t>šj</a:t>
            </a:r>
            <a:r>
              <a:rPr lang="en-US" sz="2400"/>
              <a:t>e</a:t>
            </a:r>
            <a:r>
              <a:rPr lang="sl-SI" sz="2400"/>
              <a:t> kot </a:t>
            </a:r>
            <a:r>
              <a:rPr lang="en-US" sz="2400"/>
              <a:t>(</a:t>
            </a:r>
            <a:r>
              <a:rPr lang="en-US" sz="2400" err="1"/>
              <a:t>vsaj</a:t>
            </a:r>
            <a:r>
              <a:rPr lang="en-US" sz="2400"/>
              <a:t> en) </a:t>
            </a:r>
            <a:r>
              <a:rPr lang="sl-SI" sz="2400"/>
              <a:t>jadralec z imenom  Henrik. </a:t>
            </a:r>
            <a:r>
              <a:rPr lang="en-US" sz="2400" err="1"/>
              <a:t>Opomba</a:t>
            </a:r>
            <a:r>
              <a:rPr lang="en-US" sz="2400"/>
              <a:t>: </a:t>
            </a:r>
            <a:r>
              <a:rPr lang="en-US" sz="2400" err="1"/>
              <a:t>Henrika</a:t>
            </a:r>
            <a:r>
              <a:rPr lang="en-US" sz="2400"/>
              <a:t> </a:t>
            </a:r>
            <a:r>
              <a:rPr lang="en-US" sz="2400" err="1"/>
              <a:t>sta</a:t>
            </a:r>
            <a:r>
              <a:rPr lang="en-US" sz="2400"/>
              <a:t> </a:t>
            </a:r>
            <a:r>
              <a:rPr lang="en-US" sz="2400" err="1"/>
              <a:t>dva</a:t>
            </a:r>
            <a:r>
              <a:rPr lang="en-US" sz="2400"/>
              <a:t>!</a:t>
            </a:r>
          </a:p>
        </p:txBody>
      </p:sp>
      <p:sp>
        <p:nvSpPr>
          <p:cNvPr id="138245" name="Text Box 5"/>
          <p:cNvSpPr txBox="1">
            <a:spLocks noChangeArrowheads="1"/>
          </p:cNvSpPr>
          <p:nvPr/>
        </p:nvSpPr>
        <p:spPr bwMode="auto">
          <a:xfrm>
            <a:off x="6934200" y="3048000"/>
            <a:ext cx="3124200" cy="22923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jid |</a:t>
            </a:r>
          </a:p>
          <a:p>
            <a:pPr algn="l"/>
            <a:r>
              <a:rPr lang="en-US" sz="1600">
                <a:latin typeface="Courier New" pitchFamily="49" charset="0"/>
              </a:rPr>
              <a:t>+-----+</a:t>
            </a:r>
          </a:p>
          <a:p>
            <a:pPr algn="l"/>
            <a:r>
              <a:rPr lang="en-US" sz="1600">
                <a:latin typeface="Courier New" pitchFamily="49" charset="0"/>
              </a:rPr>
              <a:t>|  31 |</a:t>
            </a:r>
          </a:p>
          <a:p>
            <a:pPr algn="l"/>
            <a:r>
              <a:rPr lang="en-US" sz="1600">
                <a:latin typeface="Courier New" pitchFamily="49" charset="0"/>
              </a:rPr>
              <a:t>|  32 |</a:t>
            </a:r>
          </a:p>
          <a:p>
            <a:pPr algn="l"/>
            <a:r>
              <a:rPr lang="en-US" sz="1600">
                <a:latin typeface="Courier New" pitchFamily="49" charset="0"/>
              </a:rPr>
              <a:t>|  58 |</a:t>
            </a:r>
          </a:p>
          <a:p>
            <a:pPr algn="l"/>
            <a:r>
              <a:rPr lang="en-US" sz="1600">
                <a:latin typeface="Courier New" pitchFamily="49" charset="0"/>
              </a:rPr>
              <a:t>|  71 |</a:t>
            </a:r>
          </a:p>
          <a:p>
            <a:pPr algn="l"/>
            <a:r>
              <a:rPr lang="en-US" sz="1600">
                <a:latin typeface="Courier New" pitchFamily="49" charset="0"/>
              </a:rPr>
              <a:t>|  74 |</a:t>
            </a:r>
          </a:p>
          <a:p>
            <a:pPr algn="l"/>
            <a:r>
              <a:rPr lang="en-US" sz="1600">
                <a:latin typeface="Courier New" pitchFamily="49" charset="0"/>
              </a:rPr>
              <a:t>+-----+</a:t>
            </a:r>
          </a:p>
        </p:txBody>
      </p:sp>
      <p:sp>
        <p:nvSpPr>
          <p:cNvPr id="138246"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38248" name="Rectangle 8"/>
          <p:cNvSpPr>
            <a:spLocks noChangeArrowheads="1"/>
          </p:cNvSpPr>
          <p:nvPr/>
        </p:nvSpPr>
        <p:spPr bwMode="auto">
          <a:xfrm>
            <a:off x="914400" y="5964238"/>
            <a:ext cx="7848600" cy="1785937"/>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en-US" sz="2400"/>
              <a:t>Rating mora biti vi</a:t>
            </a:r>
            <a:r>
              <a:rPr lang="sl-SI" sz="2400"/>
              <a:t>šji od </a:t>
            </a:r>
            <a:r>
              <a:rPr lang="sl-SI" sz="2400">
                <a:solidFill>
                  <a:srgbClr val="FF0066"/>
                </a:solidFill>
              </a:rPr>
              <a:t>vsaj enega</a:t>
            </a:r>
            <a:r>
              <a:rPr lang="sl-SI" sz="2400"/>
              <a:t> Henrika!</a:t>
            </a: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p:bldP spid="138245" grpId="0"/>
      <p:bldP spid="138248" grpId="0"/>
    </p:bldLst>
  </p:timing>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8242" name="AutoShape 2"/>
          <p:cNvSpPr>
            <a:spLocks noGrp="1" noChangeArrowheads="1"/>
          </p:cNvSpPr>
          <p:nvPr>
            <p:ph type="title"/>
          </p:nvPr>
        </p:nvSpPr>
        <p:spPr/>
        <p:txBody>
          <a:bodyPr/>
          <a:lstStyle/>
          <a:p>
            <a:r>
              <a:rPr lang="en-US" sz="3200"/>
              <a:t>Kvantifikatorji v SQL</a:t>
            </a:r>
          </a:p>
        </p:txBody>
      </p:sp>
      <p:sp>
        <p:nvSpPr>
          <p:cNvPr id="138243" name="Rectangle 3"/>
          <p:cNvSpPr>
            <a:spLocks noGrp="1" noChangeArrowheads="1"/>
          </p:cNvSpPr>
          <p:nvPr>
            <p:ph sz="quarter" idx="2"/>
          </p:nvPr>
        </p:nvSpPr>
        <p:spPr>
          <a:xfrm>
            <a:off x="762000" y="3657600"/>
            <a:ext cx="5715000" cy="22860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err="1">
                <a:latin typeface="Courier New" pitchFamily="49" charset="0"/>
              </a:rPr>
              <a:t>j.jid</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r>
              <a:rPr lang="sl-SI" sz="1600">
                <a:latin typeface="Courier New" pitchFamily="49" charset="0"/>
              </a:rPr>
              <a:t> j</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sl-SI" sz="1600" err="1">
                <a:latin typeface="Courier New" pitchFamily="49" charset="0"/>
              </a:rPr>
              <a:t>j.rating</a:t>
            </a:r>
            <a:r>
              <a:rPr lang="sl-SI" sz="1600">
                <a:latin typeface="Courier New" pitchFamily="49" charset="0"/>
              </a:rPr>
              <a:t> </a:t>
            </a:r>
            <a:r>
              <a:rPr lang="en-US" sz="1600">
                <a:latin typeface="Courier New" pitchFamily="49" charset="0"/>
              </a:rPr>
              <a:t>&gt; </a:t>
            </a:r>
            <a:r>
              <a:rPr lang="en-US" sz="1600" b="1">
                <a:latin typeface="Courier New" pitchFamily="49" charset="0"/>
              </a:rPr>
              <a:t>ALL</a:t>
            </a:r>
            <a:endParaRPr lang="sl-SI" sz="1600" b="1">
              <a:latin typeface="Courier New" pitchFamily="49" charset="0"/>
            </a:endParaRP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a:t>
            </a:r>
            <a:r>
              <a:rPr lang="en-US" sz="1600">
                <a:latin typeface="Courier New" pitchFamily="49" charset="0"/>
              </a:rPr>
              <a:t>j2.rating </a:t>
            </a:r>
          </a:p>
          <a:p>
            <a:pPr>
              <a:buFont typeface="Wingdings" pitchFamily="2" charset="2"/>
              <a:buNone/>
            </a:pPr>
            <a:r>
              <a:rPr lang="en-US" sz="1600">
                <a:latin typeface="Courier New" pitchFamily="49" charset="0"/>
              </a:rPr>
              <a:t>	 </a:t>
            </a:r>
            <a:r>
              <a:rPr lang="sl-SI" sz="1600" b="1">
                <a:latin typeface="Courier New" pitchFamily="49" charset="0"/>
              </a:rPr>
              <a:t>FROM</a:t>
            </a:r>
            <a:r>
              <a:rPr lang="sl-SI" sz="1600">
                <a:latin typeface="Courier New" pitchFamily="49" charset="0"/>
              </a:rPr>
              <a:t> </a:t>
            </a:r>
            <a:r>
              <a:rPr lang="en-US" sz="1600" err="1">
                <a:latin typeface="Courier New" pitchFamily="49" charset="0"/>
              </a:rPr>
              <a:t>jadralec</a:t>
            </a:r>
            <a:r>
              <a:rPr lang="en-US" sz="1600">
                <a:latin typeface="Courier New" pitchFamily="49" charset="0"/>
              </a:rPr>
              <a:t> j2</a:t>
            </a:r>
            <a:endParaRPr lang="sl-SI" sz="1600">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	 </a:t>
            </a:r>
            <a:r>
              <a:rPr lang="sl-SI" sz="1600" b="1">
                <a:latin typeface="Courier New" pitchFamily="49" charset="0"/>
              </a:rPr>
              <a:t>WHERE</a:t>
            </a:r>
            <a:r>
              <a:rPr lang="en-US" sz="1600">
                <a:latin typeface="Courier New" pitchFamily="49" charset="0"/>
              </a:rPr>
              <a:t> j2.ime='</a:t>
            </a:r>
            <a:r>
              <a:rPr lang="en-US" sz="1600" err="1">
                <a:latin typeface="Courier New" pitchFamily="49" charset="0"/>
              </a:rPr>
              <a:t>Henrik</a:t>
            </a:r>
            <a:r>
              <a:rPr lang="en-US" sz="1600">
                <a:latin typeface="Courier New" pitchFamily="49" charset="0"/>
              </a:rPr>
              <a:t>');</a:t>
            </a:r>
            <a:endParaRPr lang="sl-SI" sz="1600">
              <a:latin typeface="Courier New" pitchFamily="49" charset="0"/>
            </a:endParaRPr>
          </a:p>
        </p:txBody>
      </p:sp>
      <p:sp>
        <p:nvSpPr>
          <p:cNvPr id="138244" name="Rectangle 4"/>
          <p:cNvSpPr>
            <a:spLocks noGrp="1" noChangeArrowheads="1"/>
          </p:cNvSpPr>
          <p:nvPr>
            <p:ph type="body" sz="half" idx="3"/>
          </p:nvPr>
        </p:nvSpPr>
        <p:spPr>
          <a:xfrm>
            <a:off x="762000" y="2362200"/>
            <a:ext cx="5867400" cy="1219200"/>
          </a:xfrm>
        </p:spPr>
        <p:txBody>
          <a:bodyPr/>
          <a:lstStyle/>
          <a:p>
            <a:r>
              <a:rPr lang="sl-SI" sz="2400"/>
              <a:t>Poišči šifre jadralcev, ki </a:t>
            </a:r>
            <a:r>
              <a:rPr lang="en-US" sz="2400" err="1"/>
              <a:t>imajo</a:t>
            </a:r>
            <a:r>
              <a:rPr lang="en-US" sz="2400"/>
              <a:t> </a:t>
            </a:r>
            <a:r>
              <a:rPr lang="en-US" sz="2400" err="1"/>
              <a:t>ratinge</a:t>
            </a:r>
            <a:r>
              <a:rPr lang="en-US" sz="2400"/>
              <a:t> vi</a:t>
            </a:r>
            <a:r>
              <a:rPr lang="sl-SI" sz="2400" err="1"/>
              <a:t>šj</a:t>
            </a:r>
            <a:r>
              <a:rPr lang="en-US" sz="2400"/>
              <a:t>e</a:t>
            </a:r>
            <a:r>
              <a:rPr lang="sl-SI" sz="2400"/>
              <a:t> kot </a:t>
            </a:r>
            <a:r>
              <a:rPr lang="en-US" sz="2400"/>
              <a:t>(</a:t>
            </a:r>
            <a:r>
              <a:rPr lang="en-US" sz="2400" err="1"/>
              <a:t>vsi</a:t>
            </a:r>
            <a:r>
              <a:rPr lang="en-US" sz="2400"/>
              <a:t>) </a:t>
            </a:r>
            <a:r>
              <a:rPr lang="sl-SI" sz="2400" err="1"/>
              <a:t>jadralc</a:t>
            </a:r>
            <a:r>
              <a:rPr lang="en-US" sz="2400" err="1"/>
              <a:t>i</a:t>
            </a:r>
            <a:r>
              <a:rPr lang="sl-SI" sz="2400"/>
              <a:t> z imenom  Henrik.</a:t>
            </a:r>
            <a:br>
              <a:rPr lang="en-US" sz="2400"/>
            </a:br>
            <a:endParaRPr lang="en-US" sz="2400"/>
          </a:p>
        </p:txBody>
      </p:sp>
      <p:sp>
        <p:nvSpPr>
          <p:cNvPr id="138245" name="Text Box 5"/>
          <p:cNvSpPr txBox="1">
            <a:spLocks noChangeArrowheads="1"/>
          </p:cNvSpPr>
          <p:nvPr/>
        </p:nvSpPr>
        <p:spPr bwMode="auto">
          <a:xfrm>
            <a:off x="6934200" y="3048000"/>
            <a:ext cx="1600200" cy="1569660"/>
          </a:xfrm>
          <a:prstGeom prst="rect">
            <a:avLst/>
          </a:prstGeom>
          <a:noFill/>
          <a:ln w="9525">
            <a:noFill/>
            <a:miter lim="800000"/>
            <a:headEnd/>
            <a:tailEnd/>
          </a:ln>
          <a:effectLst/>
        </p:spPr>
        <p:txBody>
          <a:bodyPr wrap="square">
            <a:spAutoFit/>
          </a:bodyPr>
          <a:lstStyle/>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jid</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  58 |</a:t>
            </a:r>
          </a:p>
          <a:p>
            <a:pPr algn="l"/>
            <a:r>
              <a:rPr lang="en-US" sz="1600">
                <a:latin typeface="Courier New" pitchFamily="49" charset="0"/>
              </a:rPr>
              <a:t>|  71 |</a:t>
            </a:r>
          </a:p>
          <a:p>
            <a:pPr algn="l"/>
            <a:r>
              <a:rPr lang="en-US" sz="1600">
                <a:latin typeface="Courier New" pitchFamily="49" charset="0"/>
              </a:rPr>
              <a:t>+-----+</a:t>
            </a:r>
          </a:p>
        </p:txBody>
      </p:sp>
      <p:sp>
        <p:nvSpPr>
          <p:cNvPr id="138246"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38248" name="Rectangle 8"/>
          <p:cNvSpPr>
            <a:spLocks noChangeArrowheads="1"/>
          </p:cNvSpPr>
          <p:nvPr/>
        </p:nvSpPr>
        <p:spPr bwMode="auto">
          <a:xfrm>
            <a:off x="914400" y="5964239"/>
            <a:ext cx="7848600" cy="588962"/>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en-US" sz="2400"/>
              <a:t>Rating </a:t>
            </a:r>
            <a:r>
              <a:rPr lang="en-US" sz="2400" err="1"/>
              <a:t>mora</a:t>
            </a:r>
            <a:r>
              <a:rPr lang="en-US" sz="2400"/>
              <a:t> </a:t>
            </a:r>
            <a:r>
              <a:rPr lang="en-US" sz="2400" err="1"/>
              <a:t>biti</a:t>
            </a:r>
            <a:r>
              <a:rPr lang="en-US" sz="2400"/>
              <a:t> vi</a:t>
            </a:r>
            <a:r>
              <a:rPr lang="sl-SI" sz="2400" err="1"/>
              <a:t>šji</a:t>
            </a:r>
            <a:r>
              <a:rPr lang="sl-SI" sz="2400"/>
              <a:t> od </a:t>
            </a:r>
            <a:r>
              <a:rPr lang="sl-SI" sz="2400">
                <a:solidFill>
                  <a:srgbClr val="FF0066"/>
                </a:solidFill>
              </a:rPr>
              <a:t>v</a:t>
            </a:r>
            <a:r>
              <a:rPr lang="en-US" sz="2400" err="1">
                <a:solidFill>
                  <a:srgbClr val="FF0066"/>
                </a:solidFill>
              </a:rPr>
              <a:t>seh</a:t>
            </a:r>
            <a:r>
              <a:rPr lang="sl-SI" sz="2400"/>
              <a:t> Henrik</a:t>
            </a:r>
            <a:r>
              <a:rPr lang="en-US" sz="2400" err="1"/>
              <a:t>ov</a:t>
            </a:r>
            <a:r>
              <a:rPr lang="sl-SI" sz="2400"/>
              <a:t>!</a:t>
            </a: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p:bldP spid="138245" grpId="0"/>
      <p:bldP spid="138248" grpId="0"/>
    </p:bld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39266" name="AutoShape 2"/>
          <p:cNvSpPr>
            <a:spLocks noGrp="1" noChangeArrowheads="1"/>
          </p:cNvSpPr>
          <p:nvPr>
            <p:ph type="title"/>
          </p:nvPr>
        </p:nvSpPr>
        <p:spPr/>
        <p:txBody>
          <a:bodyPr/>
          <a:lstStyle/>
          <a:p>
            <a:r>
              <a:rPr lang="en-US" sz="3200"/>
              <a:t>Kvantifikatorji v SQL</a:t>
            </a:r>
          </a:p>
        </p:txBody>
      </p:sp>
      <p:sp>
        <p:nvSpPr>
          <p:cNvPr id="139267" name="Rectangle 3"/>
          <p:cNvSpPr>
            <a:spLocks noGrp="1" noChangeArrowheads="1"/>
          </p:cNvSpPr>
          <p:nvPr>
            <p:ph sz="quarter" idx="2"/>
          </p:nvPr>
        </p:nvSpPr>
        <p:spPr>
          <a:xfrm>
            <a:off x="762000" y="4114800"/>
            <a:ext cx="57150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err="1">
                <a:latin typeface="Courier New" pitchFamily="49" charset="0"/>
              </a:rPr>
              <a:t>j.jid</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r>
              <a:rPr lang="sl-SI" sz="1600">
                <a:latin typeface="Courier New" pitchFamily="49" charset="0"/>
              </a:rPr>
              <a:t> j</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sl-SI" sz="1600" err="1">
                <a:latin typeface="Courier New" pitchFamily="49" charset="0"/>
              </a:rPr>
              <a:t>j.rating</a:t>
            </a:r>
            <a:r>
              <a:rPr lang="sl-SI" sz="1600">
                <a:latin typeface="Courier New" pitchFamily="49" charset="0"/>
              </a:rPr>
              <a:t> </a:t>
            </a:r>
            <a:r>
              <a:rPr lang="en-US" sz="1600">
                <a:latin typeface="Courier New" pitchFamily="49" charset="0"/>
              </a:rPr>
              <a:t>&gt;= </a:t>
            </a:r>
            <a:r>
              <a:rPr lang="en-US" sz="1600" b="1">
                <a:latin typeface="Courier New" pitchFamily="49" charset="0"/>
              </a:rPr>
              <a:t>ALL</a:t>
            </a:r>
            <a:endParaRPr lang="sl-SI" sz="1600" b="1">
              <a:latin typeface="Courier New" pitchFamily="49" charset="0"/>
            </a:endParaRP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a:t>
            </a:r>
            <a:r>
              <a:rPr lang="en-US" sz="1600">
                <a:latin typeface="Courier New" pitchFamily="49" charset="0"/>
              </a:rPr>
              <a:t>j2.rating </a:t>
            </a:r>
          </a:p>
          <a:p>
            <a:pPr>
              <a:buFont typeface="Wingdings" pitchFamily="2" charset="2"/>
              <a:buNone/>
            </a:pPr>
            <a:r>
              <a:rPr lang="en-US" sz="1600">
                <a:latin typeface="Courier New" pitchFamily="49" charset="0"/>
              </a:rPr>
              <a:t>	 </a:t>
            </a:r>
            <a:r>
              <a:rPr lang="sl-SI" sz="1600" b="1">
                <a:latin typeface="Courier New" pitchFamily="49" charset="0"/>
              </a:rPr>
              <a:t>FROM</a:t>
            </a:r>
            <a:r>
              <a:rPr lang="sl-SI" sz="1600">
                <a:latin typeface="Courier New" pitchFamily="49" charset="0"/>
              </a:rPr>
              <a:t> </a:t>
            </a:r>
            <a:r>
              <a:rPr lang="en-US" sz="1600" err="1">
                <a:latin typeface="Courier New" pitchFamily="49" charset="0"/>
              </a:rPr>
              <a:t>jadralec</a:t>
            </a:r>
            <a:r>
              <a:rPr lang="en-US" sz="1600">
                <a:latin typeface="Courier New" pitchFamily="49" charset="0"/>
              </a:rPr>
              <a:t> j2);</a:t>
            </a:r>
            <a:endParaRPr lang="sl-SI" sz="1600">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	</a:t>
            </a:r>
            <a:endParaRPr lang="sl-SI" sz="1600">
              <a:latin typeface="Courier New" pitchFamily="49" charset="0"/>
            </a:endParaRPr>
          </a:p>
        </p:txBody>
      </p:sp>
      <p:sp>
        <p:nvSpPr>
          <p:cNvPr id="139268" name="Rectangle 4"/>
          <p:cNvSpPr>
            <a:spLocks noGrp="1" noChangeArrowheads="1"/>
          </p:cNvSpPr>
          <p:nvPr>
            <p:ph type="body" sz="half" idx="3"/>
          </p:nvPr>
        </p:nvSpPr>
        <p:spPr>
          <a:xfrm>
            <a:off x="762000" y="2362200"/>
            <a:ext cx="5867400" cy="1785938"/>
          </a:xfrm>
        </p:spPr>
        <p:txBody>
          <a:bodyPr/>
          <a:lstStyle/>
          <a:p>
            <a:r>
              <a:rPr lang="sl-SI" sz="2400"/>
              <a:t>Poišči šifre jadralcev, ki </a:t>
            </a:r>
            <a:r>
              <a:rPr lang="en-US" sz="2400" err="1"/>
              <a:t>imajo</a:t>
            </a:r>
            <a:r>
              <a:rPr lang="en-US" sz="2400"/>
              <a:t> </a:t>
            </a:r>
            <a:r>
              <a:rPr lang="sl-SI" sz="2400"/>
              <a:t>najvišji </a:t>
            </a:r>
            <a:r>
              <a:rPr lang="en-US" sz="2400"/>
              <a:t>rating</a:t>
            </a:r>
            <a:r>
              <a:rPr lang="sl-SI" sz="2400"/>
              <a:t>!</a:t>
            </a:r>
            <a:r>
              <a:rPr lang="en-US" sz="2400"/>
              <a:t> </a:t>
            </a:r>
            <a:br>
              <a:rPr lang="en-US" sz="2400"/>
            </a:br>
            <a:r>
              <a:rPr lang="en-US" sz="2400" err="1"/>
              <a:t>Opomba</a:t>
            </a:r>
            <a:r>
              <a:rPr lang="en-US" sz="2400"/>
              <a:t>: </a:t>
            </a:r>
            <a:r>
              <a:rPr lang="sl-SI" sz="2400"/>
              <a:t>lahko jih je več.</a:t>
            </a:r>
            <a:endParaRPr lang="en-US" sz="2400"/>
          </a:p>
        </p:txBody>
      </p:sp>
      <p:sp>
        <p:nvSpPr>
          <p:cNvPr id="139269" name="Text Box 5"/>
          <p:cNvSpPr txBox="1">
            <a:spLocks noChangeArrowheads="1"/>
          </p:cNvSpPr>
          <p:nvPr/>
        </p:nvSpPr>
        <p:spPr bwMode="auto">
          <a:xfrm>
            <a:off x="6934200" y="3048000"/>
            <a:ext cx="3124200" cy="155892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jid |</a:t>
            </a:r>
          </a:p>
          <a:p>
            <a:pPr algn="l"/>
            <a:r>
              <a:rPr lang="en-US" sz="1600">
                <a:latin typeface="Courier New" pitchFamily="49" charset="0"/>
              </a:rPr>
              <a:t>+-----+</a:t>
            </a:r>
          </a:p>
          <a:p>
            <a:pPr algn="l"/>
            <a:r>
              <a:rPr lang="en-US" sz="1600">
                <a:latin typeface="Courier New" pitchFamily="49" charset="0"/>
              </a:rPr>
              <a:t>|  58 |</a:t>
            </a:r>
          </a:p>
          <a:p>
            <a:pPr algn="l"/>
            <a:r>
              <a:rPr lang="en-US" sz="1600">
                <a:latin typeface="Courier New" pitchFamily="49" charset="0"/>
              </a:rPr>
              <a:t>|  71 |</a:t>
            </a:r>
          </a:p>
          <a:p>
            <a:pPr algn="l"/>
            <a:r>
              <a:rPr lang="en-US" sz="1600">
                <a:latin typeface="Courier New" pitchFamily="49" charset="0"/>
              </a:rPr>
              <a:t>+-----+</a:t>
            </a:r>
          </a:p>
        </p:txBody>
      </p:sp>
      <p:sp>
        <p:nvSpPr>
          <p:cNvPr id="139270"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39271" name="Rectangle 7"/>
          <p:cNvSpPr>
            <a:spLocks noChangeArrowheads="1"/>
          </p:cNvSpPr>
          <p:nvPr/>
        </p:nvSpPr>
        <p:spPr bwMode="auto">
          <a:xfrm>
            <a:off x="914400" y="5964238"/>
            <a:ext cx="7848600" cy="1785937"/>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en-US" sz="2400"/>
              <a:t>Rating mora biti vi</a:t>
            </a:r>
            <a:r>
              <a:rPr lang="sl-SI" sz="2400"/>
              <a:t>šji </a:t>
            </a:r>
            <a:r>
              <a:rPr lang="en-US" sz="2400"/>
              <a:t>ali enak </a:t>
            </a:r>
            <a:r>
              <a:rPr lang="sl-SI" sz="2400"/>
              <a:t>od </a:t>
            </a:r>
            <a:r>
              <a:rPr lang="sl-SI" sz="2400">
                <a:solidFill>
                  <a:srgbClr val="FF0066"/>
                </a:solidFill>
              </a:rPr>
              <a:t>vs</a:t>
            </a:r>
            <a:r>
              <a:rPr lang="en-US" sz="2400">
                <a:solidFill>
                  <a:srgbClr val="FF0066"/>
                </a:solidFill>
              </a:rPr>
              <a:t>eh ratingov</a:t>
            </a:r>
            <a:r>
              <a:rPr lang="en-US" sz="2400"/>
              <a:t>, torej tudi od lastnega</a:t>
            </a:r>
            <a:r>
              <a:rPr lang="sl-SI" sz="2400"/>
              <a:t>!</a:t>
            </a: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p:bldP spid="139269" grpId="0"/>
      <p:bldP spid="139271" grpId="0"/>
    </p:bldLst>
  </p:timing>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40290" name="AutoShape 2"/>
          <p:cNvSpPr>
            <a:spLocks noGrp="1" noChangeArrowheads="1"/>
          </p:cNvSpPr>
          <p:nvPr>
            <p:ph type="title"/>
          </p:nvPr>
        </p:nvSpPr>
        <p:spPr/>
        <p:txBody>
          <a:bodyPr/>
          <a:lstStyle/>
          <a:p>
            <a:r>
              <a:rPr lang="en-US" sz="3200"/>
              <a:t>Kvantifikatorji v SQL</a:t>
            </a:r>
          </a:p>
        </p:txBody>
      </p:sp>
      <p:sp>
        <p:nvSpPr>
          <p:cNvPr id="140291" name="Rectangle 3"/>
          <p:cNvSpPr>
            <a:spLocks noGrp="1" noChangeArrowheads="1"/>
          </p:cNvSpPr>
          <p:nvPr>
            <p:ph sz="quarter" idx="2"/>
          </p:nvPr>
        </p:nvSpPr>
        <p:spPr>
          <a:xfrm>
            <a:off x="762000" y="4114800"/>
            <a:ext cx="57150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err="1">
                <a:latin typeface="Courier New" pitchFamily="49" charset="0"/>
              </a:rPr>
              <a:t>j.jid</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r>
              <a:rPr lang="sl-SI" sz="1600">
                <a:latin typeface="Courier New" pitchFamily="49" charset="0"/>
              </a:rPr>
              <a:t> j</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sl-SI" sz="1600" err="1">
                <a:latin typeface="Courier New" pitchFamily="49" charset="0"/>
              </a:rPr>
              <a:t>j.rating</a:t>
            </a:r>
            <a:r>
              <a:rPr lang="sl-SI" sz="1600">
                <a:latin typeface="Courier New" pitchFamily="49" charset="0"/>
              </a:rPr>
              <a:t> </a:t>
            </a:r>
            <a:r>
              <a:rPr lang="en-US" sz="1600">
                <a:latin typeface="Courier New" pitchFamily="49" charset="0"/>
              </a:rPr>
              <a:t>&gt; </a:t>
            </a:r>
            <a:r>
              <a:rPr lang="sl-SI" sz="1600" b="1">
                <a:latin typeface="Courier New" pitchFamily="49" charset="0"/>
              </a:rPr>
              <a:t>ANY</a:t>
            </a: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a:t>
            </a:r>
            <a:r>
              <a:rPr lang="en-US" sz="1600">
                <a:latin typeface="Courier New" pitchFamily="49" charset="0"/>
              </a:rPr>
              <a:t>j2.rating </a:t>
            </a:r>
          </a:p>
          <a:p>
            <a:pPr>
              <a:buFont typeface="Wingdings" pitchFamily="2" charset="2"/>
              <a:buNone/>
            </a:pPr>
            <a:r>
              <a:rPr lang="en-US" sz="1600">
                <a:latin typeface="Courier New" pitchFamily="49" charset="0"/>
              </a:rPr>
              <a:t>	 </a:t>
            </a:r>
            <a:r>
              <a:rPr lang="sl-SI" sz="1600" b="1">
                <a:latin typeface="Courier New" pitchFamily="49" charset="0"/>
              </a:rPr>
              <a:t>FROM</a:t>
            </a:r>
            <a:r>
              <a:rPr lang="sl-SI" sz="1600">
                <a:latin typeface="Courier New" pitchFamily="49" charset="0"/>
              </a:rPr>
              <a:t> </a:t>
            </a:r>
            <a:r>
              <a:rPr lang="en-US" sz="1600" err="1">
                <a:latin typeface="Courier New" pitchFamily="49" charset="0"/>
              </a:rPr>
              <a:t>jadralec</a:t>
            </a:r>
            <a:r>
              <a:rPr lang="en-US" sz="1600">
                <a:latin typeface="Courier New" pitchFamily="49" charset="0"/>
              </a:rPr>
              <a:t> j2);</a:t>
            </a:r>
            <a:endParaRPr lang="sl-SI" sz="1600">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	</a:t>
            </a:r>
            <a:endParaRPr lang="sl-SI" sz="1600">
              <a:latin typeface="Courier New" pitchFamily="49" charset="0"/>
            </a:endParaRPr>
          </a:p>
        </p:txBody>
      </p:sp>
      <p:sp>
        <p:nvSpPr>
          <p:cNvPr id="140292" name="Rectangle 4"/>
          <p:cNvSpPr>
            <a:spLocks noGrp="1" noChangeArrowheads="1"/>
          </p:cNvSpPr>
          <p:nvPr>
            <p:ph type="body" sz="half" idx="3"/>
          </p:nvPr>
        </p:nvSpPr>
        <p:spPr>
          <a:xfrm>
            <a:off x="762000" y="2362200"/>
            <a:ext cx="5867400" cy="1785938"/>
          </a:xfrm>
        </p:spPr>
        <p:txBody>
          <a:bodyPr/>
          <a:lstStyle/>
          <a:p>
            <a:r>
              <a:rPr lang="sl-SI" sz="2400"/>
              <a:t>Poišči šifre jadralcev, ki </a:t>
            </a:r>
            <a:r>
              <a:rPr lang="en-US" sz="2400" err="1"/>
              <a:t>nimajo</a:t>
            </a:r>
            <a:r>
              <a:rPr lang="en-US" sz="2400"/>
              <a:t> </a:t>
            </a:r>
            <a:r>
              <a:rPr lang="sl-SI" sz="2400"/>
              <a:t>naj</a:t>
            </a:r>
            <a:r>
              <a:rPr lang="en-US" sz="2400" err="1"/>
              <a:t>ni</a:t>
            </a:r>
            <a:r>
              <a:rPr lang="sl-SI" sz="2400" err="1"/>
              <a:t>žjega</a:t>
            </a:r>
            <a:r>
              <a:rPr lang="sl-SI" sz="2400"/>
              <a:t> </a:t>
            </a:r>
            <a:r>
              <a:rPr lang="en-US" sz="2400"/>
              <a:t>rating</a:t>
            </a:r>
            <a:r>
              <a:rPr lang="sl-SI" sz="2400"/>
              <a:t>a!</a:t>
            </a:r>
            <a:r>
              <a:rPr lang="en-US" sz="2400"/>
              <a:t> </a:t>
            </a:r>
            <a:br>
              <a:rPr lang="en-US" sz="2400"/>
            </a:br>
            <a:r>
              <a:rPr lang="en-US" sz="2400" err="1"/>
              <a:t>Opomba</a:t>
            </a:r>
            <a:r>
              <a:rPr lang="en-US" sz="2400"/>
              <a:t>: </a:t>
            </a:r>
            <a:r>
              <a:rPr lang="sl-SI" sz="2400"/>
              <a:t>lahko jih je več.</a:t>
            </a:r>
            <a:endParaRPr lang="en-US" sz="2400"/>
          </a:p>
        </p:txBody>
      </p:sp>
      <p:sp>
        <p:nvSpPr>
          <p:cNvPr id="140293" name="Text Box 5"/>
          <p:cNvSpPr txBox="1">
            <a:spLocks noChangeArrowheads="1"/>
          </p:cNvSpPr>
          <p:nvPr/>
        </p:nvSpPr>
        <p:spPr bwMode="auto">
          <a:xfrm>
            <a:off x="6705600" y="2438400"/>
            <a:ext cx="3124200" cy="32702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jid |</a:t>
            </a:r>
          </a:p>
          <a:p>
            <a:pPr algn="l"/>
            <a:r>
              <a:rPr lang="en-US" sz="1600">
                <a:latin typeface="Courier New" pitchFamily="49" charset="0"/>
              </a:rPr>
              <a:t>+-----+</a:t>
            </a:r>
          </a:p>
          <a:p>
            <a:pPr algn="l"/>
            <a:r>
              <a:rPr lang="en-US" sz="1600">
                <a:latin typeface="Courier New" pitchFamily="49" charset="0"/>
              </a:rPr>
              <a:t>|  22 |</a:t>
            </a:r>
          </a:p>
          <a:p>
            <a:pPr algn="l"/>
            <a:r>
              <a:rPr lang="en-US" sz="1600">
                <a:latin typeface="Courier New" pitchFamily="49" charset="0"/>
              </a:rPr>
              <a:t>|  31 |</a:t>
            </a:r>
          </a:p>
          <a:p>
            <a:pPr algn="l"/>
            <a:r>
              <a:rPr lang="en-US" sz="1600">
                <a:latin typeface="Courier New" pitchFamily="49" charset="0"/>
              </a:rPr>
              <a:t>|  32 |</a:t>
            </a:r>
          </a:p>
          <a:p>
            <a:pPr algn="l"/>
            <a:r>
              <a:rPr lang="en-US" sz="1600">
                <a:latin typeface="Courier New" pitchFamily="49" charset="0"/>
              </a:rPr>
              <a:t>|  58 |</a:t>
            </a:r>
          </a:p>
          <a:p>
            <a:pPr algn="l"/>
            <a:r>
              <a:rPr lang="en-US" sz="1600">
                <a:latin typeface="Courier New" pitchFamily="49" charset="0"/>
              </a:rPr>
              <a:t>|  64 |</a:t>
            </a:r>
          </a:p>
          <a:p>
            <a:pPr algn="l"/>
            <a:r>
              <a:rPr lang="en-US" sz="1600">
                <a:latin typeface="Courier New" pitchFamily="49" charset="0"/>
              </a:rPr>
              <a:t>|  71 |</a:t>
            </a:r>
          </a:p>
          <a:p>
            <a:pPr algn="l"/>
            <a:r>
              <a:rPr lang="en-US" sz="1600">
                <a:latin typeface="Courier New" pitchFamily="49" charset="0"/>
              </a:rPr>
              <a:t>|  74 |</a:t>
            </a:r>
          </a:p>
          <a:p>
            <a:pPr algn="l"/>
            <a:r>
              <a:rPr lang="en-US" sz="1600">
                <a:latin typeface="Courier New" pitchFamily="49" charset="0"/>
              </a:rPr>
              <a:t>|  85 |</a:t>
            </a:r>
          </a:p>
          <a:p>
            <a:pPr algn="l"/>
            <a:r>
              <a:rPr lang="en-US" sz="1600">
                <a:latin typeface="Courier New" pitchFamily="49" charset="0"/>
              </a:rPr>
              <a:t>|  95 |</a:t>
            </a:r>
          </a:p>
          <a:p>
            <a:pPr algn="l"/>
            <a:r>
              <a:rPr lang="en-US" sz="1600">
                <a:latin typeface="Courier New" pitchFamily="49" charset="0"/>
              </a:rPr>
              <a:t>+-----+</a:t>
            </a:r>
          </a:p>
        </p:txBody>
      </p:sp>
      <p:sp>
        <p:nvSpPr>
          <p:cNvPr id="140294"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40295" name="Rectangle 7"/>
          <p:cNvSpPr>
            <a:spLocks noChangeArrowheads="1"/>
          </p:cNvSpPr>
          <p:nvPr/>
        </p:nvSpPr>
        <p:spPr bwMode="auto">
          <a:xfrm>
            <a:off x="914400" y="5964238"/>
            <a:ext cx="7848600" cy="1785937"/>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en-US" sz="2400"/>
              <a:t>Rating mora biti </a:t>
            </a:r>
            <a:r>
              <a:rPr lang="sl-SI" sz="2400"/>
              <a:t>strogo </a:t>
            </a:r>
            <a:r>
              <a:rPr lang="en-US" sz="2400"/>
              <a:t>vi</a:t>
            </a:r>
            <a:r>
              <a:rPr lang="sl-SI" sz="2400"/>
              <a:t>šji od </a:t>
            </a:r>
            <a:r>
              <a:rPr lang="sl-SI" sz="2400">
                <a:solidFill>
                  <a:srgbClr val="FF0066"/>
                </a:solidFill>
              </a:rPr>
              <a:t>vsaj enega </a:t>
            </a:r>
            <a:r>
              <a:rPr lang="en-US" sz="2400">
                <a:solidFill>
                  <a:srgbClr val="FF0066"/>
                </a:solidFill>
              </a:rPr>
              <a:t>rating</a:t>
            </a:r>
            <a:r>
              <a:rPr lang="sl-SI" sz="2400">
                <a:solidFill>
                  <a:srgbClr val="FF0066"/>
                </a:solidFill>
              </a:rPr>
              <a:t>a</a:t>
            </a:r>
            <a:r>
              <a:rPr lang="sl-SI" sz="2400"/>
              <a:t>.</a:t>
            </a: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02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0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p:bldP spid="140293" grpId="0"/>
      <p:bldP spid="140295" grpId="0"/>
    </p:bldLst>
  </p:timing>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47458" name="AutoShape 2"/>
          <p:cNvSpPr>
            <a:spLocks noGrp="1" noChangeArrowheads="1"/>
          </p:cNvSpPr>
          <p:nvPr>
            <p:ph type="title"/>
          </p:nvPr>
        </p:nvSpPr>
        <p:spPr/>
        <p:txBody>
          <a:bodyPr/>
          <a:lstStyle/>
          <a:p>
            <a:r>
              <a:rPr lang="sl-SI"/>
              <a:t>Deljenje v SQL</a:t>
            </a:r>
            <a:endParaRPr lang="en-US"/>
          </a:p>
        </p:txBody>
      </p:sp>
      <p:sp>
        <p:nvSpPr>
          <p:cNvPr id="147459" name="Rectangle 3"/>
          <p:cNvSpPr>
            <a:spLocks noGrp="1" noChangeArrowheads="1"/>
          </p:cNvSpPr>
          <p:nvPr>
            <p:ph sz="quarter" idx="2"/>
          </p:nvPr>
        </p:nvSpPr>
        <p:spPr>
          <a:xfrm>
            <a:off x="762000" y="3276600"/>
            <a:ext cx="8229600" cy="2743200"/>
          </a:xfrm>
        </p:spPr>
        <p:txBody>
          <a:bodyPr/>
          <a:lstStyle/>
          <a:p>
            <a:pPr>
              <a:buFont typeface="Wingdings" pitchFamily="2" charset="2"/>
              <a:buNone/>
            </a:pPr>
            <a:r>
              <a:rPr lang="en-US" sz="1600" b="1" dirty="0">
                <a:latin typeface="Courier New" pitchFamily="49" charset="0"/>
              </a:rPr>
              <a:t>SELECT</a:t>
            </a:r>
            <a:r>
              <a:rPr lang="en-US" sz="1600" dirty="0">
                <a:latin typeface="Courier New" pitchFamily="49" charset="0"/>
              </a:rPr>
              <a:t> j.</a:t>
            </a:r>
            <a:r>
              <a:rPr lang="sl-SI" sz="1600" dirty="0">
                <a:latin typeface="Courier New" pitchFamily="49" charset="0"/>
              </a:rPr>
              <a:t>ime</a:t>
            </a:r>
            <a:endParaRPr lang="en-US" sz="1600" dirty="0">
              <a:latin typeface="Courier New" pitchFamily="49" charset="0"/>
            </a:endParaRPr>
          </a:p>
          <a:p>
            <a:pPr>
              <a:buFont typeface="Wingdings" pitchFamily="2" charset="2"/>
              <a:buNone/>
            </a:pPr>
            <a:r>
              <a:rPr lang="en-US" sz="1600" b="1" dirty="0">
                <a:latin typeface="Courier New" pitchFamily="49" charset="0"/>
              </a:rPr>
              <a:t>FROM</a:t>
            </a:r>
            <a:r>
              <a:rPr lang="en-US" sz="1600" dirty="0">
                <a:latin typeface="Courier New" pitchFamily="49" charset="0"/>
              </a:rPr>
              <a:t> </a:t>
            </a:r>
            <a:r>
              <a:rPr lang="en-US" sz="1600" dirty="0" err="1">
                <a:latin typeface="Courier New" pitchFamily="49" charset="0"/>
              </a:rPr>
              <a:t>jadralec</a:t>
            </a:r>
            <a:r>
              <a:rPr lang="en-US" sz="1600" dirty="0">
                <a:latin typeface="Courier New" pitchFamily="49" charset="0"/>
              </a:rPr>
              <a:t> j</a:t>
            </a:r>
            <a:endParaRPr lang="sl-SI" sz="1600" dirty="0">
              <a:latin typeface="Courier New" pitchFamily="49" charset="0"/>
            </a:endParaRPr>
          </a:p>
          <a:p>
            <a:pPr>
              <a:buFont typeface="Wingdings" pitchFamily="2" charset="2"/>
              <a:buNone/>
            </a:pPr>
            <a:r>
              <a:rPr lang="en-US" sz="1600" b="1" dirty="0">
                <a:latin typeface="Courier New" pitchFamily="49" charset="0"/>
              </a:rPr>
              <a:t>WHERE </a:t>
            </a:r>
            <a:r>
              <a:rPr lang="sl-SI" sz="1600" b="1" dirty="0">
                <a:latin typeface="Courier New" pitchFamily="49" charset="0"/>
              </a:rPr>
              <a:t>NOT EXISTS </a:t>
            </a:r>
            <a:r>
              <a:rPr lang="en-US" sz="1600" b="1" dirty="0">
                <a:latin typeface="Courier New" pitchFamily="49" charset="0"/>
              </a:rPr>
              <a:t>           </a:t>
            </a:r>
            <a:r>
              <a:rPr lang="en-US" sz="1600" dirty="0">
                <a:latin typeface="Courier New" pitchFamily="49" charset="0"/>
              </a:rPr>
              <a:t>-- </a:t>
            </a:r>
            <a:r>
              <a:rPr lang="en-US" sz="1600" dirty="0" err="1">
                <a:latin typeface="Courier New" pitchFamily="49" charset="0"/>
              </a:rPr>
              <a:t>Vsi</a:t>
            </a:r>
            <a:r>
              <a:rPr lang="en-US" sz="1600" dirty="0">
                <a:latin typeface="Courier New" pitchFamily="49" charset="0"/>
              </a:rPr>
              <a:t> - </a:t>
            </a:r>
            <a:r>
              <a:rPr lang="en-US" sz="1600" dirty="0" err="1">
                <a:latin typeface="Courier New" pitchFamily="49" charset="0"/>
              </a:rPr>
              <a:t>Rezervirani</a:t>
            </a:r>
            <a:r>
              <a:rPr lang="en-US" sz="1600" dirty="0">
                <a:latin typeface="Courier New" pitchFamily="49" charset="0"/>
              </a:rPr>
              <a:t> = </a:t>
            </a:r>
            <a:r>
              <a:rPr lang="en-US" sz="1600" dirty="0" err="1">
                <a:latin typeface="Courier New" pitchFamily="49" charset="0"/>
              </a:rPr>
              <a:t>prazna</a:t>
            </a:r>
            <a:r>
              <a:rPr lang="en-US" sz="1600" dirty="0">
                <a:latin typeface="Courier New" pitchFamily="49" charset="0"/>
              </a:rPr>
              <a:t> </a:t>
            </a:r>
            <a:r>
              <a:rPr lang="en-US" sz="1600" dirty="0" err="1">
                <a:latin typeface="Courier New" pitchFamily="49" charset="0"/>
              </a:rPr>
              <a:t>mnozica</a:t>
            </a:r>
            <a:endParaRPr lang="en-US" sz="1600" dirty="0">
              <a:latin typeface="Courier New" pitchFamily="49" charset="0"/>
            </a:endParaRPr>
          </a:p>
          <a:p>
            <a:pPr>
              <a:buFont typeface="Wingdings" pitchFamily="2" charset="2"/>
              <a:buNone/>
            </a:pPr>
            <a:r>
              <a:rPr lang="en-US" sz="1600" dirty="0">
                <a:latin typeface="Courier New" pitchFamily="49" charset="0"/>
              </a:rPr>
              <a:t>   (</a:t>
            </a:r>
            <a:r>
              <a:rPr lang="en-US" sz="1600" b="1" dirty="0">
                <a:latin typeface="Courier New" pitchFamily="49" charset="0"/>
              </a:rPr>
              <a:t>SELECT</a:t>
            </a:r>
            <a:r>
              <a:rPr lang="en-US" sz="1600" dirty="0">
                <a:latin typeface="Courier New" pitchFamily="49" charset="0"/>
              </a:rPr>
              <a:t> </a:t>
            </a:r>
            <a:r>
              <a:rPr lang="en-US" sz="1600" dirty="0" err="1">
                <a:latin typeface="Courier New" pitchFamily="49" charset="0"/>
              </a:rPr>
              <a:t>c.cid</a:t>
            </a:r>
            <a:r>
              <a:rPr lang="en-US" sz="1600" dirty="0">
                <a:latin typeface="Courier New" pitchFamily="49" charset="0"/>
              </a:rPr>
              <a:t>            -- </a:t>
            </a:r>
            <a:r>
              <a:rPr lang="en-US" sz="1600" dirty="0" err="1">
                <a:latin typeface="Courier New" pitchFamily="49" charset="0"/>
              </a:rPr>
              <a:t>Vsi</a:t>
            </a:r>
            <a:r>
              <a:rPr lang="en-US" sz="1600" dirty="0">
                <a:latin typeface="Courier New" pitchFamily="49" charset="0"/>
              </a:rPr>
              <a:t> </a:t>
            </a:r>
            <a:r>
              <a:rPr lang="en-US" sz="1600" dirty="0" err="1">
                <a:latin typeface="Courier New" pitchFamily="49" charset="0"/>
              </a:rPr>
              <a:t>colni</a:t>
            </a:r>
            <a:endParaRPr lang="en-US" sz="1600" dirty="0">
              <a:latin typeface="Courier New" pitchFamily="49" charset="0"/>
            </a:endParaRPr>
          </a:p>
          <a:p>
            <a:pPr>
              <a:buFont typeface="Wingdings" pitchFamily="2" charset="2"/>
              <a:buNone/>
            </a:pPr>
            <a:r>
              <a:rPr lang="en-US" sz="1600" dirty="0">
                <a:latin typeface="Courier New" pitchFamily="49" charset="0"/>
              </a:rPr>
              <a:t>    </a:t>
            </a:r>
            <a:r>
              <a:rPr lang="en-US" sz="1600" b="1" dirty="0">
                <a:latin typeface="Courier New" pitchFamily="49" charset="0"/>
              </a:rPr>
              <a:t>FROM</a:t>
            </a:r>
            <a:r>
              <a:rPr lang="en-US" sz="1600" dirty="0">
                <a:latin typeface="Courier New" pitchFamily="49" charset="0"/>
              </a:rPr>
              <a:t> </a:t>
            </a:r>
            <a:r>
              <a:rPr lang="en-US" sz="1600" dirty="0" err="1">
                <a:latin typeface="Courier New" pitchFamily="49" charset="0"/>
              </a:rPr>
              <a:t>coln</a:t>
            </a:r>
            <a:r>
              <a:rPr lang="en-US" sz="1600" dirty="0">
                <a:latin typeface="Courier New" pitchFamily="49" charset="0"/>
              </a:rPr>
              <a:t> c</a:t>
            </a:r>
          </a:p>
          <a:p>
            <a:pPr>
              <a:buFont typeface="Wingdings" pitchFamily="2" charset="2"/>
              <a:buNone/>
            </a:pPr>
            <a:r>
              <a:rPr lang="en-US" sz="1600" dirty="0">
                <a:latin typeface="Courier New" pitchFamily="49" charset="0"/>
              </a:rPr>
              <a:t>    </a:t>
            </a:r>
            <a:r>
              <a:rPr lang="en-US" sz="1600" b="1" dirty="0">
                <a:latin typeface="Courier New" pitchFamily="49" charset="0"/>
              </a:rPr>
              <a:t>MINUS    </a:t>
            </a:r>
          </a:p>
          <a:p>
            <a:pPr>
              <a:buFont typeface="Wingdings" pitchFamily="2" charset="2"/>
              <a:buNone/>
            </a:pPr>
            <a:r>
              <a:rPr lang="en-US" sz="1600" dirty="0">
                <a:latin typeface="Courier New" pitchFamily="49" charset="0"/>
              </a:rPr>
              <a:t>    </a:t>
            </a:r>
            <a:r>
              <a:rPr lang="en-US" sz="1600" b="1" dirty="0">
                <a:latin typeface="Courier New" pitchFamily="49" charset="0"/>
              </a:rPr>
              <a:t>SELECT</a:t>
            </a:r>
            <a:r>
              <a:rPr lang="en-US" sz="1600" dirty="0">
                <a:latin typeface="Courier New" pitchFamily="49" charset="0"/>
              </a:rPr>
              <a:t> </a:t>
            </a:r>
            <a:r>
              <a:rPr lang="en-US" sz="1600" dirty="0" err="1">
                <a:latin typeface="Courier New" pitchFamily="49" charset="0"/>
              </a:rPr>
              <a:t>r.cid</a:t>
            </a:r>
            <a:r>
              <a:rPr lang="en-US" sz="1600" dirty="0">
                <a:latin typeface="Courier New" pitchFamily="49" charset="0"/>
              </a:rPr>
              <a:t>            -- </a:t>
            </a:r>
            <a:r>
              <a:rPr lang="en-US" sz="1600" dirty="0" err="1">
                <a:latin typeface="Courier New" pitchFamily="49" charset="0"/>
              </a:rPr>
              <a:t>Rezervirani</a:t>
            </a:r>
            <a:r>
              <a:rPr lang="en-US" sz="1600" dirty="0">
                <a:latin typeface="Courier New" pitchFamily="49" charset="0"/>
              </a:rPr>
              <a:t> </a:t>
            </a:r>
            <a:r>
              <a:rPr lang="en-US" sz="1600" dirty="0" err="1">
                <a:latin typeface="Courier New" pitchFamily="49" charset="0"/>
              </a:rPr>
              <a:t>colni</a:t>
            </a:r>
            <a:r>
              <a:rPr lang="en-US" sz="1600" dirty="0">
                <a:latin typeface="Courier New" pitchFamily="49" charset="0"/>
              </a:rPr>
              <a:t> </a:t>
            </a:r>
          </a:p>
          <a:p>
            <a:pPr>
              <a:buNone/>
            </a:pPr>
            <a:r>
              <a:rPr lang="en-US" sz="1600" dirty="0">
                <a:latin typeface="Courier New" pitchFamily="49" charset="0"/>
              </a:rPr>
              <a:t>    </a:t>
            </a:r>
            <a:r>
              <a:rPr lang="en-US" sz="1600" b="1" dirty="0">
                <a:latin typeface="Courier New" pitchFamily="49" charset="0"/>
              </a:rPr>
              <a:t>FROM</a:t>
            </a:r>
            <a:r>
              <a:rPr lang="en-US" sz="1600" dirty="0">
                <a:latin typeface="Courier New" pitchFamily="49" charset="0"/>
              </a:rPr>
              <a:t> </a:t>
            </a:r>
            <a:r>
              <a:rPr lang="en-US" sz="1600" dirty="0" err="1">
                <a:latin typeface="Courier New" pitchFamily="49" charset="0"/>
              </a:rPr>
              <a:t>rezervacija</a:t>
            </a:r>
            <a:r>
              <a:rPr lang="en-US" sz="1600" dirty="0">
                <a:latin typeface="Courier New" pitchFamily="49" charset="0"/>
              </a:rPr>
              <a:t> r      -- za </a:t>
            </a:r>
            <a:r>
              <a:rPr lang="en-US" sz="1600" dirty="0" err="1">
                <a:latin typeface="Courier New" pitchFamily="49" charset="0"/>
              </a:rPr>
              <a:t>vsakega</a:t>
            </a:r>
            <a:r>
              <a:rPr lang="en-US" sz="1600" dirty="0">
                <a:latin typeface="Courier New" pitchFamily="49" charset="0"/>
              </a:rPr>
              <a:t> </a:t>
            </a:r>
            <a:r>
              <a:rPr lang="en-US" sz="1600" dirty="0" err="1">
                <a:latin typeface="Courier New" pitchFamily="49" charset="0"/>
              </a:rPr>
              <a:t>jadralca</a:t>
            </a:r>
            <a:endParaRPr lang="en-US" sz="1600" dirty="0">
              <a:latin typeface="Courier New" pitchFamily="49" charset="0"/>
            </a:endParaRPr>
          </a:p>
          <a:p>
            <a:pPr>
              <a:buNone/>
            </a:pPr>
            <a:r>
              <a:rPr lang="en-US" sz="1600" dirty="0">
                <a:latin typeface="Courier New" pitchFamily="49" charset="0"/>
              </a:rPr>
              <a:t>	 </a:t>
            </a:r>
            <a:r>
              <a:rPr lang="en-US" sz="1600" b="1" dirty="0">
                <a:latin typeface="Courier New" pitchFamily="49" charset="0"/>
              </a:rPr>
              <a:t>WHERE</a:t>
            </a:r>
            <a:r>
              <a:rPr lang="en-US" sz="1600" dirty="0">
                <a:latin typeface="Courier New" pitchFamily="49" charset="0"/>
              </a:rPr>
              <a:t> </a:t>
            </a:r>
            <a:r>
              <a:rPr lang="en-US" sz="1600" dirty="0" err="1">
                <a:latin typeface="Courier New" pitchFamily="49" charset="0"/>
              </a:rPr>
              <a:t>r.jid</a:t>
            </a:r>
            <a:r>
              <a:rPr lang="en-US" sz="1600" dirty="0">
                <a:latin typeface="Courier New" pitchFamily="49" charset="0"/>
              </a:rPr>
              <a:t> = </a:t>
            </a:r>
            <a:r>
              <a:rPr lang="en-US" sz="1600" dirty="0" err="1">
                <a:latin typeface="Courier New" pitchFamily="49" charset="0"/>
              </a:rPr>
              <a:t>j.jid</a:t>
            </a:r>
            <a:r>
              <a:rPr lang="en-US" sz="1600" dirty="0">
                <a:latin typeface="Courier New" pitchFamily="49" charset="0"/>
              </a:rPr>
              <a:t>);   -- </a:t>
            </a:r>
            <a:r>
              <a:rPr lang="en-US" sz="1600" dirty="0" err="1">
                <a:latin typeface="Courier New" pitchFamily="49" charset="0"/>
              </a:rPr>
              <a:t>posebej</a:t>
            </a:r>
            <a:r>
              <a:rPr lang="en-US" sz="1600" dirty="0">
                <a:latin typeface="Courier New" pitchFamily="49" charset="0"/>
              </a:rPr>
              <a:t> (</a:t>
            </a:r>
            <a:r>
              <a:rPr lang="en-US" sz="1600" dirty="0" err="1">
                <a:latin typeface="Courier New" pitchFamily="49" charset="0"/>
              </a:rPr>
              <a:t>korelirana</a:t>
            </a:r>
            <a:r>
              <a:rPr lang="en-US" sz="1600" dirty="0">
                <a:latin typeface="Courier New" pitchFamily="49" charset="0"/>
              </a:rPr>
              <a:t>)  </a:t>
            </a:r>
          </a:p>
          <a:p>
            <a:pPr>
              <a:buFont typeface="Wingdings" pitchFamily="2" charset="2"/>
              <a:buNone/>
            </a:pPr>
            <a:endParaRPr lang="en-US" sz="1600" dirty="0">
              <a:latin typeface="Courier New" pitchFamily="49" charset="0"/>
            </a:endParaRPr>
          </a:p>
        </p:txBody>
      </p:sp>
      <p:sp>
        <p:nvSpPr>
          <p:cNvPr id="147460" name="Rectangle 4"/>
          <p:cNvSpPr>
            <a:spLocks noGrp="1" noChangeArrowheads="1"/>
          </p:cNvSpPr>
          <p:nvPr>
            <p:ph type="body" sz="half" idx="3"/>
          </p:nvPr>
        </p:nvSpPr>
        <p:spPr>
          <a:xfrm>
            <a:off x="762000" y="2362200"/>
            <a:ext cx="6858000" cy="914400"/>
          </a:xfrm>
        </p:spPr>
        <p:txBody>
          <a:bodyPr/>
          <a:lstStyle/>
          <a:p>
            <a:r>
              <a:rPr lang="sl-SI" sz="2000" dirty="0"/>
              <a:t>Poišči imena jadralcev, ki so rezervirali </a:t>
            </a:r>
            <a:r>
              <a:rPr lang="sl-SI" sz="2000" b="1" dirty="0">
                <a:solidFill>
                  <a:srgbClr val="FF0066"/>
                </a:solidFill>
              </a:rPr>
              <a:t>vse</a:t>
            </a:r>
            <a:r>
              <a:rPr lang="sl-SI" sz="2000" dirty="0"/>
              <a:t> čolne.</a:t>
            </a:r>
          </a:p>
          <a:p>
            <a:r>
              <a:rPr lang="sl-SI" sz="2000" dirty="0"/>
              <a:t>Tipična naloga za deljenje</a:t>
            </a:r>
            <a:r>
              <a:rPr lang="en-US" sz="2000" dirty="0"/>
              <a:t> (</a:t>
            </a:r>
            <a:r>
              <a:rPr lang="en-US" sz="2000" dirty="0" err="1"/>
              <a:t>univerzalna</a:t>
            </a:r>
            <a:r>
              <a:rPr lang="en-US" sz="2000" dirty="0"/>
              <a:t> </a:t>
            </a:r>
            <a:r>
              <a:rPr lang="en-US" sz="2000" dirty="0" err="1"/>
              <a:t>kvantifikacija</a:t>
            </a:r>
            <a:r>
              <a:rPr lang="en-US" sz="2000" dirty="0"/>
              <a:t>)</a:t>
            </a:r>
            <a:br>
              <a:rPr lang="sl-SI" sz="2000" dirty="0"/>
            </a:br>
            <a:endParaRPr lang="en-US" sz="2000" dirty="0"/>
          </a:p>
        </p:txBody>
      </p:sp>
      <p:sp>
        <p:nvSpPr>
          <p:cNvPr id="147462" name="Text Box 6"/>
          <p:cNvSpPr txBox="1">
            <a:spLocks noChangeArrowheads="1"/>
          </p:cNvSpPr>
          <p:nvPr/>
        </p:nvSpPr>
        <p:spPr bwMode="auto">
          <a:xfrm>
            <a:off x="7581900" y="5181600"/>
            <a:ext cx="3124200" cy="13144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ime</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Darko</a:t>
            </a:r>
            <a:r>
              <a:rPr lang="en-US" sz="1600">
                <a:latin typeface="Courier New" pitchFamily="49" charset="0"/>
              </a:rPr>
              <a:t>  |</a:t>
            </a:r>
          </a:p>
          <a:p>
            <a:pPr algn="l"/>
            <a:r>
              <a:rPr lang="en-US" sz="1600">
                <a:latin typeface="Courier New" pitchFamily="49" charset="0"/>
              </a:rPr>
              <a:t>+--------+</a:t>
            </a:r>
          </a:p>
        </p:txBody>
      </p:sp>
      <p:sp>
        <p:nvSpPr>
          <p:cNvPr id="147464" name="Text Box 8"/>
          <p:cNvSpPr txBox="1">
            <a:spLocks noChangeArrowheads="1"/>
          </p:cNvSpPr>
          <p:nvPr/>
        </p:nvSpPr>
        <p:spPr bwMode="auto">
          <a:xfrm>
            <a:off x="3171889" y="277019"/>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grpSp>
        <p:nvGrpSpPr>
          <p:cNvPr id="209" name="Group 208"/>
          <p:cNvGrpSpPr>
            <a:grpSpLocks noChangeAspect="1"/>
          </p:cNvGrpSpPr>
          <p:nvPr>
            <p:custDataLst>
              <p:tags r:id="rId1"/>
            </p:custDataLst>
          </p:nvPr>
        </p:nvGrpSpPr>
        <p:grpSpPr>
          <a:xfrm>
            <a:off x="3355848" y="3351213"/>
            <a:ext cx="5540502" cy="458787"/>
            <a:chOff x="3519487" y="3656013"/>
            <a:chExt cx="5238750" cy="458787"/>
          </a:xfrm>
        </p:grpSpPr>
        <p:sp>
          <p:nvSpPr>
            <p:cNvPr id="157" name="Freeform 318"/>
            <p:cNvSpPr>
              <a:spLocks/>
            </p:cNvSpPr>
            <p:nvPr>
              <p:custDataLst>
                <p:tags r:id="rId2"/>
              </p:custDataLst>
            </p:nvPr>
          </p:nvSpPr>
          <p:spPr bwMode="auto">
            <a:xfrm>
              <a:off x="3519487" y="3676650"/>
              <a:ext cx="153988" cy="201612"/>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0 h 339"/>
                <a:gd name="T34" fmla="*/ 96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8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8"/>
                    <a:pt x="96" y="300"/>
                  </a:cubicBezTo>
                  <a:lnTo>
                    <a:pt x="96" y="15"/>
                  </a:lnTo>
                  <a:lnTo>
                    <a:pt x="245" y="15"/>
                  </a:lnTo>
                  <a:lnTo>
                    <a:pt x="245" y="300"/>
                  </a:lnTo>
                  <a:cubicBezTo>
                    <a:pt x="245" y="318"/>
                    <a:pt x="244" y="324"/>
                    <a:pt x="205" y="324"/>
                  </a:cubicBezTo>
                  <a:lnTo>
                    <a:pt x="193" y="324"/>
                  </a:lnTo>
                  <a:lnTo>
                    <a:pt x="193" y="339"/>
                  </a:lnTo>
                  <a:cubicBezTo>
                    <a:pt x="211" y="338"/>
                    <a:pt x="248" y="338"/>
                    <a:pt x="267" y="338"/>
                  </a:cubicBezTo>
                  <a:cubicBezTo>
                    <a:pt x="286" y="338"/>
                    <a:pt x="323" y="338"/>
                    <a:pt x="340" y="339"/>
                  </a:cubicBezTo>
                  <a:lnTo>
                    <a:pt x="340" y="324"/>
                  </a:lnTo>
                  <a:lnTo>
                    <a:pt x="328"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319"/>
            <p:cNvSpPr>
              <a:spLocks noEditPoints="1"/>
            </p:cNvSpPr>
            <p:nvPr>
              <p:custDataLst>
                <p:tags r:id="rId3"/>
              </p:custDataLst>
            </p:nvPr>
          </p:nvSpPr>
          <p:spPr bwMode="auto">
            <a:xfrm>
              <a:off x="3687762" y="3784600"/>
              <a:ext cx="49213" cy="139700"/>
            </a:xfrm>
            <a:custGeom>
              <a:avLst/>
              <a:gdLst>
                <a:gd name="T0" fmla="*/ 97 w 106"/>
                <a:gd name="T1" fmla="*/ 13 h 234"/>
                <a:gd name="T2" fmla="*/ 83 w 106"/>
                <a:gd name="T3" fmla="*/ 0 h 234"/>
                <a:gd name="T4" fmla="*/ 64 w 106"/>
                <a:gd name="T5" fmla="*/ 19 h 234"/>
                <a:gd name="T6" fmla="*/ 77 w 106"/>
                <a:gd name="T7" fmla="*/ 32 h 234"/>
                <a:gd name="T8" fmla="*/ 97 w 106"/>
                <a:gd name="T9" fmla="*/ 13 h 234"/>
                <a:gd name="T10" fmla="*/ 26 w 106"/>
                <a:gd name="T11" fmla="*/ 190 h 234"/>
                <a:gd name="T12" fmla="*/ 23 w 106"/>
                <a:gd name="T13" fmla="*/ 205 h 234"/>
                <a:gd name="T14" fmla="*/ 56 w 106"/>
                <a:gd name="T15" fmla="*/ 234 h 234"/>
                <a:gd name="T16" fmla="*/ 106 w 106"/>
                <a:gd name="T17" fmla="*/ 181 h 234"/>
                <a:gd name="T18" fmla="*/ 100 w 106"/>
                <a:gd name="T19" fmla="*/ 176 h 234"/>
                <a:gd name="T20" fmla="*/ 94 w 106"/>
                <a:gd name="T21" fmla="*/ 182 h 234"/>
                <a:gd name="T22" fmla="*/ 57 w 106"/>
                <a:gd name="T23" fmla="*/ 225 h 234"/>
                <a:gd name="T24" fmla="*/ 48 w 106"/>
                <a:gd name="T25" fmla="*/ 212 h 234"/>
                <a:gd name="T26" fmla="*/ 54 w 106"/>
                <a:gd name="T27" fmla="*/ 190 h 234"/>
                <a:gd name="T28" fmla="*/ 65 w 106"/>
                <a:gd name="T29" fmla="*/ 162 h 234"/>
                <a:gd name="T30" fmla="*/ 82 w 106"/>
                <a:gd name="T31" fmla="*/ 118 h 234"/>
                <a:gd name="T32" fmla="*/ 84 w 106"/>
                <a:gd name="T33" fmla="*/ 107 h 234"/>
                <a:gd name="T34" fmla="*/ 51 w 106"/>
                <a:gd name="T35" fmla="*/ 77 h 234"/>
                <a:gd name="T36" fmla="*/ 0 w 106"/>
                <a:gd name="T37" fmla="*/ 130 h 234"/>
                <a:gd name="T38" fmla="*/ 6 w 106"/>
                <a:gd name="T39" fmla="*/ 135 h 234"/>
                <a:gd name="T40" fmla="*/ 13 w 106"/>
                <a:gd name="T41" fmla="*/ 129 h 234"/>
                <a:gd name="T42" fmla="*/ 50 w 106"/>
                <a:gd name="T43" fmla="*/ 87 h 234"/>
                <a:gd name="T44" fmla="*/ 59 w 106"/>
                <a:gd name="T45" fmla="*/ 99 h 234"/>
                <a:gd name="T46" fmla="*/ 48 w 106"/>
                <a:gd name="T47" fmla="*/ 134 h 234"/>
                <a:gd name="T48" fmla="*/ 26 w 106"/>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4">
                  <a:moveTo>
                    <a:pt x="97" y="13"/>
                  </a:moveTo>
                  <a:cubicBezTo>
                    <a:pt x="97" y="7"/>
                    <a:pt x="93" y="0"/>
                    <a:pt x="83" y="0"/>
                  </a:cubicBezTo>
                  <a:cubicBezTo>
                    <a:pt x="74" y="0"/>
                    <a:pt x="64" y="9"/>
                    <a:pt x="64" y="19"/>
                  </a:cubicBezTo>
                  <a:cubicBezTo>
                    <a:pt x="64" y="25"/>
                    <a:pt x="68" y="32"/>
                    <a:pt x="77" y="32"/>
                  </a:cubicBezTo>
                  <a:cubicBezTo>
                    <a:pt x="88" y="32"/>
                    <a:pt x="97" y="22"/>
                    <a:pt x="97" y="13"/>
                  </a:cubicBezTo>
                  <a:close/>
                  <a:moveTo>
                    <a:pt x="26" y="190"/>
                  </a:moveTo>
                  <a:cubicBezTo>
                    <a:pt x="24" y="195"/>
                    <a:pt x="23" y="199"/>
                    <a:pt x="23" y="205"/>
                  </a:cubicBezTo>
                  <a:cubicBezTo>
                    <a:pt x="23" y="221"/>
                    <a:pt x="37" y="234"/>
                    <a:pt x="56" y="234"/>
                  </a:cubicBezTo>
                  <a:cubicBezTo>
                    <a:pt x="91" y="234"/>
                    <a:pt x="106" y="186"/>
                    <a:pt x="106" y="181"/>
                  </a:cubicBezTo>
                  <a:cubicBezTo>
                    <a:pt x="106" y="176"/>
                    <a:pt x="102" y="176"/>
                    <a:pt x="100" y="176"/>
                  </a:cubicBezTo>
                  <a:cubicBezTo>
                    <a:pt x="96" y="176"/>
                    <a:pt x="95" y="179"/>
                    <a:pt x="94" y="182"/>
                  </a:cubicBezTo>
                  <a:cubicBezTo>
                    <a:pt x="86" y="210"/>
                    <a:pt x="70" y="225"/>
                    <a:pt x="57" y="225"/>
                  </a:cubicBezTo>
                  <a:cubicBezTo>
                    <a:pt x="50" y="225"/>
                    <a:pt x="48" y="220"/>
                    <a:pt x="48" y="212"/>
                  </a:cubicBezTo>
                  <a:cubicBezTo>
                    <a:pt x="48" y="204"/>
                    <a:pt x="51" y="198"/>
                    <a:pt x="54" y="190"/>
                  </a:cubicBezTo>
                  <a:cubicBezTo>
                    <a:pt x="57" y="181"/>
                    <a:pt x="61" y="171"/>
                    <a:pt x="65" y="162"/>
                  </a:cubicBezTo>
                  <a:cubicBezTo>
                    <a:pt x="68" y="154"/>
                    <a:pt x="81" y="122"/>
                    <a:pt x="82" y="118"/>
                  </a:cubicBezTo>
                  <a:cubicBezTo>
                    <a:pt x="83" y="114"/>
                    <a:pt x="84" y="110"/>
                    <a:pt x="84" y="107"/>
                  </a:cubicBezTo>
                  <a:cubicBezTo>
                    <a:pt x="84" y="90"/>
                    <a:pt x="70" y="77"/>
                    <a:pt x="51" y="77"/>
                  </a:cubicBezTo>
                  <a:cubicBezTo>
                    <a:pt x="16" y="77"/>
                    <a:pt x="0" y="124"/>
                    <a:pt x="0" y="130"/>
                  </a:cubicBezTo>
                  <a:cubicBezTo>
                    <a:pt x="0" y="135"/>
                    <a:pt x="5" y="135"/>
                    <a:pt x="6" y="135"/>
                  </a:cubicBezTo>
                  <a:cubicBezTo>
                    <a:pt x="11" y="135"/>
                    <a:pt x="12" y="133"/>
                    <a:pt x="13" y="129"/>
                  </a:cubicBezTo>
                  <a:cubicBezTo>
                    <a:pt x="22" y="99"/>
                    <a:pt x="37" y="87"/>
                    <a:pt x="50" y="87"/>
                  </a:cubicBezTo>
                  <a:cubicBezTo>
                    <a:pt x="56" y="87"/>
                    <a:pt x="59" y="90"/>
                    <a:pt x="59" y="99"/>
                  </a:cubicBezTo>
                  <a:cubicBezTo>
                    <a:pt x="59" y="107"/>
                    <a:pt x="57"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320"/>
            <p:cNvSpPr>
              <a:spLocks/>
            </p:cNvSpPr>
            <p:nvPr>
              <p:custDataLst>
                <p:tags r:id="rId4"/>
              </p:custDataLst>
            </p:nvPr>
          </p:nvSpPr>
          <p:spPr bwMode="auto">
            <a:xfrm>
              <a:off x="3752850" y="3830638"/>
              <a:ext cx="146050" cy="93662"/>
            </a:xfrm>
            <a:custGeom>
              <a:avLst/>
              <a:gdLst>
                <a:gd name="T0" fmla="*/ 135 w 321"/>
                <a:gd name="T1" fmla="*/ 126 h 157"/>
                <a:gd name="T2" fmla="*/ 130 w 321"/>
                <a:gd name="T3" fmla="*/ 146 h 157"/>
                <a:gd name="T4" fmla="*/ 142 w 321"/>
                <a:gd name="T5" fmla="*/ 157 h 157"/>
                <a:gd name="T6" fmla="*/ 156 w 321"/>
                <a:gd name="T7" fmla="*/ 150 h 157"/>
                <a:gd name="T8" fmla="*/ 162 w 321"/>
                <a:gd name="T9" fmla="*/ 128 h 157"/>
                <a:gd name="T10" fmla="*/ 170 w 321"/>
                <a:gd name="T11" fmla="*/ 97 h 157"/>
                <a:gd name="T12" fmla="*/ 176 w 321"/>
                <a:gd name="T13" fmla="*/ 73 h 157"/>
                <a:gd name="T14" fmla="*/ 187 w 321"/>
                <a:gd name="T15" fmla="*/ 47 h 157"/>
                <a:gd name="T16" fmla="*/ 242 w 321"/>
                <a:gd name="T17" fmla="*/ 10 h 157"/>
                <a:gd name="T18" fmla="*/ 263 w 321"/>
                <a:gd name="T19" fmla="*/ 34 h 157"/>
                <a:gd name="T20" fmla="*/ 242 w 321"/>
                <a:gd name="T21" fmla="*/ 108 h 157"/>
                <a:gd name="T22" fmla="*/ 237 w 321"/>
                <a:gd name="T23" fmla="*/ 127 h 157"/>
                <a:gd name="T24" fmla="*/ 270 w 321"/>
                <a:gd name="T25" fmla="*/ 157 h 157"/>
                <a:gd name="T26" fmla="*/ 321 w 321"/>
                <a:gd name="T27" fmla="*/ 104 h 157"/>
                <a:gd name="T28" fmla="*/ 315 w 321"/>
                <a:gd name="T29" fmla="*/ 99 h 157"/>
                <a:gd name="T30" fmla="*/ 308 w 321"/>
                <a:gd name="T31" fmla="*/ 105 h 157"/>
                <a:gd name="T32" fmla="*/ 271 w 321"/>
                <a:gd name="T33" fmla="*/ 148 h 157"/>
                <a:gd name="T34" fmla="*/ 263 w 321"/>
                <a:gd name="T35" fmla="*/ 135 h 157"/>
                <a:gd name="T36" fmla="*/ 271 w 321"/>
                <a:gd name="T37" fmla="*/ 107 h 157"/>
                <a:gd name="T38" fmla="*/ 289 w 321"/>
                <a:gd name="T39" fmla="*/ 40 h 157"/>
                <a:gd name="T40" fmla="*/ 276 w 321"/>
                <a:gd name="T41" fmla="*/ 9 h 157"/>
                <a:gd name="T42" fmla="*/ 244 w 321"/>
                <a:gd name="T43" fmla="*/ 0 h 157"/>
                <a:gd name="T44" fmla="*/ 182 w 321"/>
                <a:gd name="T45" fmla="*/ 35 h 157"/>
                <a:gd name="T46" fmla="*/ 137 w 321"/>
                <a:gd name="T47" fmla="*/ 0 h 157"/>
                <a:gd name="T48" fmla="*/ 78 w 321"/>
                <a:gd name="T49" fmla="*/ 32 h 157"/>
                <a:gd name="T50" fmla="*/ 41 w 321"/>
                <a:gd name="T51" fmla="*/ 0 h 157"/>
                <a:gd name="T52" fmla="*/ 13 w 321"/>
                <a:gd name="T53" fmla="*/ 19 h 157"/>
                <a:gd name="T54" fmla="*/ 0 w 321"/>
                <a:gd name="T55" fmla="*/ 53 h 157"/>
                <a:gd name="T56" fmla="*/ 6 w 321"/>
                <a:gd name="T57" fmla="*/ 58 h 157"/>
                <a:gd name="T58" fmla="*/ 14 w 321"/>
                <a:gd name="T59" fmla="*/ 47 h 157"/>
                <a:gd name="T60" fmla="*/ 39 w 321"/>
                <a:gd name="T61" fmla="*/ 10 h 157"/>
                <a:gd name="T62" fmla="*/ 51 w 321"/>
                <a:gd name="T63" fmla="*/ 27 h 157"/>
                <a:gd name="T64" fmla="*/ 45 w 321"/>
                <a:gd name="T65" fmla="*/ 56 h 157"/>
                <a:gd name="T66" fmla="*/ 38 w 321"/>
                <a:gd name="T67" fmla="*/ 87 h 157"/>
                <a:gd name="T68" fmla="*/ 27 w 321"/>
                <a:gd name="T69" fmla="*/ 132 h 157"/>
                <a:gd name="T70" fmla="*/ 23 w 321"/>
                <a:gd name="T71" fmla="*/ 146 h 157"/>
                <a:gd name="T72" fmla="*/ 35 w 321"/>
                <a:gd name="T73" fmla="*/ 157 h 157"/>
                <a:gd name="T74" fmla="*/ 49 w 321"/>
                <a:gd name="T75" fmla="*/ 150 h 157"/>
                <a:gd name="T76" fmla="*/ 55 w 321"/>
                <a:gd name="T77" fmla="*/ 128 h 157"/>
                <a:gd name="T78" fmla="*/ 62 w 321"/>
                <a:gd name="T79" fmla="*/ 97 h 157"/>
                <a:gd name="T80" fmla="*/ 68 w 321"/>
                <a:gd name="T81" fmla="*/ 73 h 157"/>
                <a:gd name="T82" fmla="*/ 83 w 321"/>
                <a:gd name="T83" fmla="*/ 42 h 157"/>
                <a:gd name="T84" fmla="*/ 135 w 321"/>
                <a:gd name="T85" fmla="*/ 10 h 157"/>
                <a:gd name="T86" fmla="*/ 156 w 321"/>
                <a:gd name="T87" fmla="*/ 34 h 157"/>
                <a:gd name="T88" fmla="*/ 150 w 321"/>
                <a:gd name="T89" fmla="*/ 67 h 157"/>
                <a:gd name="T90" fmla="*/ 135 w 321"/>
                <a:gd name="T91" fmla="*/ 126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1" h="157">
                  <a:moveTo>
                    <a:pt x="135" y="126"/>
                  </a:moveTo>
                  <a:cubicBezTo>
                    <a:pt x="134" y="133"/>
                    <a:pt x="130" y="144"/>
                    <a:pt x="130" y="146"/>
                  </a:cubicBezTo>
                  <a:cubicBezTo>
                    <a:pt x="130" y="154"/>
                    <a:pt x="137" y="157"/>
                    <a:pt x="142" y="157"/>
                  </a:cubicBezTo>
                  <a:cubicBezTo>
                    <a:pt x="149" y="157"/>
                    <a:pt x="154" y="153"/>
                    <a:pt x="156" y="150"/>
                  </a:cubicBezTo>
                  <a:cubicBezTo>
                    <a:pt x="158" y="147"/>
                    <a:pt x="160" y="135"/>
                    <a:pt x="162" y="128"/>
                  </a:cubicBezTo>
                  <a:cubicBezTo>
                    <a:pt x="164" y="121"/>
                    <a:pt x="168" y="105"/>
                    <a:pt x="170" y="97"/>
                  </a:cubicBezTo>
                  <a:cubicBezTo>
                    <a:pt x="172" y="89"/>
                    <a:pt x="174" y="81"/>
                    <a:pt x="176" y="73"/>
                  </a:cubicBezTo>
                  <a:cubicBezTo>
                    <a:pt x="180" y="58"/>
                    <a:pt x="180" y="58"/>
                    <a:pt x="187" y="47"/>
                  </a:cubicBezTo>
                  <a:cubicBezTo>
                    <a:pt x="198" y="30"/>
                    <a:pt x="215" y="10"/>
                    <a:pt x="242" y="10"/>
                  </a:cubicBezTo>
                  <a:cubicBezTo>
                    <a:pt x="262" y="10"/>
                    <a:pt x="263" y="26"/>
                    <a:pt x="263" y="34"/>
                  </a:cubicBezTo>
                  <a:cubicBezTo>
                    <a:pt x="263" y="55"/>
                    <a:pt x="248" y="94"/>
                    <a:pt x="242" y="108"/>
                  </a:cubicBezTo>
                  <a:cubicBezTo>
                    <a:pt x="239" y="118"/>
                    <a:pt x="237" y="121"/>
                    <a:pt x="237" y="127"/>
                  </a:cubicBezTo>
                  <a:cubicBezTo>
                    <a:pt x="237" y="146"/>
                    <a:pt x="253" y="157"/>
                    <a:pt x="270" y="157"/>
                  </a:cubicBezTo>
                  <a:cubicBezTo>
                    <a:pt x="305" y="157"/>
                    <a:pt x="321" y="109"/>
                    <a:pt x="321" y="104"/>
                  </a:cubicBezTo>
                  <a:cubicBezTo>
                    <a:pt x="321" y="99"/>
                    <a:pt x="316" y="99"/>
                    <a:pt x="315" y="99"/>
                  </a:cubicBezTo>
                  <a:cubicBezTo>
                    <a:pt x="310" y="99"/>
                    <a:pt x="310" y="102"/>
                    <a:pt x="308" y="105"/>
                  </a:cubicBezTo>
                  <a:cubicBezTo>
                    <a:pt x="300" y="133"/>
                    <a:pt x="285" y="148"/>
                    <a:pt x="271" y="148"/>
                  </a:cubicBezTo>
                  <a:cubicBezTo>
                    <a:pt x="264" y="148"/>
                    <a:pt x="263" y="143"/>
                    <a:pt x="263" y="135"/>
                  </a:cubicBezTo>
                  <a:cubicBezTo>
                    <a:pt x="263" y="127"/>
                    <a:pt x="264" y="123"/>
                    <a:pt x="271" y="107"/>
                  </a:cubicBezTo>
                  <a:cubicBezTo>
                    <a:pt x="275" y="96"/>
                    <a:pt x="289" y="59"/>
                    <a:pt x="289" y="40"/>
                  </a:cubicBezTo>
                  <a:cubicBezTo>
                    <a:pt x="289" y="34"/>
                    <a:pt x="289" y="20"/>
                    <a:pt x="276" y="9"/>
                  </a:cubicBezTo>
                  <a:cubicBezTo>
                    <a:pt x="270" y="5"/>
                    <a:pt x="260" y="0"/>
                    <a:pt x="244" y="0"/>
                  </a:cubicBezTo>
                  <a:cubicBezTo>
                    <a:pt x="212" y="0"/>
                    <a:pt x="193" y="21"/>
                    <a:pt x="182" y="35"/>
                  </a:cubicBezTo>
                  <a:cubicBezTo>
                    <a:pt x="179" y="6"/>
                    <a:pt x="155" y="0"/>
                    <a:pt x="137" y="0"/>
                  </a:cubicBezTo>
                  <a:cubicBezTo>
                    <a:pt x="108" y="0"/>
                    <a:pt x="88" y="18"/>
                    <a:pt x="78" y="32"/>
                  </a:cubicBezTo>
                  <a:cubicBezTo>
                    <a:pt x="75" y="8"/>
                    <a:pt x="55" y="0"/>
                    <a:pt x="41" y="0"/>
                  </a:cubicBezTo>
                  <a:cubicBezTo>
                    <a:pt x="26" y="0"/>
                    <a:pt x="18" y="11"/>
                    <a:pt x="13" y="19"/>
                  </a:cubicBezTo>
                  <a:cubicBezTo>
                    <a:pt x="5" y="32"/>
                    <a:pt x="0" y="52"/>
                    <a:pt x="0" y="53"/>
                  </a:cubicBezTo>
                  <a:cubicBezTo>
                    <a:pt x="0" y="58"/>
                    <a:pt x="5" y="58"/>
                    <a:pt x="6" y="58"/>
                  </a:cubicBezTo>
                  <a:cubicBezTo>
                    <a:pt x="11" y="58"/>
                    <a:pt x="12" y="57"/>
                    <a:pt x="14" y="47"/>
                  </a:cubicBezTo>
                  <a:cubicBezTo>
                    <a:pt x="19" y="27"/>
                    <a:pt x="26" y="10"/>
                    <a:pt x="39" y="10"/>
                  </a:cubicBezTo>
                  <a:cubicBezTo>
                    <a:pt x="49" y="10"/>
                    <a:pt x="51" y="17"/>
                    <a:pt x="51" y="27"/>
                  </a:cubicBezTo>
                  <a:cubicBezTo>
                    <a:pt x="51" y="33"/>
                    <a:pt x="48" y="46"/>
                    <a:pt x="45" y="56"/>
                  </a:cubicBezTo>
                  <a:cubicBezTo>
                    <a:pt x="43" y="65"/>
                    <a:pt x="39" y="80"/>
                    <a:pt x="38" y="87"/>
                  </a:cubicBezTo>
                  <a:lnTo>
                    <a:pt x="27" y="132"/>
                  </a:lnTo>
                  <a:cubicBezTo>
                    <a:pt x="25" y="136"/>
                    <a:pt x="23" y="145"/>
                    <a:pt x="23" y="146"/>
                  </a:cubicBezTo>
                  <a:cubicBezTo>
                    <a:pt x="23" y="154"/>
                    <a:pt x="29" y="157"/>
                    <a:pt x="35" y="157"/>
                  </a:cubicBezTo>
                  <a:cubicBezTo>
                    <a:pt x="41" y="157"/>
                    <a:pt x="47" y="153"/>
                    <a:pt x="49" y="150"/>
                  </a:cubicBezTo>
                  <a:cubicBezTo>
                    <a:pt x="50" y="147"/>
                    <a:pt x="53" y="135"/>
                    <a:pt x="55" y="128"/>
                  </a:cubicBezTo>
                  <a:cubicBezTo>
                    <a:pt x="57" y="121"/>
                    <a:pt x="60" y="105"/>
                    <a:pt x="62" y="97"/>
                  </a:cubicBezTo>
                  <a:cubicBezTo>
                    <a:pt x="65" y="89"/>
                    <a:pt x="67" y="81"/>
                    <a:pt x="68" y="73"/>
                  </a:cubicBezTo>
                  <a:cubicBezTo>
                    <a:pt x="72" y="59"/>
                    <a:pt x="73" y="56"/>
                    <a:pt x="83" y="42"/>
                  </a:cubicBezTo>
                  <a:cubicBezTo>
                    <a:pt x="93" y="28"/>
                    <a:pt x="109" y="10"/>
                    <a:pt x="135" y="10"/>
                  </a:cubicBezTo>
                  <a:cubicBezTo>
                    <a:pt x="156" y="10"/>
                    <a:pt x="156" y="28"/>
                    <a:pt x="156" y="34"/>
                  </a:cubicBezTo>
                  <a:cubicBezTo>
                    <a:pt x="156" y="43"/>
                    <a:pt x="155" y="47"/>
                    <a:pt x="150" y="67"/>
                  </a:cubicBezTo>
                  <a:lnTo>
                    <a:pt x="135" y="12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321"/>
            <p:cNvSpPr>
              <a:spLocks noEditPoints="1"/>
            </p:cNvSpPr>
            <p:nvPr>
              <p:custDataLst>
                <p:tags r:id="rId5"/>
              </p:custDataLst>
            </p:nvPr>
          </p:nvSpPr>
          <p:spPr bwMode="auto">
            <a:xfrm>
              <a:off x="3916362" y="3830638"/>
              <a:ext cx="68263" cy="93662"/>
            </a:xfrm>
            <a:custGeom>
              <a:avLst/>
              <a:gdLst>
                <a:gd name="T0" fmla="*/ 55 w 149"/>
                <a:gd name="T1" fmla="*/ 74 h 157"/>
                <a:gd name="T2" fmla="*/ 111 w 149"/>
                <a:gd name="T3" fmla="*/ 67 h 157"/>
                <a:gd name="T4" fmla="*/ 141 w 149"/>
                <a:gd name="T5" fmla="*/ 31 h 157"/>
                <a:gd name="T6" fmla="*/ 98 w 149"/>
                <a:gd name="T7" fmla="*/ 0 h 157"/>
                <a:gd name="T8" fmla="*/ 0 w 149"/>
                <a:gd name="T9" fmla="*/ 92 h 157"/>
                <a:gd name="T10" fmla="*/ 63 w 149"/>
                <a:gd name="T11" fmla="*/ 157 h 157"/>
                <a:gd name="T12" fmla="*/ 149 w 149"/>
                <a:gd name="T13" fmla="*/ 118 h 157"/>
                <a:gd name="T14" fmla="*/ 143 w 149"/>
                <a:gd name="T15" fmla="*/ 112 h 157"/>
                <a:gd name="T16" fmla="*/ 138 w 149"/>
                <a:gd name="T17" fmla="*/ 115 h 157"/>
                <a:gd name="T18" fmla="*/ 63 w 149"/>
                <a:gd name="T19" fmla="*/ 148 h 157"/>
                <a:gd name="T20" fmla="*/ 28 w 149"/>
                <a:gd name="T21" fmla="*/ 105 h 157"/>
                <a:gd name="T22" fmla="*/ 33 w 149"/>
                <a:gd name="T23" fmla="*/ 74 h 157"/>
                <a:gd name="T24" fmla="*/ 55 w 149"/>
                <a:gd name="T25" fmla="*/ 74 h 157"/>
                <a:gd name="T26" fmla="*/ 35 w 149"/>
                <a:gd name="T27" fmla="*/ 65 h 157"/>
                <a:gd name="T28" fmla="*/ 98 w 149"/>
                <a:gd name="T29" fmla="*/ 10 h 157"/>
                <a:gd name="T30" fmla="*/ 126 w 149"/>
                <a:gd name="T31" fmla="*/ 31 h 157"/>
                <a:gd name="T32" fmla="*/ 52 w 149"/>
                <a:gd name="T33" fmla="*/ 65 h 157"/>
                <a:gd name="T34" fmla="*/ 35 w 149"/>
                <a:gd name="T35" fmla="*/ 6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9" h="157">
                  <a:moveTo>
                    <a:pt x="55" y="74"/>
                  </a:moveTo>
                  <a:cubicBezTo>
                    <a:pt x="64" y="74"/>
                    <a:pt x="92" y="74"/>
                    <a:pt x="111" y="67"/>
                  </a:cubicBezTo>
                  <a:cubicBezTo>
                    <a:pt x="137" y="58"/>
                    <a:pt x="141" y="41"/>
                    <a:pt x="141" y="31"/>
                  </a:cubicBezTo>
                  <a:cubicBezTo>
                    <a:pt x="141" y="12"/>
                    <a:pt x="122" y="0"/>
                    <a:pt x="98" y="0"/>
                  </a:cubicBezTo>
                  <a:cubicBezTo>
                    <a:pt x="56" y="0"/>
                    <a:pt x="0" y="32"/>
                    <a:pt x="0" y="92"/>
                  </a:cubicBezTo>
                  <a:cubicBezTo>
                    <a:pt x="0" y="127"/>
                    <a:pt x="22" y="157"/>
                    <a:pt x="63" y="157"/>
                  </a:cubicBezTo>
                  <a:cubicBezTo>
                    <a:pt x="122" y="157"/>
                    <a:pt x="149" y="123"/>
                    <a:pt x="149" y="118"/>
                  </a:cubicBezTo>
                  <a:cubicBezTo>
                    <a:pt x="149" y="116"/>
                    <a:pt x="146" y="112"/>
                    <a:pt x="143" y="112"/>
                  </a:cubicBezTo>
                  <a:cubicBezTo>
                    <a:pt x="141" y="112"/>
                    <a:pt x="140" y="113"/>
                    <a:pt x="138" y="115"/>
                  </a:cubicBezTo>
                  <a:cubicBezTo>
                    <a:pt x="110" y="148"/>
                    <a:pt x="70" y="148"/>
                    <a:pt x="63" y="148"/>
                  </a:cubicBezTo>
                  <a:cubicBezTo>
                    <a:pt x="42" y="148"/>
                    <a:pt x="28" y="134"/>
                    <a:pt x="28" y="105"/>
                  </a:cubicBezTo>
                  <a:cubicBezTo>
                    <a:pt x="28" y="100"/>
                    <a:pt x="28" y="94"/>
                    <a:pt x="33" y="74"/>
                  </a:cubicBezTo>
                  <a:lnTo>
                    <a:pt x="55" y="74"/>
                  </a:lnTo>
                  <a:close/>
                  <a:moveTo>
                    <a:pt x="35" y="65"/>
                  </a:moveTo>
                  <a:cubicBezTo>
                    <a:pt x="50" y="14"/>
                    <a:pt x="88" y="10"/>
                    <a:pt x="98" y="10"/>
                  </a:cubicBezTo>
                  <a:cubicBezTo>
                    <a:pt x="114" y="10"/>
                    <a:pt x="126" y="17"/>
                    <a:pt x="126" y="31"/>
                  </a:cubicBezTo>
                  <a:cubicBezTo>
                    <a:pt x="126" y="65"/>
                    <a:pt x="67" y="65"/>
                    <a:pt x="52" y="65"/>
                  </a:cubicBezTo>
                  <a:lnTo>
                    <a:pt x="35" y="6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22"/>
            <p:cNvSpPr>
              <a:spLocks/>
            </p:cNvSpPr>
            <p:nvPr>
              <p:custDataLst>
                <p:tags r:id="rId6"/>
              </p:custDataLst>
            </p:nvPr>
          </p:nvSpPr>
          <p:spPr bwMode="auto">
            <a:xfrm>
              <a:off x="4025900" y="3656013"/>
              <a:ext cx="52388" cy="296862"/>
            </a:xfrm>
            <a:custGeom>
              <a:avLst/>
              <a:gdLst>
                <a:gd name="T0" fmla="*/ 115 w 115"/>
                <a:gd name="T1" fmla="*/ 494 h 499"/>
                <a:gd name="T2" fmla="*/ 107 w 115"/>
                <a:gd name="T3" fmla="*/ 483 h 499"/>
                <a:gd name="T4" fmla="*/ 29 w 115"/>
                <a:gd name="T5" fmla="*/ 249 h 499"/>
                <a:gd name="T6" fmla="*/ 109 w 115"/>
                <a:gd name="T7" fmla="*/ 13 h 499"/>
                <a:gd name="T8" fmla="*/ 115 w 115"/>
                <a:gd name="T9" fmla="*/ 5 h 499"/>
                <a:gd name="T10" fmla="*/ 110 w 115"/>
                <a:gd name="T11" fmla="*/ 0 h 499"/>
                <a:gd name="T12" fmla="*/ 31 w 115"/>
                <a:gd name="T13" fmla="*/ 97 h 499"/>
                <a:gd name="T14" fmla="*/ 0 w 115"/>
                <a:gd name="T15" fmla="*/ 249 h 499"/>
                <a:gd name="T16" fmla="*/ 33 w 115"/>
                <a:gd name="T17" fmla="*/ 405 h 499"/>
                <a:gd name="T18" fmla="*/ 110 w 115"/>
                <a:gd name="T19" fmla="*/ 499 h 499"/>
                <a:gd name="T20" fmla="*/ 115 w 115"/>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494"/>
                  </a:moveTo>
                  <a:cubicBezTo>
                    <a:pt x="115" y="492"/>
                    <a:pt x="115" y="491"/>
                    <a:pt x="107" y="483"/>
                  </a:cubicBezTo>
                  <a:cubicBezTo>
                    <a:pt x="45" y="420"/>
                    <a:pt x="29" y="326"/>
                    <a:pt x="29" y="249"/>
                  </a:cubicBezTo>
                  <a:cubicBezTo>
                    <a:pt x="29" y="163"/>
                    <a:pt x="48" y="76"/>
                    <a:pt x="109" y="13"/>
                  </a:cubicBezTo>
                  <a:cubicBezTo>
                    <a:pt x="115" y="7"/>
                    <a:pt x="115" y="6"/>
                    <a:pt x="115" y="5"/>
                  </a:cubicBezTo>
                  <a:cubicBezTo>
                    <a:pt x="115" y="1"/>
                    <a:pt x="113" y="0"/>
                    <a:pt x="110" y="0"/>
                  </a:cubicBezTo>
                  <a:cubicBezTo>
                    <a:pt x="105" y="0"/>
                    <a:pt x="61" y="34"/>
                    <a:pt x="31" y="97"/>
                  </a:cubicBezTo>
                  <a:cubicBezTo>
                    <a:pt x="6" y="152"/>
                    <a:pt x="0" y="208"/>
                    <a:pt x="0" y="249"/>
                  </a:cubicBezTo>
                  <a:cubicBezTo>
                    <a:pt x="0" y="288"/>
                    <a:pt x="5" y="349"/>
                    <a:pt x="33" y="405"/>
                  </a:cubicBezTo>
                  <a:cubicBezTo>
                    <a:pt x="63" y="466"/>
                    <a:pt x="105" y="499"/>
                    <a:pt x="110" y="499"/>
                  </a:cubicBezTo>
                  <a:cubicBezTo>
                    <a:pt x="113" y="499"/>
                    <a:pt x="115" y="497"/>
                    <a:pt x="115"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23"/>
            <p:cNvSpPr>
              <a:spLocks/>
            </p:cNvSpPr>
            <p:nvPr>
              <p:custDataLst>
                <p:tags r:id="rId7"/>
              </p:custDataLst>
            </p:nvPr>
          </p:nvSpPr>
          <p:spPr bwMode="auto">
            <a:xfrm>
              <a:off x="4098925" y="3676650"/>
              <a:ext cx="153988" cy="201612"/>
            </a:xfrm>
            <a:custGeom>
              <a:avLst/>
              <a:gdLst>
                <a:gd name="T0" fmla="*/ 289 w 340"/>
                <a:gd name="T1" fmla="*/ 39 h 339"/>
                <a:gd name="T2" fmla="*/ 328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5 w 340"/>
                <a:gd name="T33" fmla="*/ 300 h 339"/>
                <a:gd name="T34" fmla="*/ 95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6 w 340"/>
                <a:gd name="T47" fmla="*/ 338 h 339"/>
                <a:gd name="T48" fmla="*/ 340 w 340"/>
                <a:gd name="T49" fmla="*/ 339 h 339"/>
                <a:gd name="T50" fmla="*/ 340 w 340"/>
                <a:gd name="T51" fmla="*/ 324 h 339"/>
                <a:gd name="T52" fmla="*/ 328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8"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29" y="338"/>
                    <a:pt x="147" y="339"/>
                  </a:cubicBezTo>
                  <a:lnTo>
                    <a:pt x="147" y="324"/>
                  </a:lnTo>
                  <a:lnTo>
                    <a:pt x="135" y="324"/>
                  </a:lnTo>
                  <a:cubicBezTo>
                    <a:pt x="96" y="324"/>
                    <a:pt x="95" y="318"/>
                    <a:pt x="95" y="300"/>
                  </a:cubicBezTo>
                  <a:lnTo>
                    <a:pt x="95" y="15"/>
                  </a:lnTo>
                  <a:lnTo>
                    <a:pt x="245" y="15"/>
                  </a:lnTo>
                  <a:lnTo>
                    <a:pt x="245" y="300"/>
                  </a:lnTo>
                  <a:cubicBezTo>
                    <a:pt x="245" y="318"/>
                    <a:pt x="244" y="324"/>
                    <a:pt x="205" y="324"/>
                  </a:cubicBezTo>
                  <a:lnTo>
                    <a:pt x="193" y="324"/>
                  </a:lnTo>
                  <a:lnTo>
                    <a:pt x="193" y="339"/>
                  </a:lnTo>
                  <a:cubicBezTo>
                    <a:pt x="211" y="338"/>
                    <a:pt x="248" y="338"/>
                    <a:pt x="266" y="338"/>
                  </a:cubicBezTo>
                  <a:cubicBezTo>
                    <a:pt x="285" y="338"/>
                    <a:pt x="323" y="338"/>
                    <a:pt x="340" y="339"/>
                  </a:cubicBezTo>
                  <a:lnTo>
                    <a:pt x="340" y="324"/>
                  </a:lnTo>
                  <a:lnTo>
                    <a:pt x="328"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324"/>
            <p:cNvSpPr>
              <a:spLocks noEditPoints="1"/>
            </p:cNvSpPr>
            <p:nvPr>
              <p:custDataLst>
                <p:tags r:id="rId8"/>
              </p:custDataLst>
            </p:nvPr>
          </p:nvSpPr>
          <p:spPr bwMode="auto">
            <a:xfrm>
              <a:off x="4260850" y="3784600"/>
              <a:ext cx="69850" cy="180975"/>
            </a:xfrm>
            <a:custGeom>
              <a:avLst/>
              <a:gdLst>
                <a:gd name="T0" fmla="*/ 153 w 153"/>
                <a:gd name="T1" fmla="*/ 13 h 302"/>
                <a:gd name="T2" fmla="*/ 139 w 153"/>
                <a:gd name="T3" fmla="*/ 0 h 302"/>
                <a:gd name="T4" fmla="*/ 119 w 153"/>
                <a:gd name="T5" fmla="*/ 19 h 302"/>
                <a:gd name="T6" fmla="*/ 133 w 153"/>
                <a:gd name="T7" fmla="*/ 32 h 302"/>
                <a:gd name="T8" fmla="*/ 153 w 153"/>
                <a:gd name="T9" fmla="*/ 13 h 302"/>
                <a:gd name="T10" fmla="*/ 79 w 153"/>
                <a:gd name="T11" fmla="*/ 248 h 302"/>
                <a:gd name="T12" fmla="*/ 34 w 153"/>
                <a:gd name="T13" fmla="*/ 292 h 302"/>
                <a:gd name="T14" fmla="*/ 21 w 153"/>
                <a:gd name="T15" fmla="*/ 290 h 302"/>
                <a:gd name="T16" fmla="*/ 33 w 153"/>
                <a:gd name="T17" fmla="*/ 272 h 302"/>
                <a:gd name="T18" fmla="*/ 20 w 153"/>
                <a:gd name="T19" fmla="*/ 259 h 302"/>
                <a:gd name="T20" fmla="*/ 0 w 153"/>
                <a:gd name="T21" fmla="*/ 280 h 302"/>
                <a:gd name="T22" fmla="*/ 34 w 153"/>
                <a:gd name="T23" fmla="*/ 302 h 302"/>
                <a:gd name="T24" fmla="*/ 107 w 153"/>
                <a:gd name="T25" fmla="*/ 247 h 302"/>
                <a:gd name="T26" fmla="*/ 138 w 153"/>
                <a:gd name="T27" fmla="*/ 122 h 302"/>
                <a:gd name="T28" fmla="*/ 140 w 153"/>
                <a:gd name="T29" fmla="*/ 110 h 302"/>
                <a:gd name="T30" fmla="*/ 103 w 153"/>
                <a:gd name="T31" fmla="*/ 77 h 302"/>
                <a:gd name="T32" fmla="*/ 42 w 153"/>
                <a:gd name="T33" fmla="*/ 130 h 302"/>
                <a:gd name="T34" fmla="*/ 48 w 153"/>
                <a:gd name="T35" fmla="*/ 135 h 302"/>
                <a:gd name="T36" fmla="*/ 55 w 153"/>
                <a:gd name="T37" fmla="*/ 129 h 302"/>
                <a:gd name="T38" fmla="*/ 102 w 153"/>
                <a:gd name="T39" fmla="*/ 87 h 302"/>
                <a:gd name="T40" fmla="*/ 114 w 153"/>
                <a:gd name="T41" fmla="*/ 104 h 302"/>
                <a:gd name="T42" fmla="*/ 112 w 153"/>
                <a:gd name="T43" fmla="*/ 114 h 302"/>
                <a:gd name="T44" fmla="*/ 79 w 153"/>
                <a:gd name="T45" fmla="*/ 2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2">
                  <a:moveTo>
                    <a:pt x="153" y="13"/>
                  </a:moveTo>
                  <a:cubicBezTo>
                    <a:pt x="153" y="7"/>
                    <a:pt x="148" y="0"/>
                    <a:pt x="139" y="0"/>
                  </a:cubicBezTo>
                  <a:cubicBezTo>
                    <a:pt x="129" y="0"/>
                    <a:pt x="119" y="9"/>
                    <a:pt x="119" y="19"/>
                  </a:cubicBezTo>
                  <a:cubicBezTo>
                    <a:pt x="119" y="24"/>
                    <a:pt x="124" y="32"/>
                    <a:pt x="133" y="32"/>
                  </a:cubicBezTo>
                  <a:cubicBezTo>
                    <a:pt x="143" y="32"/>
                    <a:pt x="153" y="23"/>
                    <a:pt x="153" y="13"/>
                  </a:cubicBezTo>
                  <a:close/>
                  <a:moveTo>
                    <a:pt x="79" y="248"/>
                  </a:moveTo>
                  <a:cubicBezTo>
                    <a:pt x="73" y="272"/>
                    <a:pt x="55" y="292"/>
                    <a:pt x="34" y="292"/>
                  </a:cubicBezTo>
                  <a:cubicBezTo>
                    <a:pt x="29" y="292"/>
                    <a:pt x="25" y="292"/>
                    <a:pt x="21" y="290"/>
                  </a:cubicBezTo>
                  <a:cubicBezTo>
                    <a:pt x="31" y="286"/>
                    <a:pt x="33" y="278"/>
                    <a:pt x="33" y="272"/>
                  </a:cubicBezTo>
                  <a:cubicBezTo>
                    <a:pt x="33" y="264"/>
                    <a:pt x="27" y="259"/>
                    <a:pt x="20" y="259"/>
                  </a:cubicBezTo>
                  <a:cubicBezTo>
                    <a:pt x="9" y="259"/>
                    <a:pt x="0" y="269"/>
                    <a:pt x="0" y="280"/>
                  </a:cubicBezTo>
                  <a:cubicBezTo>
                    <a:pt x="0" y="293"/>
                    <a:pt x="13" y="302"/>
                    <a:pt x="34" y="302"/>
                  </a:cubicBezTo>
                  <a:cubicBezTo>
                    <a:pt x="55" y="302"/>
                    <a:pt x="96" y="289"/>
                    <a:pt x="107" y="247"/>
                  </a:cubicBezTo>
                  <a:lnTo>
                    <a:pt x="138" y="122"/>
                  </a:lnTo>
                  <a:cubicBezTo>
                    <a:pt x="139" y="118"/>
                    <a:pt x="140" y="115"/>
                    <a:pt x="140" y="110"/>
                  </a:cubicBezTo>
                  <a:cubicBezTo>
                    <a:pt x="140" y="91"/>
                    <a:pt x="124" y="77"/>
                    <a:pt x="103" y="77"/>
                  </a:cubicBezTo>
                  <a:cubicBezTo>
                    <a:pt x="64" y="77"/>
                    <a:pt x="42" y="125"/>
                    <a:pt x="42" y="130"/>
                  </a:cubicBezTo>
                  <a:cubicBezTo>
                    <a:pt x="42" y="135"/>
                    <a:pt x="47" y="135"/>
                    <a:pt x="48" y="135"/>
                  </a:cubicBezTo>
                  <a:cubicBezTo>
                    <a:pt x="52" y="135"/>
                    <a:pt x="52" y="134"/>
                    <a:pt x="55" y="129"/>
                  </a:cubicBezTo>
                  <a:cubicBezTo>
                    <a:pt x="63" y="108"/>
                    <a:pt x="81" y="87"/>
                    <a:pt x="102" y="87"/>
                  </a:cubicBezTo>
                  <a:cubicBezTo>
                    <a:pt x="110" y="87"/>
                    <a:pt x="114" y="93"/>
                    <a:pt x="114" y="104"/>
                  </a:cubicBezTo>
                  <a:cubicBezTo>
                    <a:pt x="114" y="108"/>
                    <a:pt x="113" y="113"/>
                    <a:pt x="112" y="114"/>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325"/>
            <p:cNvSpPr>
              <a:spLocks noEditPoints="1"/>
            </p:cNvSpPr>
            <p:nvPr>
              <p:custDataLst>
                <p:tags r:id="rId9"/>
              </p:custDataLst>
            </p:nvPr>
          </p:nvSpPr>
          <p:spPr bwMode="auto">
            <a:xfrm>
              <a:off x="4352925" y="3784600"/>
              <a:ext cx="47625" cy="139700"/>
            </a:xfrm>
            <a:custGeom>
              <a:avLst/>
              <a:gdLst>
                <a:gd name="T0" fmla="*/ 97 w 106"/>
                <a:gd name="T1" fmla="*/ 13 h 234"/>
                <a:gd name="T2" fmla="*/ 83 w 106"/>
                <a:gd name="T3" fmla="*/ 0 h 234"/>
                <a:gd name="T4" fmla="*/ 63 w 106"/>
                <a:gd name="T5" fmla="*/ 19 h 234"/>
                <a:gd name="T6" fmla="*/ 77 w 106"/>
                <a:gd name="T7" fmla="*/ 32 h 234"/>
                <a:gd name="T8" fmla="*/ 97 w 106"/>
                <a:gd name="T9" fmla="*/ 13 h 234"/>
                <a:gd name="T10" fmla="*/ 26 w 106"/>
                <a:gd name="T11" fmla="*/ 190 h 234"/>
                <a:gd name="T12" fmla="*/ 23 w 106"/>
                <a:gd name="T13" fmla="*/ 205 h 234"/>
                <a:gd name="T14" fmla="*/ 56 w 106"/>
                <a:gd name="T15" fmla="*/ 234 h 234"/>
                <a:gd name="T16" fmla="*/ 106 w 106"/>
                <a:gd name="T17" fmla="*/ 181 h 234"/>
                <a:gd name="T18" fmla="*/ 100 w 106"/>
                <a:gd name="T19" fmla="*/ 176 h 234"/>
                <a:gd name="T20" fmla="*/ 94 w 106"/>
                <a:gd name="T21" fmla="*/ 182 h 234"/>
                <a:gd name="T22" fmla="*/ 57 w 106"/>
                <a:gd name="T23" fmla="*/ 225 h 234"/>
                <a:gd name="T24" fmla="*/ 48 w 106"/>
                <a:gd name="T25" fmla="*/ 212 h 234"/>
                <a:gd name="T26" fmla="*/ 54 w 106"/>
                <a:gd name="T27" fmla="*/ 190 h 234"/>
                <a:gd name="T28" fmla="*/ 65 w 106"/>
                <a:gd name="T29" fmla="*/ 162 h 234"/>
                <a:gd name="T30" fmla="*/ 82 w 106"/>
                <a:gd name="T31" fmla="*/ 118 h 234"/>
                <a:gd name="T32" fmla="*/ 84 w 106"/>
                <a:gd name="T33" fmla="*/ 107 h 234"/>
                <a:gd name="T34" fmla="*/ 51 w 106"/>
                <a:gd name="T35" fmla="*/ 77 h 234"/>
                <a:gd name="T36" fmla="*/ 0 w 106"/>
                <a:gd name="T37" fmla="*/ 130 h 234"/>
                <a:gd name="T38" fmla="*/ 6 w 106"/>
                <a:gd name="T39" fmla="*/ 135 h 234"/>
                <a:gd name="T40" fmla="*/ 13 w 106"/>
                <a:gd name="T41" fmla="*/ 129 h 234"/>
                <a:gd name="T42" fmla="*/ 50 w 106"/>
                <a:gd name="T43" fmla="*/ 87 h 234"/>
                <a:gd name="T44" fmla="*/ 59 w 106"/>
                <a:gd name="T45" fmla="*/ 99 h 234"/>
                <a:gd name="T46" fmla="*/ 48 w 106"/>
                <a:gd name="T47" fmla="*/ 134 h 234"/>
                <a:gd name="T48" fmla="*/ 26 w 106"/>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4">
                  <a:moveTo>
                    <a:pt x="97" y="13"/>
                  </a:moveTo>
                  <a:cubicBezTo>
                    <a:pt x="97" y="7"/>
                    <a:pt x="93" y="0"/>
                    <a:pt x="83" y="0"/>
                  </a:cubicBezTo>
                  <a:cubicBezTo>
                    <a:pt x="74" y="0"/>
                    <a:pt x="63" y="9"/>
                    <a:pt x="63" y="19"/>
                  </a:cubicBezTo>
                  <a:cubicBezTo>
                    <a:pt x="63" y="25"/>
                    <a:pt x="68" y="32"/>
                    <a:pt x="77" y="32"/>
                  </a:cubicBezTo>
                  <a:cubicBezTo>
                    <a:pt x="87" y="32"/>
                    <a:pt x="97" y="22"/>
                    <a:pt x="97" y="13"/>
                  </a:cubicBezTo>
                  <a:close/>
                  <a:moveTo>
                    <a:pt x="26" y="190"/>
                  </a:moveTo>
                  <a:cubicBezTo>
                    <a:pt x="24" y="195"/>
                    <a:pt x="23" y="199"/>
                    <a:pt x="23" y="205"/>
                  </a:cubicBezTo>
                  <a:cubicBezTo>
                    <a:pt x="23" y="221"/>
                    <a:pt x="37" y="234"/>
                    <a:pt x="56" y="234"/>
                  </a:cubicBezTo>
                  <a:cubicBezTo>
                    <a:pt x="91" y="234"/>
                    <a:pt x="106" y="186"/>
                    <a:pt x="106" y="181"/>
                  </a:cubicBezTo>
                  <a:cubicBezTo>
                    <a:pt x="106" y="176"/>
                    <a:pt x="101" y="176"/>
                    <a:pt x="100" y="176"/>
                  </a:cubicBezTo>
                  <a:cubicBezTo>
                    <a:pt x="96" y="176"/>
                    <a:pt x="95" y="179"/>
                    <a:pt x="94" y="182"/>
                  </a:cubicBezTo>
                  <a:cubicBezTo>
                    <a:pt x="86" y="210"/>
                    <a:pt x="70" y="225"/>
                    <a:pt x="57" y="225"/>
                  </a:cubicBezTo>
                  <a:cubicBezTo>
                    <a:pt x="50" y="225"/>
                    <a:pt x="48" y="220"/>
                    <a:pt x="48" y="212"/>
                  </a:cubicBezTo>
                  <a:cubicBezTo>
                    <a:pt x="48" y="204"/>
                    <a:pt x="51" y="198"/>
                    <a:pt x="54" y="190"/>
                  </a:cubicBezTo>
                  <a:cubicBezTo>
                    <a:pt x="57" y="181"/>
                    <a:pt x="61" y="171"/>
                    <a:pt x="65" y="162"/>
                  </a:cubicBezTo>
                  <a:cubicBezTo>
                    <a:pt x="68" y="154"/>
                    <a:pt x="81" y="122"/>
                    <a:pt x="82" y="118"/>
                  </a:cubicBezTo>
                  <a:cubicBezTo>
                    <a:pt x="83" y="114"/>
                    <a:pt x="84" y="110"/>
                    <a:pt x="84" y="107"/>
                  </a:cubicBezTo>
                  <a:cubicBezTo>
                    <a:pt x="84" y="90"/>
                    <a:pt x="70" y="77"/>
                    <a:pt x="51" y="77"/>
                  </a:cubicBezTo>
                  <a:cubicBezTo>
                    <a:pt x="16" y="77"/>
                    <a:pt x="0" y="124"/>
                    <a:pt x="0" y="130"/>
                  </a:cubicBezTo>
                  <a:cubicBezTo>
                    <a:pt x="0" y="135"/>
                    <a:pt x="5" y="135"/>
                    <a:pt x="6" y="135"/>
                  </a:cubicBezTo>
                  <a:cubicBezTo>
                    <a:pt x="11" y="135"/>
                    <a:pt x="11" y="133"/>
                    <a:pt x="13" y="129"/>
                  </a:cubicBezTo>
                  <a:cubicBezTo>
                    <a:pt x="22" y="99"/>
                    <a:pt x="37" y="87"/>
                    <a:pt x="50" y="87"/>
                  </a:cubicBezTo>
                  <a:cubicBezTo>
                    <a:pt x="55" y="87"/>
                    <a:pt x="59" y="90"/>
                    <a:pt x="59" y="99"/>
                  </a:cubicBezTo>
                  <a:cubicBezTo>
                    <a:pt x="59" y="107"/>
                    <a:pt x="56"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26"/>
            <p:cNvSpPr>
              <a:spLocks noEditPoints="1"/>
            </p:cNvSpPr>
            <p:nvPr>
              <p:custDataLst>
                <p:tags r:id="rId10"/>
              </p:custDataLst>
            </p:nvPr>
          </p:nvSpPr>
          <p:spPr bwMode="auto">
            <a:xfrm>
              <a:off x="4419600" y="3778250"/>
              <a:ext cx="80963" cy="146050"/>
            </a:xfrm>
            <a:custGeom>
              <a:avLst/>
              <a:gdLst>
                <a:gd name="T0" fmla="*/ 178 w 179"/>
                <a:gd name="T1" fmla="*/ 10 h 245"/>
                <a:gd name="T2" fmla="*/ 179 w 179"/>
                <a:gd name="T3" fmla="*/ 5 h 245"/>
                <a:gd name="T4" fmla="*/ 174 w 179"/>
                <a:gd name="T5" fmla="*/ 0 h 245"/>
                <a:gd name="T6" fmla="*/ 129 w 179"/>
                <a:gd name="T7" fmla="*/ 3 h 245"/>
                <a:gd name="T8" fmla="*/ 121 w 179"/>
                <a:gd name="T9" fmla="*/ 11 h 245"/>
                <a:gd name="T10" fmla="*/ 130 w 179"/>
                <a:gd name="T11" fmla="*/ 16 h 245"/>
                <a:gd name="T12" fmla="*/ 147 w 179"/>
                <a:gd name="T13" fmla="*/ 21 h 245"/>
                <a:gd name="T14" fmla="*/ 146 w 179"/>
                <a:gd name="T15" fmla="*/ 29 h 245"/>
                <a:gd name="T16" fmla="*/ 126 w 179"/>
                <a:gd name="T17" fmla="*/ 109 h 245"/>
                <a:gd name="T18" fmla="*/ 90 w 179"/>
                <a:gd name="T19" fmla="*/ 88 h 245"/>
                <a:gd name="T20" fmla="*/ 0 w 179"/>
                <a:gd name="T21" fmla="*/ 187 h 245"/>
                <a:gd name="T22" fmla="*/ 53 w 179"/>
                <a:gd name="T23" fmla="*/ 245 h 245"/>
                <a:gd name="T24" fmla="*/ 102 w 179"/>
                <a:gd name="T25" fmla="*/ 221 h 245"/>
                <a:gd name="T26" fmla="*/ 138 w 179"/>
                <a:gd name="T27" fmla="*/ 245 h 245"/>
                <a:gd name="T28" fmla="*/ 166 w 179"/>
                <a:gd name="T29" fmla="*/ 227 h 245"/>
                <a:gd name="T30" fmla="*/ 178 w 179"/>
                <a:gd name="T31" fmla="*/ 192 h 245"/>
                <a:gd name="T32" fmla="*/ 172 w 179"/>
                <a:gd name="T33" fmla="*/ 187 h 245"/>
                <a:gd name="T34" fmla="*/ 165 w 179"/>
                <a:gd name="T35" fmla="*/ 198 h 245"/>
                <a:gd name="T36" fmla="*/ 139 w 179"/>
                <a:gd name="T37" fmla="*/ 236 h 245"/>
                <a:gd name="T38" fmla="*/ 128 w 179"/>
                <a:gd name="T39" fmla="*/ 218 h 245"/>
                <a:gd name="T40" fmla="*/ 129 w 179"/>
                <a:gd name="T41" fmla="*/ 204 h 245"/>
                <a:gd name="T42" fmla="*/ 178 w 179"/>
                <a:gd name="T43" fmla="*/ 10 h 245"/>
                <a:gd name="T44" fmla="*/ 104 w 179"/>
                <a:gd name="T45" fmla="*/ 198 h 245"/>
                <a:gd name="T46" fmla="*/ 86 w 179"/>
                <a:gd name="T47" fmla="*/ 222 h 245"/>
                <a:gd name="T48" fmla="*/ 54 w 179"/>
                <a:gd name="T49" fmla="*/ 236 h 245"/>
                <a:gd name="T50" fmla="*/ 28 w 179"/>
                <a:gd name="T51" fmla="*/ 202 h 245"/>
                <a:gd name="T52" fmla="*/ 46 w 179"/>
                <a:gd name="T53" fmla="*/ 131 h 245"/>
                <a:gd name="T54" fmla="*/ 90 w 179"/>
                <a:gd name="T55" fmla="*/ 98 h 245"/>
                <a:gd name="T56" fmla="*/ 121 w 179"/>
                <a:gd name="T57" fmla="*/ 128 h 245"/>
                <a:gd name="T58" fmla="*/ 120 w 179"/>
                <a:gd name="T59" fmla="*/ 133 h 245"/>
                <a:gd name="T60" fmla="*/ 104 w 179"/>
                <a:gd name="T61"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5">
                  <a:moveTo>
                    <a:pt x="178" y="10"/>
                  </a:moveTo>
                  <a:cubicBezTo>
                    <a:pt x="178" y="9"/>
                    <a:pt x="179" y="5"/>
                    <a:pt x="179" y="5"/>
                  </a:cubicBezTo>
                  <a:cubicBezTo>
                    <a:pt x="179" y="3"/>
                    <a:pt x="178" y="0"/>
                    <a:pt x="174" y="0"/>
                  </a:cubicBezTo>
                  <a:cubicBezTo>
                    <a:pt x="167" y="0"/>
                    <a:pt x="138" y="3"/>
                    <a:pt x="129" y="3"/>
                  </a:cubicBezTo>
                  <a:cubicBezTo>
                    <a:pt x="126" y="4"/>
                    <a:pt x="121" y="4"/>
                    <a:pt x="121" y="11"/>
                  </a:cubicBezTo>
                  <a:cubicBezTo>
                    <a:pt x="121" y="16"/>
                    <a:pt x="126" y="16"/>
                    <a:pt x="130" y="16"/>
                  </a:cubicBezTo>
                  <a:cubicBezTo>
                    <a:pt x="147" y="16"/>
                    <a:pt x="147" y="19"/>
                    <a:pt x="147" y="21"/>
                  </a:cubicBezTo>
                  <a:cubicBezTo>
                    <a:pt x="147" y="24"/>
                    <a:pt x="146" y="26"/>
                    <a:pt x="146" y="29"/>
                  </a:cubicBezTo>
                  <a:lnTo>
                    <a:pt x="126" y="109"/>
                  </a:lnTo>
                  <a:cubicBezTo>
                    <a:pt x="119" y="97"/>
                    <a:pt x="107" y="88"/>
                    <a:pt x="90" y="88"/>
                  </a:cubicBezTo>
                  <a:cubicBezTo>
                    <a:pt x="45" y="88"/>
                    <a:pt x="0" y="137"/>
                    <a:pt x="0" y="187"/>
                  </a:cubicBezTo>
                  <a:cubicBezTo>
                    <a:pt x="0" y="221"/>
                    <a:pt x="23" y="245"/>
                    <a:pt x="53" y="245"/>
                  </a:cubicBezTo>
                  <a:cubicBezTo>
                    <a:pt x="72" y="245"/>
                    <a:pt x="88" y="235"/>
                    <a:pt x="102" y="221"/>
                  </a:cubicBezTo>
                  <a:cubicBezTo>
                    <a:pt x="109" y="242"/>
                    <a:pt x="129" y="245"/>
                    <a:pt x="138" y="245"/>
                  </a:cubicBezTo>
                  <a:cubicBezTo>
                    <a:pt x="151" y="245"/>
                    <a:pt x="159" y="238"/>
                    <a:pt x="166" y="227"/>
                  </a:cubicBezTo>
                  <a:cubicBezTo>
                    <a:pt x="173" y="213"/>
                    <a:pt x="178" y="193"/>
                    <a:pt x="178" y="192"/>
                  </a:cubicBezTo>
                  <a:cubicBezTo>
                    <a:pt x="178" y="187"/>
                    <a:pt x="173" y="187"/>
                    <a:pt x="172" y="187"/>
                  </a:cubicBezTo>
                  <a:cubicBezTo>
                    <a:pt x="167" y="187"/>
                    <a:pt x="167" y="189"/>
                    <a:pt x="165" y="198"/>
                  </a:cubicBezTo>
                  <a:cubicBezTo>
                    <a:pt x="160" y="215"/>
                    <a:pt x="154" y="236"/>
                    <a:pt x="139" y="236"/>
                  </a:cubicBezTo>
                  <a:cubicBezTo>
                    <a:pt x="130" y="236"/>
                    <a:pt x="128" y="228"/>
                    <a:pt x="128" y="218"/>
                  </a:cubicBezTo>
                  <a:cubicBezTo>
                    <a:pt x="128" y="212"/>
                    <a:pt x="128" y="209"/>
                    <a:pt x="129" y="204"/>
                  </a:cubicBezTo>
                  <a:lnTo>
                    <a:pt x="178" y="10"/>
                  </a:lnTo>
                  <a:close/>
                  <a:moveTo>
                    <a:pt x="104" y="198"/>
                  </a:moveTo>
                  <a:cubicBezTo>
                    <a:pt x="101" y="208"/>
                    <a:pt x="94" y="215"/>
                    <a:pt x="86" y="222"/>
                  </a:cubicBezTo>
                  <a:cubicBezTo>
                    <a:pt x="83" y="224"/>
                    <a:pt x="69" y="236"/>
                    <a:pt x="54" y="236"/>
                  </a:cubicBezTo>
                  <a:cubicBezTo>
                    <a:pt x="41" y="236"/>
                    <a:pt x="28" y="226"/>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327"/>
            <p:cNvSpPr>
              <a:spLocks/>
            </p:cNvSpPr>
            <p:nvPr>
              <p:custDataLst>
                <p:tags r:id="rId11"/>
              </p:custDataLst>
            </p:nvPr>
          </p:nvSpPr>
          <p:spPr bwMode="auto">
            <a:xfrm>
              <a:off x="4521200" y="3898900"/>
              <a:ext cx="20638" cy="63500"/>
            </a:xfrm>
            <a:custGeom>
              <a:avLst/>
              <a:gdLst>
                <a:gd name="T0" fmla="*/ 35 w 45"/>
                <a:gd name="T1" fmla="*/ 34 h 107"/>
                <a:gd name="T2" fmla="*/ 8 w 45"/>
                <a:gd name="T3" fmla="*/ 98 h 107"/>
                <a:gd name="T4" fmla="*/ 5 w 45"/>
                <a:gd name="T5" fmla="*/ 102 h 107"/>
                <a:gd name="T6" fmla="*/ 10 w 45"/>
                <a:gd name="T7" fmla="*/ 107 h 107"/>
                <a:gd name="T8" fmla="*/ 45 w 45"/>
                <a:gd name="T9" fmla="*/ 38 h 107"/>
                <a:gd name="T10" fmla="*/ 20 w 45"/>
                <a:gd name="T11" fmla="*/ 0 h 107"/>
                <a:gd name="T12" fmla="*/ 0 w 45"/>
                <a:gd name="T13" fmla="*/ 20 h 107"/>
                <a:gd name="T14" fmla="*/ 20 w 45"/>
                <a:gd name="T15" fmla="*/ 40 h 107"/>
                <a:gd name="T16" fmla="*/ 35 w 45"/>
                <a:gd name="T17" fmla="*/ 3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107">
                  <a:moveTo>
                    <a:pt x="35" y="34"/>
                  </a:moveTo>
                  <a:cubicBezTo>
                    <a:pt x="35" y="53"/>
                    <a:pt x="31" y="76"/>
                    <a:pt x="8" y="98"/>
                  </a:cubicBezTo>
                  <a:cubicBezTo>
                    <a:pt x="6" y="100"/>
                    <a:pt x="5" y="101"/>
                    <a:pt x="5" y="102"/>
                  </a:cubicBezTo>
                  <a:cubicBezTo>
                    <a:pt x="5" y="105"/>
                    <a:pt x="8" y="107"/>
                    <a:pt x="10" y="107"/>
                  </a:cubicBezTo>
                  <a:cubicBezTo>
                    <a:pt x="15" y="107"/>
                    <a:pt x="45" y="79"/>
                    <a:pt x="45" y="38"/>
                  </a:cubicBezTo>
                  <a:cubicBezTo>
                    <a:pt x="45" y="16"/>
                    <a:pt x="36" y="0"/>
                    <a:pt x="20" y="0"/>
                  </a:cubicBezTo>
                  <a:cubicBezTo>
                    <a:pt x="9" y="0"/>
                    <a:pt x="0" y="9"/>
                    <a:pt x="0" y="20"/>
                  </a:cubicBezTo>
                  <a:cubicBezTo>
                    <a:pt x="0" y="31"/>
                    <a:pt x="8" y="40"/>
                    <a:pt x="20" y="40"/>
                  </a:cubicBezTo>
                  <a:cubicBezTo>
                    <a:pt x="29" y="40"/>
                    <a:pt x="34" y="34"/>
                    <a:pt x="35" y="3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328"/>
            <p:cNvSpPr>
              <a:spLocks/>
            </p:cNvSpPr>
            <p:nvPr>
              <p:custDataLst>
                <p:tags r:id="rId12"/>
              </p:custDataLst>
            </p:nvPr>
          </p:nvSpPr>
          <p:spPr bwMode="auto">
            <a:xfrm>
              <a:off x="4567237" y="3830638"/>
              <a:ext cx="68263" cy="93662"/>
            </a:xfrm>
            <a:custGeom>
              <a:avLst/>
              <a:gdLst>
                <a:gd name="T0" fmla="*/ 131 w 151"/>
                <a:gd name="T1" fmla="*/ 20 h 157"/>
                <a:gd name="T2" fmla="*/ 113 w 151"/>
                <a:gd name="T3" fmla="*/ 40 h 157"/>
                <a:gd name="T4" fmla="*/ 127 w 151"/>
                <a:gd name="T5" fmla="*/ 53 h 157"/>
                <a:gd name="T6" fmla="*/ 147 w 151"/>
                <a:gd name="T7" fmla="*/ 30 h 157"/>
                <a:gd name="T8" fmla="*/ 101 w 151"/>
                <a:gd name="T9" fmla="*/ 0 h 157"/>
                <a:gd name="T10" fmla="*/ 0 w 151"/>
                <a:gd name="T11" fmla="*/ 97 h 157"/>
                <a:gd name="T12" fmla="*/ 65 w 151"/>
                <a:gd name="T13" fmla="*/ 157 h 157"/>
                <a:gd name="T14" fmla="*/ 151 w 151"/>
                <a:gd name="T15" fmla="*/ 118 h 157"/>
                <a:gd name="T16" fmla="*/ 145 w 151"/>
                <a:gd name="T17" fmla="*/ 112 h 157"/>
                <a:gd name="T18" fmla="*/ 140 w 151"/>
                <a:gd name="T19" fmla="*/ 115 h 157"/>
                <a:gd name="T20" fmla="*/ 65 w 151"/>
                <a:gd name="T21" fmla="*/ 148 h 157"/>
                <a:gd name="T22" fmla="*/ 29 w 151"/>
                <a:gd name="T23" fmla="*/ 109 h 157"/>
                <a:gd name="T24" fmla="*/ 52 w 151"/>
                <a:gd name="T25" fmla="*/ 37 h 157"/>
                <a:gd name="T26" fmla="*/ 101 w 151"/>
                <a:gd name="T27" fmla="*/ 10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9" y="22"/>
                    <a:pt x="113" y="32"/>
                    <a:pt x="113" y="40"/>
                  </a:cubicBezTo>
                  <a:cubicBezTo>
                    <a:pt x="113" y="49"/>
                    <a:pt x="121" y="53"/>
                    <a:pt x="127" y="53"/>
                  </a:cubicBezTo>
                  <a:cubicBezTo>
                    <a:pt x="135" y="53"/>
                    <a:pt x="147" y="47"/>
                    <a:pt x="147" y="30"/>
                  </a:cubicBezTo>
                  <a:cubicBezTo>
                    <a:pt x="147" y="7"/>
                    <a:pt x="120" y="0"/>
                    <a:pt x="101" y="0"/>
                  </a:cubicBezTo>
                  <a:cubicBezTo>
                    <a:pt x="49" y="0"/>
                    <a:pt x="0" y="48"/>
                    <a:pt x="0" y="97"/>
                  </a:cubicBezTo>
                  <a:cubicBezTo>
                    <a:pt x="0" y="127"/>
                    <a:pt x="21" y="157"/>
                    <a:pt x="65" y="157"/>
                  </a:cubicBezTo>
                  <a:cubicBezTo>
                    <a:pt x="124" y="157"/>
                    <a:pt x="151" y="123"/>
                    <a:pt x="151" y="118"/>
                  </a:cubicBezTo>
                  <a:cubicBezTo>
                    <a:pt x="151" y="116"/>
                    <a:pt x="148" y="112"/>
                    <a:pt x="145" y="112"/>
                  </a:cubicBezTo>
                  <a:cubicBezTo>
                    <a:pt x="143" y="112"/>
                    <a:pt x="142" y="113"/>
                    <a:pt x="140" y="115"/>
                  </a:cubicBezTo>
                  <a:cubicBezTo>
                    <a:pt x="112" y="148"/>
                    <a:pt x="72" y="148"/>
                    <a:pt x="65" y="148"/>
                  </a:cubicBezTo>
                  <a:cubicBezTo>
                    <a:pt x="40" y="148"/>
                    <a:pt x="29" y="130"/>
                    <a:pt x="29" y="109"/>
                  </a:cubicBezTo>
                  <a:cubicBezTo>
                    <a:pt x="29" y="99"/>
                    <a:pt x="34" y="61"/>
                    <a:pt x="52" y="37"/>
                  </a:cubicBezTo>
                  <a:cubicBezTo>
                    <a:pt x="65" y="20"/>
                    <a:pt x="83" y="10"/>
                    <a:pt x="101" y="10"/>
                  </a:cubicBezTo>
                  <a:cubicBezTo>
                    <a:pt x="106" y="10"/>
                    <a:pt x="123"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29"/>
            <p:cNvSpPr>
              <a:spLocks noEditPoints="1"/>
            </p:cNvSpPr>
            <p:nvPr>
              <p:custDataLst>
                <p:tags r:id="rId13"/>
              </p:custDataLst>
            </p:nvPr>
          </p:nvSpPr>
          <p:spPr bwMode="auto">
            <a:xfrm>
              <a:off x="4645025" y="3784600"/>
              <a:ext cx="49213" cy="139700"/>
            </a:xfrm>
            <a:custGeom>
              <a:avLst/>
              <a:gdLst>
                <a:gd name="T0" fmla="*/ 97 w 106"/>
                <a:gd name="T1" fmla="*/ 13 h 234"/>
                <a:gd name="T2" fmla="*/ 83 w 106"/>
                <a:gd name="T3" fmla="*/ 0 h 234"/>
                <a:gd name="T4" fmla="*/ 63 w 106"/>
                <a:gd name="T5" fmla="*/ 19 h 234"/>
                <a:gd name="T6" fmla="*/ 77 w 106"/>
                <a:gd name="T7" fmla="*/ 32 h 234"/>
                <a:gd name="T8" fmla="*/ 97 w 106"/>
                <a:gd name="T9" fmla="*/ 13 h 234"/>
                <a:gd name="T10" fmla="*/ 25 w 106"/>
                <a:gd name="T11" fmla="*/ 190 h 234"/>
                <a:gd name="T12" fmla="*/ 22 w 106"/>
                <a:gd name="T13" fmla="*/ 205 h 234"/>
                <a:gd name="T14" fmla="*/ 55 w 106"/>
                <a:gd name="T15" fmla="*/ 234 h 234"/>
                <a:gd name="T16" fmla="*/ 106 w 106"/>
                <a:gd name="T17" fmla="*/ 181 h 234"/>
                <a:gd name="T18" fmla="*/ 100 w 106"/>
                <a:gd name="T19" fmla="*/ 176 h 234"/>
                <a:gd name="T20" fmla="*/ 93 w 106"/>
                <a:gd name="T21" fmla="*/ 182 h 234"/>
                <a:gd name="T22" fmla="*/ 56 w 106"/>
                <a:gd name="T23" fmla="*/ 225 h 234"/>
                <a:gd name="T24" fmla="*/ 48 w 106"/>
                <a:gd name="T25" fmla="*/ 212 h 234"/>
                <a:gd name="T26" fmla="*/ 53 w 106"/>
                <a:gd name="T27" fmla="*/ 190 h 234"/>
                <a:gd name="T28" fmla="*/ 64 w 106"/>
                <a:gd name="T29" fmla="*/ 162 h 234"/>
                <a:gd name="T30" fmla="*/ 82 w 106"/>
                <a:gd name="T31" fmla="*/ 118 h 234"/>
                <a:gd name="T32" fmla="*/ 84 w 106"/>
                <a:gd name="T33" fmla="*/ 107 h 234"/>
                <a:gd name="T34" fmla="*/ 51 w 106"/>
                <a:gd name="T35" fmla="*/ 77 h 234"/>
                <a:gd name="T36" fmla="*/ 0 w 106"/>
                <a:gd name="T37" fmla="*/ 130 h 234"/>
                <a:gd name="T38" fmla="*/ 6 w 106"/>
                <a:gd name="T39" fmla="*/ 135 h 234"/>
                <a:gd name="T40" fmla="*/ 12 w 106"/>
                <a:gd name="T41" fmla="*/ 129 h 234"/>
                <a:gd name="T42" fmla="*/ 50 w 106"/>
                <a:gd name="T43" fmla="*/ 87 h 234"/>
                <a:gd name="T44" fmla="*/ 58 w 106"/>
                <a:gd name="T45" fmla="*/ 99 h 234"/>
                <a:gd name="T46" fmla="*/ 47 w 106"/>
                <a:gd name="T47" fmla="*/ 134 h 234"/>
                <a:gd name="T48" fmla="*/ 25 w 106"/>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4">
                  <a:moveTo>
                    <a:pt x="97" y="13"/>
                  </a:moveTo>
                  <a:cubicBezTo>
                    <a:pt x="97" y="7"/>
                    <a:pt x="92" y="0"/>
                    <a:pt x="83" y="0"/>
                  </a:cubicBezTo>
                  <a:cubicBezTo>
                    <a:pt x="73" y="0"/>
                    <a:pt x="63" y="9"/>
                    <a:pt x="63" y="19"/>
                  </a:cubicBezTo>
                  <a:cubicBezTo>
                    <a:pt x="63" y="25"/>
                    <a:pt x="68" y="32"/>
                    <a:pt x="77" y="32"/>
                  </a:cubicBezTo>
                  <a:cubicBezTo>
                    <a:pt x="87" y="32"/>
                    <a:pt x="97" y="22"/>
                    <a:pt x="97" y="13"/>
                  </a:cubicBezTo>
                  <a:close/>
                  <a:moveTo>
                    <a:pt x="25" y="190"/>
                  </a:moveTo>
                  <a:cubicBezTo>
                    <a:pt x="24" y="195"/>
                    <a:pt x="22" y="199"/>
                    <a:pt x="22" y="205"/>
                  </a:cubicBezTo>
                  <a:cubicBezTo>
                    <a:pt x="22" y="221"/>
                    <a:pt x="36" y="234"/>
                    <a:pt x="55" y="234"/>
                  </a:cubicBezTo>
                  <a:cubicBezTo>
                    <a:pt x="90" y="234"/>
                    <a:pt x="106" y="186"/>
                    <a:pt x="106" y="181"/>
                  </a:cubicBezTo>
                  <a:cubicBezTo>
                    <a:pt x="106" y="176"/>
                    <a:pt x="101" y="176"/>
                    <a:pt x="100" y="176"/>
                  </a:cubicBezTo>
                  <a:cubicBezTo>
                    <a:pt x="95" y="176"/>
                    <a:pt x="95" y="179"/>
                    <a:pt x="93" y="182"/>
                  </a:cubicBezTo>
                  <a:cubicBezTo>
                    <a:pt x="85" y="210"/>
                    <a:pt x="70" y="225"/>
                    <a:pt x="56" y="225"/>
                  </a:cubicBezTo>
                  <a:cubicBezTo>
                    <a:pt x="50" y="225"/>
                    <a:pt x="48" y="220"/>
                    <a:pt x="48" y="212"/>
                  </a:cubicBezTo>
                  <a:cubicBezTo>
                    <a:pt x="48" y="204"/>
                    <a:pt x="50" y="198"/>
                    <a:pt x="53" y="190"/>
                  </a:cubicBezTo>
                  <a:cubicBezTo>
                    <a:pt x="57" y="181"/>
                    <a:pt x="61" y="171"/>
                    <a:pt x="64" y="162"/>
                  </a:cubicBezTo>
                  <a:cubicBezTo>
                    <a:pt x="68" y="154"/>
                    <a:pt x="80" y="122"/>
                    <a:pt x="82" y="118"/>
                  </a:cubicBezTo>
                  <a:cubicBezTo>
                    <a:pt x="83" y="114"/>
                    <a:pt x="84" y="110"/>
                    <a:pt x="84" y="107"/>
                  </a:cubicBezTo>
                  <a:cubicBezTo>
                    <a:pt x="84" y="90"/>
                    <a:pt x="70" y="77"/>
                    <a:pt x="51" y="77"/>
                  </a:cubicBezTo>
                  <a:cubicBezTo>
                    <a:pt x="16" y="77"/>
                    <a:pt x="0" y="124"/>
                    <a:pt x="0" y="130"/>
                  </a:cubicBezTo>
                  <a:cubicBezTo>
                    <a:pt x="0" y="135"/>
                    <a:pt x="5" y="135"/>
                    <a:pt x="6" y="135"/>
                  </a:cubicBezTo>
                  <a:cubicBezTo>
                    <a:pt x="11" y="135"/>
                    <a:pt x="11" y="133"/>
                    <a:pt x="12" y="129"/>
                  </a:cubicBezTo>
                  <a:cubicBezTo>
                    <a:pt x="21" y="99"/>
                    <a:pt x="37" y="87"/>
                    <a:pt x="50" y="87"/>
                  </a:cubicBezTo>
                  <a:cubicBezTo>
                    <a:pt x="55" y="87"/>
                    <a:pt x="58" y="90"/>
                    <a:pt x="58" y="99"/>
                  </a:cubicBezTo>
                  <a:cubicBezTo>
                    <a:pt x="58" y="107"/>
                    <a:pt x="56" y="112"/>
                    <a:pt x="47" y="134"/>
                  </a:cubicBezTo>
                  <a:lnTo>
                    <a:pt x="25"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30"/>
            <p:cNvSpPr>
              <a:spLocks noEditPoints="1"/>
            </p:cNvSpPr>
            <p:nvPr>
              <p:custDataLst>
                <p:tags r:id="rId14"/>
              </p:custDataLst>
            </p:nvPr>
          </p:nvSpPr>
          <p:spPr bwMode="auto">
            <a:xfrm>
              <a:off x="4711700" y="3778250"/>
              <a:ext cx="80963" cy="146050"/>
            </a:xfrm>
            <a:custGeom>
              <a:avLst/>
              <a:gdLst>
                <a:gd name="T0" fmla="*/ 178 w 179"/>
                <a:gd name="T1" fmla="*/ 10 h 245"/>
                <a:gd name="T2" fmla="*/ 179 w 179"/>
                <a:gd name="T3" fmla="*/ 5 h 245"/>
                <a:gd name="T4" fmla="*/ 173 w 179"/>
                <a:gd name="T5" fmla="*/ 0 h 245"/>
                <a:gd name="T6" fmla="*/ 129 w 179"/>
                <a:gd name="T7" fmla="*/ 3 h 245"/>
                <a:gd name="T8" fmla="*/ 121 w 179"/>
                <a:gd name="T9" fmla="*/ 11 h 245"/>
                <a:gd name="T10" fmla="*/ 130 w 179"/>
                <a:gd name="T11" fmla="*/ 16 h 245"/>
                <a:gd name="T12" fmla="*/ 147 w 179"/>
                <a:gd name="T13" fmla="*/ 21 h 245"/>
                <a:gd name="T14" fmla="*/ 145 w 179"/>
                <a:gd name="T15" fmla="*/ 29 h 245"/>
                <a:gd name="T16" fmla="*/ 126 w 179"/>
                <a:gd name="T17" fmla="*/ 109 h 245"/>
                <a:gd name="T18" fmla="*/ 90 w 179"/>
                <a:gd name="T19" fmla="*/ 88 h 245"/>
                <a:gd name="T20" fmla="*/ 0 w 179"/>
                <a:gd name="T21" fmla="*/ 187 h 245"/>
                <a:gd name="T22" fmla="*/ 52 w 179"/>
                <a:gd name="T23" fmla="*/ 245 h 245"/>
                <a:gd name="T24" fmla="*/ 102 w 179"/>
                <a:gd name="T25" fmla="*/ 221 h 245"/>
                <a:gd name="T26" fmla="*/ 138 w 179"/>
                <a:gd name="T27" fmla="*/ 245 h 245"/>
                <a:gd name="T28" fmla="*/ 165 w 179"/>
                <a:gd name="T29" fmla="*/ 227 h 245"/>
                <a:gd name="T30" fmla="*/ 178 w 179"/>
                <a:gd name="T31" fmla="*/ 192 h 245"/>
                <a:gd name="T32" fmla="*/ 172 w 179"/>
                <a:gd name="T33" fmla="*/ 187 h 245"/>
                <a:gd name="T34" fmla="*/ 164 w 179"/>
                <a:gd name="T35" fmla="*/ 198 h 245"/>
                <a:gd name="T36" fmla="*/ 139 w 179"/>
                <a:gd name="T37" fmla="*/ 236 h 245"/>
                <a:gd name="T38" fmla="*/ 127 w 179"/>
                <a:gd name="T39" fmla="*/ 218 h 245"/>
                <a:gd name="T40" fmla="*/ 129 w 179"/>
                <a:gd name="T41" fmla="*/ 204 h 245"/>
                <a:gd name="T42" fmla="*/ 178 w 179"/>
                <a:gd name="T43" fmla="*/ 10 h 245"/>
                <a:gd name="T44" fmla="*/ 103 w 179"/>
                <a:gd name="T45" fmla="*/ 198 h 245"/>
                <a:gd name="T46" fmla="*/ 85 w 179"/>
                <a:gd name="T47" fmla="*/ 222 h 245"/>
                <a:gd name="T48" fmla="*/ 53 w 179"/>
                <a:gd name="T49" fmla="*/ 236 h 245"/>
                <a:gd name="T50" fmla="*/ 28 w 179"/>
                <a:gd name="T51" fmla="*/ 202 h 245"/>
                <a:gd name="T52" fmla="*/ 46 w 179"/>
                <a:gd name="T53" fmla="*/ 131 h 245"/>
                <a:gd name="T54" fmla="*/ 90 w 179"/>
                <a:gd name="T55" fmla="*/ 98 h 245"/>
                <a:gd name="T56" fmla="*/ 121 w 179"/>
                <a:gd name="T57" fmla="*/ 128 h 245"/>
                <a:gd name="T58" fmla="*/ 120 w 179"/>
                <a:gd name="T59" fmla="*/ 133 h 245"/>
                <a:gd name="T60" fmla="*/ 103 w 179"/>
                <a:gd name="T61"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5">
                  <a:moveTo>
                    <a:pt x="178" y="10"/>
                  </a:moveTo>
                  <a:cubicBezTo>
                    <a:pt x="178" y="9"/>
                    <a:pt x="179" y="5"/>
                    <a:pt x="179" y="5"/>
                  </a:cubicBezTo>
                  <a:cubicBezTo>
                    <a:pt x="179" y="3"/>
                    <a:pt x="178" y="0"/>
                    <a:pt x="173" y="0"/>
                  </a:cubicBezTo>
                  <a:cubicBezTo>
                    <a:pt x="166" y="0"/>
                    <a:pt x="137" y="3"/>
                    <a:pt x="129" y="3"/>
                  </a:cubicBezTo>
                  <a:cubicBezTo>
                    <a:pt x="126" y="4"/>
                    <a:pt x="121" y="4"/>
                    <a:pt x="121" y="11"/>
                  </a:cubicBezTo>
                  <a:cubicBezTo>
                    <a:pt x="121" y="16"/>
                    <a:pt x="126" y="16"/>
                    <a:pt x="130" y="16"/>
                  </a:cubicBezTo>
                  <a:cubicBezTo>
                    <a:pt x="147" y="16"/>
                    <a:pt x="147" y="19"/>
                    <a:pt x="147" y="21"/>
                  </a:cubicBezTo>
                  <a:cubicBezTo>
                    <a:pt x="147" y="24"/>
                    <a:pt x="146" y="26"/>
                    <a:pt x="145" y="29"/>
                  </a:cubicBezTo>
                  <a:lnTo>
                    <a:pt x="126" y="109"/>
                  </a:lnTo>
                  <a:cubicBezTo>
                    <a:pt x="118" y="97"/>
                    <a:pt x="106" y="88"/>
                    <a:pt x="90" y="88"/>
                  </a:cubicBezTo>
                  <a:cubicBezTo>
                    <a:pt x="45" y="88"/>
                    <a:pt x="0" y="137"/>
                    <a:pt x="0" y="187"/>
                  </a:cubicBezTo>
                  <a:cubicBezTo>
                    <a:pt x="0" y="221"/>
                    <a:pt x="22" y="245"/>
                    <a:pt x="52" y="245"/>
                  </a:cubicBezTo>
                  <a:cubicBezTo>
                    <a:pt x="71" y="245"/>
                    <a:pt x="88" y="235"/>
                    <a:pt x="102" y="221"/>
                  </a:cubicBezTo>
                  <a:cubicBezTo>
                    <a:pt x="108" y="242"/>
                    <a:pt x="129" y="245"/>
                    <a:pt x="138" y="245"/>
                  </a:cubicBezTo>
                  <a:cubicBezTo>
                    <a:pt x="150" y="245"/>
                    <a:pt x="159" y="238"/>
                    <a:pt x="165" y="227"/>
                  </a:cubicBezTo>
                  <a:cubicBezTo>
                    <a:pt x="173" y="213"/>
                    <a:pt x="178" y="193"/>
                    <a:pt x="178" y="192"/>
                  </a:cubicBezTo>
                  <a:cubicBezTo>
                    <a:pt x="178" y="187"/>
                    <a:pt x="173" y="187"/>
                    <a:pt x="172" y="187"/>
                  </a:cubicBezTo>
                  <a:cubicBezTo>
                    <a:pt x="167" y="187"/>
                    <a:pt x="167" y="189"/>
                    <a:pt x="164" y="198"/>
                  </a:cubicBezTo>
                  <a:cubicBezTo>
                    <a:pt x="160" y="215"/>
                    <a:pt x="153" y="236"/>
                    <a:pt x="139" y="236"/>
                  </a:cubicBezTo>
                  <a:cubicBezTo>
                    <a:pt x="130" y="236"/>
                    <a:pt x="127" y="228"/>
                    <a:pt x="127" y="218"/>
                  </a:cubicBezTo>
                  <a:cubicBezTo>
                    <a:pt x="127" y="212"/>
                    <a:pt x="128" y="209"/>
                    <a:pt x="129" y="204"/>
                  </a:cubicBezTo>
                  <a:lnTo>
                    <a:pt x="178" y="10"/>
                  </a:lnTo>
                  <a:close/>
                  <a:moveTo>
                    <a:pt x="103" y="198"/>
                  </a:moveTo>
                  <a:cubicBezTo>
                    <a:pt x="101" y="208"/>
                    <a:pt x="93" y="215"/>
                    <a:pt x="85" y="222"/>
                  </a:cubicBezTo>
                  <a:cubicBezTo>
                    <a:pt x="82" y="224"/>
                    <a:pt x="68" y="236"/>
                    <a:pt x="53" y="236"/>
                  </a:cubicBezTo>
                  <a:cubicBezTo>
                    <a:pt x="40" y="236"/>
                    <a:pt x="28" y="226"/>
                    <a:pt x="28" y="202"/>
                  </a:cubicBezTo>
                  <a:cubicBezTo>
                    <a:pt x="28" y="183"/>
                    <a:pt x="38" y="145"/>
                    <a:pt x="46" y="131"/>
                  </a:cubicBezTo>
                  <a:cubicBezTo>
                    <a:pt x="62" y="103"/>
                    <a:pt x="80" y="98"/>
                    <a:pt x="90" y="98"/>
                  </a:cubicBezTo>
                  <a:cubicBezTo>
                    <a:pt x="114" y="98"/>
                    <a:pt x="121" y="124"/>
                    <a:pt x="121" y="128"/>
                  </a:cubicBezTo>
                  <a:cubicBezTo>
                    <a:pt x="121" y="130"/>
                    <a:pt x="120" y="132"/>
                    <a:pt x="120" y="133"/>
                  </a:cubicBezTo>
                  <a:lnTo>
                    <a:pt x="103"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31"/>
            <p:cNvSpPr>
              <a:spLocks/>
            </p:cNvSpPr>
            <p:nvPr>
              <p:custDataLst>
                <p:tags r:id="rId15"/>
              </p:custDataLst>
            </p:nvPr>
          </p:nvSpPr>
          <p:spPr bwMode="auto">
            <a:xfrm>
              <a:off x="4830762" y="3656013"/>
              <a:ext cx="52388" cy="296862"/>
            </a:xfrm>
            <a:custGeom>
              <a:avLst/>
              <a:gdLst>
                <a:gd name="T0" fmla="*/ 116 w 116"/>
                <a:gd name="T1" fmla="*/ 494 h 499"/>
                <a:gd name="T2" fmla="*/ 107 w 116"/>
                <a:gd name="T3" fmla="*/ 483 h 499"/>
                <a:gd name="T4" fmla="*/ 29 w 116"/>
                <a:gd name="T5" fmla="*/ 249 h 499"/>
                <a:gd name="T6" fmla="*/ 109 w 116"/>
                <a:gd name="T7" fmla="*/ 13 h 499"/>
                <a:gd name="T8" fmla="*/ 116 w 116"/>
                <a:gd name="T9" fmla="*/ 5 h 499"/>
                <a:gd name="T10" fmla="*/ 111 w 116"/>
                <a:gd name="T11" fmla="*/ 0 h 499"/>
                <a:gd name="T12" fmla="*/ 31 w 116"/>
                <a:gd name="T13" fmla="*/ 97 h 499"/>
                <a:gd name="T14" fmla="*/ 0 w 116"/>
                <a:gd name="T15" fmla="*/ 249 h 499"/>
                <a:gd name="T16" fmla="*/ 33 w 116"/>
                <a:gd name="T17" fmla="*/ 405 h 499"/>
                <a:gd name="T18" fmla="*/ 111 w 116"/>
                <a:gd name="T19" fmla="*/ 499 h 499"/>
                <a:gd name="T20" fmla="*/ 116 w 116"/>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494"/>
                  </a:moveTo>
                  <a:cubicBezTo>
                    <a:pt x="116" y="492"/>
                    <a:pt x="116" y="491"/>
                    <a:pt x="107" y="483"/>
                  </a:cubicBezTo>
                  <a:cubicBezTo>
                    <a:pt x="45" y="420"/>
                    <a:pt x="29" y="326"/>
                    <a:pt x="29" y="249"/>
                  </a:cubicBezTo>
                  <a:cubicBezTo>
                    <a:pt x="29" y="163"/>
                    <a:pt x="48" y="76"/>
                    <a:pt x="109" y="13"/>
                  </a:cubicBezTo>
                  <a:cubicBezTo>
                    <a:pt x="116" y="7"/>
                    <a:pt x="116" y="6"/>
                    <a:pt x="116" y="5"/>
                  </a:cubicBezTo>
                  <a:cubicBezTo>
                    <a:pt x="116" y="1"/>
                    <a:pt x="114" y="0"/>
                    <a:pt x="111" y="0"/>
                  </a:cubicBezTo>
                  <a:cubicBezTo>
                    <a:pt x="106" y="0"/>
                    <a:pt x="61" y="34"/>
                    <a:pt x="31" y="97"/>
                  </a:cubicBezTo>
                  <a:cubicBezTo>
                    <a:pt x="6" y="152"/>
                    <a:pt x="0" y="208"/>
                    <a:pt x="0" y="249"/>
                  </a:cubicBezTo>
                  <a:cubicBezTo>
                    <a:pt x="0" y="288"/>
                    <a:pt x="5" y="349"/>
                    <a:pt x="33" y="405"/>
                  </a:cubicBezTo>
                  <a:cubicBezTo>
                    <a:pt x="63" y="466"/>
                    <a:pt x="106" y="499"/>
                    <a:pt x="111" y="499"/>
                  </a:cubicBezTo>
                  <a:cubicBezTo>
                    <a:pt x="114" y="499"/>
                    <a:pt x="116" y="497"/>
                    <a:pt x="116"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32"/>
            <p:cNvSpPr>
              <a:spLocks noEditPoints="1"/>
            </p:cNvSpPr>
            <p:nvPr>
              <p:custDataLst>
                <p:tags r:id="rId16"/>
              </p:custDataLst>
            </p:nvPr>
          </p:nvSpPr>
          <p:spPr bwMode="auto">
            <a:xfrm>
              <a:off x="4905375" y="3675063"/>
              <a:ext cx="161925" cy="209550"/>
            </a:xfrm>
            <a:custGeom>
              <a:avLst/>
              <a:gdLst>
                <a:gd name="T0" fmla="*/ 166 w 356"/>
                <a:gd name="T1" fmla="*/ 35 h 352"/>
                <a:gd name="T2" fmla="*/ 180 w 356"/>
                <a:gd name="T3" fmla="*/ 16 h 352"/>
                <a:gd name="T4" fmla="*/ 211 w 356"/>
                <a:gd name="T5" fmla="*/ 16 h 352"/>
                <a:gd name="T6" fmla="*/ 302 w 356"/>
                <a:gd name="T7" fmla="*/ 65 h 352"/>
                <a:gd name="T8" fmla="*/ 274 w 356"/>
                <a:gd name="T9" fmla="*/ 136 h 352"/>
                <a:gd name="T10" fmla="*/ 190 w 356"/>
                <a:gd name="T11" fmla="*/ 165 h 352"/>
                <a:gd name="T12" fmla="*/ 134 w 356"/>
                <a:gd name="T13" fmla="*/ 165 h 352"/>
                <a:gd name="T14" fmla="*/ 166 w 356"/>
                <a:gd name="T15" fmla="*/ 35 h 352"/>
                <a:gd name="T16" fmla="*/ 238 w 356"/>
                <a:gd name="T17" fmla="*/ 172 h 352"/>
                <a:gd name="T18" fmla="*/ 348 w 356"/>
                <a:gd name="T19" fmla="*/ 75 h 352"/>
                <a:gd name="T20" fmla="*/ 238 w 356"/>
                <a:gd name="T21" fmla="*/ 0 h 352"/>
                <a:gd name="T22" fmla="*/ 96 w 356"/>
                <a:gd name="T23" fmla="*/ 0 h 352"/>
                <a:gd name="T24" fmla="*/ 81 w 356"/>
                <a:gd name="T25" fmla="*/ 10 h 352"/>
                <a:gd name="T26" fmla="*/ 95 w 356"/>
                <a:gd name="T27" fmla="*/ 16 h 352"/>
                <a:gd name="T28" fmla="*/ 114 w 356"/>
                <a:gd name="T29" fmla="*/ 17 h 352"/>
                <a:gd name="T30" fmla="*/ 127 w 356"/>
                <a:gd name="T31" fmla="*/ 25 h 352"/>
                <a:gd name="T32" fmla="*/ 125 w 356"/>
                <a:gd name="T33" fmla="*/ 34 h 352"/>
                <a:gd name="T34" fmla="*/ 59 w 356"/>
                <a:gd name="T35" fmla="*/ 302 h 352"/>
                <a:gd name="T36" fmla="*/ 13 w 356"/>
                <a:gd name="T37" fmla="*/ 326 h 352"/>
                <a:gd name="T38" fmla="*/ 0 w 356"/>
                <a:gd name="T39" fmla="*/ 336 h 352"/>
                <a:gd name="T40" fmla="*/ 7 w 356"/>
                <a:gd name="T41" fmla="*/ 341 h 352"/>
                <a:gd name="T42" fmla="*/ 70 w 356"/>
                <a:gd name="T43" fmla="*/ 340 h 352"/>
                <a:gd name="T44" fmla="*/ 133 w 356"/>
                <a:gd name="T45" fmla="*/ 341 h 352"/>
                <a:gd name="T46" fmla="*/ 143 w 356"/>
                <a:gd name="T47" fmla="*/ 331 h 352"/>
                <a:gd name="T48" fmla="*/ 129 w 356"/>
                <a:gd name="T49" fmla="*/ 326 h 352"/>
                <a:gd name="T50" fmla="*/ 97 w 356"/>
                <a:gd name="T51" fmla="*/ 317 h 352"/>
                <a:gd name="T52" fmla="*/ 98 w 356"/>
                <a:gd name="T53" fmla="*/ 308 h 352"/>
                <a:gd name="T54" fmla="*/ 131 w 356"/>
                <a:gd name="T55" fmla="*/ 176 h 352"/>
                <a:gd name="T56" fmla="*/ 190 w 356"/>
                <a:gd name="T57" fmla="*/ 176 h 352"/>
                <a:gd name="T58" fmla="*/ 245 w 356"/>
                <a:gd name="T59" fmla="*/ 221 h 352"/>
                <a:gd name="T60" fmla="*/ 238 w 356"/>
                <a:gd name="T61" fmla="*/ 256 h 352"/>
                <a:gd name="T62" fmla="*/ 230 w 356"/>
                <a:gd name="T63" fmla="*/ 298 h 352"/>
                <a:gd name="T64" fmla="*/ 296 w 356"/>
                <a:gd name="T65" fmla="*/ 352 h 352"/>
                <a:gd name="T66" fmla="*/ 356 w 356"/>
                <a:gd name="T67" fmla="*/ 295 h 352"/>
                <a:gd name="T68" fmla="*/ 350 w 356"/>
                <a:gd name="T69" fmla="*/ 289 h 352"/>
                <a:gd name="T70" fmla="*/ 343 w 356"/>
                <a:gd name="T71" fmla="*/ 296 h 352"/>
                <a:gd name="T72" fmla="*/ 298 w 356"/>
                <a:gd name="T73" fmla="*/ 341 h 352"/>
                <a:gd name="T74" fmla="*/ 278 w 356"/>
                <a:gd name="T75" fmla="*/ 311 h 352"/>
                <a:gd name="T76" fmla="*/ 283 w 356"/>
                <a:gd name="T77" fmla="*/ 254 h 352"/>
                <a:gd name="T78" fmla="*/ 285 w 356"/>
                <a:gd name="T79" fmla="*/ 230 h 352"/>
                <a:gd name="T80" fmla="*/ 238 w 356"/>
                <a:gd name="T81" fmla="*/ 17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56" h="352">
                  <a:moveTo>
                    <a:pt x="166" y="35"/>
                  </a:moveTo>
                  <a:cubicBezTo>
                    <a:pt x="169" y="23"/>
                    <a:pt x="171" y="18"/>
                    <a:pt x="180" y="16"/>
                  </a:cubicBezTo>
                  <a:cubicBezTo>
                    <a:pt x="185" y="16"/>
                    <a:pt x="201" y="16"/>
                    <a:pt x="211" y="16"/>
                  </a:cubicBezTo>
                  <a:cubicBezTo>
                    <a:pt x="246" y="16"/>
                    <a:pt x="302" y="16"/>
                    <a:pt x="302" y="65"/>
                  </a:cubicBezTo>
                  <a:cubicBezTo>
                    <a:pt x="302" y="82"/>
                    <a:pt x="294" y="117"/>
                    <a:pt x="274" y="136"/>
                  </a:cubicBezTo>
                  <a:cubicBezTo>
                    <a:pt x="261" y="149"/>
                    <a:pt x="235" y="165"/>
                    <a:pt x="190" y="165"/>
                  </a:cubicBezTo>
                  <a:lnTo>
                    <a:pt x="134" y="165"/>
                  </a:lnTo>
                  <a:lnTo>
                    <a:pt x="166" y="35"/>
                  </a:lnTo>
                  <a:close/>
                  <a:moveTo>
                    <a:pt x="238" y="172"/>
                  </a:moveTo>
                  <a:cubicBezTo>
                    <a:pt x="289" y="161"/>
                    <a:pt x="348" y="126"/>
                    <a:pt x="348" y="75"/>
                  </a:cubicBezTo>
                  <a:cubicBezTo>
                    <a:pt x="348" y="32"/>
                    <a:pt x="303" y="0"/>
                    <a:pt x="238" y="0"/>
                  </a:cubicBezTo>
                  <a:lnTo>
                    <a:pt x="96" y="0"/>
                  </a:lnTo>
                  <a:cubicBezTo>
                    <a:pt x="86" y="0"/>
                    <a:pt x="81" y="0"/>
                    <a:pt x="81" y="10"/>
                  </a:cubicBezTo>
                  <a:cubicBezTo>
                    <a:pt x="81" y="16"/>
                    <a:pt x="86" y="16"/>
                    <a:pt x="95" y="16"/>
                  </a:cubicBezTo>
                  <a:cubicBezTo>
                    <a:pt x="96" y="16"/>
                    <a:pt x="106" y="16"/>
                    <a:pt x="114" y="17"/>
                  </a:cubicBezTo>
                  <a:cubicBezTo>
                    <a:pt x="123" y="18"/>
                    <a:pt x="127" y="18"/>
                    <a:pt x="127" y="25"/>
                  </a:cubicBezTo>
                  <a:cubicBezTo>
                    <a:pt x="127" y="27"/>
                    <a:pt x="127" y="28"/>
                    <a:pt x="125" y="34"/>
                  </a:cubicBezTo>
                  <a:lnTo>
                    <a:pt x="59" y="302"/>
                  </a:lnTo>
                  <a:cubicBezTo>
                    <a:pt x="54" y="322"/>
                    <a:pt x="53" y="326"/>
                    <a:pt x="13" y="326"/>
                  </a:cubicBezTo>
                  <a:cubicBezTo>
                    <a:pt x="4" y="326"/>
                    <a:pt x="0" y="326"/>
                    <a:pt x="0" y="336"/>
                  </a:cubicBezTo>
                  <a:cubicBezTo>
                    <a:pt x="0" y="341"/>
                    <a:pt x="6" y="341"/>
                    <a:pt x="7" y="341"/>
                  </a:cubicBezTo>
                  <a:cubicBezTo>
                    <a:pt x="21" y="341"/>
                    <a:pt x="56" y="340"/>
                    <a:pt x="70" y="340"/>
                  </a:cubicBezTo>
                  <a:cubicBezTo>
                    <a:pt x="84" y="340"/>
                    <a:pt x="119" y="341"/>
                    <a:pt x="133" y="341"/>
                  </a:cubicBezTo>
                  <a:cubicBezTo>
                    <a:pt x="137" y="341"/>
                    <a:pt x="143" y="341"/>
                    <a:pt x="143" y="331"/>
                  </a:cubicBezTo>
                  <a:cubicBezTo>
                    <a:pt x="143" y="326"/>
                    <a:pt x="138" y="326"/>
                    <a:pt x="129" y="326"/>
                  </a:cubicBezTo>
                  <a:cubicBezTo>
                    <a:pt x="111" y="326"/>
                    <a:pt x="97" y="326"/>
                    <a:pt x="97" y="317"/>
                  </a:cubicBezTo>
                  <a:cubicBezTo>
                    <a:pt x="97" y="314"/>
                    <a:pt x="98" y="311"/>
                    <a:pt x="98" y="308"/>
                  </a:cubicBezTo>
                  <a:lnTo>
                    <a:pt x="131" y="176"/>
                  </a:lnTo>
                  <a:lnTo>
                    <a:pt x="190" y="176"/>
                  </a:lnTo>
                  <a:cubicBezTo>
                    <a:pt x="236" y="176"/>
                    <a:pt x="245" y="204"/>
                    <a:pt x="245" y="221"/>
                  </a:cubicBezTo>
                  <a:cubicBezTo>
                    <a:pt x="245" y="229"/>
                    <a:pt x="241" y="244"/>
                    <a:pt x="238" y="256"/>
                  </a:cubicBezTo>
                  <a:cubicBezTo>
                    <a:pt x="234" y="270"/>
                    <a:pt x="230" y="288"/>
                    <a:pt x="230" y="298"/>
                  </a:cubicBezTo>
                  <a:cubicBezTo>
                    <a:pt x="230" y="352"/>
                    <a:pt x="290" y="352"/>
                    <a:pt x="296" y="352"/>
                  </a:cubicBezTo>
                  <a:cubicBezTo>
                    <a:pt x="338" y="352"/>
                    <a:pt x="356" y="302"/>
                    <a:pt x="356" y="295"/>
                  </a:cubicBezTo>
                  <a:cubicBezTo>
                    <a:pt x="356" y="289"/>
                    <a:pt x="350" y="289"/>
                    <a:pt x="350" y="289"/>
                  </a:cubicBezTo>
                  <a:cubicBezTo>
                    <a:pt x="345" y="289"/>
                    <a:pt x="344" y="292"/>
                    <a:pt x="343" y="296"/>
                  </a:cubicBezTo>
                  <a:cubicBezTo>
                    <a:pt x="331" y="333"/>
                    <a:pt x="309" y="341"/>
                    <a:pt x="298" y="341"/>
                  </a:cubicBezTo>
                  <a:cubicBezTo>
                    <a:pt x="282" y="341"/>
                    <a:pt x="278" y="330"/>
                    <a:pt x="278" y="311"/>
                  </a:cubicBezTo>
                  <a:cubicBezTo>
                    <a:pt x="278" y="295"/>
                    <a:pt x="281" y="270"/>
                    <a:pt x="283" y="254"/>
                  </a:cubicBezTo>
                  <a:cubicBezTo>
                    <a:pt x="284" y="247"/>
                    <a:pt x="285" y="237"/>
                    <a:pt x="285" y="230"/>
                  </a:cubicBezTo>
                  <a:cubicBezTo>
                    <a:pt x="285" y="192"/>
                    <a:pt x="252" y="177"/>
                    <a:pt x="238" y="172"/>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33"/>
            <p:cNvSpPr>
              <a:spLocks noEditPoints="1"/>
            </p:cNvSpPr>
            <p:nvPr>
              <p:custDataLst>
                <p:tags r:id="rId17"/>
              </p:custDataLst>
            </p:nvPr>
          </p:nvSpPr>
          <p:spPr bwMode="auto">
            <a:xfrm>
              <a:off x="5080000" y="3746500"/>
              <a:ext cx="87313" cy="134937"/>
            </a:xfrm>
            <a:custGeom>
              <a:avLst/>
              <a:gdLst>
                <a:gd name="T0" fmla="*/ 70 w 191"/>
                <a:gd name="T1" fmla="*/ 105 h 226"/>
                <a:gd name="T2" fmla="*/ 146 w 191"/>
                <a:gd name="T3" fmla="*/ 93 h 226"/>
                <a:gd name="T4" fmla="*/ 184 w 191"/>
                <a:gd name="T5" fmla="*/ 42 h 226"/>
                <a:gd name="T6" fmla="*/ 130 w 191"/>
                <a:gd name="T7" fmla="*/ 0 h 226"/>
                <a:gd name="T8" fmla="*/ 0 w 191"/>
                <a:gd name="T9" fmla="*/ 135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6 w 191"/>
                <a:gd name="T21" fmla="*/ 157 h 226"/>
                <a:gd name="T22" fmla="*/ 44 w 191"/>
                <a:gd name="T23" fmla="*/ 105 h 226"/>
                <a:gd name="T24" fmla="*/ 70 w 191"/>
                <a:gd name="T25" fmla="*/ 105 h 226"/>
                <a:gd name="T26" fmla="*/ 47 w 191"/>
                <a:gd name="T27" fmla="*/ 94 h 226"/>
                <a:gd name="T28" fmla="*/ 130 w 191"/>
                <a:gd name="T29" fmla="*/ 11 h 226"/>
                <a:gd name="T30" fmla="*/ 167 w 191"/>
                <a:gd name="T31" fmla="*/ 42 h 226"/>
                <a:gd name="T32" fmla="*/ 67 w 191"/>
                <a:gd name="T33" fmla="*/ 94 h 226"/>
                <a:gd name="T34" fmla="*/ 47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4" y="105"/>
                    <a:pt x="121" y="104"/>
                    <a:pt x="146" y="93"/>
                  </a:cubicBezTo>
                  <a:cubicBezTo>
                    <a:pt x="181" y="78"/>
                    <a:pt x="184" y="49"/>
                    <a:pt x="184" y="42"/>
                  </a:cubicBezTo>
                  <a:cubicBezTo>
                    <a:pt x="184" y="20"/>
                    <a:pt x="165" y="0"/>
                    <a:pt x="130" y="0"/>
                  </a:cubicBezTo>
                  <a:cubicBezTo>
                    <a:pt x="75" y="0"/>
                    <a:pt x="0" y="48"/>
                    <a:pt x="0" y="135"/>
                  </a:cubicBezTo>
                  <a:cubicBezTo>
                    <a:pt x="0" y="186"/>
                    <a:pt x="29" y="226"/>
                    <a:pt x="78" y="226"/>
                  </a:cubicBezTo>
                  <a:cubicBezTo>
                    <a:pt x="149" y="226"/>
                    <a:pt x="191" y="173"/>
                    <a:pt x="191" y="167"/>
                  </a:cubicBezTo>
                  <a:cubicBezTo>
                    <a:pt x="191" y="164"/>
                    <a:pt x="188" y="160"/>
                    <a:pt x="185" y="160"/>
                  </a:cubicBezTo>
                  <a:cubicBezTo>
                    <a:pt x="183" y="160"/>
                    <a:pt x="182" y="161"/>
                    <a:pt x="179" y="165"/>
                  </a:cubicBezTo>
                  <a:cubicBezTo>
                    <a:pt x="139" y="215"/>
                    <a:pt x="85" y="215"/>
                    <a:pt x="79" y="215"/>
                  </a:cubicBezTo>
                  <a:cubicBezTo>
                    <a:pt x="40" y="215"/>
                    <a:pt x="36" y="173"/>
                    <a:pt x="36" y="157"/>
                  </a:cubicBezTo>
                  <a:cubicBezTo>
                    <a:pt x="36" y="151"/>
                    <a:pt x="36" y="135"/>
                    <a:pt x="44" y="105"/>
                  </a:cubicBezTo>
                  <a:lnTo>
                    <a:pt x="70" y="105"/>
                  </a:lnTo>
                  <a:close/>
                  <a:moveTo>
                    <a:pt x="47" y="94"/>
                  </a:moveTo>
                  <a:cubicBezTo>
                    <a:pt x="66" y="18"/>
                    <a:pt x="117" y="11"/>
                    <a:pt x="130" y="11"/>
                  </a:cubicBezTo>
                  <a:cubicBezTo>
                    <a:pt x="154" y="11"/>
                    <a:pt x="167" y="25"/>
                    <a:pt x="167" y="42"/>
                  </a:cubicBezTo>
                  <a:cubicBezTo>
                    <a:pt x="167" y="94"/>
                    <a:pt x="87"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34"/>
            <p:cNvSpPr>
              <a:spLocks/>
            </p:cNvSpPr>
            <p:nvPr>
              <p:custDataLst>
                <p:tags r:id="rId18"/>
              </p:custDataLst>
            </p:nvPr>
          </p:nvSpPr>
          <p:spPr bwMode="auto">
            <a:xfrm>
              <a:off x="5184775" y="3746500"/>
              <a:ext cx="96838" cy="134937"/>
            </a:xfrm>
            <a:custGeom>
              <a:avLst/>
              <a:gdLst>
                <a:gd name="T0" fmla="*/ 45 w 212"/>
                <a:gd name="T1" fmla="*/ 179 h 226"/>
                <a:gd name="T2" fmla="*/ 104 w 212"/>
                <a:gd name="T3" fmla="*/ 122 h 226"/>
                <a:gd name="T4" fmla="*/ 153 w 212"/>
                <a:gd name="T5" fmla="*/ 77 h 226"/>
                <a:gd name="T6" fmla="*/ 212 w 212"/>
                <a:gd name="T7" fmla="*/ 5 h 226"/>
                <a:gd name="T8" fmla="*/ 206 w 212"/>
                <a:gd name="T9" fmla="*/ 0 h 226"/>
                <a:gd name="T10" fmla="*/ 199 w 212"/>
                <a:gd name="T11" fmla="*/ 5 h 226"/>
                <a:gd name="T12" fmla="*/ 161 w 212"/>
                <a:gd name="T13" fmla="*/ 37 h 226"/>
                <a:gd name="T14" fmla="*/ 136 w 212"/>
                <a:gd name="T15" fmla="*/ 21 h 226"/>
                <a:gd name="T16" fmla="*/ 101 w 212"/>
                <a:gd name="T17" fmla="*/ 0 h 226"/>
                <a:gd name="T18" fmla="*/ 41 w 212"/>
                <a:gd name="T19" fmla="*/ 57 h 226"/>
                <a:gd name="T20" fmla="*/ 47 w 212"/>
                <a:gd name="T21" fmla="*/ 62 h 226"/>
                <a:gd name="T22" fmla="*/ 53 w 212"/>
                <a:gd name="T23" fmla="*/ 57 h 226"/>
                <a:gd name="T24" fmla="*/ 96 w 212"/>
                <a:gd name="T25" fmla="*/ 33 h 226"/>
                <a:gd name="T26" fmla="*/ 127 w 212"/>
                <a:gd name="T27" fmla="*/ 41 h 226"/>
                <a:gd name="T28" fmla="*/ 166 w 212"/>
                <a:gd name="T29" fmla="*/ 48 h 226"/>
                <a:gd name="T30" fmla="*/ 96 w 212"/>
                <a:gd name="T31" fmla="*/ 113 h 226"/>
                <a:gd name="T32" fmla="*/ 51 w 212"/>
                <a:gd name="T33" fmla="*/ 155 h 226"/>
                <a:gd name="T34" fmla="*/ 0 w 212"/>
                <a:gd name="T35" fmla="*/ 221 h 226"/>
                <a:gd name="T36" fmla="*/ 6 w 212"/>
                <a:gd name="T37" fmla="*/ 226 h 226"/>
                <a:gd name="T38" fmla="*/ 14 w 212"/>
                <a:gd name="T39" fmla="*/ 219 h 226"/>
                <a:gd name="T40" fmla="*/ 56 w 212"/>
                <a:gd name="T41" fmla="*/ 188 h 226"/>
                <a:gd name="T42" fmla="*/ 85 w 212"/>
                <a:gd name="T43" fmla="*/ 207 h 226"/>
                <a:gd name="T44" fmla="*/ 117 w 212"/>
                <a:gd name="T45" fmla="*/ 226 h 226"/>
                <a:gd name="T46" fmla="*/ 196 w 212"/>
                <a:gd name="T47" fmla="*/ 149 h 226"/>
                <a:gd name="T48" fmla="*/ 190 w 212"/>
                <a:gd name="T49" fmla="*/ 144 h 226"/>
                <a:gd name="T50" fmla="*/ 183 w 212"/>
                <a:gd name="T51" fmla="*/ 150 h 226"/>
                <a:gd name="T52" fmla="*/ 123 w 212"/>
                <a:gd name="T53" fmla="*/ 192 h 226"/>
                <a:gd name="T54" fmla="*/ 93 w 212"/>
                <a:gd name="T55" fmla="*/ 186 h 226"/>
                <a:gd name="T56" fmla="*/ 58 w 212"/>
                <a:gd name="T57" fmla="*/ 177 h 226"/>
                <a:gd name="T58" fmla="*/ 45 w 212"/>
                <a:gd name="T59" fmla="*/ 17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2" h="226">
                  <a:moveTo>
                    <a:pt x="45" y="179"/>
                  </a:moveTo>
                  <a:cubicBezTo>
                    <a:pt x="72" y="150"/>
                    <a:pt x="86" y="137"/>
                    <a:pt x="104" y="122"/>
                  </a:cubicBezTo>
                  <a:cubicBezTo>
                    <a:pt x="104" y="121"/>
                    <a:pt x="135" y="95"/>
                    <a:pt x="153" y="77"/>
                  </a:cubicBezTo>
                  <a:cubicBezTo>
                    <a:pt x="201" y="31"/>
                    <a:pt x="212" y="7"/>
                    <a:pt x="212" y="5"/>
                  </a:cubicBezTo>
                  <a:cubicBezTo>
                    <a:pt x="212" y="0"/>
                    <a:pt x="207" y="0"/>
                    <a:pt x="206" y="0"/>
                  </a:cubicBezTo>
                  <a:cubicBezTo>
                    <a:pt x="203" y="0"/>
                    <a:pt x="201" y="1"/>
                    <a:pt x="199" y="5"/>
                  </a:cubicBezTo>
                  <a:cubicBezTo>
                    <a:pt x="184" y="29"/>
                    <a:pt x="173" y="37"/>
                    <a:pt x="161" y="37"/>
                  </a:cubicBezTo>
                  <a:cubicBezTo>
                    <a:pt x="149" y="37"/>
                    <a:pt x="143" y="30"/>
                    <a:pt x="136" y="21"/>
                  </a:cubicBezTo>
                  <a:cubicBezTo>
                    <a:pt x="126" y="10"/>
                    <a:pt x="118" y="0"/>
                    <a:pt x="101" y="0"/>
                  </a:cubicBezTo>
                  <a:cubicBezTo>
                    <a:pt x="64" y="0"/>
                    <a:pt x="41" y="46"/>
                    <a:pt x="41" y="57"/>
                  </a:cubicBezTo>
                  <a:cubicBezTo>
                    <a:pt x="41" y="59"/>
                    <a:pt x="42" y="62"/>
                    <a:pt x="47" y="62"/>
                  </a:cubicBezTo>
                  <a:cubicBezTo>
                    <a:pt x="51" y="62"/>
                    <a:pt x="52" y="60"/>
                    <a:pt x="53" y="57"/>
                  </a:cubicBezTo>
                  <a:cubicBezTo>
                    <a:pt x="63" y="34"/>
                    <a:pt x="92" y="33"/>
                    <a:pt x="96" y="33"/>
                  </a:cubicBezTo>
                  <a:cubicBezTo>
                    <a:pt x="106" y="33"/>
                    <a:pt x="116" y="37"/>
                    <a:pt x="127" y="41"/>
                  </a:cubicBezTo>
                  <a:cubicBezTo>
                    <a:pt x="147" y="48"/>
                    <a:pt x="153" y="48"/>
                    <a:pt x="166" y="48"/>
                  </a:cubicBezTo>
                  <a:cubicBezTo>
                    <a:pt x="148" y="69"/>
                    <a:pt x="106" y="105"/>
                    <a:pt x="96" y="113"/>
                  </a:cubicBezTo>
                  <a:lnTo>
                    <a:pt x="51" y="155"/>
                  </a:lnTo>
                  <a:cubicBezTo>
                    <a:pt x="18" y="189"/>
                    <a:pt x="0" y="217"/>
                    <a:pt x="0" y="221"/>
                  </a:cubicBezTo>
                  <a:cubicBezTo>
                    <a:pt x="0" y="226"/>
                    <a:pt x="5" y="226"/>
                    <a:pt x="6" y="226"/>
                  </a:cubicBezTo>
                  <a:cubicBezTo>
                    <a:pt x="10" y="226"/>
                    <a:pt x="11" y="225"/>
                    <a:pt x="14" y="219"/>
                  </a:cubicBezTo>
                  <a:cubicBezTo>
                    <a:pt x="26" y="202"/>
                    <a:pt x="40" y="188"/>
                    <a:pt x="56" y="188"/>
                  </a:cubicBezTo>
                  <a:cubicBezTo>
                    <a:pt x="68" y="188"/>
                    <a:pt x="73" y="193"/>
                    <a:pt x="85" y="207"/>
                  </a:cubicBezTo>
                  <a:cubicBezTo>
                    <a:pt x="94" y="218"/>
                    <a:pt x="103" y="226"/>
                    <a:pt x="117" y="226"/>
                  </a:cubicBezTo>
                  <a:cubicBezTo>
                    <a:pt x="167" y="226"/>
                    <a:pt x="196" y="162"/>
                    <a:pt x="196" y="149"/>
                  </a:cubicBezTo>
                  <a:cubicBezTo>
                    <a:pt x="196" y="146"/>
                    <a:pt x="194" y="144"/>
                    <a:pt x="190" y="144"/>
                  </a:cubicBezTo>
                  <a:cubicBezTo>
                    <a:pt x="185" y="144"/>
                    <a:pt x="184" y="147"/>
                    <a:pt x="183" y="150"/>
                  </a:cubicBezTo>
                  <a:cubicBezTo>
                    <a:pt x="171" y="183"/>
                    <a:pt x="139" y="192"/>
                    <a:pt x="123" y="192"/>
                  </a:cubicBezTo>
                  <a:cubicBezTo>
                    <a:pt x="113" y="192"/>
                    <a:pt x="104" y="189"/>
                    <a:pt x="93" y="186"/>
                  </a:cubicBezTo>
                  <a:cubicBezTo>
                    <a:pt x="76" y="179"/>
                    <a:pt x="69" y="177"/>
                    <a:pt x="58" y="177"/>
                  </a:cubicBezTo>
                  <a:cubicBezTo>
                    <a:pt x="57" y="177"/>
                    <a:pt x="49" y="177"/>
                    <a:pt x="45" y="17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335"/>
            <p:cNvSpPr>
              <a:spLocks noEditPoints="1"/>
            </p:cNvSpPr>
            <p:nvPr>
              <p:custDataLst>
                <p:tags r:id="rId19"/>
              </p:custDataLst>
            </p:nvPr>
          </p:nvSpPr>
          <p:spPr bwMode="auto">
            <a:xfrm>
              <a:off x="5300662" y="3746500"/>
              <a:ext cx="87313" cy="134937"/>
            </a:xfrm>
            <a:custGeom>
              <a:avLst/>
              <a:gdLst>
                <a:gd name="T0" fmla="*/ 70 w 192"/>
                <a:gd name="T1" fmla="*/ 105 h 226"/>
                <a:gd name="T2" fmla="*/ 147 w 192"/>
                <a:gd name="T3" fmla="*/ 93 h 226"/>
                <a:gd name="T4" fmla="*/ 184 w 192"/>
                <a:gd name="T5" fmla="*/ 42 h 226"/>
                <a:gd name="T6" fmla="*/ 131 w 192"/>
                <a:gd name="T7" fmla="*/ 0 h 226"/>
                <a:gd name="T8" fmla="*/ 0 w 192"/>
                <a:gd name="T9" fmla="*/ 135 h 226"/>
                <a:gd name="T10" fmla="*/ 78 w 192"/>
                <a:gd name="T11" fmla="*/ 226 h 226"/>
                <a:gd name="T12" fmla="*/ 192 w 192"/>
                <a:gd name="T13" fmla="*/ 167 h 226"/>
                <a:gd name="T14" fmla="*/ 186 w 192"/>
                <a:gd name="T15" fmla="*/ 160 h 226"/>
                <a:gd name="T16" fmla="*/ 179 w 192"/>
                <a:gd name="T17" fmla="*/ 165 h 226"/>
                <a:gd name="T18" fmla="*/ 79 w 192"/>
                <a:gd name="T19" fmla="*/ 215 h 226"/>
                <a:gd name="T20" fmla="*/ 36 w 192"/>
                <a:gd name="T21" fmla="*/ 157 h 226"/>
                <a:gd name="T22" fmla="*/ 44 w 192"/>
                <a:gd name="T23" fmla="*/ 105 h 226"/>
                <a:gd name="T24" fmla="*/ 70 w 192"/>
                <a:gd name="T25" fmla="*/ 105 h 226"/>
                <a:gd name="T26" fmla="*/ 47 w 192"/>
                <a:gd name="T27" fmla="*/ 94 h 226"/>
                <a:gd name="T28" fmla="*/ 131 w 192"/>
                <a:gd name="T29" fmla="*/ 11 h 226"/>
                <a:gd name="T30" fmla="*/ 168 w 192"/>
                <a:gd name="T31" fmla="*/ 42 h 226"/>
                <a:gd name="T32" fmla="*/ 68 w 192"/>
                <a:gd name="T33" fmla="*/ 94 h 226"/>
                <a:gd name="T34" fmla="*/ 47 w 192"/>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6">
                  <a:moveTo>
                    <a:pt x="70" y="105"/>
                  </a:moveTo>
                  <a:cubicBezTo>
                    <a:pt x="85" y="105"/>
                    <a:pt x="122" y="104"/>
                    <a:pt x="147" y="93"/>
                  </a:cubicBezTo>
                  <a:cubicBezTo>
                    <a:pt x="182" y="78"/>
                    <a:pt x="184" y="49"/>
                    <a:pt x="184" y="42"/>
                  </a:cubicBezTo>
                  <a:cubicBezTo>
                    <a:pt x="184" y="20"/>
                    <a:pt x="165" y="0"/>
                    <a:pt x="131" y="0"/>
                  </a:cubicBezTo>
                  <a:cubicBezTo>
                    <a:pt x="75" y="0"/>
                    <a:pt x="0" y="48"/>
                    <a:pt x="0" y="135"/>
                  </a:cubicBezTo>
                  <a:cubicBezTo>
                    <a:pt x="0" y="186"/>
                    <a:pt x="30" y="226"/>
                    <a:pt x="78" y="226"/>
                  </a:cubicBezTo>
                  <a:cubicBezTo>
                    <a:pt x="150" y="226"/>
                    <a:pt x="192" y="173"/>
                    <a:pt x="192" y="167"/>
                  </a:cubicBezTo>
                  <a:cubicBezTo>
                    <a:pt x="192" y="164"/>
                    <a:pt x="189" y="160"/>
                    <a:pt x="186" y="160"/>
                  </a:cubicBezTo>
                  <a:cubicBezTo>
                    <a:pt x="183" y="160"/>
                    <a:pt x="182" y="161"/>
                    <a:pt x="179" y="165"/>
                  </a:cubicBezTo>
                  <a:cubicBezTo>
                    <a:pt x="140" y="215"/>
                    <a:pt x="85" y="215"/>
                    <a:pt x="79" y="215"/>
                  </a:cubicBezTo>
                  <a:cubicBezTo>
                    <a:pt x="41" y="215"/>
                    <a:pt x="36" y="173"/>
                    <a:pt x="36" y="157"/>
                  </a:cubicBezTo>
                  <a:cubicBezTo>
                    <a:pt x="36" y="151"/>
                    <a:pt x="37" y="135"/>
                    <a:pt x="44" y="105"/>
                  </a:cubicBezTo>
                  <a:lnTo>
                    <a:pt x="70" y="105"/>
                  </a:lnTo>
                  <a:close/>
                  <a:moveTo>
                    <a:pt x="47" y="94"/>
                  </a:moveTo>
                  <a:cubicBezTo>
                    <a:pt x="67" y="18"/>
                    <a:pt x="118" y="11"/>
                    <a:pt x="131" y="11"/>
                  </a:cubicBezTo>
                  <a:cubicBezTo>
                    <a:pt x="154" y="11"/>
                    <a:pt x="168" y="25"/>
                    <a:pt x="168" y="42"/>
                  </a:cubicBezTo>
                  <a:cubicBezTo>
                    <a:pt x="168" y="94"/>
                    <a:pt x="88" y="94"/>
                    <a:pt x="68"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36"/>
            <p:cNvSpPr>
              <a:spLocks/>
            </p:cNvSpPr>
            <p:nvPr>
              <p:custDataLst>
                <p:tags r:id="rId20"/>
              </p:custDataLst>
            </p:nvPr>
          </p:nvSpPr>
          <p:spPr bwMode="auto">
            <a:xfrm>
              <a:off x="5402262" y="3746500"/>
              <a:ext cx="92075" cy="134937"/>
            </a:xfrm>
            <a:custGeom>
              <a:avLst/>
              <a:gdLst>
                <a:gd name="T0" fmla="*/ 29 w 203"/>
                <a:gd name="T1" fmla="*/ 191 h 226"/>
                <a:gd name="T2" fmla="*/ 25 w 203"/>
                <a:gd name="T3" fmla="*/ 212 h 226"/>
                <a:gd name="T4" fmla="*/ 39 w 203"/>
                <a:gd name="T5" fmla="*/ 226 h 226"/>
                <a:gd name="T6" fmla="*/ 58 w 203"/>
                <a:gd name="T7" fmla="*/ 212 h 226"/>
                <a:gd name="T8" fmla="*/ 78 w 203"/>
                <a:gd name="T9" fmla="*/ 133 h 226"/>
                <a:gd name="T10" fmla="*/ 94 w 203"/>
                <a:gd name="T11" fmla="*/ 68 h 226"/>
                <a:gd name="T12" fmla="*/ 121 w 203"/>
                <a:gd name="T13" fmla="*/ 27 h 226"/>
                <a:gd name="T14" fmla="*/ 161 w 203"/>
                <a:gd name="T15" fmla="*/ 11 h 226"/>
                <a:gd name="T16" fmla="*/ 182 w 203"/>
                <a:gd name="T17" fmla="*/ 17 h 226"/>
                <a:gd name="T18" fmla="*/ 156 w 203"/>
                <a:gd name="T19" fmla="*/ 44 h 226"/>
                <a:gd name="T20" fmla="*/ 175 w 203"/>
                <a:gd name="T21" fmla="*/ 62 h 226"/>
                <a:gd name="T22" fmla="*/ 203 w 203"/>
                <a:gd name="T23" fmla="*/ 32 h 226"/>
                <a:gd name="T24" fmla="*/ 161 w 203"/>
                <a:gd name="T25" fmla="*/ 0 h 226"/>
                <a:gd name="T26" fmla="*/ 97 w 203"/>
                <a:gd name="T27" fmla="*/ 38 h 226"/>
                <a:gd name="T28" fmla="*/ 52 w 203"/>
                <a:gd name="T29" fmla="*/ 0 h 226"/>
                <a:gd name="T30" fmla="*/ 15 w 203"/>
                <a:gd name="T31" fmla="*/ 28 h 226"/>
                <a:gd name="T32" fmla="*/ 0 w 203"/>
                <a:gd name="T33" fmla="*/ 76 h 226"/>
                <a:gd name="T34" fmla="*/ 6 w 203"/>
                <a:gd name="T35" fmla="*/ 81 h 226"/>
                <a:gd name="T36" fmla="*/ 14 w 203"/>
                <a:gd name="T37" fmla="*/ 70 h 226"/>
                <a:gd name="T38" fmla="*/ 51 w 203"/>
                <a:gd name="T39" fmla="*/ 11 h 226"/>
                <a:gd name="T40" fmla="*/ 66 w 203"/>
                <a:gd name="T41" fmla="*/ 34 h 226"/>
                <a:gd name="T42" fmla="*/ 58 w 203"/>
                <a:gd name="T43" fmla="*/ 75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8" y="198"/>
                    <a:pt x="25" y="210"/>
                    <a:pt x="25" y="212"/>
                  </a:cubicBezTo>
                  <a:cubicBezTo>
                    <a:pt x="25" y="221"/>
                    <a:pt x="32" y="226"/>
                    <a:pt x="39" y="226"/>
                  </a:cubicBezTo>
                  <a:cubicBezTo>
                    <a:pt x="45" y="226"/>
                    <a:pt x="54" y="222"/>
                    <a:pt x="58" y="212"/>
                  </a:cubicBezTo>
                  <a:cubicBezTo>
                    <a:pt x="59" y="210"/>
                    <a:pt x="76" y="142"/>
                    <a:pt x="78" y="133"/>
                  </a:cubicBezTo>
                  <a:cubicBezTo>
                    <a:pt x="82" y="116"/>
                    <a:pt x="91" y="81"/>
                    <a:pt x="94" y="68"/>
                  </a:cubicBezTo>
                  <a:cubicBezTo>
                    <a:pt x="96" y="62"/>
                    <a:pt x="109" y="38"/>
                    <a:pt x="121" y="27"/>
                  </a:cubicBezTo>
                  <a:cubicBezTo>
                    <a:pt x="125" y="24"/>
                    <a:pt x="140" y="11"/>
                    <a:pt x="161" y="11"/>
                  </a:cubicBezTo>
                  <a:cubicBezTo>
                    <a:pt x="174" y="11"/>
                    <a:pt x="182" y="17"/>
                    <a:pt x="182" y="17"/>
                  </a:cubicBezTo>
                  <a:cubicBezTo>
                    <a:pt x="167" y="19"/>
                    <a:pt x="156" y="31"/>
                    <a:pt x="156" y="44"/>
                  </a:cubicBezTo>
                  <a:cubicBezTo>
                    <a:pt x="156" y="52"/>
                    <a:pt x="162" y="62"/>
                    <a:pt x="175" y="62"/>
                  </a:cubicBezTo>
                  <a:cubicBezTo>
                    <a:pt x="189" y="62"/>
                    <a:pt x="203" y="50"/>
                    <a:pt x="203" y="32"/>
                  </a:cubicBezTo>
                  <a:cubicBezTo>
                    <a:pt x="203" y="15"/>
                    <a:pt x="187" y="0"/>
                    <a:pt x="161" y="0"/>
                  </a:cubicBezTo>
                  <a:cubicBezTo>
                    <a:pt x="129" y="0"/>
                    <a:pt x="107" y="24"/>
                    <a:pt x="97" y="38"/>
                  </a:cubicBezTo>
                  <a:cubicBezTo>
                    <a:pt x="94" y="16"/>
                    <a:pt x="76" y="0"/>
                    <a:pt x="52" y="0"/>
                  </a:cubicBezTo>
                  <a:cubicBezTo>
                    <a:pt x="29" y="0"/>
                    <a:pt x="20" y="19"/>
                    <a:pt x="15" y="28"/>
                  </a:cubicBezTo>
                  <a:cubicBezTo>
                    <a:pt x="6" y="45"/>
                    <a:pt x="0" y="75"/>
                    <a:pt x="0" y="76"/>
                  </a:cubicBezTo>
                  <a:cubicBezTo>
                    <a:pt x="0" y="81"/>
                    <a:pt x="5" y="81"/>
                    <a:pt x="6" y="81"/>
                  </a:cubicBezTo>
                  <a:cubicBezTo>
                    <a:pt x="11" y="81"/>
                    <a:pt x="11" y="81"/>
                    <a:pt x="14" y="70"/>
                  </a:cubicBezTo>
                  <a:cubicBezTo>
                    <a:pt x="23" y="35"/>
                    <a:pt x="33" y="11"/>
                    <a:pt x="51" y="11"/>
                  </a:cubicBezTo>
                  <a:cubicBezTo>
                    <a:pt x="59" y="11"/>
                    <a:pt x="66" y="15"/>
                    <a:pt x="66" y="34"/>
                  </a:cubicBezTo>
                  <a:cubicBezTo>
                    <a:pt x="66" y="44"/>
                    <a:pt x="65" y="50"/>
                    <a:pt x="58" y="75"/>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37"/>
            <p:cNvSpPr>
              <a:spLocks/>
            </p:cNvSpPr>
            <p:nvPr>
              <p:custDataLst>
                <p:tags r:id="rId21"/>
              </p:custDataLst>
            </p:nvPr>
          </p:nvSpPr>
          <p:spPr bwMode="auto">
            <a:xfrm>
              <a:off x="5510212" y="3746500"/>
              <a:ext cx="100013" cy="134937"/>
            </a:xfrm>
            <a:custGeom>
              <a:avLst/>
              <a:gdLst>
                <a:gd name="T0" fmla="*/ 219 w 219"/>
                <a:gd name="T1" fmla="*/ 35 h 226"/>
                <a:gd name="T2" fmla="*/ 197 w 219"/>
                <a:gd name="T3" fmla="*/ 0 h 226"/>
                <a:gd name="T4" fmla="*/ 172 w 219"/>
                <a:gd name="T5" fmla="*/ 24 h 226"/>
                <a:gd name="T6" fmla="*/ 180 w 219"/>
                <a:gd name="T7" fmla="*/ 39 h 226"/>
                <a:gd name="T8" fmla="*/ 197 w 219"/>
                <a:gd name="T9" fmla="*/ 79 h 226"/>
                <a:gd name="T10" fmla="*/ 109 w 219"/>
                <a:gd name="T11" fmla="*/ 215 h 226"/>
                <a:gd name="T12" fmla="*/ 72 w 219"/>
                <a:gd name="T13" fmla="*/ 171 h 226"/>
                <a:gd name="T14" fmla="*/ 101 w 219"/>
                <a:gd name="T15" fmla="*/ 65 h 226"/>
                <a:gd name="T16" fmla="*/ 107 w 219"/>
                <a:gd name="T17" fmla="*/ 41 h 226"/>
                <a:gd name="T18" fmla="*/ 66 w 219"/>
                <a:gd name="T19" fmla="*/ 0 h 226"/>
                <a:gd name="T20" fmla="*/ 0 w 219"/>
                <a:gd name="T21" fmla="*/ 76 h 226"/>
                <a:gd name="T22" fmla="*/ 6 w 219"/>
                <a:gd name="T23" fmla="*/ 81 h 226"/>
                <a:gd name="T24" fmla="*/ 14 w 219"/>
                <a:gd name="T25" fmla="*/ 72 h 226"/>
                <a:gd name="T26" fmla="*/ 64 w 219"/>
                <a:gd name="T27" fmla="*/ 11 h 226"/>
                <a:gd name="T28" fmla="*/ 77 w 219"/>
                <a:gd name="T29" fmla="*/ 27 h 226"/>
                <a:gd name="T30" fmla="*/ 68 w 219"/>
                <a:gd name="T31" fmla="*/ 62 h 226"/>
                <a:gd name="T32" fmla="*/ 40 w 219"/>
                <a:gd name="T33" fmla="*/ 164 h 226"/>
                <a:gd name="T34" fmla="*/ 107 w 219"/>
                <a:gd name="T35" fmla="*/ 226 h 226"/>
                <a:gd name="T36" fmla="*/ 219 w 219"/>
                <a:gd name="T37" fmla="*/ 3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226">
                  <a:moveTo>
                    <a:pt x="219" y="35"/>
                  </a:moveTo>
                  <a:cubicBezTo>
                    <a:pt x="219" y="8"/>
                    <a:pt x="206" y="0"/>
                    <a:pt x="197" y="0"/>
                  </a:cubicBezTo>
                  <a:cubicBezTo>
                    <a:pt x="184" y="0"/>
                    <a:pt x="172" y="13"/>
                    <a:pt x="172" y="24"/>
                  </a:cubicBezTo>
                  <a:cubicBezTo>
                    <a:pt x="172" y="30"/>
                    <a:pt x="175" y="33"/>
                    <a:pt x="180" y="39"/>
                  </a:cubicBezTo>
                  <a:cubicBezTo>
                    <a:pt x="191" y="49"/>
                    <a:pt x="197" y="62"/>
                    <a:pt x="197" y="79"/>
                  </a:cubicBezTo>
                  <a:cubicBezTo>
                    <a:pt x="197" y="100"/>
                    <a:pt x="167" y="215"/>
                    <a:pt x="109" y="215"/>
                  </a:cubicBezTo>
                  <a:cubicBezTo>
                    <a:pt x="83" y="215"/>
                    <a:pt x="72" y="197"/>
                    <a:pt x="72" y="171"/>
                  </a:cubicBezTo>
                  <a:cubicBezTo>
                    <a:pt x="72" y="143"/>
                    <a:pt x="85" y="107"/>
                    <a:pt x="101" y="65"/>
                  </a:cubicBezTo>
                  <a:cubicBezTo>
                    <a:pt x="104" y="57"/>
                    <a:pt x="107" y="50"/>
                    <a:pt x="107" y="41"/>
                  </a:cubicBezTo>
                  <a:cubicBezTo>
                    <a:pt x="107" y="18"/>
                    <a:pt x="91" y="0"/>
                    <a:pt x="66" y="0"/>
                  </a:cubicBezTo>
                  <a:cubicBezTo>
                    <a:pt x="19" y="0"/>
                    <a:pt x="0" y="72"/>
                    <a:pt x="0" y="76"/>
                  </a:cubicBezTo>
                  <a:cubicBezTo>
                    <a:pt x="0" y="81"/>
                    <a:pt x="5" y="81"/>
                    <a:pt x="6" y="81"/>
                  </a:cubicBezTo>
                  <a:cubicBezTo>
                    <a:pt x="11" y="81"/>
                    <a:pt x="11" y="80"/>
                    <a:pt x="14" y="72"/>
                  </a:cubicBezTo>
                  <a:cubicBezTo>
                    <a:pt x="28" y="22"/>
                    <a:pt x="50" y="11"/>
                    <a:pt x="64" y="11"/>
                  </a:cubicBezTo>
                  <a:cubicBezTo>
                    <a:pt x="68" y="11"/>
                    <a:pt x="77" y="11"/>
                    <a:pt x="77" y="27"/>
                  </a:cubicBezTo>
                  <a:cubicBezTo>
                    <a:pt x="77" y="39"/>
                    <a:pt x="72" y="53"/>
                    <a:pt x="68" y="62"/>
                  </a:cubicBezTo>
                  <a:cubicBezTo>
                    <a:pt x="46" y="119"/>
                    <a:pt x="40" y="142"/>
                    <a:pt x="40" y="164"/>
                  </a:cubicBezTo>
                  <a:cubicBezTo>
                    <a:pt x="40" y="218"/>
                    <a:pt x="84" y="226"/>
                    <a:pt x="107" y="226"/>
                  </a:cubicBezTo>
                  <a:cubicBezTo>
                    <a:pt x="190" y="226"/>
                    <a:pt x="219" y="61"/>
                    <a:pt x="219" y="3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338"/>
            <p:cNvSpPr>
              <a:spLocks noEditPoints="1"/>
            </p:cNvSpPr>
            <p:nvPr>
              <p:custDataLst>
                <p:tags r:id="rId22"/>
              </p:custDataLst>
            </p:nvPr>
          </p:nvSpPr>
          <p:spPr bwMode="auto">
            <a:xfrm>
              <a:off x="5630862" y="3746500"/>
              <a:ext cx="103188" cy="134937"/>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79 h 226"/>
                <a:gd name="T40" fmla="*/ 67 w 228"/>
                <a:gd name="T41" fmla="*/ 215 h 226"/>
                <a:gd name="T42" fmla="*/ 35 w 228"/>
                <a:gd name="T43" fmla="*/ 168 h 226"/>
                <a:gd name="T44" fmla="*/ 63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2"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79"/>
                  </a:cubicBezTo>
                  <a:cubicBezTo>
                    <a:pt x="101" y="207"/>
                    <a:pt x="81" y="215"/>
                    <a:pt x="67" y="215"/>
                  </a:cubicBezTo>
                  <a:cubicBezTo>
                    <a:pt x="42" y="215"/>
                    <a:pt x="35" y="187"/>
                    <a:pt x="35" y="168"/>
                  </a:cubicBezTo>
                  <a:cubicBezTo>
                    <a:pt x="35" y="143"/>
                    <a:pt x="51" y="81"/>
                    <a:pt x="63"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339"/>
            <p:cNvSpPr>
              <a:spLocks/>
            </p:cNvSpPr>
            <p:nvPr>
              <p:custDataLst>
                <p:tags r:id="rId23"/>
              </p:custDataLst>
            </p:nvPr>
          </p:nvSpPr>
          <p:spPr bwMode="auto">
            <a:xfrm>
              <a:off x="5751512" y="3746500"/>
              <a:ext cx="87313" cy="134937"/>
            </a:xfrm>
            <a:custGeom>
              <a:avLst/>
              <a:gdLst>
                <a:gd name="T0" fmla="*/ 177 w 194"/>
                <a:gd name="T1" fmla="*/ 31 h 226"/>
                <a:gd name="T2" fmla="*/ 155 w 194"/>
                <a:gd name="T3" fmla="*/ 38 h 226"/>
                <a:gd name="T4" fmla="*/ 146 w 194"/>
                <a:gd name="T5" fmla="*/ 57 h 226"/>
                <a:gd name="T6" fmla="*/ 164 w 194"/>
                <a:gd name="T7" fmla="*/ 74 h 226"/>
                <a:gd name="T8" fmla="*/ 192 w 194"/>
                <a:gd name="T9" fmla="*/ 43 h 226"/>
                <a:gd name="T10" fmla="*/ 133 w 194"/>
                <a:gd name="T11" fmla="*/ 0 h 226"/>
                <a:gd name="T12" fmla="*/ 0 w 194"/>
                <a:gd name="T13" fmla="*/ 141 h 226"/>
                <a:gd name="T14" fmla="*/ 80 w 194"/>
                <a:gd name="T15" fmla="*/ 226 h 226"/>
                <a:gd name="T16" fmla="*/ 194 w 194"/>
                <a:gd name="T17" fmla="*/ 167 h 226"/>
                <a:gd name="T18" fmla="*/ 188 w 194"/>
                <a:gd name="T19" fmla="*/ 160 h 226"/>
                <a:gd name="T20" fmla="*/ 181 w 194"/>
                <a:gd name="T21" fmla="*/ 165 h 226"/>
                <a:gd name="T22" fmla="*/ 81 w 194"/>
                <a:gd name="T23" fmla="*/ 215 h 226"/>
                <a:gd name="T24" fmla="*/ 36 w 194"/>
                <a:gd name="T25" fmla="*/ 160 h 226"/>
                <a:gd name="T26" fmla="*/ 63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4"/>
                    <a:pt x="164" y="74"/>
                  </a:cubicBezTo>
                  <a:cubicBezTo>
                    <a:pt x="179" y="74"/>
                    <a:pt x="192" y="62"/>
                    <a:pt x="192" y="43"/>
                  </a:cubicBezTo>
                  <a:cubicBezTo>
                    <a:pt x="192" y="18"/>
                    <a:pt x="169" y="0"/>
                    <a:pt x="133" y="0"/>
                  </a:cubicBezTo>
                  <a:cubicBezTo>
                    <a:pt x="66" y="0"/>
                    <a:pt x="0" y="71"/>
                    <a:pt x="0" y="141"/>
                  </a:cubicBezTo>
                  <a:cubicBezTo>
                    <a:pt x="0" y="186"/>
                    <a:pt x="29" y="226"/>
                    <a:pt x="80" y="226"/>
                  </a:cubicBezTo>
                  <a:cubicBezTo>
                    <a:pt x="152" y="226"/>
                    <a:pt x="194" y="173"/>
                    <a:pt x="194" y="167"/>
                  </a:cubicBezTo>
                  <a:cubicBezTo>
                    <a:pt x="194" y="164"/>
                    <a:pt x="191" y="160"/>
                    <a:pt x="188" y="160"/>
                  </a:cubicBezTo>
                  <a:cubicBezTo>
                    <a:pt x="185" y="160"/>
                    <a:pt x="184" y="161"/>
                    <a:pt x="181" y="165"/>
                  </a:cubicBezTo>
                  <a:cubicBezTo>
                    <a:pt x="142" y="215"/>
                    <a:pt x="87" y="215"/>
                    <a:pt x="81" y="215"/>
                  </a:cubicBezTo>
                  <a:cubicBezTo>
                    <a:pt x="50" y="215"/>
                    <a:pt x="36" y="190"/>
                    <a:pt x="36" y="160"/>
                  </a:cubicBezTo>
                  <a:cubicBezTo>
                    <a:pt x="36" y="140"/>
                    <a:pt x="46" y="91"/>
                    <a:pt x="63" y="61"/>
                  </a:cubicBezTo>
                  <a:cubicBezTo>
                    <a:pt x="79" y="32"/>
                    <a:pt x="106"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340"/>
            <p:cNvSpPr>
              <a:spLocks noEditPoints="1"/>
            </p:cNvSpPr>
            <p:nvPr>
              <p:custDataLst>
                <p:tags r:id="rId24"/>
              </p:custDataLst>
            </p:nvPr>
          </p:nvSpPr>
          <p:spPr bwMode="auto">
            <a:xfrm>
              <a:off x="5846762" y="3681413"/>
              <a:ext cx="58738" cy="200025"/>
            </a:xfrm>
            <a:custGeom>
              <a:avLst/>
              <a:gdLst>
                <a:gd name="T0" fmla="*/ 127 w 132"/>
                <a:gd name="T1" fmla="*/ 18 h 336"/>
                <a:gd name="T2" fmla="*/ 109 w 132"/>
                <a:gd name="T3" fmla="*/ 0 h 336"/>
                <a:gd name="T4" fmla="*/ 82 w 132"/>
                <a:gd name="T5" fmla="*/ 27 h 336"/>
                <a:gd name="T6" fmla="*/ 101 w 132"/>
                <a:gd name="T7" fmla="*/ 45 h 336"/>
                <a:gd name="T8" fmla="*/ 127 w 132"/>
                <a:gd name="T9" fmla="*/ 18 h 336"/>
                <a:gd name="T10" fmla="*/ 90 w 132"/>
                <a:gd name="T11" fmla="*/ 206 h 336"/>
                <a:gd name="T12" fmla="*/ 101 w 132"/>
                <a:gd name="T13" fmla="*/ 177 h 336"/>
                <a:gd name="T14" fmla="*/ 107 w 132"/>
                <a:gd name="T15" fmla="*/ 151 h 336"/>
                <a:gd name="T16" fmla="*/ 66 w 132"/>
                <a:gd name="T17" fmla="*/ 110 h 336"/>
                <a:gd name="T18" fmla="*/ 0 w 132"/>
                <a:gd name="T19" fmla="*/ 186 h 336"/>
                <a:gd name="T20" fmla="*/ 6 w 132"/>
                <a:gd name="T21" fmla="*/ 191 h 336"/>
                <a:gd name="T22" fmla="*/ 14 w 132"/>
                <a:gd name="T23" fmla="*/ 182 h 336"/>
                <a:gd name="T24" fmla="*/ 65 w 132"/>
                <a:gd name="T25" fmla="*/ 121 h 336"/>
                <a:gd name="T26" fmla="*/ 77 w 132"/>
                <a:gd name="T27" fmla="*/ 137 h 336"/>
                <a:gd name="T28" fmla="*/ 72 w 132"/>
                <a:gd name="T29" fmla="*/ 163 h 336"/>
                <a:gd name="T30" fmla="*/ 37 w 132"/>
                <a:gd name="T31" fmla="*/ 255 h 336"/>
                <a:gd name="T32" fmla="*/ 26 w 132"/>
                <a:gd name="T33" fmla="*/ 295 h 336"/>
                <a:gd name="T34" fmla="*/ 67 w 132"/>
                <a:gd name="T35" fmla="*/ 336 h 336"/>
                <a:gd name="T36" fmla="*/ 132 w 132"/>
                <a:gd name="T37" fmla="*/ 259 h 336"/>
                <a:gd name="T38" fmla="*/ 126 w 132"/>
                <a:gd name="T39" fmla="*/ 254 h 336"/>
                <a:gd name="T40" fmla="*/ 118 w 132"/>
                <a:gd name="T41" fmla="*/ 263 h 336"/>
                <a:gd name="T42" fmla="*/ 68 w 132"/>
                <a:gd name="T43" fmla="*/ 325 h 336"/>
                <a:gd name="T44" fmla="*/ 56 w 132"/>
                <a:gd name="T45" fmla="*/ 308 h 336"/>
                <a:gd name="T46" fmla="*/ 70 w 132"/>
                <a:gd name="T47" fmla="*/ 258 h 336"/>
                <a:gd name="T48" fmla="*/ 90 w 132"/>
                <a:gd name="T49" fmla="*/ 20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2" h="336">
                  <a:moveTo>
                    <a:pt x="127" y="18"/>
                  </a:moveTo>
                  <a:cubicBezTo>
                    <a:pt x="127" y="8"/>
                    <a:pt x="120" y="0"/>
                    <a:pt x="109" y="0"/>
                  </a:cubicBezTo>
                  <a:cubicBezTo>
                    <a:pt x="96" y="0"/>
                    <a:pt x="82" y="13"/>
                    <a:pt x="82" y="27"/>
                  </a:cubicBezTo>
                  <a:cubicBezTo>
                    <a:pt x="82" y="36"/>
                    <a:pt x="89" y="45"/>
                    <a:pt x="101" y="45"/>
                  </a:cubicBezTo>
                  <a:cubicBezTo>
                    <a:pt x="112" y="45"/>
                    <a:pt x="127" y="33"/>
                    <a:pt x="127" y="18"/>
                  </a:cubicBezTo>
                  <a:close/>
                  <a:moveTo>
                    <a:pt x="90" y="206"/>
                  </a:moveTo>
                  <a:cubicBezTo>
                    <a:pt x="96" y="191"/>
                    <a:pt x="96" y="190"/>
                    <a:pt x="101" y="177"/>
                  </a:cubicBezTo>
                  <a:cubicBezTo>
                    <a:pt x="105" y="167"/>
                    <a:pt x="107" y="160"/>
                    <a:pt x="107" y="151"/>
                  </a:cubicBezTo>
                  <a:cubicBezTo>
                    <a:pt x="107" y="128"/>
                    <a:pt x="91" y="110"/>
                    <a:pt x="66" y="110"/>
                  </a:cubicBezTo>
                  <a:cubicBezTo>
                    <a:pt x="19" y="110"/>
                    <a:pt x="0" y="182"/>
                    <a:pt x="0" y="186"/>
                  </a:cubicBezTo>
                  <a:cubicBezTo>
                    <a:pt x="0" y="191"/>
                    <a:pt x="5" y="191"/>
                    <a:pt x="6" y="191"/>
                  </a:cubicBezTo>
                  <a:cubicBezTo>
                    <a:pt x="11" y="191"/>
                    <a:pt x="12" y="190"/>
                    <a:pt x="14" y="182"/>
                  </a:cubicBezTo>
                  <a:cubicBezTo>
                    <a:pt x="28" y="136"/>
                    <a:pt x="48" y="121"/>
                    <a:pt x="65" y="121"/>
                  </a:cubicBezTo>
                  <a:cubicBezTo>
                    <a:pt x="69" y="121"/>
                    <a:pt x="77" y="121"/>
                    <a:pt x="77" y="137"/>
                  </a:cubicBezTo>
                  <a:cubicBezTo>
                    <a:pt x="77" y="147"/>
                    <a:pt x="74" y="158"/>
                    <a:pt x="72" y="163"/>
                  </a:cubicBezTo>
                  <a:cubicBezTo>
                    <a:pt x="68" y="175"/>
                    <a:pt x="45" y="233"/>
                    <a:pt x="37" y="255"/>
                  </a:cubicBezTo>
                  <a:cubicBezTo>
                    <a:pt x="32" y="268"/>
                    <a:pt x="26" y="284"/>
                    <a:pt x="26" y="295"/>
                  </a:cubicBezTo>
                  <a:cubicBezTo>
                    <a:pt x="26" y="318"/>
                    <a:pt x="43" y="336"/>
                    <a:pt x="67" y="336"/>
                  </a:cubicBezTo>
                  <a:cubicBezTo>
                    <a:pt x="113" y="336"/>
                    <a:pt x="132" y="263"/>
                    <a:pt x="132" y="259"/>
                  </a:cubicBezTo>
                  <a:cubicBezTo>
                    <a:pt x="132" y="254"/>
                    <a:pt x="127" y="254"/>
                    <a:pt x="126" y="254"/>
                  </a:cubicBezTo>
                  <a:cubicBezTo>
                    <a:pt x="121" y="254"/>
                    <a:pt x="121" y="255"/>
                    <a:pt x="118" y="263"/>
                  </a:cubicBezTo>
                  <a:cubicBezTo>
                    <a:pt x="109" y="294"/>
                    <a:pt x="93" y="325"/>
                    <a:pt x="68" y="325"/>
                  </a:cubicBezTo>
                  <a:cubicBezTo>
                    <a:pt x="59" y="325"/>
                    <a:pt x="56" y="320"/>
                    <a:pt x="56" y="308"/>
                  </a:cubicBezTo>
                  <a:cubicBezTo>
                    <a:pt x="56" y="296"/>
                    <a:pt x="59" y="289"/>
                    <a:pt x="70" y="258"/>
                  </a:cubicBezTo>
                  <a:lnTo>
                    <a:pt x="90" y="206"/>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41"/>
            <p:cNvSpPr>
              <a:spLocks noEditPoints="1"/>
            </p:cNvSpPr>
            <p:nvPr>
              <p:custDataLst>
                <p:tags r:id="rId25"/>
              </p:custDataLst>
            </p:nvPr>
          </p:nvSpPr>
          <p:spPr bwMode="auto">
            <a:xfrm>
              <a:off x="5915025" y="3681413"/>
              <a:ext cx="92075" cy="257175"/>
            </a:xfrm>
            <a:custGeom>
              <a:avLst/>
              <a:gdLst>
                <a:gd name="T0" fmla="*/ 204 w 204"/>
                <a:gd name="T1" fmla="*/ 18 h 432"/>
                <a:gd name="T2" fmla="*/ 185 w 204"/>
                <a:gd name="T3" fmla="*/ 0 h 432"/>
                <a:gd name="T4" fmla="*/ 159 w 204"/>
                <a:gd name="T5" fmla="*/ 27 h 432"/>
                <a:gd name="T6" fmla="*/ 177 w 204"/>
                <a:gd name="T7" fmla="*/ 45 h 432"/>
                <a:gd name="T8" fmla="*/ 204 w 204"/>
                <a:gd name="T9" fmla="*/ 18 h 432"/>
                <a:gd name="T10" fmla="*/ 104 w 204"/>
                <a:gd name="T11" fmla="*/ 355 h 432"/>
                <a:gd name="T12" fmla="*/ 43 w 204"/>
                <a:gd name="T13" fmla="*/ 421 h 432"/>
                <a:gd name="T14" fmla="*/ 23 w 204"/>
                <a:gd name="T15" fmla="*/ 417 h 432"/>
                <a:gd name="T16" fmla="*/ 46 w 204"/>
                <a:gd name="T17" fmla="*/ 391 h 432"/>
                <a:gd name="T18" fmla="*/ 27 w 204"/>
                <a:gd name="T19" fmla="*/ 373 h 432"/>
                <a:gd name="T20" fmla="*/ 0 w 204"/>
                <a:gd name="T21" fmla="*/ 401 h 432"/>
                <a:gd name="T22" fmla="*/ 44 w 204"/>
                <a:gd name="T23" fmla="*/ 432 h 432"/>
                <a:gd name="T24" fmla="*/ 138 w 204"/>
                <a:gd name="T25" fmla="*/ 357 h 432"/>
                <a:gd name="T26" fmla="*/ 183 w 204"/>
                <a:gd name="T27" fmla="*/ 174 h 432"/>
                <a:gd name="T28" fmla="*/ 186 w 204"/>
                <a:gd name="T29" fmla="*/ 156 h 432"/>
                <a:gd name="T30" fmla="*/ 140 w 204"/>
                <a:gd name="T31" fmla="*/ 110 h 432"/>
                <a:gd name="T32" fmla="*/ 61 w 204"/>
                <a:gd name="T33" fmla="*/ 186 h 432"/>
                <a:gd name="T34" fmla="*/ 67 w 204"/>
                <a:gd name="T35" fmla="*/ 191 h 432"/>
                <a:gd name="T36" fmla="*/ 76 w 204"/>
                <a:gd name="T37" fmla="*/ 181 h 432"/>
                <a:gd name="T38" fmla="*/ 139 w 204"/>
                <a:gd name="T39" fmla="*/ 121 h 432"/>
                <a:gd name="T40" fmla="*/ 155 w 204"/>
                <a:gd name="T41" fmla="*/ 144 h 432"/>
                <a:gd name="T42" fmla="*/ 151 w 204"/>
                <a:gd name="T43" fmla="*/ 169 h 432"/>
                <a:gd name="T44" fmla="*/ 104 w 204"/>
                <a:gd name="T45" fmla="*/ 35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4" h="432">
                  <a:moveTo>
                    <a:pt x="204" y="18"/>
                  </a:moveTo>
                  <a:cubicBezTo>
                    <a:pt x="204" y="9"/>
                    <a:pt x="197" y="0"/>
                    <a:pt x="185" y="0"/>
                  </a:cubicBezTo>
                  <a:cubicBezTo>
                    <a:pt x="174" y="0"/>
                    <a:pt x="159" y="12"/>
                    <a:pt x="159" y="27"/>
                  </a:cubicBezTo>
                  <a:cubicBezTo>
                    <a:pt x="159" y="37"/>
                    <a:pt x="166" y="45"/>
                    <a:pt x="177" y="45"/>
                  </a:cubicBezTo>
                  <a:cubicBezTo>
                    <a:pt x="191" y="45"/>
                    <a:pt x="204" y="32"/>
                    <a:pt x="204" y="18"/>
                  </a:cubicBezTo>
                  <a:close/>
                  <a:moveTo>
                    <a:pt x="104" y="355"/>
                  </a:moveTo>
                  <a:cubicBezTo>
                    <a:pt x="95" y="393"/>
                    <a:pt x="71" y="421"/>
                    <a:pt x="43" y="421"/>
                  </a:cubicBezTo>
                  <a:cubicBezTo>
                    <a:pt x="40" y="421"/>
                    <a:pt x="32" y="421"/>
                    <a:pt x="23" y="417"/>
                  </a:cubicBezTo>
                  <a:cubicBezTo>
                    <a:pt x="38" y="413"/>
                    <a:pt x="46" y="401"/>
                    <a:pt x="46" y="391"/>
                  </a:cubicBezTo>
                  <a:cubicBezTo>
                    <a:pt x="46" y="383"/>
                    <a:pt x="40" y="373"/>
                    <a:pt x="27" y="373"/>
                  </a:cubicBezTo>
                  <a:cubicBezTo>
                    <a:pt x="14" y="373"/>
                    <a:pt x="0" y="384"/>
                    <a:pt x="0" y="401"/>
                  </a:cubicBezTo>
                  <a:cubicBezTo>
                    <a:pt x="0" y="421"/>
                    <a:pt x="20" y="432"/>
                    <a:pt x="44" y="432"/>
                  </a:cubicBezTo>
                  <a:cubicBezTo>
                    <a:pt x="79" y="432"/>
                    <a:pt x="125" y="406"/>
                    <a:pt x="138" y="357"/>
                  </a:cubicBezTo>
                  <a:lnTo>
                    <a:pt x="183" y="174"/>
                  </a:lnTo>
                  <a:cubicBezTo>
                    <a:pt x="186" y="164"/>
                    <a:pt x="186" y="157"/>
                    <a:pt x="186" y="156"/>
                  </a:cubicBezTo>
                  <a:cubicBezTo>
                    <a:pt x="186" y="127"/>
                    <a:pt x="165" y="110"/>
                    <a:pt x="140" y="110"/>
                  </a:cubicBezTo>
                  <a:cubicBezTo>
                    <a:pt x="89" y="110"/>
                    <a:pt x="61" y="182"/>
                    <a:pt x="61" y="186"/>
                  </a:cubicBezTo>
                  <a:cubicBezTo>
                    <a:pt x="61" y="191"/>
                    <a:pt x="66" y="191"/>
                    <a:pt x="67" y="191"/>
                  </a:cubicBezTo>
                  <a:cubicBezTo>
                    <a:pt x="71" y="191"/>
                    <a:pt x="72" y="191"/>
                    <a:pt x="76" y="181"/>
                  </a:cubicBezTo>
                  <a:cubicBezTo>
                    <a:pt x="88" y="151"/>
                    <a:pt x="111" y="121"/>
                    <a:pt x="139" y="121"/>
                  </a:cubicBezTo>
                  <a:cubicBezTo>
                    <a:pt x="146" y="121"/>
                    <a:pt x="155" y="123"/>
                    <a:pt x="155" y="144"/>
                  </a:cubicBezTo>
                  <a:cubicBezTo>
                    <a:pt x="155" y="155"/>
                    <a:pt x="153" y="161"/>
                    <a:pt x="151" y="169"/>
                  </a:cubicBezTo>
                  <a:lnTo>
                    <a:pt x="104" y="35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342"/>
            <p:cNvSpPr>
              <a:spLocks noEditPoints="1"/>
            </p:cNvSpPr>
            <p:nvPr>
              <p:custDataLst>
                <p:tags r:id="rId26"/>
              </p:custDataLst>
            </p:nvPr>
          </p:nvSpPr>
          <p:spPr bwMode="auto">
            <a:xfrm>
              <a:off x="6032500" y="3746500"/>
              <a:ext cx="104775" cy="134937"/>
            </a:xfrm>
            <a:custGeom>
              <a:avLst/>
              <a:gdLst>
                <a:gd name="T0" fmla="*/ 166 w 229"/>
                <a:gd name="T1" fmla="*/ 32 h 226"/>
                <a:gd name="T2" fmla="*/ 121 w 229"/>
                <a:gd name="T3" fmla="*/ 0 h 226"/>
                <a:gd name="T4" fmla="*/ 0 w 229"/>
                <a:gd name="T5" fmla="*/ 146 h 226"/>
                <a:gd name="T6" fmla="*/ 67 w 229"/>
                <a:gd name="T7" fmla="*/ 226 h 226"/>
                <a:gd name="T8" fmla="*/ 131 w 229"/>
                <a:gd name="T9" fmla="*/ 188 h 226"/>
                <a:gd name="T10" fmla="*/ 177 w 229"/>
                <a:gd name="T11" fmla="*/ 226 h 226"/>
                <a:gd name="T12" fmla="*/ 214 w 229"/>
                <a:gd name="T13" fmla="*/ 198 h 226"/>
                <a:gd name="T14" fmla="*/ 229 w 229"/>
                <a:gd name="T15" fmla="*/ 149 h 226"/>
                <a:gd name="T16" fmla="*/ 223 w 229"/>
                <a:gd name="T17" fmla="*/ 144 h 226"/>
                <a:gd name="T18" fmla="*/ 216 w 229"/>
                <a:gd name="T19" fmla="*/ 153 h 226"/>
                <a:gd name="T20" fmla="*/ 178 w 229"/>
                <a:gd name="T21" fmla="*/ 215 h 226"/>
                <a:gd name="T22" fmla="*/ 163 w 229"/>
                <a:gd name="T23" fmla="*/ 192 h 226"/>
                <a:gd name="T24" fmla="*/ 169 w 229"/>
                <a:gd name="T25" fmla="*/ 155 h 226"/>
                <a:gd name="T26" fmla="*/ 180 w 229"/>
                <a:gd name="T27" fmla="*/ 110 h 226"/>
                <a:gd name="T28" fmla="*/ 198 w 229"/>
                <a:gd name="T29" fmla="*/ 40 h 226"/>
                <a:gd name="T30" fmla="*/ 202 w 229"/>
                <a:gd name="T31" fmla="*/ 23 h 226"/>
                <a:gd name="T32" fmla="*/ 187 w 229"/>
                <a:gd name="T33" fmla="*/ 10 h 226"/>
                <a:gd name="T34" fmla="*/ 166 w 229"/>
                <a:gd name="T35" fmla="*/ 32 h 226"/>
                <a:gd name="T36" fmla="*/ 134 w 229"/>
                <a:gd name="T37" fmla="*/ 161 h 226"/>
                <a:gd name="T38" fmla="*/ 124 w 229"/>
                <a:gd name="T39" fmla="*/ 179 h 226"/>
                <a:gd name="T40" fmla="*/ 68 w 229"/>
                <a:gd name="T41" fmla="*/ 215 h 226"/>
                <a:gd name="T42" fmla="*/ 36 w 229"/>
                <a:gd name="T43" fmla="*/ 168 h 226"/>
                <a:gd name="T44" fmla="*/ 63 w 229"/>
                <a:gd name="T45" fmla="*/ 59 h 226"/>
                <a:gd name="T46" fmla="*/ 121 w 229"/>
                <a:gd name="T47" fmla="*/ 11 h 226"/>
                <a:gd name="T48" fmla="*/ 160 w 229"/>
                <a:gd name="T49" fmla="*/ 55 h 226"/>
                <a:gd name="T50" fmla="*/ 159 w 229"/>
                <a:gd name="T51" fmla="*/ 63 h 226"/>
                <a:gd name="T52" fmla="*/ 134 w 229"/>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9" h="226">
                  <a:moveTo>
                    <a:pt x="166" y="32"/>
                  </a:moveTo>
                  <a:cubicBezTo>
                    <a:pt x="157" y="13"/>
                    <a:pt x="143" y="0"/>
                    <a:pt x="121" y="0"/>
                  </a:cubicBezTo>
                  <a:cubicBezTo>
                    <a:pt x="62" y="0"/>
                    <a:pt x="0" y="73"/>
                    <a:pt x="0" y="146"/>
                  </a:cubicBezTo>
                  <a:cubicBezTo>
                    <a:pt x="0" y="193"/>
                    <a:pt x="28" y="226"/>
                    <a:pt x="67" y="226"/>
                  </a:cubicBezTo>
                  <a:cubicBezTo>
                    <a:pt x="77" y="226"/>
                    <a:pt x="102" y="224"/>
                    <a:pt x="131" y="188"/>
                  </a:cubicBezTo>
                  <a:cubicBezTo>
                    <a:pt x="136" y="209"/>
                    <a:pt x="153" y="226"/>
                    <a:pt x="177" y="226"/>
                  </a:cubicBezTo>
                  <a:cubicBezTo>
                    <a:pt x="194" y="226"/>
                    <a:pt x="206" y="214"/>
                    <a:pt x="214" y="198"/>
                  </a:cubicBezTo>
                  <a:cubicBezTo>
                    <a:pt x="222" y="180"/>
                    <a:pt x="229" y="150"/>
                    <a:pt x="229" y="149"/>
                  </a:cubicBezTo>
                  <a:cubicBezTo>
                    <a:pt x="229" y="144"/>
                    <a:pt x="224" y="144"/>
                    <a:pt x="223" y="144"/>
                  </a:cubicBezTo>
                  <a:cubicBezTo>
                    <a:pt x="218" y="144"/>
                    <a:pt x="217" y="146"/>
                    <a:pt x="216" y="153"/>
                  </a:cubicBezTo>
                  <a:cubicBezTo>
                    <a:pt x="207" y="185"/>
                    <a:pt x="198" y="215"/>
                    <a:pt x="178" y="215"/>
                  </a:cubicBezTo>
                  <a:cubicBezTo>
                    <a:pt x="164" y="215"/>
                    <a:pt x="163" y="202"/>
                    <a:pt x="163" y="192"/>
                  </a:cubicBezTo>
                  <a:cubicBezTo>
                    <a:pt x="163" y="181"/>
                    <a:pt x="164" y="177"/>
                    <a:pt x="169" y="155"/>
                  </a:cubicBezTo>
                  <a:cubicBezTo>
                    <a:pt x="175" y="134"/>
                    <a:pt x="176" y="129"/>
                    <a:pt x="180" y="110"/>
                  </a:cubicBezTo>
                  <a:lnTo>
                    <a:pt x="198" y="40"/>
                  </a:lnTo>
                  <a:cubicBezTo>
                    <a:pt x="202" y="26"/>
                    <a:pt x="202" y="25"/>
                    <a:pt x="202" y="23"/>
                  </a:cubicBezTo>
                  <a:cubicBezTo>
                    <a:pt x="202" y="15"/>
                    <a:pt x="196" y="10"/>
                    <a:pt x="187" y="10"/>
                  </a:cubicBezTo>
                  <a:cubicBezTo>
                    <a:pt x="175" y="10"/>
                    <a:pt x="168" y="21"/>
                    <a:pt x="166" y="32"/>
                  </a:cubicBezTo>
                  <a:close/>
                  <a:moveTo>
                    <a:pt x="134" y="161"/>
                  </a:moveTo>
                  <a:cubicBezTo>
                    <a:pt x="131" y="170"/>
                    <a:pt x="131" y="171"/>
                    <a:pt x="124" y="179"/>
                  </a:cubicBezTo>
                  <a:cubicBezTo>
                    <a:pt x="102" y="207"/>
                    <a:pt x="82" y="215"/>
                    <a:pt x="68" y="215"/>
                  </a:cubicBezTo>
                  <a:cubicBezTo>
                    <a:pt x="43" y="215"/>
                    <a:pt x="36" y="187"/>
                    <a:pt x="36" y="168"/>
                  </a:cubicBezTo>
                  <a:cubicBezTo>
                    <a:pt x="36" y="143"/>
                    <a:pt x="52" y="81"/>
                    <a:pt x="63" y="59"/>
                  </a:cubicBezTo>
                  <a:cubicBezTo>
                    <a:pt x="79"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343"/>
            <p:cNvSpPr>
              <a:spLocks/>
            </p:cNvSpPr>
            <p:nvPr>
              <p:custDataLst>
                <p:tags r:id="rId27"/>
              </p:custDataLst>
            </p:nvPr>
          </p:nvSpPr>
          <p:spPr bwMode="auto">
            <a:xfrm>
              <a:off x="6156325" y="3656013"/>
              <a:ext cx="52388" cy="296862"/>
            </a:xfrm>
            <a:custGeom>
              <a:avLst/>
              <a:gdLst>
                <a:gd name="T0" fmla="*/ 116 w 116"/>
                <a:gd name="T1" fmla="*/ 249 h 499"/>
                <a:gd name="T2" fmla="*/ 83 w 116"/>
                <a:gd name="T3" fmla="*/ 94 h 499"/>
                <a:gd name="T4" fmla="*/ 5 w 116"/>
                <a:gd name="T5" fmla="*/ 0 h 499"/>
                <a:gd name="T6" fmla="*/ 0 w 116"/>
                <a:gd name="T7" fmla="*/ 5 h 499"/>
                <a:gd name="T8" fmla="*/ 9 w 116"/>
                <a:gd name="T9" fmla="*/ 16 h 499"/>
                <a:gd name="T10" fmla="*/ 87 w 116"/>
                <a:gd name="T11" fmla="*/ 249 h 499"/>
                <a:gd name="T12" fmla="*/ 7 w 116"/>
                <a:gd name="T13" fmla="*/ 485 h 499"/>
                <a:gd name="T14" fmla="*/ 0 w 116"/>
                <a:gd name="T15" fmla="*/ 494 h 499"/>
                <a:gd name="T16" fmla="*/ 5 w 116"/>
                <a:gd name="T17" fmla="*/ 499 h 499"/>
                <a:gd name="T18" fmla="*/ 84 w 116"/>
                <a:gd name="T19" fmla="*/ 402 h 499"/>
                <a:gd name="T20" fmla="*/ 116 w 116"/>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49"/>
                  </a:moveTo>
                  <a:cubicBezTo>
                    <a:pt x="116" y="211"/>
                    <a:pt x="110" y="150"/>
                    <a:pt x="83" y="94"/>
                  </a:cubicBezTo>
                  <a:cubicBezTo>
                    <a:pt x="53" y="32"/>
                    <a:pt x="10" y="0"/>
                    <a:pt x="5" y="0"/>
                  </a:cubicBezTo>
                  <a:cubicBezTo>
                    <a:pt x="2" y="0"/>
                    <a:pt x="0" y="2"/>
                    <a:pt x="0" y="5"/>
                  </a:cubicBezTo>
                  <a:cubicBezTo>
                    <a:pt x="0" y="6"/>
                    <a:pt x="0" y="7"/>
                    <a:pt x="9" y="16"/>
                  </a:cubicBezTo>
                  <a:cubicBezTo>
                    <a:pt x="58" y="66"/>
                    <a:pt x="87" y="145"/>
                    <a:pt x="87" y="249"/>
                  </a:cubicBezTo>
                  <a:cubicBezTo>
                    <a:pt x="87" y="335"/>
                    <a:pt x="68" y="423"/>
                    <a:pt x="7" y="485"/>
                  </a:cubicBezTo>
                  <a:cubicBezTo>
                    <a:pt x="0" y="491"/>
                    <a:pt x="0" y="492"/>
                    <a:pt x="0" y="494"/>
                  </a:cubicBezTo>
                  <a:cubicBezTo>
                    <a:pt x="0" y="497"/>
                    <a:pt x="2" y="499"/>
                    <a:pt x="5" y="499"/>
                  </a:cubicBezTo>
                  <a:cubicBezTo>
                    <a:pt x="10" y="499"/>
                    <a:pt x="55" y="465"/>
                    <a:pt x="84" y="402"/>
                  </a:cubicBezTo>
                  <a:cubicBezTo>
                    <a:pt x="110" y="347"/>
                    <a:pt x="116" y="291"/>
                    <a:pt x="116"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344"/>
            <p:cNvSpPr>
              <a:spLocks/>
            </p:cNvSpPr>
            <p:nvPr>
              <p:custDataLst>
                <p:tags r:id="rId28"/>
              </p:custDataLst>
            </p:nvPr>
          </p:nvSpPr>
          <p:spPr bwMode="auto">
            <a:xfrm>
              <a:off x="6243637" y="3656013"/>
              <a:ext cx="88900" cy="296862"/>
            </a:xfrm>
            <a:custGeom>
              <a:avLst/>
              <a:gdLst>
                <a:gd name="T0" fmla="*/ 191 w 194"/>
                <a:gd name="T1" fmla="*/ 19 h 499"/>
                <a:gd name="T2" fmla="*/ 194 w 194"/>
                <a:gd name="T3" fmla="*/ 10 h 499"/>
                <a:gd name="T4" fmla="*/ 184 w 194"/>
                <a:gd name="T5" fmla="*/ 0 h 499"/>
                <a:gd name="T6" fmla="*/ 175 w 194"/>
                <a:gd name="T7" fmla="*/ 4 h 499"/>
                <a:gd name="T8" fmla="*/ 2 w 194"/>
                <a:gd name="T9" fmla="*/ 480 h 499"/>
                <a:gd name="T10" fmla="*/ 0 w 194"/>
                <a:gd name="T11" fmla="*/ 489 h 499"/>
                <a:gd name="T12" fmla="*/ 10 w 194"/>
                <a:gd name="T13" fmla="*/ 499 h 499"/>
                <a:gd name="T14" fmla="*/ 21 w 194"/>
                <a:gd name="T15" fmla="*/ 487 h 499"/>
                <a:gd name="T16" fmla="*/ 191 w 194"/>
                <a:gd name="T17" fmla="*/ 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499">
                  <a:moveTo>
                    <a:pt x="191" y="19"/>
                  </a:moveTo>
                  <a:cubicBezTo>
                    <a:pt x="194" y="12"/>
                    <a:pt x="194" y="10"/>
                    <a:pt x="194" y="10"/>
                  </a:cubicBezTo>
                  <a:cubicBezTo>
                    <a:pt x="194" y="4"/>
                    <a:pt x="189" y="0"/>
                    <a:pt x="184" y="0"/>
                  </a:cubicBezTo>
                  <a:cubicBezTo>
                    <a:pt x="180" y="0"/>
                    <a:pt x="177" y="1"/>
                    <a:pt x="175" y="4"/>
                  </a:cubicBezTo>
                  <a:lnTo>
                    <a:pt x="2" y="480"/>
                  </a:lnTo>
                  <a:cubicBezTo>
                    <a:pt x="0" y="486"/>
                    <a:pt x="0" y="488"/>
                    <a:pt x="0" y="489"/>
                  </a:cubicBezTo>
                  <a:cubicBezTo>
                    <a:pt x="0" y="494"/>
                    <a:pt x="4" y="499"/>
                    <a:pt x="10" y="499"/>
                  </a:cubicBezTo>
                  <a:cubicBezTo>
                    <a:pt x="16" y="499"/>
                    <a:pt x="18" y="495"/>
                    <a:pt x="21" y="487"/>
                  </a:cubicBezTo>
                  <a:lnTo>
                    <a:pt x="191" y="1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345"/>
            <p:cNvSpPr>
              <a:spLocks/>
            </p:cNvSpPr>
            <p:nvPr>
              <p:custDataLst>
                <p:tags r:id="rId29"/>
              </p:custDataLst>
            </p:nvPr>
          </p:nvSpPr>
          <p:spPr bwMode="auto">
            <a:xfrm>
              <a:off x="6351587" y="3676650"/>
              <a:ext cx="155575" cy="201612"/>
            </a:xfrm>
            <a:custGeom>
              <a:avLst/>
              <a:gdLst>
                <a:gd name="T0" fmla="*/ 289 w 340"/>
                <a:gd name="T1" fmla="*/ 39 h 339"/>
                <a:gd name="T2" fmla="*/ 329 w 340"/>
                <a:gd name="T3" fmla="*/ 15 h 339"/>
                <a:gd name="T4" fmla="*/ 340 w 340"/>
                <a:gd name="T5" fmla="*/ 15 h 339"/>
                <a:gd name="T6" fmla="*/ 340 w 340"/>
                <a:gd name="T7" fmla="*/ 0 h 339"/>
                <a:gd name="T8" fmla="*/ 0 w 340"/>
                <a:gd name="T9" fmla="*/ 0 h 339"/>
                <a:gd name="T10" fmla="*/ 0 w 340"/>
                <a:gd name="T11" fmla="*/ 15 h 339"/>
                <a:gd name="T12" fmla="*/ 12 w 340"/>
                <a:gd name="T13" fmla="*/ 15 h 339"/>
                <a:gd name="T14" fmla="*/ 51 w 340"/>
                <a:gd name="T15" fmla="*/ 39 h 339"/>
                <a:gd name="T16" fmla="*/ 51 w 340"/>
                <a:gd name="T17" fmla="*/ 300 h 339"/>
                <a:gd name="T18" fmla="*/ 12 w 340"/>
                <a:gd name="T19" fmla="*/ 324 h 339"/>
                <a:gd name="T20" fmla="*/ 0 w 340"/>
                <a:gd name="T21" fmla="*/ 324 h 339"/>
                <a:gd name="T22" fmla="*/ 0 w 340"/>
                <a:gd name="T23" fmla="*/ 339 h 339"/>
                <a:gd name="T24" fmla="*/ 73 w 340"/>
                <a:gd name="T25" fmla="*/ 338 h 339"/>
                <a:gd name="T26" fmla="*/ 147 w 340"/>
                <a:gd name="T27" fmla="*/ 339 h 339"/>
                <a:gd name="T28" fmla="*/ 147 w 340"/>
                <a:gd name="T29" fmla="*/ 324 h 339"/>
                <a:gd name="T30" fmla="*/ 135 w 340"/>
                <a:gd name="T31" fmla="*/ 324 h 339"/>
                <a:gd name="T32" fmla="*/ 96 w 340"/>
                <a:gd name="T33" fmla="*/ 300 h 339"/>
                <a:gd name="T34" fmla="*/ 96 w 340"/>
                <a:gd name="T35" fmla="*/ 15 h 339"/>
                <a:gd name="T36" fmla="*/ 245 w 340"/>
                <a:gd name="T37" fmla="*/ 15 h 339"/>
                <a:gd name="T38" fmla="*/ 245 w 340"/>
                <a:gd name="T39" fmla="*/ 300 h 339"/>
                <a:gd name="T40" fmla="*/ 205 w 340"/>
                <a:gd name="T41" fmla="*/ 324 h 339"/>
                <a:gd name="T42" fmla="*/ 193 w 340"/>
                <a:gd name="T43" fmla="*/ 324 h 339"/>
                <a:gd name="T44" fmla="*/ 193 w 340"/>
                <a:gd name="T45" fmla="*/ 339 h 339"/>
                <a:gd name="T46" fmla="*/ 267 w 340"/>
                <a:gd name="T47" fmla="*/ 338 h 339"/>
                <a:gd name="T48" fmla="*/ 340 w 340"/>
                <a:gd name="T49" fmla="*/ 339 h 339"/>
                <a:gd name="T50" fmla="*/ 340 w 340"/>
                <a:gd name="T51" fmla="*/ 324 h 339"/>
                <a:gd name="T52" fmla="*/ 329 w 340"/>
                <a:gd name="T53" fmla="*/ 324 h 339"/>
                <a:gd name="T54" fmla="*/ 289 w 340"/>
                <a:gd name="T55" fmla="*/ 300 h 339"/>
                <a:gd name="T56" fmla="*/ 289 w 340"/>
                <a:gd name="T57" fmla="*/ 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0" h="339">
                  <a:moveTo>
                    <a:pt x="289" y="39"/>
                  </a:moveTo>
                  <a:cubicBezTo>
                    <a:pt x="289" y="21"/>
                    <a:pt x="290" y="15"/>
                    <a:pt x="329" y="15"/>
                  </a:cubicBezTo>
                  <a:lnTo>
                    <a:pt x="340" y="15"/>
                  </a:lnTo>
                  <a:lnTo>
                    <a:pt x="340" y="0"/>
                  </a:lnTo>
                  <a:lnTo>
                    <a:pt x="0" y="0"/>
                  </a:lnTo>
                  <a:lnTo>
                    <a:pt x="0" y="15"/>
                  </a:lnTo>
                  <a:lnTo>
                    <a:pt x="12" y="15"/>
                  </a:lnTo>
                  <a:cubicBezTo>
                    <a:pt x="50" y="15"/>
                    <a:pt x="51" y="21"/>
                    <a:pt x="51" y="39"/>
                  </a:cubicBezTo>
                  <a:lnTo>
                    <a:pt x="51" y="300"/>
                  </a:lnTo>
                  <a:cubicBezTo>
                    <a:pt x="51" y="318"/>
                    <a:pt x="50" y="324"/>
                    <a:pt x="12" y="324"/>
                  </a:cubicBezTo>
                  <a:lnTo>
                    <a:pt x="0" y="324"/>
                  </a:lnTo>
                  <a:lnTo>
                    <a:pt x="0" y="339"/>
                  </a:lnTo>
                  <a:cubicBezTo>
                    <a:pt x="17" y="338"/>
                    <a:pt x="54" y="338"/>
                    <a:pt x="73" y="338"/>
                  </a:cubicBezTo>
                  <a:cubicBezTo>
                    <a:pt x="92" y="338"/>
                    <a:pt x="130" y="338"/>
                    <a:pt x="147" y="339"/>
                  </a:cubicBezTo>
                  <a:lnTo>
                    <a:pt x="147" y="324"/>
                  </a:lnTo>
                  <a:lnTo>
                    <a:pt x="135" y="324"/>
                  </a:lnTo>
                  <a:cubicBezTo>
                    <a:pt x="97" y="324"/>
                    <a:pt x="96" y="318"/>
                    <a:pt x="96" y="300"/>
                  </a:cubicBezTo>
                  <a:lnTo>
                    <a:pt x="96" y="15"/>
                  </a:lnTo>
                  <a:lnTo>
                    <a:pt x="245" y="15"/>
                  </a:lnTo>
                  <a:lnTo>
                    <a:pt x="245" y="300"/>
                  </a:lnTo>
                  <a:cubicBezTo>
                    <a:pt x="245" y="318"/>
                    <a:pt x="244" y="324"/>
                    <a:pt x="205" y="324"/>
                  </a:cubicBezTo>
                  <a:lnTo>
                    <a:pt x="193" y="324"/>
                  </a:lnTo>
                  <a:lnTo>
                    <a:pt x="193" y="339"/>
                  </a:lnTo>
                  <a:cubicBezTo>
                    <a:pt x="211" y="338"/>
                    <a:pt x="248" y="338"/>
                    <a:pt x="267" y="338"/>
                  </a:cubicBezTo>
                  <a:cubicBezTo>
                    <a:pt x="286" y="338"/>
                    <a:pt x="323" y="338"/>
                    <a:pt x="340" y="339"/>
                  </a:cubicBezTo>
                  <a:lnTo>
                    <a:pt x="340" y="324"/>
                  </a:lnTo>
                  <a:lnTo>
                    <a:pt x="329" y="324"/>
                  </a:lnTo>
                  <a:cubicBezTo>
                    <a:pt x="290" y="324"/>
                    <a:pt x="289" y="318"/>
                    <a:pt x="289" y="300"/>
                  </a:cubicBezTo>
                  <a:lnTo>
                    <a:pt x="289" y="3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346"/>
            <p:cNvSpPr>
              <a:spLocks/>
            </p:cNvSpPr>
            <p:nvPr>
              <p:custDataLst>
                <p:tags r:id="rId30"/>
              </p:custDataLst>
            </p:nvPr>
          </p:nvSpPr>
          <p:spPr bwMode="auto">
            <a:xfrm>
              <a:off x="6524625" y="3830638"/>
              <a:ext cx="68263" cy="93662"/>
            </a:xfrm>
            <a:custGeom>
              <a:avLst/>
              <a:gdLst>
                <a:gd name="T0" fmla="*/ 131 w 151"/>
                <a:gd name="T1" fmla="*/ 20 h 157"/>
                <a:gd name="T2" fmla="*/ 113 w 151"/>
                <a:gd name="T3" fmla="*/ 40 h 157"/>
                <a:gd name="T4" fmla="*/ 127 w 151"/>
                <a:gd name="T5" fmla="*/ 53 h 157"/>
                <a:gd name="T6" fmla="*/ 146 w 151"/>
                <a:gd name="T7" fmla="*/ 30 h 157"/>
                <a:gd name="T8" fmla="*/ 100 w 151"/>
                <a:gd name="T9" fmla="*/ 0 h 157"/>
                <a:gd name="T10" fmla="*/ 0 w 151"/>
                <a:gd name="T11" fmla="*/ 97 h 157"/>
                <a:gd name="T12" fmla="*/ 64 w 151"/>
                <a:gd name="T13" fmla="*/ 157 h 157"/>
                <a:gd name="T14" fmla="*/ 151 w 151"/>
                <a:gd name="T15" fmla="*/ 118 h 157"/>
                <a:gd name="T16" fmla="*/ 145 w 151"/>
                <a:gd name="T17" fmla="*/ 112 h 157"/>
                <a:gd name="T18" fmla="*/ 139 w 151"/>
                <a:gd name="T19" fmla="*/ 115 h 157"/>
                <a:gd name="T20" fmla="*/ 65 w 151"/>
                <a:gd name="T21" fmla="*/ 148 h 157"/>
                <a:gd name="T22" fmla="*/ 29 w 151"/>
                <a:gd name="T23" fmla="*/ 109 h 157"/>
                <a:gd name="T24" fmla="*/ 52 w 151"/>
                <a:gd name="T25" fmla="*/ 37 h 157"/>
                <a:gd name="T26" fmla="*/ 100 w 151"/>
                <a:gd name="T27" fmla="*/ 10 h 157"/>
                <a:gd name="T28" fmla="*/ 131 w 151"/>
                <a:gd name="T29" fmla="*/ 2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157">
                  <a:moveTo>
                    <a:pt x="131" y="20"/>
                  </a:moveTo>
                  <a:cubicBezTo>
                    <a:pt x="118" y="22"/>
                    <a:pt x="113" y="32"/>
                    <a:pt x="113" y="40"/>
                  </a:cubicBezTo>
                  <a:cubicBezTo>
                    <a:pt x="113" y="49"/>
                    <a:pt x="120" y="53"/>
                    <a:pt x="127" y="53"/>
                  </a:cubicBezTo>
                  <a:cubicBezTo>
                    <a:pt x="134" y="53"/>
                    <a:pt x="146" y="47"/>
                    <a:pt x="146" y="30"/>
                  </a:cubicBezTo>
                  <a:cubicBezTo>
                    <a:pt x="146" y="7"/>
                    <a:pt x="119" y="0"/>
                    <a:pt x="100" y="0"/>
                  </a:cubicBezTo>
                  <a:cubicBezTo>
                    <a:pt x="48" y="0"/>
                    <a:pt x="0" y="48"/>
                    <a:pt x="0" y="97"/>
                  </a:cubicBezTo>
                  <a:cubicBezTo>
                    <a:pt x="0" y="127"/>
                    <a:pt x="21" y="157"/>
                    <a:pt x="64" y="157"/>
                  </a:cubicBezTo>
                  <a:cubicBezTo>
                    <a:pt x="123" y="157"/>
                    <a:pt x="151" y="123"/>
                    <a:pt x="151" y="118"/>
                  </a:cubicBezTo>
                  <a:cubicBezTo>
                    <a:pt x="151" y="116"/>
                    <a:pt x="147" y="112"/>
                    <a:pt x="145" y="112"/>
                  </a:cubicBezTo>
                  <a:cubicBezTo>
                    <a:pt x="143" y="112"/>
                    <a:pt x="142" y="113"/>
                    <a:pt x="139" y="115"/>
                  </a:cubicBezTo>
                  <a:cubicBezTo>
                    <a:pt x="112" y="148"/>
                    <a:pt x="71" y="148"/>
                    <a:pt x="65" y="148"/>
                  </a:cubicBezTo>
                  <a:cubicBezTo>
                    <a:pt x="40" y="148"/>
                    <a:pt x="29" y="130"/>
                    <a:pt x="29" y="109"/>
                  </a:cubicBezTo>
                  <a:cubicBezTo>
                    <a:pt x="29" y="99"/>
                    <a:pt x="33" y="61"/>
                    <a:pt x="52" y="37"/>
                  </a:cubicBezTo>
                  <a:cubicBezTo>
                    <a:pt x="65" y="20"/>
                    <a:pt x="83" y="10"/>
                    <a:pt x="100" y="10"/>
                  </a:cubicBezTo>
                  <a:cubicBezTo>
                    <a:pt x="105" y="10"/>
                    <a:pt x="122" y="10"/>
                    <a:pt x="131" y="20"/>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347"/>
            <p:cNvSpPr>
              <a:spLocks noEditPoints="1"/>
            </p:cNvSpPr>
            <p:nvPr>
              <p:custDataLst>
                <p:tags r:id="rId31"/>
              </p:custDataLst>
            </p:nvPr>
          </p:nvSpPr>
          <p:spPr bwMode="auto">
            <a:xfrm>
              <a:off x="6602412" y="3784600"/>
              <a:ext cx="49213" cy="139700"/>
            </a:xfrm>
            <a:custGeom>
              <a:avLst/>
              <a:gdLst>
                <a:gd name="T0" fmla="*/ 97 w 106"/>
                <a:gd name="T1" fmla="*/ 13 h 234"/>
                <a:gd name="T2" fmla="*/ 83 w 106"/>
                <a:gd name="T3" fmla="*/ 0 h 234"/>
                <a:gd name="T4" fmla="*/ 64 w 106"/>
                <a:gd name="T5" fmla="*/ 19 h 234"/>
                <a:gd name="T6" fmla="*/ 78 w 106"/>
                <a:gd name="T7" fmla="*/ 32 h 234"/>
                <a:gd name="T8" fmla="*/ 97 w 106"/>
                <a:gd name="T9" fmla="*/ 13 h 234"/>
                <a:gd name="T10" fmla="*/ 26 w 106"/>
                <a:gd name="T11" fmla="*/ 190 h 234"/>
                <a:gd name="T12" fmla="*/ 23 w 106"/>
                <a:gd name="T13" fmla="*/ 205 h 234"/>
                <a:gd name="T14" fmla="*/ 56 w 106"/>
                <a:gd name="T15" fmla="*/ 234 h 234"/>
                <a:gd name="T16" fmla="*/ 106 w 106"/>
                <a:gd name="T17" fmla="*/ 181 h 234"/>
                <a:gd name="T18" fmla="*/ 101 w 106"/>
                <a:gd name="T19" fmla="*/ 176 h 234"/>
                <a:gd name="T20" fmla="*/ 94 w 106"/>
                <a:gd name="T21" fmla="*/ 182 h 234"/>
                <a:gd name="T22" fmla="*/ 57 w 106"/>
                <a:gd name="T23" fmla="*/ 225 h 234"/>
                <a:gd name="T24" fmla="*/ 48 w 106"/>
                <a:gd name="T25" fmla="*/ 212 h 234"/>
                <a:gd name="T26" fmla="*/ 54 w 106"/>
                <a:gd name="T27" fmla="*/ 190 h 234"/>
                <a:gd name="T28" fmla="*/ 65 w 106"/>
                <a:gd name="T29" fmla="*/ 162 h 234"/>
                <a:gd name="T30" fmla="*/ 82 w 106"/>
                <a:gd name="T31" fmla="*/ 118 h 234"/>
                <a:gd name="T32" fmla="*/ 84 w 106"/>
                <a:gd name="T33" fmla="*/ 107 h 234"/>
                <a:gd name="T34" fmla="*/ 51 w 106"/>
                <a:gd name="T35" fmla="*/ 77 h 234"/>
                <a:gd name="T36" fmla="*/ 0 w 106"/>
                <a:gd name="T37" fmla="*/ 130 h 234"/>
                <a:gd name="T38" fmla="*/ 6 w 106"/>
                <a:gd name="T39" fmla="*/ 135 h 234"/>
                <a:gd name="T40" fmla="*/ 13 w 106"/>
                <a:gd name="T41" fmla="*/ 129 h 234"/>
                <a:gd name="T42" fmla="*/ 50 w 106"/>
                <a:gd name="T43" fmla="*/ 87 h 234"/>
                <a:gd name="T44" fmla="*/ 59 w 106"/>
                <a:gd name="T45" fmla="*/ 99 h 234"/>
                <a:gd name="T46" fmla="*/ 48 w 106"/>
                <a:gd name="T47" fmla="*/ 134 h 234"/>
                <a:gd name="T48" fmla="*/ 26 w 106"/>
                <a:gd name="T49" fmla="*/ 19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4">
                  <a:moveTo>
                    <a:pt x="97" y="13"/>
                  </a:moveTo>
                  <a:cubicBezTo>
                    <a:pt x="97" y="7"/>
                    <a:pt x="93" y="0"/>
                    <a:pt x="83" y="0"/>
                  </a:cubicBezTo>
                  <a:cubicBezTo>
                    <a:pt x="74" y="0"/>
                    <a:pt x="64" y="9"/>
                    <a:pt x="64" y="19"/>
                  </a:cubicBezTo>
                  <a:cubicBezTo>
                    <a:pt x="64" y="25"/>
                    <a:pt x="68" y="32"/>
                    <a:pt x="78" y="32"/>
                  </a:cubicBezTo>
                  <a:cubicBezTo>
                    <a:pt x="88" y="32"/>
                    <a:pt x="97" y="22"/>
                    <a:pt x="97" y="13"/>
                  </a:cubicBezTo>
                  <a:close/>
                  <a:moveTo>
                    <a:pt x="26" y="190"/>
                  </a:moveTo>
                  <a:cubicBezTo>
                    <a:pt x="25" y="195"/>
                    <a:pt x="23" y="199"/>
                    <a:pt x="23" y="205"/>
                  </a:cubicBezTo>
                  <a:cubicBezTo>
                    <a:pt x="23" y="221"/>
                    <a:pt x="37" y="234"/>
                    <a:pt x="56" y="234"/>
                  </a:cubicBezTo>
                  <a:cubicBezTo>
                    <a:pt x="91" y="234"/>
                    <a:pt x="106" y="186"/>
                    <a:pt x="106" y="181"/>
                  </a:cubicBezTo>
                  <a:cubicBezTo>
                    <a:pt x="106" y="176"/>
                    <a:pt x="102" y="176"/>
                    <a:pt x="101" y="176"/>
                  </a:cubicBezTo>
                  <a:cubicBezTo>
                    <a:pt x="96" y="176"/>
                    <a:pt x="95" y="179"/>
                    <a:pt x="94" y="182"/>
                  </a:cubicBezTo>
                  <a:cubicBezTo>
                    <a:pt x="86" y="210"/>
                    <a:pt x="71" y="225"/>
                    <a:pt x="57" y="225"/>
                  </a:cubicBezTo>
                  <a:cubicBezTo>
                    <a:pt x="50" y="225"/>
                    <a:pt x="48" y="220"/>
                    <a:pt x="48" y="212"/>
                  </a:cubicBezTo>
                  <a:cubicBezTo>
                    <a:pt x="48" y="204"/>
                    <a:pt x="51" y="198"/>
                    <a:pt x="54" y="190"/>
                  </a:cubicBezTo>
                  <a:cubicBezTo>
                    <a:pt x="57" y="181"/>
                    <a:pt x="61" y="171"/>
                    <a:pt x="65" y="162"/>
                  </a:cubicBezTo>
                  <a:cubicBezTo>
                    <a:pt x="68" y="154"/>
                    <a:pt x="81" y="122"/>
                    <a:pt x="82" y="118"/>
                  </a:cubicBezTo>
                  <a:cubicBezTo>
                    <a:pt x="83" y="114"/>
                    <a:pt x="84" y="110"/>
                    <a:pt x="84" y="107"/>
                  </a:cubicBezTo>
                  <a:cubicBezTo>
                    <a:pt x="84" y="90"/>
                    <a:pt x="70" y="77"/>
                    <a:pt x="51" y="77"/>
                  </a:cubicBezTo>
                  <a:cubicBezTo>
                    <a:pt x="17" y="77"/>
                    <a:pt x="0" y="124"/>
                    <a:pt x="0" y="130"/>
                  </a:cubicBezTo>
                  <a:cubicBezTo>
                    <a:pt x="0" y="135"/>
                    <a:pt x="5" y="135"/>
                    <a:pt x="6" y="135"/>
                  </a:cubicBezTo>
                  <a:cubicBezTo>
                    <a:pt x="11" y="135"/>
                    <a:pt x="12" y="133"/>
                    <a:pt x="13" y="129"/>
                  </a:cubicBezTo>
                  <a:cubicBezTo>
                    <a:pt x="22" y="99"/>
                    <a:pt x="37" y="87"/>
                    <a:pt x="50" y="87"/>
                  </a:cubicBezTo>
                  <a:cubicBezTo>
                    <a:pt x="56" y="87"/>
                    <a:pt x="59" y="90"/>
                    <a:pt x="59" y="99"/>
                  </a:cubicBezTo>
                  <a:cubicBezTo>
                    <a:pt x="59" y="107"/>
                    <a:pt x="57" y="112"/>
                    <a:pt x="48" y="134"/>
                  </a:cubicBezTo>
                  <a:lnTo>
                    <a:pt x="26" y="190"/>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48"/>
            <p:cNvSpPr>
              <a:spLocks noEditPoints="1"/>
            </p:cNvSpPr>
            <p:nvPr>
              <p:custDataLst>
                <p:tags r:id="rId32"/>
              </p:custDataLst>
            </p:nvPr>
          </p:nvSpPr>
          <p:spPr bwMode="auto">
            <a:xfrm>
              <a:off x="6669087" y="3778250"/>
              <a:ext cx="80963" cy="146050"/>
            </a:xfrm>
            <a:custGeom>
              <a:avLst/>
              <a:gdLst>
                <a:gd name="T0" fmla="*/ 178 w 179"/>
                <a:gd name="T1" fmla="*/ 10 h 245"/>
                <a:gd name="T2" fmla="*/ 179 w 179"/>
                <a:gd name="T3" fmla="*/ 5 h 245"/>
                <a:gd name="T4" fmla="*/ 174 w 179"/>
                <a:gd name="T5" fmla="*/ 0 h 245"/>
                <a:gd name="T6" fmla="*/ 129 w 179"/>
                <a:gd name="T7" fmla="*/ 3 h 245"/>
                <a:gd name="T8" fmla="*/ 122 w 179"/>
                <a:gd name="T9" fmla="*/ 11 h 245"/>
                <a:gd name="T10" fmla="*/ 131 w 179"/>
                <a:gd name="T11" fmla="*/ 16 h 245"/>
                <a:gd name="T12" fmla="*/ 147 w 179"/>
                <a:gd name="T13" fmla="*/ 21 h 245"/>
                <a:gd name="T14" fmla="*/ 146 w 179"/>
                <a:gd name="T15" fmla="*/ 29 h 245"/>
                <a:gd name="T16" fmla="*/ 126 w 179"/>
                <a:gd name="T17" fmla="*/ 109 h 245"/>
                <a:gd name="T18" fmla="*/ 90 w 179"/>
                <a:gd name="T19" fmla="*/ 88 h 245"/>
                <a:gd name="T20" fmla="*/ 0 w 179"/>
                <a:gd name="T21" fmla="*/ 187 h 245"/>
                <a:gd name="T22" fmla="*/ 53 w 179"/>
                <a:gd name="T23" fmla="*/ 245 h 245"/>
                <a:gd name="T24" fmla="*/ 102 w 179"/>
                <a:gd name="T25" fmla="*/ 221 h 245"/>
                <a:gd name="T26" fmla="*/ 138 w 179"/>
                <a:gd name="T27" fmla="*/ 245 h 245"/>
                <a:gd name="T28" fmla="*/ 166 w 179"/>
                <a:gd name="T29" fmla="*/ 227 h 245"/>
                <a:gd name="T30" fmla="*/ 178 w 179"/>
                <a:gd name="T31" fmla="*/ 192 h 245"/>
                <a:gd name="T32" fmla="*/ 172 w 179"/>
                <a:gd name="T33" fmla="*/ 187 h 245"/>
                <a:gd name="T34" fmla="*/ 165 w 179"/>
                <a:gd name="T35" fmla="*/ 198 h 245"/>
                <a:gd name="T36" fmla="*/ 139 w 179"/>
                <a:gd name="T37" fmla="*/ 236 h 245"/>
                <a:gd name="T38" fmla="*/ 128 w 179"/>
                <a:gd name="T39" fmla="*/ 218 h 245"/>
                <a:gd name="T40" fmla="*/ 130 w 179"/>
                <a:gd name="T41" fmla="*/ 204 h 245"/>
                <a:gd name="T42" fmla="*/ 178 w 179"/>
                <a:gd name="T43" fmla="*/ 10 h 245"/>
                <a:gd name="T44" fmla="*/ 104 w 179"/>
                <a:gd name="T45" fmla="*/ 198 h 245"/>
                <a:gd name="T46" fmla="*/ 86 w 179"/>
                <a:gd name="T47" fmla="*/ 222 h 245"/>
                <a:gd name="T48" fmla="*/ 54 w 179"/>
                <a:gd name="T49" fmla="*/ 236 h 245"/>
                <a:gd name="T50" fmla="*/ 28 w 179"/>
                <a:gd name="T51" fmla="*/ 202 h 245"/>
                <a:gd name="T52" fmla="*/ 47 w 179"/>
                <a:gd name="T53" fmla="*/ 131 h 245"/>
                <a:gd name="T54" fmla="*/ 90 w 179"/>
                <a:gd name="T55" fmla="*/ 98 h 245"/>
                <a:gd name="T56" fmla="*/ 121 w 179"/>
                <a:gd name="T57" fmla="*/ 128 h 245"/>
                <a:gd name="T58" fmla="*/ 120 w 179"/>
                <a:gd name="T59" fmla="*/ 133 h 245"/>
                <a:gd name="T60" fmla="*/ 104 w 179"/>
                <a:gd name="T61"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5">
                  <a:moveTo>
                    <a:pt x="178" y="10"/>
                  </a:moveTo>
                  <a:cubicBezTo>
                    <a:pt x="178" y="9"/>
                    <a:pt x="179" y="5"/>
                    <a:pt x="179" y="5"/>
                  </a:cubicBezTo>
                  <a:cubicBezTo>
                    <a:pt x="179" y="3"/>
                    <a:pt x="178" y="0"/>
                    <a:pt x="174" y="0"/>
                  </a:cubicBezTo>
                  <a:cubicBezTo>
                    <a:pt x="167" y="0"/>
                    <a:pt x="138" y="3"/>
                    <a:pt x="129" y="3"/>
                  </a:cubicBezTo>
                  <a:cubicBezTo>
                    <a:pt x="126" y="4"/>
                    <a:pt x="122" y="4"/>
                    <a:pt x="122" y="11"/>
                  </a:cubicBezTo>
                  <a:cubicBezTo>
                    <a:pt x="122" y="16"/>
                    <a:pt x="126" y="16"/>
                    <a:pt x="131" y="16"/>
                  </a:cubicBezTo>
                  <a:cubicBezTo>
                    <a:pt x="147" y="16"/>
                    <a:pt x="147" y="19"/>
                    <a:pt x="147" y="21"/>
                  </a:cubicBezTo>
                  <a:cubicBezTo>
                    <a:pt x="147" y="24"/>
                    <a:pt x="147" y="26"/>
                    <a:pt x="146" y="29"/>
                  </a:cubicBezTo>
                  <a:lnTo>
                    <a:pt x="126" y="109"/>
                  </a:lnTo>
                  <a:cubicBezTo>
                    <a:pt x="119" y="97"/>
                    <a:pt x="107" y="88"/>
                    <a:pt x="90" y="88"/>
                  </a:cubicBezTo>
                  <a:cubicBezTo>
                    <a:pt x="46" y="88"/>
                    <a:pt x="0" y="137"/>
                    <a:pt x="0" y="187"/>
                  </a:cubicBezTo>
                  <a:cubicBezTo>
                    <a:pt x="0" y="221"/>
                    <a:pt x="23" y="245"/>
                    <a:pt x="53" y="245"/>
                  </a:cubicBezTo>
                  <a:cubicBezTo>
                    <a:pt x="72" y="245"/>
                    <a:pt x="88" y="235"/>
                    <a:pt x="102" y="221"/>
                  </a:cubicBezTo>
                  <a:cubicBezTo>
                    <a:pt x="109" y="242"/>
                    <a:pt x="129" y="245"/>
                    <a:pt x="138" y="245"/>
                  </a:cubicBezTo>
                  <a:cubicBezTo>
                    <a:pt x="151" y="245"/>
                    <a:pt x="160" y="238"/>
                    <a:pt x="166" y="227"/>
                  </a:cubicBezTo>
                  <a:cubicBezTo>
                    <a:pt x="173" y="213"/>
                    <a:pt x="178" y="193"/>
                    <a:pt x="178" y="192"/>
                  </a:cubicBezTo>
                  <a:cubicBezTo>
                    <a:pt x="178" y="187"/>
                    <a:pt x="173" y="187"/>
                    <a:pt x="172" y="187"/>
                  </a:cubicBezTo>
                  <a:cubicBezTo>
                    <a:pt x="168" y="187"/>
                    <a:pt x="167" y="189"/>
                    <a:pt x="165" y="198"/>
                  </a:cubicBezTo>
                  <a:cubicBezTo>
                    <a:pt x="161" y="215"/>
                    <a:pt x="154" y="236"/>
                    <a:pt x="139" y="236"/>
                  </a:cubicBezTo>
                  <a:cubicBezTo>
                    <a:pt x="130" y="236"/>
                    <a:pt x="128" y="228"/>
                    <a:pt x="128" y="218"/>
                  </a:cubicBezTo>
                  <a:cubicBezTo>
                    <a:pt x="128" y="212"/>
                    <a:pt x="129" y="209"/>
                    <a:pt x="130" y="204"/>
                  </a:cubicBezTo>
                  <a:lnTo>
                    <a:pt x="178" y="10"/>
                  </a:lnTo>
                  <a:close/>
                  <a:moveTo>
                    <a:pt x="104" y="198"/>
                  </a:moveTo>
                  <a:cubicBezTo>
                    <a:pt x="101" y="208"/>
                    <a:pt x="94" y="215"/>
                    <a:pt x="86" y="222"/>
                  </a:cubicBezTo>
                  <a:cubicBezTo>
                    <a:pt x="83" y="224"/>
                    <a:pt x="69" y="236"/>
                    <a:pt x="54" y="236"/>
                  </a:cubicBezTo>
                  <a:cubicBezTo>
                    <a:pt x="41" y="236"/>
                    <a:pt x="28" y="226"/>
                    <a:pt x="28" y="202"/>
                  </a:cubicBezTo>
                  <a:cubicBezTo>
                    <a:pt x="28" y="183"/>
                    <a:pt x="39" y="145"/>
                    <a:pt x="47" y="131"/>
                  </a:cubicBezTo>
                  <a:cubicBezTo>
                    <a:pt x="63" y="103"/>
                    <a:pt x="80" y="98"/>
                    <a:pt x="90" y="98"/>
                  </a:cubicBezTo>
                  <a:cubicBezTo>
                    <a:pt x="115" y="98"/>
                    <a:pt x="121" y="124"/>
                    <a:pt x="121" y="128"/>
                  </a:cubicBezTo>
                  <a:cubicBezTo>
                    <a:pt x="121" y="130"/>
                    <a:pt x="120" y="132"/>
                    <a:pt x="120" y="133"/>
                  </a:cubicBezTo>
                  <a:lnTo>
                    <a:pt x="104" y="19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49"/>
            <p:cNvSpPr>
              <a:spLocks/>
            </p:cNvSpPr>
            <p:nvPr>
              <p:custDataLst>
                <p:tags r:id="rId33"/>
              </p:custDataLst>
            </p:nvPr>
          </p:nvSpPr>
          <p:spPr bwMode="auto">
            <a:xfrm>
              <a:off x="6788150" y="3656013"/>
              <a:ext cx="52388" cy="296862"/>
            </a:xfrm>
            <a:custGeom>
              <a:avLst/>
              <a:gdLst>
                <a:gd name="T0" fmla="*/ 115 w 115"/>
                <a:gd name="T1" fmla="*/ 494 h 499"/>
                <a:gd name="T2" fmla="*/ 107 w 115"/>
                <a:gd name="T3" fmla="*/ 483 h 499"/>
                <a:gd name="T4" fmla="*/ 29 w 115"/>
                <a:gd name="T5" fmla="*/ 249 h 499"/>
                <a:gd name="T6" fmla="*/ 109 w 115"/>
                <a:gd name="T7" fmla="*/ 13 h 499"/>
                <a:gd name="T8" fmla="*/ 115 w 115"/>
                <a:gd name="T9" fmla="*/ 5 h 499"/>
                <a:gd name="T10" fmla="*/ 110 w 115"/>
                <a:gd name="T11" fmla="*/ 0 h 499"/>
                <a:gd name="T12" fmla="*/ 31 w 115"/>
                <a:gd name="T13" fmla="*/ 97 h 499"/>
                <a:gd name="T14" fmla="*/ 0 w 115"/>
                <a:gd name="T15" fmla="*/ 249 h 499"/>
                <a:gd name="T16" fmla="*/ 33 w 115"/>
                <a:gd name="T17" fmla="*/ 405 h 499"/>
                <a:gd name="T18" fmla="*/ 110 w 115"/>
                <a:gd name="T19" fmla="*/ 499 h 499"/>
                <a:gd name="T20" fmla="*/ 115 w 115"/>
                <a:gd name="T21" fmla="*/ 49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494"/>
                  </a:moveTo>
                  <a:cubicBezTo>
                    <a:pt x="115" y="492"/>
                    <a:pt x="115" y="491"/>
                    <a:pt x="107" y="483"/>
                  </a:cubicBezTo>
                  <a:cubicBezTo>
                    <a:pt x="45" y="420"/>
                    <a:pt x="29" y="326"/>
                    <a:pt x="29" y="249"/>
                  </a:cubicBezTo>
                  <a:cubicBezTo>
                    <a:pt x="29" y="163"/>
                    <a:pt x="48" y="76"/>
                    <a:pt x="109" y="13"/>
                  </a:cubicBezTo>
                  <a:cubicBezTo>
                    <a:pt x="115" y="7"/>
                    <a:pt x="115" y="6"/>
                    <a:pt x="115" y="5"/>
                  </a:cubicBezTo>
                  <a:cubicBezTo>
                    <a:pt x="115" y="1"/>
                    <a:pt x="113" y="0"/>
                    <a:pt x="110" y="0"/>
                  </a:cubicBezTo>
                  <a:cubicBezTo>
                    <a:pt x="105" y="0"/>
                    <a:pt x="61" y="34"/>
                    <a:pt x="31" y="97"/>
                  </a:cubicBezTo>
                  <a:cubicBezTo>
                    <a:pt x="6" y="152"/>
                    <a:pt x="0" y="208"/>
                    <a:pt x="0" y="249"/>
                  </a:cubicBezTo>
                  <a:cubicBezTo>
                    <a:pt x="0" y="288"/>
                    <a:pt x="5" y="349"/>
                    <a:pt x="33" y="405"/>
                  </a:cubicBezTo>
                  <a:cubicBezTo>
                    <a:pt x="63" y="466"/>
                    <a:pt x="105" y="499"/>
                    <a:pt x="110" y="499"/>
                  </a:cubicBezTo>
                  <a:cubicBezTo>
                    <a:pt x="113" y="499"/>
                    <a:pt x="115" y="497"/>
                    <a:pt x="115" y="494"/>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50"/>
            <p:cNvSpPr>
              <a:spLocks/>
            </p:cNvSpPr>
            <p:nvPr>
              <p:custDataLst>
                <p:tags r:id="rId34"/>
              </p:custDataLst>
            </p:nvPr>
          </p:nvSpPr>
          <p:spPr bwMode="auto">
            <a:xfrm>
              <a:off x="6864350" y="3668713"/>
              <a:ext cx="161925" cy="215900"/>
            </a:xfrm>
            <a:custGeom>
              <a:avLst/>
              <a:gdLst>
                <a:gd name="T0" fmla="*/ 354 w 354"/>
                <a:gd name="T1" fmla="*/ 5 h 363"/>
                <a:gd name="T2" fmla="*/ 349 w 354"/>
                <a:gd name="T3" fmla="*/ 0 h 363"/>
                <a:gd name="T4" fmla="*/ 341 w 354"/>
                <a:gd name="T5" fmla="*/ 6 h 363"/>
                <a:gd name="T6" fmla="*/ 306 w 354"/>
                <a:gd name="T7" fmla="*/ 45 h 363"/>
                <a:gd name="T8" fmla="*/ 223 w 354"/>
                <a:gd name="T9" fmla="*/ 0 h 363"/>
                <a:gd name="T10" fmla="*/ 0 w 354"/>
                <a:gd name="T11" fmla="*/ 226 h 363"/>
                <a:gd name="T12" fmla="*/ 135 w 354"/>
                <a:gd name="T13" fmla="*/ 363 h 363"/>
                <a:gd name="T14" fmla="*/ 243 w 354"/>
                <a:gd name="T15" fmla="*/ 320 h 363"/>
                <a:gd name="T16" fmla="*/ 298 w 354"/>
                <a:gd name="T17" fmla="*/ 232 h 363"/>
                <a:gd name="T18" fmla="*/ 292 w 354"/>
                <a:gd name="T19" fmla="*/ 227 h 363"/>
                <a:gd name="T20" fmla="*/ 285 w 354"/>
                <a:gd name="T21" fmla="*/ 232 h 363"/>
                <a:gd name="T22" fmla="*/ 235 w 354"/>
                <a:gd name="T23" fmla="*/ 311 h 363"/>
                <a:gd name="T24" fmla="*/ 143 w 354"/>
                <a:gd name="T25" fmla="*/ 348 h 363"/>
                <a:gd name="T26" fmla="*/ 45 w 354"/>
                <a:gd name="T27" fmla="*/ 244 h 363"/>
                <a:gd name="T28" fmla="*/ 106 w 354"/>
                <a:gd name="T29" fmla="*/ 76 h 363"/>
                <a:gd name="T30" fmla="*/ 227 w 354"/>
                <a:gd name="T31" fmla="*/ 16 h 363"/>
                <a:gd name="T32" fmla="*/ 308 w 354"/>
                <a:gd name="T33" fmla="*/ 112 h 363"/>
                <a:gd name="T34" fmla="*/ 306 w 354"/>
                <a:gd name="T35" fmla="*/ 138 h 363"/>
                <a:gd name="T36" fmla="*/ 314 w 354"/>
                <a:gd name="T37" fmla="*/ 143 h 363"/>
                <a:gd name="T38" fmla="*/ 323 w 354"/>
                <a:gd name="T39" fmla="*/ 133 h 363"/>
                <a:gd name="T40" fmla="*/ 354 w 354"/>
                <a:gd name="T41" fmla="*/ 5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4" h="363">
                  <a:moveTo>
                    <a:pt x="354" y="5"/>
                  </a:moveTo>
                  <a:cubicBezTo>
                    <a:pt x="354" y="4"/>
                    <a:pt x="353" y="0"/>
                    <a:pt x="349" y="0"/>
                  </a:cubicBezTo>
                  <a:cubicBezTo>
                    <a:pt x="347" y="0"/>
                    <a:pt x="347" y="1"/>
                    <a:pt x="341" y="6"/>
                  </a:cubicBezTo>
                  <a:lnTo>
                    <a:pt x="306" y="45"/>
                  </a:lnTo>
                  <a:cubicBezTo>
                    <a:pt x="302" y="38"/>
                    <a:pt x="279" y="0"/>
                    <a:pt x="223" y="0"/>
                  </a:cubicBezTo>
                  <a:cubicBezTo>
                    <a:pt x="112" y="0"/>
                    <a:pt x="0" y="111"/>
                    <a:pt x="0" y="226"/>
                  </a:cubicBezTo>
                  <a:cubicBezTo>
                    <a:pt x="0" y="309"/>
                    <a:pt x="59" y="363"/>
                    <a:pt x="135" y="363"/>
                  </a:cubicBezTo>
                  <a:cubicBezTo>
                    <a:pt x="179" y="363"/>
                    <a:pt x="216" y="343"/>
                    <a:pt x="243" y="320"/>
                  </a:cubicBezTo>
                  <a:cubicBezTo>
                    <a:pt x="289" y="279"/>
                    <a:pt x="298" y="234"/>
                    <a:pt x="298" y="232"/>
                  </a:cubicBezTo>
                  <a:cubicBezTo>
                    <a:pt x="298" y="227"/>
                    <a:pt x="293" y="227"/>
                    <a:pt x="292" y="227"/>
                  </a:cubicBezTo>
                  <a:cubicBezTo>
                    <a:pt x="289" y="227"/>
                    <a:pt x="286" y="228"/>
                    <a:pt x="285" y="232"/>
                  </a:cubicBezTo>
                  <a:cubicBezTo>
                    <a:pt x="281" y="247"/>
                    <a:pt x="269" y="282"/>
                    <a:pt x="235" y="311"/>
                  </a:cubicBezTo>
                  <a:cubicBezTo>
                    <a:pt x="200" y="339"/>
                    <a:pt x="169" y="348"/>
                    <a:pt x="143" y="348"/>
                  </a:cubicBezTo>
                  <a:cubicBezTo>
                    <a:pt x="98" y="348"/>
                    <a:pt x="45" y="322"/>
                    <a:pt x="45" y="244"/>
                  </a:cubicBezTo>
                  <a:cubicBezTo>
                    <a:pt x="45" y="215"/>
                    <a:pt x="56" y="135"/>
                    <a:pt x="106" y="76"/>
                  </a:cubicBezTo>
                  <a:cubicBezTo>
                    <a:pt x="136" y="41"/>
                    <a:pt x="183" y="16"/>
                    <a:pt x="227" y="16"/>
                  </a:cubicBezTo>
                  <a:cubicBezTo>
                    <a:pt x="278" y="16"/>
                    <a:pt x="308" y="54"/>
                    <a:pt x="308" y="112"/>
                  </a:cubicBezTo>
                  <a:cubicBezTo>
                    <a:pt x="308" y="132"/>
                    <a:pt x="306" y="133"/>
                    <a:pt x="306" y="138"/>
                  </a:cubicBezTo>
                  <a:cubicBezTo>
                    <a:pt x="306" y="143"/>
                    <a:pt x="312" y="143"/>
                    <a:pt x="314" y="143"/>
                  </a:cubicBezTo>
                  <a:cubicBezTo>
                    <a:pt x="320" y="143"/>
                    <a:pt x="320" y="142"/>
                    <a:pt x="323" y="133"/>
                  </a:cubicBezTo>
                  <a:lnTo>
                    <a:pt x="354"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51"/>
            <p:cNvSpPr>
              <a:spLocks noEditPoints="1"/>
            </p:cNvSpPr>
            <p:nvPr>
              <p:custDataLst>
                <p:tags r:id="rId35"/>
              </p:custDataLst>
            </p:nvPr>
          </p:nvSpPr>
          <p:spPr bwMode="auto">
            <a:xfrm>
              <a:off x="7040562" y="3746500"/>
              <a:ext cx="96838" cy="134937"/>
            </a:xfrm>
            <a:custGeom>
              <a:avLst/>
              <a:gdLst>
                <a:gd name="T0" fmla="*/ 214 w 214"/>
                <a:gd name="T1" fmla="*/ 84 h 226"/>
                <a:gd name="T2" fmla="*/ 134 w 214"/>
                <a:gd name="T3" fmla="*/ 0 h 226"/>
                <a:gd name="T4" fmla="*/ 0 w 214"/>
                <a:gd name="T5" fmla="*/ 141 h 226"/>
                <a:gd name="T6" fmla="*/ 80 w 214"/>
                <a:gd name="T7" fmla="*/ 226 h 226"/>
                <a:gd name="T8" fmla="*/ 214 w 214"/>
                <a:gd name="T9" fmla="*/ 84 h 226"/>
                <a:gd name="T10" fmla="*/ 81 w 214"/>
                <a:gd name="T11" fmla="*/ 215 h 226"/>
                <a:gd name="T12" fmla="*/ 37 w 214"/>
                <a:gd name="T13" fmla="*/ 160 h 226"/>
                <a:gd name="T14" fmla="*/ 66 w 214"/>
                <a:gd name="T15" fmla="*/ 57 h 226"/>
                <a:gd name="T16" fmla="*/ 134 w 214"/>
                <a:gd name="T17" fmla="*/ 11 h 226"/>
                <a:gd name="T18" fmla="*/ 177 w 214"/>
                <a:gd name="T19" fmla="*/ 64 h 226"/>
                <a:gd name="T20" fmla="*/ 149 w 214"/>
                <a:gd name="T21" fmla="*/ 169 h 226"/>
                <a:gd name="T22" fmla="*/ 81 w 214"/>
                <a:gd name="T23" fmla="*/ 21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4" h="226">
                  <a:moveTo>
                    <a:pt x="214" y="84"/>
                  </a:moveTo>
                  <a:cubicBezTo>
                    <a:pt x="214" y="32"/>
                    <a:pt x="179" y="0"/>
                    <a:pt x="134" y="0"/>
                  </a:cubicBezTo>
                  <a:cubicBezTo>
                    <a:pt x="67" y="0"/>
                    <a:pt x="0" y="70"/>
                    <a:pt x="0" y="141"/>
                  </a:cubicBezTo>
                  <a:cubicBezTo>
                    <a:pt x="0" y="191"/>
                    <a:pt x="34" y="226"/>
                    <a:pt x="80" y="226"/>
                  </a:cubicBezTo>
                  <a:cubicBezTo>
                    <a:pt x="147" y="226"/>
                    <a:pt x="214" y="157"/>
                    <a:pt x="214" y="84"/>
                  </a:cubicBezTo>
                  <a:close/>
                  <a:moveTo>
                    <a:pt x="81" y="215"/>
                  </a:moveTo>
                  <a:cubicBezTo>
                    <a:pt x="59" y="215"/>
                    <a:pt x="37" y="199"/>
                    <a:pt x="37" y="160"/>
                  </a:cubicBezTo>
                  <a:cubicBezTo>
                    <a:pt x="37" y="136"/>
                    <a:pt x="50" y="82"/>
                    <a:pt x="66" y="57"/>
                  </a:cubicBezTo>
                  <a:cubicBezTo>
                    <a:pt x="91" y="18"/>
                    <a:pt x="120" y="11"/>
                    <a:pt x="134" y="11"/>
                  </a:cubicBezTo>
                  <a:cubicBezTo>
                    <a:pt x="162" y="11"/>
                    <a:pt x="177" y="35"/>
                    <a:pt x="177" y="64"/>
                  </a:cubicBezTo>
                  <a:cubicBezTo>
                    <a:pt x="177" y="84"/>
                    <a:pt x="167" y="136"/>
                    <a:pt x="149" y="169"/>
                  </a:cubicBezTo>
                  <a:cubicBezTo>
                    <a:pt x="131" y="198"/>
                    <a:pt x="104" y="215"/>
                    <a:pt x="81" y="215"/>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352"/>
            <p:cNvSpPr>
              <a:spLocks/>
            </p:cNvSpPr>
            <p:nvPr>
              <p:custDataLst>
                <p:tags r:id="rId36"/>
              </p:custDataLst>
            </p:nvPr>
          </p:nvSpPr>
          <p:spPr bwMode="auto">
            <a:xfrm>
              <a:off x="7151687" y="3671888"/>
              <a:ext cx="47625" cy="209550"/>
            </a:xfrm>
            <a:custGeom>
              <a:avLst/>
              <a:gdLst>
                <a:gd name="T0" fmla="*/ 107 w 107"/>
                <a:gd name="T1" fmla="*/ 5 h 352"/>
                <a:gd name="T2" fmla="*/ 101 w 107"/>
                <a:gd name="T3" fmla="*/ 0 h 352"/>
                <a:gd name="T4" fmla="*/ 40 w 107"/>
                <a:gd name="T5" fmla="*/ 5 h 352"/>
                <a:gd name="T6" fmla="*/ 30 w 107"/>
                <a:gd name="T7" fmla="*/ 15 h 352"/>
                <a:gd name="T8" fmla="*/ 43 w 107"/>
                <a:gd name="T9" fmla="*/ 21 h 352"/>
                <a:gd name="T10" fmla="*/ 67 w 107"/>
                <a:gd name="T11" fmla="*/ 29 h 352"/>
                <a:gd name="T12" fmla="*/ 66 w 107"/>
                <a:gd name="T13" fmla="*/ 39 h 352"/>
                <a:gd name="T14" fmla="*/ 3 w 107"/>
                <a:gd name="T15" fmla="*/ 289 h 352"/>
                <a:gd name="T16" fmla="*/ 0 w 107"/>
                <a:gd name="T17" fmla="*/ 306 h 352"/>
                <a:gd name="T18" fmla="*/ 46 w 107"/>
                <a:gd name="T19" fmla="*/ 352 h 352"/>
                <a:gd name="T20" fmla="*/ 83 w 107"/>
                <a:gd name="T21" fmla="*/ 324 h 352"/>
                <a:gd name="T22" fmla="*/ 98 w 107"/>
                <a:gd name="T23" fmla="*/ 275 h 352"/>
                <a:gd name="T24" fmla="*/ 92 w 107"/>
                <a:gd name="T25" fmla="*/ 270 h 352"/>
                <a:gd name="T26" fmla="*/ 85 w 107"/>
                <a:gd name="T27" fmla="*/ 279 h 352"/>
                <a:gd name="T28" fmla="*/ 47 w 107"/>
                <a:gd name="T29" fmla="*/ 341 h 352"/>
                <a:gd name="T30" fmla="*/ 32 w 107"/>
                <a:gd name="T31" fmla="*/ 318 h 352"/>
                <a:gd name="T32" fmla="*/ 35 w 107"/>
                <a:gd name="T33" fmla="*/ 294 h 352"/>
                <a:gd name="T34" fmla="*/ 107 w 107"/>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352">
                  <a:moveTo>
                    <a:pt x="107" y="5"/>
                  </a:moveTo>
                  <a:cubicBezTo>
                    <a:pt x="107" y="5"/>
                    <a:pt x="107" y="0"/>
                    <a:pt x="101" y="0"/>
                  </a:cubicBezTo>
                  <a:cubicBezTo>
                    <a:pt x="89" y="0"/>
                    <a:pt x="53" y="4"/>
                    <a:pt x="40" y="5"/>
                  </a:cubicBezTo>
                  <a:cubicBezTo>
                    <a:pt x="36" y="5"/>
                    <a:pt x="30" y="6"/>
                    <a:pt x="30" y="15"/>
                  </a:cubicBezTo>
                  <a:cubicBezTo>
                    <a:pt x="30" y="21"/>
                    <a:pt x="35" y="21"/>
                    <a:pt x="43" y="21"/>
                  </a:cubicBezTo>
                  <a:cubicBezTo>
                    <a:pt x="67" y="21"/>
                    <a:pt x="67" y="25"/>
                    <a:pt x="67" y="29"/>
                  </a:cubicBezTo>
                  <a:lnTo>
                    <a:pt x="66" y="39"/>
                  </a:lnTo>
                  <a:lnTo>
                    <a:pt x="3" y="289"/>
                  </a:lnTo>
                  <a:cubicBezTo>
                    <a:pt x="1" y="294"/>
                    <a:pt x="0" y="298"/>
                    <a:pt x="0" y="306"/>
                  </a:cubicBezTo>
                  <a:cubicBezTo>
                    <a:pt x="0" y="334"/>
                    <a:pt x="22" y="352"/>
                    <a:pt x="46" y="352"/>
                  </a:cubicBezTo>
                  <a:cubicBezTo>
                    <a:pt x="62" y="352"/>
                    <a:pt x="75" y="342"/>
                    <a:pt x="83" y="324"/>
                  </a:cubicBezTo>
                  <a:cubicBezTo>
                    <a:pt x="92" y="305"/>
                    <a:pt x="98" y="276"/>
                    <a:pt x="98" y="275"/>
                  </a:cubicBezTo>
                  <a:cubicBezTo>
                    <a:pt x="98" y="270"/>
                    <a:pt x="94" y="270"/>
                    <a:pt x="92" y="270"/>
                  </a:cubicBezTo>
                  <a:cubicBezTo>
                    <a:pt x="87" y="270"/>
                    <a:pt x="87" y="272"/>
                    <a:pt x="85" y="279"/>
                  </a:cubicBezTo>
                  <a:cubicBezTo>
                    <a:pt x="77" y="311"/>
                    <a:pt x="67" y="341"/>
                    <a:pt x="47" y="341"/>
                  </a:cubicBezTo>
                  <a:cubicBezTo>
                    <a:pt x="32" y="341"/>
                    <a:pt x="32" y="325"/>
                    <a:pt x="32" y="318"/>
                  </a:cubicBezTo>
                  <a:cubicBezTo>
                    <a:pt x="32" y="306"/>
                    <a:pt x="33" y="303"/>
                    <a:pt x="35" y="294"/>
                  </a:cubicBezTo>
                  <a:lnTo>
                    <a:pt x="107"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353"/>
            <p:cNvSpPr>
              <a:spLocks/>
            </p:cNvSpPr>
            <p:nvPr>
              <p:custDataLst>
                <p:tags r:id="rId37"/>
              </p:custDataLst>
            </p:nvPr>
          </p:nvSpPr>
          <p:spPr bwMode="auto">
            <a:xfrm>
              <a:off x="7219950" y="3746500"/>
              <a:ext cx="122238" cy="134937"/>
            </a:xfrm>
            <a:custGeom>
              <a:avLst/>
              <a:gdLst>
                <a:gd name="T0" fmla="*/ 29 w 270"/>
                <a:gd name="T1" fmla="*/ 191 h 226"/>
                <a:gd name="T2" fmla="*/ 25 w 270"/>
                <a:gd name="T3" fmla="*/ 212 h 226"/>
                <a:gd name="T4" fmla="*/ 39 w 270"/>
                <a:gd name="T5" fmla="*/ 226 h 226"/>
                <a:gd name="T6" fmla="*/ 58 w 270"/>
                <a:gd name="T7" fmla="*/ 212 h 226"/>
                <a:gd name="T8" fmla="*/ 67 w 270"/>
                <a:gd name="T9" fmla="*/ 175 h 226"/>
                <a:gd name="T10" fmla="*/ 78 w 270"/>
                <a:gd name="T11" fmla="*/ 130 h 226"/>
                <a:gd name="T12" fmla="*/ 87 w 270"/>
                <a:gd name="T13" fmla="*/ 96 h 226"/>
                <a:gd name="T14" fmla="*/ 93 w 270"/>
                <a:gd name="T15" fmla="*/ 71 h 226"/>
                <a:gd name="T16" fmla="*/ 174 w 270"/>
                <a:gd name="T17" fmla="*/ 11 h 226"/>
                <a:gd name="T18" fmla="*/ 201 w 270"/>
                <a:gd name="T19" fmla="*/ 46 h 226"/>
                <a:gd name="T20" fmla="*/ 169 w 270"/>
                <a:gd name="T21" fmla="*/ 162 h 226"/>
                <a:gd name="T22" fmla="*/ 164 w 270"/>
                <a:gd name="T23" fmla="*/ 185 h 226"/>
                <a:gd name="T24" fmla="*/ 205 w 270"/>
                <a:gd name="T25" fmla="*/ 226 h 226"/>
                <a:gd name="T26" fmla="*/ 270 w 270"/>
                <a:gd name="T27" fmla="*/ 149 h 226"/>
                <a:gd name="T28" fmla="*/ 264 w 270"/>
                <a:gd name="T29" fmla="*/ 144 h 226"/>
                <a:gd name="T30" fmla="*/ 257 w 270"/>
                <a:gd name="T31" fmla="*/ 153 h 226"/>
                <a:gd name="T32" fmla="*/ 206 w 270"/>
                <a:gd name="T33" fmla="*/ 215 h 226"/>
                <a:gd name="T34" fmla="*/ 194 w 270"/>
                <a:gd name="T35" fmla="*/ 198 h 226"/>
                <a:gd name="T36" fmla="*/ 203 w 270"/>
                <a:gd name="T37" fmla="*/ 163 h 226"/>
                <a:gd name="T38" fmla="*/ 233 w 270"/>
                <a:gd name="T39" fmla="*/ 53 h 226"/>
                <a:gd name="T40" fmla="*/ 176 w 270"/>
                <a:gd name="T41" fmla="*/ 0 h 226"/>
                <a:gd name="T42" fmla="*/ 98 w 270"/>
                <a:gd name="T43" fmla="*/ 43 h 226"/>
                <a:gd name="T44" fmla="*/ 52 w 270"/>
                <a:gd name="T45" fmla="*/ 0 h 226"/>
                <a:gd name="T46" fmla="*/ 15 w 270"/>
                <a:gd name="T47" fmla="*/ 28 h 226"/>
                <a:gd name="T48" fmla="*/ 0 w 270"/>
                <a:gd name="T49" fmla="*/ 76 h 226"/>
                <a:gd name="T50" fmla="*/ 6 w 270"/>
                <a:gd name="T51" fmla="*/ 81 h 226"/>
                <a:gd name="T52" fmla="*/ 14 w 270"/>
                <a:gd name="T53" fmla="*/ 70 h 226"/>
                <a:gd name="T54" fmla="*/ 51 w 270"/>
                <a:gd name="T55" fmla="*/ 11 h 226"/>
                <a:gd name="T56" fmla="*/ 66 w 270"/>
                <a:gd name="T57" fmla="*/ 34 h 226"/>
                <a:gd name="T58" fmla="*/ 58 w 270"/>
                <a:gd name="T59" fmla="*/ 75 h 226"/>
                <a:gd name="T60" fmla="*/ 29 w 270"/>
                <a:gd name="T61"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0" h="226">
                  <a:moveTo>
                    <a:pt x="29" y="191"/>
                  </a:moveTo>
                  <a:cubicBezTo>
                    <a:pt x="28" y="198"/>
                    <a:pt x="25" y="210"/>
                    <a:pt x="25" y="212"/>
                  </a:cubicBezTo>
                  <a:cubicBezTo>
                    <a:pt x="25" y="221"/>
                    <a:pt x="32" y="226"/>
                    <a:pt x="39" y="226"/>
                  </a:cubicBezTo>
                  <a:cubicBezTo>
                    <a:pt x="45" y="226"/>
                    <a:pt x="54" y="222"/>
                    <a:pt x="58" y="212"/>
                  </a:cubicBezTo>
                  <a:cubicBezTo>
                    <a:pt x="58" y="211"/>
                    <a:pt x="64" y="187"/>
                    <a:pt x="67" y="175"/>
                  </a:cubicBezTo>
                  <a:lnTo>
                    <a:pt x="78" y="130"/>
                  </a:lnTo>
                  <a:cubicBezTo>
                    <a:pt x="81" y="119"/>
                    <a:pt x="84" y="108"/>
                    <a:pt x="87" y="96"/>
                  </a:cubicBezTo>
                  <a:cubicBezTo>
                    <a:pt x="89" y="88"/>
                    <a:pt x="93" y="73"/>
                    <a:pt x="93" y="71"/>
                  </a:cubicBezTo>
                  <a:cubicBezTo>
                    <a:pt x="101" y="56"/>
                    <a:pt x="127" y="11"/>
                    <a:pt x="174" y="11"/>
                  </a:cubicBezTo>
                  <a:cubicBezTo>
                    <a:pt x="197" y="11"/>
                    <a:pt x="201" y="29"/>
                    <a:pt x="201" y="46"/>
                  </a:cubicBezTo>
                  <a:cubicBezTo>
                    <a:pt x="201" y="76"/>
                    <a:pt x="177" y="140"/>
                    <a:pt x="169" y="162"/>
                  </a:cubicBezTo>
                  <a:cubicBezTo>
                    <a:pt x="164" y="173"/>
                    <a:pt x="164" y="179"/>
                    <a:pt x="164" y="185"/>
                  </a:cubicBezTo>
                  <a:cubicBezTo>
                    <a:pt x="164" y="208"/>
                    <a:pt x="181" y="226"/>
                    <a:pt x="205" y="226"/>
                  </a:cubicBezTo>
                  <a:cubicBezTo>
                    <a:pt x="252" y="226"/>
                    <a:pt x="270" y="153"/>
                    <a:pt x="270" y="149"/>
                  </a:cubicBezTo>
                  <a:cubicBezTo>
                    <a:pt x="270" y="144"/>
                    <a:pt x="266" y="144"/>
                    <a:pt x="264" y="144"/>
                  </a:cubicBezTo>
                  <a:cubicBezTo>
                    <a:pt x="259" y="144"/>
                    <a:pt x="259" y="145"/>
                    <a:pt x="257" y="153"/>
                  </a:cubicBezTo>
                  <a:cubicBezTo>
                    <a:pt x="247" y="187"/>
                    <a:pt x="230" y="215"/>
                    <a:pt x="206" y="215"/>
                  </a:cubicBezTo>
                  <a:cubicBezTo>
                    <a:pt x="197" y="215"/>
                    <a:pt x="194" y="210"/>
                    <a:pt x="194" y="198"/>
                  </a:cubicBezTo>
                  <a:cubicBezTo>
                    <a:pt x="194" y="186"/>
                    <a:pt x="198" y="174"/>
                    <a:pt x="203" y="163"/>
                  </a:cubicBezTo>
                  <a:cubicBezTo>
                    <a:pt x="212" y="136"/>
                    <a:pt x="233" y="81"/>
                    <a:pt x="233" y="53"/>
                  </a:cubicBezTo>
                  <a:cubicBezTo>
                    <a:pt x="233" y="20"/>
                    <a:pt x="212" y="0"/>
                    <a:pt x="176" y="0"/>
                  </a:cubicBezTo>
                  <a:cubicBezTo>
                    <a:pt x="131" y="0"/>
                    <a:pt x="107" y="32"/>
                    <a:pt x="98" y="43"/>
                  </a:cubicBezTo>
                  <a:cubicBezTo>
                    <a:pt x="96" y="15"/>
                    <a:pt x="75" y="0"/>
                    <a:pt x="52" y="0"/>
                  </a:cubicBezTo>
                  <a:cubicBezTo>
                    <a:pt x="29" y="0"/>
                    <a:pt x="20" y="19"/>
                    <a:pt x="15" y="28"/>
                  </a:cubicBezTo>
                  <a:cubicBezTo>
                    <a:pt x="7" y="45"/>
                    <a:pt x="0" y="74"/>
                    <a:pt x="0" y="76"/>
                  </a:cubicBezTo>
                  <a:cubicBezTo>
                    <a:pt x="0" y="81"/>
                    <a:pt x="5" y="81"/>
                    <a:pt x="6" y="81"/>
                  </a:cubicBezTo>
                  <a:cubicBezTo>
                    <a:pt x="11" y="81"/>
                    <a:pt x="11" y="81"/>
                    <a:pt x="14" y="70"/>
                  </a:cubicBezTo>
                  <a:cubicBezTo>
                    <a:pt x="23" y="35"/>
                    <a:pt x="33" y="11"/>
                    <a:pt x="51" y="11"/>
                  </a:cubicBezTo>
                  <a:cubicBezTo>
                    <a:pt x="61" y="11"/>
                    <a:pt x="66" y="17"/>
                    <a:pt x="66" y="34"/>
                  </a:cubicBezTo>
                  <a:cubicBezTo>
                    <a:pt x="66" y="44"/>
                    <a:pt x="65" y="50"/>
                    <a:pt x="58" y="75"/>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354"/>
            <p:cNvSpPr>
              <a:spLocks/>
            </p:cNvSpPr>
            <p:nvPr>
              <p:custDataLst>
                <p:tags r:id="rId38"/>
              </p:custDataLst>
            </p:nvPr>
          </p:nvSpPr>
          <p:spPr bwMode="auto">
            <a:xfrm>
              <a:off x="7361237" y="3656013"/>
              <a:ext cx="53975" cy="296862"/>
            </a:xfrm>
            <a:custGeom>
              <a:avLst/>
              <a:gdLst>
                <a:gd name="T0" fmla="*/ 116 w 116"/>
                <a:gd name="T1" fmla="*/ 249 h 499"/>
                <a:gd name="T2" fmla="*/ 83 w 116"/>
                <a:gd name="T3" fmla="*/ 94 h 499"/>
                <a:gd name="T4" fmla="*/ 5 w 116"/>
                <a:gd name="T5" fmla="*/ 0 h 499"/>
                <a:gd name="T6" fmla="*/ 0 w 116"/>
                <a:gd name="T7" fmla="*/ 5 h 499"/>
                <a:gd name="T8" fmla="*/ 9 w 116"/>
                <a:gd name="T9" fmla="*/ 16 h 499"/>
                <a:gd name="T10" fmla="*/ 87 w 116"/>
                <a:gd name="T11" fmla="*/ 249 h 499"/>
                <a:gd name="T12" fmla="*/ 7 w 116"/>
                <a:gd name="T13" fmla="*/ 485 h 499"/>
                <a:gd name="T14" fmla="*/ 0 w 116"/>
                <a:gd name="T15" fmla="*/ 494 h 499"/>
                <a:gd name="T16" fmla="*/ 5 w 116"/>
                <a:gd name="T17" fmla="*/ 499 h 499"/>
                <a:gd name="T18" fmla="*/ 84 w 116"/>
                <a:gd name="T19" fmla="*/ 402 h 499"/>
                <a:gd name="T20" fmla="*/ 116 w 116"/>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499">
                  <a:moveTo>
                    <a:pt x="116" y="249"/>
                  </a:moveTo>
                  <a:cubicBezTo>
                    <a:pt x="116" y="211"/>
                    <a:pt x="110" y="150"/>
                    <a:pt x="83" y="94"/>
                  </a:cubicBezTo>
                  <a:cubicBezTo>
                    <a:pt x="53" y="32"/>
                    <a:pt x="10" y="0"/>
                    <a:pt x="5" y="0"/>
                  </a:cubicBezTo>
                  <a:cubicBezTo>
                    <a:pt x="2" y="0"/>
                    <a:pt x="0" y="2"/>
                    <a:pt x="0" y="5"/>
                  </a:cubicBezTo>
                  <a:cubicBezTo>
                    <a:pt x="0" y="6"/>
                    <a:pt x="0" y="7"/>
                    <a:pt x="9" y="16"/>
                  </a:cubicBezTo>
                  <a:cubicBezTo>
                    <a:pt x="58" y="66"/>
                    <a:pt x="87" y="145"/>
                    <a:pt x="87" y="249"/>
                  </a:cubicBezTo>
                  <a:cubicBezTo>
                    <a:pt x="87" y="335"/>
                    <a:pt x="68" y="423"/>
                    <a:pt x="7" y="485"/>
                  </a:cubicBezTo>
                  <a:cubicBezTo>
                    <a:pt x="0" y="491"/>
                    <a:pt x="0" y="492"/>
                    <a:pt x="0" y="494"/>
                  </a:cubicBezTo>
                  <a:cubicBezTo>
                    <a:pt x="0" y="497"/>
                    <a:pt x="2" y="499"/>
                    <a:pt x="5" y="499"/>
                  </a:cubicBezTo>
                  <a:cubicBezTo>
                    <a:pt x="10" y="499"/>
                    <a:pt x="55" y="465"/>
                    <a:pt x="84" y="402"/>
                  </a:cubicBezTo>
                  <a:cubicBezTo>
                    <a:pt x="110" y="347"/>
                    <a:pt x="116" y="291"/>
                    <a:pt x="116"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355"/>
            <p:cNvSpPr>
              <a:spLocks noEditPoints="1"/>
            </p:cNvSpPr>
            <p:nvPr>
              <p:custDataLst>
                <p:tags r:id="rId39"/>
              </p:custDataLst>
            </p:nvPr>
          </p:nvSpPr>
          <p:spPr bwMode="auto">
            <a:xfrm>
              <a:off x="7532687" y="3727450"/>
              <a:ext cx="101600" cy="152400"/>
            </a:xfrm>
            <a:custGeom>
              <a:avLst/>
              <a:gdLst>
                <a:gd name="T0" fmla="*/ 214 w 223"/>
                <a:gd name="T1" fmla="*/ 138 h 255"/>
                <a:gd name="T2" fmla="*/ 223 w 223"/>
                <a:gd name="T3" fmla="*/ 127 h 255"/>
                <a:gd name="T4" fmla="*/ 214 w 223"/>
                <a:gd name="T5" fmla="*/ 116 h 255"/>
                <a:gd name="T6" fmla="*/ 20 w 223"/>
                <a:gd name="T7" fmla="*/ 4 h 255"/>
                <a:gd name="T8" fmla="*/ 10 w 223"/>
                <a:gd name="T9" fmla="*/ 0 h 255"/>
                <a:gd name="T10" fmla="*/ 0 w 223"/>
                <a:gd name="T11" fmla="*/ 18 h 255"/>
                <a:gd name="T12" fmla="*/ 0 w 223"/>
                <a:gd name="T13" fmla="*/ 237 h 255"/>
                <a:gd name="T14" fmla="*/ 10 w 223"/>
                <a:gd name="T15" fmla="*/ 255 h 255"/>
                <a:gd name="T16" fmla="*/ 19 w 223"/>
                <a:gd name="T17" fmla="*/ 251 h 255"/>
                <a:gd name="T18" fmla="*/ 214 w 223"/>
                <a:gd name="T19" fmla="*/ 138 h 255"/>
                <a:gd name="T20" fmla="*/ 193 w 223"/>
                <a:gd name="T21" fmla="*/ 127 h 255"/>
                <a:gd name="T22" fmla="*/ 20 w 223"/>
                <a:gd name="T23" fmla="*/ 227 h 255"/>
                <a:gd name="T24" fmla="*/ 20 w 223"/>
                <a:gd name="T25" fmla="*/ 28 h 255"/>
                <a:gd name="T26" fmla="*/ 193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214" y="138"/>
                  </a:moveTo>
                  <a:cubicBezTo>
                    <a:pt x="222" y="134"/>
                    <a:pt x="223" y="130"/>
                    <a:pt x="223" y="127"/>
                  </a:cubicBezTo>
                  <a:cubicBezTo>
                    <a:pt x="223" y="124"/>
                    <a:pt x="222" y="121"/>
                    <a:pt x="214" y="116"/>
                  </a:cubicBezTo>
                  <a:lnTo>
                    <a:pt x="20" y="4"/>
                  </a:lnTo>
                  <a:cubicBezTo>
                    <a:pt x="13" y="0"/>
                    <a:pt x="11" y="0"/>
                    <a:pt x="10" y="0"/>
                  </a:cubicBezTo>
                  <a:cubicBezTo>
                    <a:pt x="0" y="0"/>
                    <a:pt x="0" y="11"/>
                    <a:pt x="0" y="18"/>
                  </a:cubicBezTo>
                  <a:lnTo>
                    <a:pt x="0" y="237"/>
                  </a:lnTo>
                  <a:cubicBezTo>
                    <a:pt x="0" y="244"/>
                    <a:pt x="0" y="255"/>
                    <a:pt x="10" y="255"/>
                  </a:cubicBezTo>
                  <a:cubicBezTo>
                    <a:pt x="11" y="255"/>
                    <a:pt x="13" y="255"/>
                    <a:pt x="19" y="251"/>
                  </a:cubicBezTo>
                  <a:lnTo>
                    <a:pt x="214" y="138"/>
                  </a:lnTo>
                  <a:close/>
                  <a:moveTo>
                    <a:pt x="193" y="127"/>
                  </a:moveTo>
                  <a:lnTo>
                    <a:pt x="20" y="227"/>
                  </a:lnTo>
                  <a:lnTo>
                    <a:pt x="20" y="28"/>
                  </a:lnTo>
                  <a:lnTo>
                    <a:pt x="193"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56"/>
            <p:cNvSpPr>
              <a:spLocks noEditPoints="1"/>
            </p:cNvSpPr>
            <p:nvPr>
              <p:custDataLst>
                <p:tags r:id="rId40"/>
              </p:custDataLst>
            </p:nvPr>
          </p:nvSpPr>
          <p:spPr bwMode="auto">
            <a:xfrm>
              <a:off x="7608887" y="3727450"/>
              <a:ext cx="100013" cy="152400"/>
            </a:xfrm>
            <a:custGeom>
              <a:avLst/>
              <a:gdLst>
                <a:gd name="T0" fmla="*/ 10 w 223"/>
                <a:gd name="T1" fmla="*/ 116 h 255"/>
                <a:gd name="T2" fmla="*/ 0 w 223"/>
                <a:gd name="T3" fmla="*/ 127 h 255"/>
                <a:gd name="T4" fmla="*/ 9 w 223"/>
                <a:gd name="T5" fmla="*/ 139 h 255"/>
                <a:gd name="T6" fmla="*/ 203 w 223"/>
                <a:gd name="T7" fmla="*/ 251 h 255"/>
                <a:gd name="T8" fmla="*/ 213 w 223"/>
                <a:gd name="T9" fmla="*/ 255 h 255"/>
                <a:gd name="T10" fmla="*/ 223 w 223"/>
                <a:gd name="T11" fmla="*/ 237 h 255"/>
                <a:gd name="T12" fmla="*/ 223 w 223"/>
                <a:gd name="T13" fmla="*/ 18 h 255"/>
                <a:gd name="T14" fmla="*/ 213 w 223"/>
                <a:gd name="T15" fmla="*/ 0 h 255"/>
                <a:gd name="T16" fmla="*/ 204 w 223"/>
                <a:gd name="T17" fmla="*/ 4 h 255"/>
                <a:gd name="T18" fmla="*/ 10 w 223"/>
                <a:gd name="T19" fmla="*/ 116 h 255"/>
                <a:gd name="T20" fmla="*/ 30 w 223"/>
                <a:gd name="T21" fmla="*/ 127 h 255"/>
                <a:gd name="T22" fmla="*/ 203 w 223"/>
                <a:gd name="T23" fmla="*/ 28 h 255"/>
                <a:gd name="T24" fmla="*/ 203 w 223"/>
                <a:gd name="T25" fmla="*/ 227 h 255"/>
                <a:gd name="T26" fmla="*/ 30 w 223"/>
                <a:gd name="T27" fmla="*/ 127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3" h="255">
                  <a:moveTo>
                    <a:pt x="10" y="116"/>
                  </a:moveTo>
                  <a:cubicBezTo>
                    <a:pt x="3" y="120"/>
                    <a:pt x="0" y="122"/>
                    <a:pt x="0" y="127"/>
                  </a:cubicBezTo>
                  <a:cubicBezTo>
                    <a:pt x="0" y="131"/>
                    <a:pt x="2" y="135"/>
                    <a:pt x="9" y="139"/>
                  </a:cubicBezTo>
                  <a:lnTo>
                    <a:pt x="203" y="251"/>
                  </a:lnTo>
                  <a:cubicBezTo>
                    <a:pt x="208" y="253"/>
                    <a:pt x="210" y="255"/>
                    <a:pt x="213" y="255"/>
                  </a:cubicBezTo>
                  <a:cubicBezTo>
                    <a:pt x="223" y="255"/>
                    <a:pt x="223" y="246"/>
                    <a:pt x="223" y="237"/>
                  </a:cubicBezTo>
                  <a:lnTo>
                    <a:pt x="223" y="18"/>
                  </a:lnTo>
                  <a:cubicBezTo>
                    <a:pt x="223" y="9"/>
                    <a:pt x="223" y="0"/>
                    <a:pt x="213" y="0"/>
                  </a:cubicBezTo>
                  <a:cubicBezTo>
                    <a:pt x="210" y="0"/>
                    <a:pt x="208" y="2"/>
                    <a:pt x="204" y="4"/>
                  </a:cubicBezTo>
                  <a:lnTo>
                    <a:pt x="10" y="116"/>
                  </a:lnTo>
                  <a:close/>
                  <a:moveTo>
                    <a:pt x="30" y="127"/>
                  </a:moveTo>
                  <a:lnTo>
                    <a:pt x="203" y="28"/>
                  </a:lnTo>
                  <a:lnTo>
                    <a:pt x="203" y="227"/>
                  </a:lnTo>
                  <a:lnTo>
                    <a:pt x="30" y="127"/>
                  </a:lnTo>
                  <a:close/>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57"/>
            <p:cNvSpPr>
              <a:spLocks noEditPoints="1"/>
            </p:cNvSpPr>
            <p:nvPr>
              <p:custDataLst>
                <p:tags r:id="rId41"/>
              </p:custDataLst>
            </p:nvPr>
          </p:nvSpPr>
          <p:spPr bwMode="auto">
            <a:xfrm>
              <a:off x="7499350" y="3933825"/>
              <a:ext cx="69850" cy="180975"/>
            </a:xfrm>
            <a:custGeom>
              <a:avLst/>
              <a:gdLst>
                <a:gd name="T0" fmla="*/ 153 w 153"/>
                <a:gd name="T1" fmla="*/ 13 h 303"/>
                <a:gd name="T2" fmla="*/ 139 w 153"/>
                <a:gd name="T3" fmla="*/ 0 h 303"/>
                <a:gd name="T4" fmla="*/ 119 w 153"/>
                <a:gd name="T5" fmla="*/ 19 h 303"/>
                <a:gd name="T6" fmla="*/ 133 w 153"/>
                <a:gd name="T7" fmla="*/ 33 h 303"/>
                <a:gd name="T8" fmla="*/ 153 w 153"/>
                <a:gd name="T9" fmla="*/ 13 h 303"/>
                <a:gd name="T10" fmla="*/ 79 w 153"/>
                <a:gd name="T11" fmla="*/ 248 h 303"/>
                <a:gd name="T12" fmla="*/ 34 w 153"/>
                <a:gd name="T13" fmla="*/ 293 h 303"/>
                <a:gd name="T14" fmla="*/ 21 w 153"/>
                <a:gd name="T15" fmla="*/ 291 h 303"/>
                <a:gd name="T16" fmla="*/ 33 w 153"/>
                <a:gd name="T17" fmla="*/ 273 h 303"/>
                <a:gd name="T18" fmla="*/ 20 w 153"/>
                <a:gd name="T19" fmla="*/ 260 h 303"/>
                <a:gd name="T20" fmla="*/ 0 w 153"/>
                <a:gd name="T21" fmla="*/ 281 h 303"/>
                <a:gd name="T22" fmla="*/ 34 w 153"/>
                <a:gd name="T23" fmla="*/ 303 h 303"/>
                <a:gd name="T24" fmla="*/ 107 w 153"/>
                <a:gd name="T25" fmla="*/ 247 h 303"/>
                <a:gd name="T26" fmla="*/ 138 w 153"/>
                <a:gd name="T27" fmla="*/ 123 h 303"/>
                <a:gd name="T28" fmla="*/ 140 w 153"/>
                <a:gd name="T29" fmla="*/ 110 h 303"/>
                <a:gd name="T30" fmla="*/ 103 w 153"/>
                <a:gd name="T31" fmla="*/ 78 h 303"/>
                <a:gd name="T32" fmla="*/ 42 w 153"/>
                <a:gd name="T33" fmla="*/ 131 h 303"/>
                <a:gd name="T34" fmla="*/ 48 w 153"/>
                <a:gd name="T35" fmla="*/ 135 h 303"/>
                <a:gd name="T36" fmla="*/ 55 w 153"/>
                <a:gd name="T37" fmla="*/ 129 h 303"/>
                <a:gd name="T38" fmla="*/ 102 w 153"/>
                <a:gd name="T39" fmla="*/ 87 h 303"/>
                <a:gd name="T40" fmla="*/ 113 w 153"/>
                <a:gd name="T41" fmla="*/ 104 h 303"/>
                <a:gd name="T42" fmla="*/ 112 w 153"/>
                <a:gd name="T43" fmla="*/ 115 h 303"/>
                <a:gd name="T44" fmla="*/ 79 w 153"/>
                <a:gd name="T45" fmla="*/ 24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303">
                  <a:moveTo>
                    <a:pt x="153" y="13"/>
                  </a:moveTo>
                  <a:cubicBezTo>
                    <a:pt x="153" y="7"/>
                    <a:pt x="148" y="0"/>
                    <a:pt x="139" y="0"/>
                  </a:cubicBezTo>
                  <a:cubicBezTo>
                    <a:pt x="129" y="0"/>
                    <a:pt x="119" y="10"/>
                    <a:pt x="119" y="19"/>
                  </a:cubicBezTo>
                  <a:cubicBezTo>
                    <a:pt x="119" y="25"/>
                    <a:pt x="124" y="33"/>
                    <a:pt x="133" y="33"/>
                  </a:cubicBezTo>
                  <a:cubicBezTo>
                    <a:pt x="143" y="33"/>
                    <a:pt x="153" y="23"/>
                    <a:pt x="153" y="13"/>
                  </a:cubicBezTo>
                  <a:close/>
                  <a:moveTo>
                    <a:pt x="79" y="248"/>
                  </a:moveTo>
                  <a:cubicBezTo>
                    <a:pt x="73" y="273"/>
                    <a:pt x="55" y="293"/>
                    <a:pt x="34" y="293"/>
                  </a:cubicBezTo>
                  <a:cubicBezTo>
                    <a:pt x="29" y="293"/>
                    <a:pt x="25" y="292"/>
                    <a:pt x="21" y="291"/>
                  </a:cubicBezTo>
                  <a:cubicBezTo>
                    <a:pt x="31" y="286"/>
                    <a:pt x="33" y="278"/>
                    <a:pt x="33" y="273"/>
                  </a:cubicBezTo>
                  <a:cubicBezTo>
                    <a:pt x="33" y="265"/>
                    <a:pt x="27" y="260"/>
                    <a:pt x="20" y="260"/>
                  </a:cubicBezTo>
                  <a:cubicBezTo>
                    <a:pt x="9" y="260"/>
                    <a:pt x="0" y="269"/>
                    <a:pt x="0" y="281"/>
                  </a:cubicBezTo>
                  <a:cubicBezTo>
                    <a:pt x="0" y="294"/>
                    <a:pt x="13" y="303"/>
                    <a:pt x="34" y="303"/>
                  </a:cubicBezTo>
                  <a:cubicBezTo>
                    <a:pt x="55" y="303"/>
                    <a:pt x="96" y="290"/>
                    <a:pt x="107" y="247"/>
                  </a:cubicBezTo>
                  <a:lnTo>
                    <a:pt x="138" y="123"/>
                  </a:lnTo>
                  <a:cubicBezTo>
                    <a:pt x="139" y="119"/>
                    <a:pt x="140" y="116"/>
                    <a:pt x="140" y="110"/>
                  </a:cubicBezTo>
                  <a:cubicBezTo>
                    <a:pt x="140" y="91"/>
                    <a:pt x="124" y="78"/>
                    <a:pt x="103" y="78"/>
                  </a:cubicBezTo>
                  <a:cubicBezTo>
                    <a:pt x="64" y="78"/>
                    <a:pt x="42" y="126"/>
                    <a:pt x="42" y="131"/>
                  </a:cubicBezTo>
                  <a:cubicBezTo>
                    <a:pt x="42" y="135"/>
                    <a:pt x="47" y="135"/>
                    <a:pt x="48" y="135"/>
                  </a:cubicBezTo>
                  <a:cubicBezTo>
                    <a:pt x="52" y="135"/>
                    <a:pt x="52" y="134"/>
                    <a:pt x="55" y="129"/>
                  </a:cubicBezTo>
                  <a:cubicBezTo>
                    <a:pt x="63" y="109"/>
                    <a:pt x="81" y="87"/>
                    <a:pt x="102" y="87"/>
                  </a:cubicBezTo>
                  <a:cubicBezTo>
                    <a:pt x="110" y="87"/>
                    <a:pt x="113" y="93"/>
                    <a:pt x="113" y="104"/>
                  </a:cubicBezTo>
                  <a:cubicBezTo>
                    <a:pt x="113" y="108"/>
                    <a:pt x="113" y="113"/>
                    <a:pt x="112" y="115"/>
                  </a:cubicBezTo>
                  <a:lnTo>
                    <a:pt x="79" y="248"/>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358"/>
            <p:cNvSpPr>
              <a:spLocks noEditPoints="1"/>
            </p:cNvSpPr>
            <p:nvPr>
              <p:custDataLst>
                <p:tags r:id="rId42"/>
              </p:custDataLst>
            </p:nvPr>
          </p:nvSpPr>
          <p:spPr bwMode="auto">
            <a:xfrm>
              <a:off x="7591425" y="3933825"/>
              <a:ext cx="47625" cy="139700"/>
            </a:xfrm>
            <a:custGeom>
              <a:avLst/>
              <a:gdLst>
                <a:gd name="T0" fmla="*/ 97 w 106"/>
                <a:gd name="T1" fmla="*/ 13 h 235"/>
                <a:gd name="T2" fmla="*/ 83 w 106"/>
                <a:gd name="T3" fmla="*/ 0 h 235"/>
                <a:gd name="T4" fmla="*/ 63 w 106"/>
                <a:gd name="T5" fmla="*/ 19 h 235"/>
                <a:gd name="T6" fmla="*/ 77 w 106"/>
                <a:gd name="T7" fmla="*/ 33 h 235"/>
                <a:gd name="T8" fmla="*/ 97 w 106"/>
                <a:gd name="T9" fmla="*/ 13 h 235"/>
                <a:gd name="T10" fmla="*/ 26 w 106"/>
                <a:gd name="T11" fmla="*/ 191 h 235"/>
                <a:gd name="T12" fmla="*/ 23 w 106"/>
                <a:gd name="T13" fmla="*/ 205 h 235"/>
                <a:gd name="T14" fmla="*/ 56 w 106"/>
                <a:gd name="T15" fmla="*/ 235 h 235"/>
                <a:gd name="T16" fmla="*/ 106 w 106"/>
                <a:gd name="T17" fmla="*/ 181 h 235"/>
                <a:gd name="T18" fmla="*/ 100 w 106"/>
                <a:gd name="T19" fmla="*/ 177 h 235"/>
                <a:gd name="T20" fmla="*/ 94 w 106"/>
                <a:gd name="T21" fmla="*/ 183 h 235"/>
                <a:gd name="T22" fmla="*/ 57 w 106"/>
                <a:gd name="T23" fmla="*/ 225 h 235"/>
                <a:gd name="T24" fmla="*/ 48 w 106"/>
                <a:gd name="T25" fmla="*/ 213 h 235"/>
                <a:gd name="T26" fmla="*/ 54 w 106"/>
                <a:gd name="T27" fmla="*/ 191 h 235"/>
                <a:gd name="T28" fmla="*/ 65 w 106"/>
                <a:gd name="T29" fmla="*/ 163 h 235"/>
                <a:gd name="T30" fmla="*/ 82 w 106"/>
                <a:gd name="T31" fmla="*/ 118 h 235"/>
                <a:gd name="T32" fmla="*/ 84 w 106"/>
                <a:gd name="T33" fmla="*/ 107 h 235"/>
                <a:gd name="T34" fmla="*/ 51 w 106"/>
                <a:gd name="T35" fmla="*/ 78 h 235"/>
                <a:gd name="T36" fmla="*/ 0 w 106"/>
                <a:gd name="T37" fmla="*/ 131 h 235"/>
                <a:gd name="T38" fmla="*/ 6 w 106"/>
                <a:gd name="T39" fmla="*/ 135 h 235"/>
                <a:gd name="T40" fmla="*/ 13 w 106"/>
                <a:gd name="T41" fmla="*/ 130 h 235"/>
                <a:gd name="T42" fmla="*/ 50 w 106"/>
                <a:gd name="T43" fmla="*/ 87 h 235"/>
                <a:gd name="T44" fmla="*/ 59 w 106"/>
                <a:gd name="T45" fmla="*/ 100 h 235"/>
                <a:gd name="T46" fmla="*/ 48 w 106"/>
                <a:gd name="T47" fmla="*/ 134 h 235"/>
                <a:gd name="T48" fmla="*/ 26 w 106"/>
                <a:gd name="T49" fmla="*/ 19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235">
                  <a:moveTo>
                    <a:pt x="97" y="13"/>
                  </a:moveTo>
                  <a:cubicBezTo>
                    <a:pt x="97" y="8"/>
                    <a:pt x="93" y="0"/>
                    <a:pt x="83" y="0"/>
                  </a:cubicBezTo>
                  <a:cubicBezTo>
                    <a:pt x="74" y="0"/>
                    <a:pt x="63" y="9"/>
                    <a:pt x="63" y="19"/>
                  </a:cubicBezTo>
                  <a:cubicBezTo>
                    <a:pt x="63" y="25"/>
                    <a:pt x="68" y="33"/>
                    <a:pt x="77" y="33"/>
                  </a:cubicBezTo>
                  <a:cubicBezTo>
                    <a:pt x="87" y="33"/>
                    <a:pt x="97" y="23"/>
                    <a:pt x="97" y="13"/>
                  </a:cubicBezTo>
                  <a:close/>
                  <a:moveTo>
                    <a:pt x="26" y="191"/>
                  </a:moveTo>
                  <a:cubicBezTo>
                    <a:pt x="24" y="195"/>
                    <a:pt x="23" y="199"/>
                    <a:pt x="23" y="205"/>
                  </a:cubicBezTo>
                  <a:cubicBezTo>
                    <a:pt x="23" y="222"/>
                    <a:pt x="37" y="235"/>
                    <a:pt x="56" y="235"/>
                  </a:cubicBezTo>
                  <a:cubicBezTo>
                    <a:pt x="91" y="235"/>
                    <a:pt x="106" y="187"/>
                    <a:pt x="106" y="181"/>
                  </a:cubicBezTo>
                  <a:cubicBezTo>
                    <a:pt x="106" y="177"/>
                    <a:pt x="101" y="177"/>
                    <a:pt x="100" y="177"/>
                  </a:cubicBezTo>
                  <a:cubicBezTo>
                    <a:pt x="95" y="177"/>
                    <a:pt x="95" y="179"/>
                    <a:pt x="94" y="183"/>
                  </a:cubicBezTo>
                  <a:cubicBezTo>
                    <a:pt x="86" y="211"/>
                    <a:pt x="70" y="225"/>
                    <a:pt x="57" y="225"/>
                  </a:cubicBezTo>
                  <a:cubicBezTo>
                    <a:pt x="50" y="225"/>
                    <a:pt x="48" y="221"/>
                    <a:pt x="48" y="213"/>
                  </a:cubicBezTo>
                  <a:cubicBezTo>
                    <a:pt x="48" y="205"/>
                    <a:pt x="50" y="198"/>
                    <a:pt x="54" y="191"/>
                  </a:cubicBezTo>
                  <a:cubicBezTo>
                    <a:pt x="57" y="181"/>
                    <a:pt x="61" y="172"/>
                    <a:pt x="65" y="163"/>
                  </a:cubicBezTo>
                  <a:cubicBezTo>
                    <a:pt x="68" y="154"/>
                    <a:pt x="80" y="123"/>
                    <a:pt x="82" y="118"/>
                  </a:cubicBezTo>
                  <a:cubicBezTo>
                    <a:pt x="83" y="115"/>
                    <a:pt x="84" y="111"/>
                    <a:pt x="84" y="107"/>
                  </a:cubicBezTo>
                  <a:cubicBezTo>
                    <a:pt x="84" y="91"/>
                    <a:pt x="70" y="78"/>
                    <a:pt x="51" y="78"/>
                  </a:cubicBezTo>
                  <a:cubicBezTo>
                    <a:pt x="16" y="78"/>
                    <a:pt x="0" y="125"/>
                    <a:pt x="0" y="131"/>
                  </a:cubicBezTo>
                  <a:cubicBezTo>
                    <a:pt x="0" y="135"/>
                    <a:pt x="5" y="135"/>
                    <a:pt x="6" y="135"/>
                  </a:cubicBezTo>
                  <a:cubicBezTo>
                    <a:pt x="11" y="135"/>
                    <a:pt x="11" y="134"/>
                    <a:pt x="13" y="130"/>
                  </a:cubicBezTo>
                  <a:cubicBezTo>
                    <a:pt x="22" y="100"/>
                    <a:pt x="37" y="87"/>
                    <a:pt x="50" y="87"/>
                  </a:cubicBezTo>
                  <a:cubicBezTo>
                    <a:pt x="55" y="87"/>
                    <a:pt x="59" y="90"/>
                    <a:pt x="59" y="100"/>
                  </a:cubicBezTo>
                  <a:cubicBezTo>
                    <a:pt x="59" y="108"/>
                    <a:pt x="56" y="113"/>
                    <a:pt x="48" y="134"/>
                  </a:cubicBezTo>
                  <a:lnTo>
                    <a:pt x="26"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59"/>
            <p:cNvSpPr>
              <a:spLocks noEditPoints="1"/>
            </p:cNvSpPr>
            <p:nvPr>
              <p:custDataLst>
                <p:tags r:id="rId43"/>
              </p:custDataLst>
            </p:nvPr>
          </p:nvSpPr>
          <p:spPr bwMode="auto">
            <a:xfrm>
              <a:off x="7658100" y="3927475"/>
              <a:ext cx="80963" cy="146050"/>
            </a:xfrm>
            <a:custGeom>
              <a:avLst/>
              <a:gdLst>
                <a:gd name="T0" fmla="*/ 178 w 179"/>
                <a:gd name="T1" fmla="*/ 11 h 246"/>
                <a:gd name="T2" fmla="*/ 179 w 179"/>
                <a:gd name="T3" fmla="*/ 5 h 246"/>
                <a:gd name="T4" fmla="*/ 174 w 179"/>
                <a:gd name="T5" fmla="*/ 0 h 246"/>
                <a:gd name="T6" fmla="*/ 129 w 179"/>
                <a:gd name="T7" fmla="*/ 4 h 246"/>
                <a:gd name="T8" fmla="*/ 121 w 179"/>
                <a:gd name="T9" fmla="*/ 12 h 246"/>
                <a:gd name="T10" fmla="*/ 130 w 179"/>
                <a:gd name="T11" fmla="*/ 17 h 246"/>
                <a:gd name="T12" fmla="*/ 147 w 179"/>
                <a:gd name="T13" fmla="*/ 22 h 246"/>
                <a:gd name="T14" fmla="*/ 146 w 179"/>
                <a:gd name="T15" fmla="*/ 30 h 246"/>
                <a:gd name="T16" fmla="*/ 126 w 179"/>
                <a:gd name="T17" fmla="*/ 109 h 246"/>
                <a:gd name="T18" fmla="*/ 90 w 179"/>
                <a:gd name="T19" fmla="*/ 89 h 246"/>
                <a:gd name="T20" fmla="*/ 0 w 179"/>
                <a:gd name="T21" fmla="*/ 188 h 246"/>
                <a:gd name="T22" fmla="*/ 53 w 179"/>
                <a:gd name="T23" fmla="*/ 246 h 246"/>
                <a:gd name="T24" fmla="*/ 102 w 179"/>
                <a:gd name="T25" fmla="*/ 221 h 246"/>
                <a:gd name="T26" fmla="*/ 138 w 179"/>
                <a:gd name="T27" fmla="*/ 246 h 246"/>
                <a:gd name="T28" fmla="*/ 166 w 179"/>
                <a:gd name="T29" fmla="*/ 227 h 246"/>
                <a:gd name="T30" fmla="*/ 178 w 179"/>
                <a:gd name="T31" fmla="*/ 192 h 246"/>
                <a:gd name="T32" fmla="*/ 172 w 179"/>
                <a:gd name="T33" fmla="*/ 188 h 246"/>
                <a:gd name="T34" fmla="*/ 165 w 179"/>
                <a:gd name="T35" fmla="*/ 199 h 246"/>
                <a:gd name="T36" fmla="*/ 139 w 179"/>
                <a:gd name="T37" fmla="*/ 236 h 246"/>
                <a:gd name="T38" fmla="*/ 128 w 179"/>
                <a:gd name="T39" fmla="*/ 219 h 246"/>
                <a:gd name="T40" fmla="*/ 129 w 179"/>
                <a:gd name="T41" fmla="*/ 205 h 246"/>
                <a:gd name="T42" fmla="*/ 178 w 179"/>
                <a:gd name="T43" fmla="*/ 11 h 246"/>
                <a:gd name="T44" fmla="*/ 104 w 179"/>
                <a:gd name="T45" fmla="*/ 199 h 246"/>
                <a:gd name="T46" fmla="*/ 86 w 179"/>
                <a:gd name="T47" fmla="*/ 222 h 246"/>
                <a:gd name="T48" fmla="*/ 54 w 179"/>
                <a:gd name="T49" fmla="*/ 236 h 246"/>
                <a:gd name="T50" fmla="*/ 28 w 179"/>
                <a:gd name="T51" fmla="*/ 202 h 246"/>
                <a:gd name="T52" fmla="*/ 46 w 179"/>
                <a:gd name="T53" fmla="*/ 131 h 246"/>
                <a:gd name="T54" fmla="*/ 90 w 179"/>
                <a:gd name="T55" fmla="*/ 98 h 246"/>
                <a:gd name="T56" fmla="*/ 121 w 179"/>
                <a:gd name="T57" fmla="*/ 129 h 246"/>
                <a:gd name="T58" fmla="*/ 120 w 179"/>
                <a:gd name="T59" fmla="*/ 134 h 246"/>
                <a:gd name="T60" fmla="*/ 104 w 179"/>
                <a:gd name="T61" fmla="*/ 19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9" h="246">
                  <a:moveTo>
                    <a:pt x="178" y="11"/>
                  </a:moveTo>
                  <a:cubicBezTo>
                    <a:pt x="178" y="10"/>
                    <a:pt x="179" y="5"/>
                    <a:pt x="179" y="5"/>
                  </a:cubicBezTo>
                  <a:cubicBezTo>
                    <a:pt x="179" y="3"/>
                    <a:pt x="178" y="0"/>
                    <a:pt x="174" y="0"/>
                  </a:cubicBezTo>
                  <a:cubicBezTo>
                    <a:pt x="167" y="0"/>
                    <a:pt x="138" y="3"/>
                    <a:pt x="129" y="4"/>
                  </a:cubicBezTo>
                  <a:cubicBezTo>
                    <a:pt x="126" y="4"/>
                    <a:pt x="121" y="4"/>
                    <a:pt x="121" y="12"/>
                  </a:cubicBezTo>
                  <a:cubicBezTo>
                    <a:pt x="121" y="17"/>
                    <a:pt x="126" y="17"/>
                    <a:pt x="130" y="17"/>
                  </a:cubicBezTo>
                  <a:cubicBezTo>
                    <a:pt x="147" y="17"/>
                    <a:pt x="147" y="19"/>
                    <a:pt x="147" y="22"/>
                  </a:cubicBezTo>
                  <a:cubicBezTo>
                    <a:pt x="147" y="24"/>
                    <a:pt x="146" y="26"/>
                    <a:pt x="146" y="30"/>
                  </a:cubicBezTo>
                  <a:lnTo>
                    <a:pt x="126" y="109"/>
                  </a:lnTo>
                  <a:cubicBezTo>
                    <a:pt x="119" y="98"/>
                    <a:pt x="107" y="89"/>
                    <a:pt x="90" y="89"/>
                  </a:cubicBezTo>
                  <a:cubicBezTo>
                    <a:pt x="45" y="89"/>
                    <a:pt x="0" y="138"/>
                    <a:pt x="0" y="188"/>
                  </a:cubicBezTo>
                  <a:cubicBezTo>
                    <a:pt x="0" y="222"/>
                    <a:pt x="23" y="246"/>
                    <a:pt x="53" y="246"/>
                  </a:cubicBezTo>
                  <a:cubicBezTo>
                    <a:pt x="71" y="246"/>
                    <a:pt x="88" y="235"/>
                    <a:pt x="102" y="221"/>
                  </a:cubicBezTo>
                  <a:cubicBezTo>
                    <a:pt x="109" y="242"/>
                    <a:pt x="129" y="246"/>
                    <a:pt x="138" y="246"/>
                  </a:cubicBezTo>
                  <a:cubicBezTo>
                    <a:pt x="151" y="246"/>
                    <a:pt x="159" y="238"/>
                    <a:pt x="166" y="227"/>
                  </a:cubicBezTo>
                  <a:cubicBezTo>
                    <a:pt x="173" y="214"/>
                    <a:pt x="178" y="194"/>
                    <a:pt x="178" y="192"/>
                  </a:cubicBezTo>
                  <a:cubicBezTo>
                    <a:pt x="178" y="188"/>
                    <a:pt x="173" y="188"/>
                    <a:pt x="172" y="188"/>
                  </a:cubicBezTo>
                  <a:cubicBezTo>
                    <a:pt x="167" y="188"/>
                    <a:pt x="167" y="189"/>
                    <a:pt x="165" y="199"/>
                  </a:cubicBezTo>
                  <a:cubicBezTo>
                    <a:pt x="160" y="215"/>
                    <a:pt x="154" y="236"/>
                    <a:pt x="139" y="236"/>
                  </a:cubicBezTo>
                  <a:cubicBezTo>
                    <a:pt x="130" y="236"/>
                    <a:pt x="128" y="228"/>
                    <a:pt x="128" y="219"/>
                  </a:cubicBezTo>
                  <a:cubicBezTo>
                    <a:pt x="128" y="212"/>
                    <a:pt x="128" y="209"/>
                    <a:pt x="129" y="205"/>
                  </a:cubicBezTo>
                  <a:lnTo>
                    <a:pt x="178" y="11"/>
                  </a:lnTo>
                  <a:close/>
                  <a:moveTo>
                    <a:pt x="104" y="199"/>
                  </a:moveTo>
                  <a:cubicBezTo>
                    <a:pt x="101" y="209"/>
                    <a:pt x="93" y="215"/>
                    <a:pt x="86" y="222"/>
                  </a:cubicBezTo>
                  <a:cubicBezTo>
                    <a:pt x="83" y="225"/>
                    <a:pt x="69" y="236"/>
                    <a:pt x="54" y="236"/>
                  </a:cubicBezTo>
                  <a:cubicBezTo>
                    <a:pt x="41" y="236"/>
                    <a:pt x="28" y="227"/>
                    <a:pt x="28" y="202"/>
                  </a:cubicBezTo>
                  <a:cubicBezTo>
                    <a:pt x="28" y="184"/>
                    <a:pt x="38" y="145"/>
                    <a:pt x="46" y="131"/>
                  </a:cubicBezTo>
                  <a:cubicBezTo>
                    <a:pt x="62" y="104"/>
                    <a:pt x="80" y="98"/>
                    <a:pt x="90" y="98"/>
                  </a:cubicBezTo>
                  <a:cubicBezTo>
                    <a:pt x="114" y="98"/>
                    <a:pt x="121" y="125"/>
                    <a:pt x="121" y="129"/>
                  </a:cubicBezTo>
                  <a:cubicBezTo>
                    <a:pt x="121" y="130"/>
                    <a:pt x="120" y="132"/>
                    <a:pt x="120" y="134"/>
                  </a:cubicBezTo>
                  <a:lnTo>
                    <a:pt x="104" y="199"/>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60"/>
            <p:cNvSpPr>
              <a:spLocks/>
            </p:cNvSpPr>
            <p:nvPr>
              <p:custDataLst>
                <p:tags r:id="rId44"/>
              </p:custDataLst>
            </p:nvPr>
          </p:nvSpPr>
          <p:spPr bwMode="auto">
            <a:xfrm>
              <a:off x="7821612" y="3675063"/>
              <a:ext cx="127000" cy="209550"/>
            </a:xfrm>
            <a:custGeom>
              <a:avLst/>
              <a:gdLst>
                <a:gd name="T0" fmla="*/ 234 w 280"/>
                <a:gd name="T1" fmla="*/ 37 h 352"/>
                <a:gd name="T2" fmla="*/ 267 w 280"/>
                <a:gd name="T3" fmla="*/ 16 h 352"/>
                <a:gd name="T4" fmla="*/ 280 w 280"/>
                <a:gd name="T5" fmla="*/ 6 h 352"/>
                <a:gd name="T6" fmla="*/ 273 w 280"/>
                <a:gd name="T7" fmla="*/ 0 h 352"/>
                <a:gd name="T8" fmla="*/ 218 w 280"/>
                <a:gd name="T9" fmla="*/ 2 h 352"/>
                <a:gd name="T10" fmla="*/ 144 w 280"/>
                <a:gd name="T11" fmla="*/ 0 h 352"/>
                <a:gd name="T12" fmla="*/ 134 w 280"/>
                <a:gd name="T13" fmla="*/ 10 h 352"/>
                <a:gd name="T14" fmla="*/ 151 w 280"/>
                <a:gd name="T15" fmla="*/ 16 h 352"/>
                <a:gd name="T16" fmla="*/ 180 w 280"/>
                <a:gd name="T17" fmla="*/ 17 h 352"/>
                <a:gd name="T18" fmla="*/ 195 w 280"/>
                <a:gd name="T19" fmla="*/ 27 h 352"/>
                <a:gd name="T20" fmla="*/ 193 w 280"/>
                <a:gd name="T21" fmla="*/ 37 h 352"/>
                <a:gd name="T22" fmla="*/ 136 w 280"/>
                <a:gd name="T23" fmla="*/ 266 h 352"/>
                <a:gd name="T24" fmla="*/ 64 w 280"/>
                <a:gd name="T25" fmla="*/ 341 h 352"/>
                <a:gd name="T26" fmla="*/ 17 w 280"/>
                <a:gd name="T27" fmla="*/ 310 h 352"/>
                <a:gd name="T28" fmla="*/ 23 w 280"/>
                <a:gd name="T29" fmla="*/ 311 h 352"/>
                <a:gd name="T30" fmla="*/ 55 w 280"/>
                <a:gd name="T31" fmla="*/ 279 h 352"/>
                <a:gd name="T32" fmla="*/ 33 w 280"/>
                <a:gd name="T33" fmla="*/ 258 h 352"/>
                <a:gd name="T34" fmla="*/ 0 w 280"/>
                <a:gd name="T35" fmla="*/ 298 h 352"/>
                <a:gd name="T36" fmla="*/ 66 w 280"/>
                <a:gd name="T37" fmla="*/ 352 h 352"/>
                <a:gd name="T38" fmla="*/ 176 w 280"/>
                <a:gd name="T39" fmla="*/ 270 h 352"/>
                <a:gd name="T40" fmla="*/ 234 w 280"/>
                <a:gd name="T41" fmla="*/ 3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0" h="352">
                  <a:moveTo>
                    <a:pt x="234" y="37"/>
                  </a:moveTo>
                  <a:cubicBezTo>
                    <a:pt x="238" y="20"/>
                    <a:pt x="239" y="16"/>
                    <a:pt x="267" y="16"/>
                  </a:cubicBezTo>
                  <a:cubicBezTo>
                    <a:pt x="275" y="16"/>
                    <a:pt x="280" y="16"/>
                    <a:pt x="280" y="6"/>
                  </a:cubicBezTo>
                  <a:cubicBezTo>
                    <a:pt x="280" y="2"/>
                    <a:pt x="277" y="0"/>
                    <a:pt x="273" y="0"/>
                  </a:cubicBezTo>
                  <a:cubicBezTo>
                    <a:pt x="261" y="0"/>
                    <a:pt x="230" y="2"/>
                    <a:pt x="218" y="2"/>
                  </a:cubicBezTo>
                  <a:cubicBezTo>
                    <a:pt x="201" y="2"/>
                    <a:pt x="161" y="0"/>
                    <a:pt x="144" y="0"/>
                  </a:cubicBezTo>
                  <a:cubicBezTo>
                    <a:pt x="140" y="0"/>
                    <a:pt x="134" y="0"/>
                    <a:pt x="134" y="10"/>
                  </a:cubicBezTo>
                  <a:cubicBezTo>
                    <a:pt x="134" y="16"/>
                    <a:pt x="138" y="16"/>
                    <a:pt x="151" y="16"/>
                  </a:cubicBezTo>
                  <a:cubicBezTo>
                    <a:pt x="162" y="16"/>
                    <a:pt x="167" y="16"/>
                    <a:pt x="180" y="17"/>
                  </a:cubicBezTo>
                  <a:cubicBezTo>
                    <a:pt x="192" y="18"/>
                    <a:pt x="195" y="20"/>
                    <a:pt x="195" y="27"/>
                  </a:cubicBezTo>
                  <a:cubicBezTo>
                    <a:pt x="195" y="30"/>
                    <a:pt x="194" y="33"/>
                    <a:pt x="193" y="37"/>
                  </a:cubicBezTo>
                  <a:lnTo>
                    <a:pt x="136" y="266"/>
                  </a:lnTo>
                  <a:cubicBezTo>
                    <a:pt x="124" y="315"/>
                    <a:pt x="90" y="341"/>
                    <a:pt x="64" y="341"/>
                  </a:cubicBezTo>
                  <a:cubicBezTo>
                    <a:pt x="51" y="341"/>
                    <a:pt x="25" y="336"/>
                    <a:pt x="17" y="310"/>
                  </a:cubicBezTo>
                  <a:cubicBezTo>
                    <a:pt x="18" y="311"/>
                    <a:pt x="22" y="311"/>
                    <a:pt x="23" y="311"/>
                  </a:cubicBezTo>
                  <a:cubicBezTo>
                    <a:pt x="42" y="311"/>
                    <a:pt x="55" y="294"/>
                    <a:pt x="55" y="279"/>
                  </a:cubicBezTo>
                  <a:cubicBezTo>
                    <a:pt x="55" y="263"/>
                    <a:pt x="42" y="258"/>
                    <a:pt x="33" y="258"/>
                  </a:cubicBezTo>
                  <a:cubicBezTo>
                    <a:pt x="24" y="258"/>
                    <a:pt x="0" y="264"/>
                    <a:pt x="0" y="298"/>
                  </a:cubicBezTo>
                  <a:cubicBezTo>
                    <a:pt x="0" y="329"/>
                    <a:pt x="26" y="352"/>
                    <a:pt x="66" y="352"/>
                  </a:cubicBezTo>
                  <a:cubicBezTo>
                    <a:pt x="112" y="352"/>
                    <a:pt x="163" y="319"/>
                    <a:pt x="176" y="270"/>
                  </a:cubicBezTo>
                  <a:lnTo>
                    <a:pt x="234" y="3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361"/>
            <p:cNvSpPr>
              <a:spLocks noEditPoints="1"/>
            </p:cNvSpPr>
            <p:nvPr>
              <p:custDataLst>
                <p:tags r:id="rId45"/>
              </p:custDataLst>
            </p:nvPr>
          </p:nvSpPr>
          <p:spPr bwMode="auto">
            <a:xfrm>
              <a:off x="7961312" y="3746500"/>
              <a:ext cx="104775" cy="134937"/>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3 w 228"/>
                <a:gd name="T37" fmla="*/ 161 h 226"/>
                <a:gd name="T38" fmla="*/ 123 w 228"/>
                <a:gd name="T39" fmla="*/ 179 h 226"/>
                <a:gd name="T40" fmla="*/ 67 w 228"/>
                <a:gd name="T41" fmla="*/ 215 h 226"/>
                <a:gd name="T42" fmla="*/ 35 w 228"/>
                <a:gd name="T43" fmla="*/ 168 h 226"/>
                <a:gd name="T44" fmla="*/ 62 w 228"/>
                <a:gd name="T45" fmla="*/ 59 h 226"/>
                <a:gd name="T46" fmla="*/ 120 w 228"/>
                <a:gd name="T47" fmla="*/ 11 h 226"/>
                <a:gd name="T48" fmla="*/ 160 w 228"/>
                <a:gd name="T49" fmla="*/ 55 h 226"/>
                <a:gd name="T50" fmla="*/ 158 w 228"/>
                <a:gd name="T51" fmla="*/ 63 h 226"/>
                <a:gd name="T52" fmla="*/ 133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2" y="0"/>
                    <a:pt x="120" y="0"/>
                  </a:cubicBezTo>
                  <a:cubicBezTo>
                    <a:pt x="61" y="0"/>
                    <a:pt x="0" y="73"/>
                    <a:pt x="0" y="146"/>
                  </a:cubicBezTo>
                  <a:cubicBezTo>
                    <a:pt x="0" y="193"/>
                    <a:pt x="27" y="226"/>
                    <a:pt x="66" y="226"/>
                  </a:cubicBezTo>
                  <a:cubicBezTo>
                    <a:pt x="76" y="226"/>
                    <a:pt x="101" y="224"/>
                    <a:pt x="131" y="188"/>
                  </a:cubicBezTo>
                  <a:cubicBezTo>
                    <a:pt x="135" y="209"/>
                    <a:pt x="152" y="226"/>
                    <a:pt x="176" y="226"/>
                  </a:cubicBezTo>
                  <a:cubicBezTo>
                    <a:pt x="194" y="226"/>
                    <a:pt x="205" y="214"/>
                    <a:pt x="213" y="198"/>
                  </a:cubicBezTo>
                  <a:cubicBezTo>
                    <a:pt x="221" y="180"/>
                    <a:pt x="228" y="150"/>
                    <a:pt x="228" y="149"/>
                  </a:cubicBezTo>
                  <a:cubicBezTo>
                    <a:pt x="228" y="144"/>
                    <a:pt x="223" y="144"/>
                    <a:pt x="222" y="144"/>
                  </a:cubicBezTo>
                  <a:cubicBezTo>
                    <a:pt x="217" y="144"/>
                    <a:pt x="216" y="146"/>
                    <a:pt x="215" y="153"/>
                  </a:cubicBezTo>
                  <a:cubicBezTo>
                    <a:pt x="206"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3" y="161"/>
                  </a:moveTo>
                  <a:cubicBezTo>
                    <a:pt x="131" y="170"/>
                    <a:pt x="131" y="171"/>
                    <a:pt x="123" y="179"/>
                  </a:cubicBezTo>
                  <a:cubicBezTo>
                    <a:pt x="101" y="207"/>
                    <a:pt x="81" y="215"/>
                    <a:pt x="67" y="215"/>
                  </a:cubicBezTo>
                  <a:cubicBezTo>
                    <a:pt x="42" y="215"/>
                    <a:pt x="35" y="187"/>
                    <a:pt x="35" y="168"/>
                  </a:cubicBezTo>
                  <a:cubicBezTo>
                    <a:pt x="35" y="143"/>
                    <a:pt x="51" y="81"/>
                    <a:pt x="62" y="59"/>
                  </a:cubicBezTo>
                  <a:cubicBezTo>
                    <a:pt x="78" y="29"/>
                    <a:pt x="100" y="11"/>
                    <a:pt x="120" y="11"/>
                  </a:cubicBezTo>
                  <a:cubicBezTo>
                    <a:pt x="153" y="11"/>
                    <a:pt x="160" y="52"/>
                    <a:pt x="160" y="55"/>
                  </a:cubicBezTo>
                  <a:cubicBezTo>
                    <a:pt x="160" y="58"/>
                    <a:pt x="159" y="61"/>
                    <a:pt x="158" y="63"/>
                  </a:cubicBezTo>
                  <a:lnTo>
                    <a:pt x="133"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1" name="Freeform 362"/>
            <p:cNvSpPr>
              <a:spLocks noEditPoints="1"/>
            </p:cNvSpPr>
            <p:nvPr>
              <p:custDataLst>
                <p:tags r:id="rId46"/>
              </p:custDataLst>
            </p:nvPr>
          </p:nvSpPr>
          <p:spPr bwMode="auto">
            <a:xfrm>
              <a:off x="8081962" y="3671888"/>
              <a:ext cx="106363" cy="209550"/>
            </a:xfrm>
            <a:custGeom>
              <a:avLst/>
              <a:gdLst>
                <a:gd name="T0" fmla="*/ 237 w 237"/>
                <a:gd name="T1" fmla="*/ 5 h 352"/>
                <a:gd name="T2" fmla="*/ 231 w 237"/>
                <a:gd name="T3" fmla="*/ 0 h 352"/>
                <a:gd name="T4" fmla="*/ 167 w 237"/>
                <a:gd name="T5" fmla="*/ 5 h 352"/>
                <a:gd name="T6" fmla="*/ 160 w 237"/>
                <a:gd name="T7" fmla="*/ 15 h 352"/>
                <a:gd name="T8" fmla="*/ 172 w 237"/>
                <a:gd name="T9" fmla="*/ 21 h 352"/>
                <a:gd name="T10" fmla="*/ 197 w 237"/>
                <a:gd name="T11" fmla="*/ 29 h 352"/>
                <a:gd name="T12" fmla="*/ 196 w 237"/>
                <a:gd name="T13" fmla="*/ 39 h 352"/>
                <a:gd name="T14" fmla="*/ 166 w 237"/>
                <a:gd name="T15" fmla="*/ 158 h 352"/>
                <a:gd name="T16" fmla="*/ 120 w 237"/>
                <a:gd name="T17" fmla="*/ 126 h 352"/>
                <a:gd name="T18" fmla="*/ 0 w 237"/>
                <a:gd name="T19" fmla="*/ 272 h 352"/>
                <a:gd name="T20" fmla="*/ 66 w 237"/>
                <a:gd name="T21" fmla="*/ 352 h 352"/>
                <a:gd name="T22" fmla="*/ 131 w 237"/>
                <a:gd name="T23" fmla="*/ 314 h 352"/>
                <a:gd name="T24" fmla="*/ 176 w 237"/>
                <a:gd name="T25" fmla="*/ 352 h 352"/>
                <a:gd name="T26" fmla="*/ 213 w 237"/>
                <a:gd name="T27" fmla="*/ 324 h 352"/>
                <a:gd name="T28" fmla="*/ 228 w 237"/>
                <a:gd name="T29" fmla="*/ 275 h 352"/>
                <a:gd name="T30" fmla="*/ 222 w 237"/>
                <a:gd name="T31" fmla="*/ 270 h 352"/>
                <a:gd name="T32" fmla="*/ 215 w 237"/>
                <a:gd name="T33" fmla="*/ 279 h 352"/>
                <a:gd name="T34" fmla="*/ 177 w 237"/>
                <a:gd name="T35" fmla="*/ 341 h 352"/>
                <a:gd name="T36" fmla="*/ 162 w 237"/>
                <a:gd name="T37" fmla="*/ 318 h 352"/>
                <a:gd name="T38" fmla="*/ 165 w 237"/>
                <a:gd name="T39" fmla="*/ 294 h 352"/>
                <a:gd name="T40" fmla="*/ 237 w 237"/>
                <a:gd name="T41" fmla="*/ 5 h 352"/>
                <a:gd name="T42" fmla="*/ 133 w 237"/>
                <a:gd name="T43" fmla="*/ 287 h 352"/>
                <a:gd name="T44" fmla="*/ 124 w 237"/>
                <a:gd name="T45" fmla="*/ 305 h 352"/>
                <a:gd name="T46" fmla="*/ 67 w 237"/>
                <a:gd name="T47" fmla="*/ 341 h 352"/>
                <a:gd name="T48" fmla="*/ 35 w 237"/>
                <a:gd name="T49" fmla="*/ 294 h 352"/>
                <a:gd name="T50" fmla="*/ 63 w 237"/>
                <a:gd name="T51" fmla="*/ 185 h 352"/>
                <a:gd name="T52" fmla="*/ 121 w 237"/>
                <a:gd name="T53" fmla="*/ 137 h 352"/>
                <a:gd name="T54" fmla="*/ 160 w 237"/>
                <a:gd name="T55" fmla="*/ 181 h 352"/>
                <a:gd name="T56" fmla="*/ 158 w 237"/>
                <a:gd name="T57" fmla="*/ 189 h 352"/>
                <a:gd name="T58" fmla="*/ 133 w 237"/>
                <a:gd name="T59" fmla="*/ 28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352">
                  <a:moveTo>
                    <a:pt x="237" y="5"/>
                  </a:moveTo>
                  <a:cubicBezTo>
                    <a:pt x="237" y="5"/>
                    <a:pt x="237" y="0"/>
                    <a:pt x="231" y="0"/>
                  </a:cubicBezTo>
                  <a:cubicBezTo>
                    <a:pt x="223" y="0"/>
                    <a:pt x="176" y="4"/>
                    <a:pt x="167" y="5"/>
                  </a:cubicBezTo>
                  <a:cubicBezTo>
                    <a:pt x="163" y="6"/>
                    <a:pt x="160" y="8"/>
                    <a:pt x="160" y="15"/>
                  </a:cubicBezTo>
                  <a:cubicBezTo>
                    <a:pt x="160" y="21"/>
                    <a:pt x="165" y="21"/>
                    <a:pt x="172" y="21"/>
                  </a:cubicBezTo>
                  <a:cubicBezTo>
                    <a:pt x="196" y="21"/>
                    <a:pt x="197" y="24"/>
                    <a:pt x="197" y="29"/>
                  </a:cubicBezTo>
                  <a:lnTo>
                    <a:pt x="196" y="39"/>
                  </a:lnTo>
                  <a:lnTo>
                    <a:pt x="166" y="158"/>
                  </a:lnTo>
                  <a:cubicBezTo>
                    <a:pt x="157" y="139"/>
                    <a:pt x="142" y="126"/>
                    <a:pt x="120" y="126"/>
                  </a:cubicBezTo>
                  <a:cubicBezTo>
                    <a:pt x="62" y="126"/>
                    <a:pt x="0" y="199"/>
                    <a:pt x="0" y="272"/>
                  </a:cubicBezTo>
                  <a:cubicBezTo>
                    <a:pt x="0" y="319"/>
                    <a:pt x="27" y="352"/>
                    <a:pt x="66" y="352"/>
                  </a:cubicBezTo>
                  <a:cubicBezTo>
                    <a:pt x="76" y="352"/>
                    <a:pt x="101" y="350"/>
                    <a:pt x="131" y="314"/>
                  </a:cubicBezTo>
                  <a:cubicBezTo>
                    <a:pt x="135" y="335"/>
                    <a:pt x="152" y="352"/>
                    <a:pt x="176" y="352"/>
                  </a:cubicBezTo>
                  <a:cubicBezTo>
                    <a:pt x="194" y="352"/>
                    <a:pt x="205" y="340"/>
                    <a:pt x="213" y="324"/>
                  </a:cubicBezTo>
                  <a:cubicBezTo>
                    <a:pt x="222" y="306"/>
                    <a:pt x="228" y="276"/>
                    <a:pt x="228" y="275"/>
                  </a:cubicBezTo>
                  <a:cubicBezTo>
                    <a:pt x="228" y="270"/>
                    <a:pt x="224" y="270"/>
                    <a:pt x="222" y="270"/>
                  </a:cubicBezTo>
                  <a:cubicBezTo>
                    <a:pt x="217" y="270"/>
                    <a:pt x="217" y="272"/>
                    <a:pt x="215" y="279"/>
                  </a:cubicBezTo>
                  <a:cubicBezTo>
                    <a:pt x="207" y="311"/>
                    <a:pt x="198" y="341"/>
                    <a:pt x="177" y="341"/>
                  </a:cubicBezTo>
                  <a:cubicBezTo>
                    <a:pt x="164" y="341"/>
                    <a:pt x="162" y="328"/>
                    <a:pt x="162" y="318"/>
                  </a:cubicBezTo>
                  <a:cubicBezTo>
                    <a:pt x="162" y="306"/>
                    <a:pt x="163" y="302"/>
                    <a:pt x="165" y="294"/>
                  </a:cubicBezTo>
                  <a:lnTo>
                    <a:pt x="237" y="5"/>
                  </a:lnTo>
                  <a:close/>
                  <a:moveTo>
                    <a:pt x="133" y="287"/>
                  </a:moveTo>
                  <a:cubicBezTo>
                    <a:pt x="131" y="296"/>
                    <a:pt x="131" y="297"/>
                    <a:pt x="124" y="305"/>
                  </a:cubicBezTo>
                  <a:cubicBezTo>
                    <a:pt x="102" y="333"/>
                    <a:pt x="81" y="341"/>
                    <a:pt x="67" y="341"/>
                  </a:cubicBezTo>
                  <a:cubicBezTo>
                    <a:pt x="42" y="341"/>
                    <a:pt x="35" y="313"/>
                    <a:pt x="35" y="294"/>
                  </a:cubicBezTo>
                  <a:cubicBezTo>
                    <a:pt x="35" y="269"/>
                    <a:pt x="51" y="207"/>
                    <a:pt x="63" y="185"/>
                  </a:cubicBezTo>
                  <a:cubicBezTo>
                    <a:pt x="78" y="155"/>
                    <a:pt x="101" y="137"/>
                    <a:pt x="121" y="137"/>
                  </a:cubicBezTo>
                  <a:cubicBezTo>
                    <a:pt x="153" y="137"/>
                    <a:pt x="160" y="178"/>
                    <a:pt x="160" y="181"/>
                  </a:cubicBezTo>
                  <a:cubicBezTo>
                    <a:pt x="160" y="184"/>
                    <a:pt x="159" y="187"/>
                    <a:pt x="158" y="189"/>
                  </a:cubicBezTo>
                  <a:lnTo>
                    <a:pt x="133" y="287"/>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2" name="Freeform 363"/>
            <p:cNvSpPr>
              <a:spLocks/>
            </p:cNvSpPr>
            <p:nvPr>
              <p:custDataLst>
                <p:tags r:id="rId47"/>
              </p:custDataLst>
            </p:nvPr>
          </p:nvSpPr>
          <p:spPr bwMode="auto">
            <a:xfrm>
              <a:off x="8196262" y="3746500"/>
              <a:ext cx="92075" cy="134937"/>
            </a:xfrm>
            <a:custGeom>
              <a:avLst/>
              <a:gdLst>
                <a:gd name="T0" fmla="*/ 29 w 203"/>
                <a:gd name="T1" fmla="*/ 191 h 226"/>
                <a:gd name="T2" fmla="*/ 24 w 203"/>
                <a:gd name="T3" fmla="*/ 212 h 226"/>
                <a:gd name="T4" fmla="*/ 39 w 203"/>
                <a:gd name="T5" fmla="*/ 226 h 226"/>
                <a:gd name="T6" fmla="*/ 57 w 203"/>
                <a:gd name="T7" fmla="*/ 212 h 226"/>
                <a:gd name="T8" fmla="*/ 77 w 203"/>
                <a:gd name="T9" fmla="*/ 133 h 226"/>
                <a:gd name="T10" fmla="*/ 93 w 203"/>
                <a:gd name="T11" fmla="*/ 68 h 226"/>
                <a:gd name="T12" fmla="*/ 121 w 203"/>
                <a:gd name="T13" fmla="*/ 27 h 226"/>
                <a:gd name="T14" fmla="*/ 161 w 203"/>
                <a:gd name="T15" fmla="*/ 11 h 226"/>
                <a:gd name="T16" fmla="*/ 182 w 203"/>
                <a:gd name="T17" fmla="*/ 17 h 226"/>
                <a:gd name="T18" fmla="*/ 156 w 203"/>
                <a:gd name="T19" fmla="*/ 44 h 226"/>
                <a:gd name="T20" fmla="*/ 175 w 203"/>
                <a:gd name="T21" fmla="*/ 62 h 226"/>
                <a:gd name="T22" fmla="*/ 203 w 203"/>
                <a:gd name="T23" fmla="*/ 32 h 226"/>
                <a:gd name="T24" fmla="*/ 161 w 203"/>
                <a:gd name="T25" fmla="*/ 0 h 226"/>
                <a:gd name="T26" fmla="*/ 97 w 203"/>
                <a:gd name="T27" fmla="*/ 38 h 226"/>
                <a:gd name="T28" fmla="*/ 52 w 203"/>
                <a:gd name="T29" fmla="*/ 0 h 226"/>
                <a:gd name="T30" fmla="*/ 15 w 203"/>
                <a:gd name="T31" fmla="*/ 28 h 226"/>
                <a:gd name="T32" fmla="*/ 0 w 203"/>
                <a:gd name="T33" fmla="*/ 76 h 226"/>
                <a:gd name="T34" fmla="*/ 6 w 203"/>
                <a:gd name="T35" fmla="*/ 81 h 226"/>
                <a:gd name="T36" fmla="*/ 14 w 203"/>
                <a:gd name="T37" fmla="*/ 70 h 226"/>
                <a:gd name="T38" fmla="*/ 50 w 203"/>
                <a:gd name="T39" fmla="*/ 11 h 226"/>
                <a:gd name="T40" fmla="*/ 66 w 203"/>
                <a:gd name="T41" fmla="*/ 34 h 226"/>
                <a:gd name="T42" fmla="*/ 58 w 203"/>
                <a:gd name="T43" fmla="*/ 75 h 226"/>
                <a:gd name="T44" fmla="*/ 29 w 203"/>
                <a:gd name="T45" fmla="*/ 19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3" h="226">
                  <a:moveTo>
                    <a:pt x="29" y="191"/>
                  </a:moveTo>
                  <a:cubicBezTo>
                    <a:pt x="27" y="198"/>
                    <a:pt x="24" y="210"/>
                    <a:pt x="24" y="212"/>
                  </a:cubicBezTo>
                  <a:cubicBezTo>
                    <a:pt x="24" y="221"/>
                    <a:pt x="31" y="226"/>
                    <a:pt x="39" y="226"/>
                  </a:cubicBezTo>
                  <a:cubicBezTo>
                    <a:pt x="45" y="226"/>
                    <a:pt x="54" y="222"/>
                    <a:pt x="57" y="212"/>
                  </a:cubicBezTo>
                  <a:cubicBezTo>
                    <a:pt x="58" y="210"/>
                    <a:pt x="75" y="142"/>
                    <a:pt x="77" y="133"/>
                  </a:cubicBezTo>
                  <a:cubicBezTo>
                    <a:pt x="81" y="116"/>
                    <a:pt x="90" y="81"/>
                    <a:pt x="93" y="68"/>
                  </a:cubicBezTo>
                  <a:cubicBezTo>
                    <a:pt x="95" y="62"/>
                    <a:pt x="109" y="38"/>
                    <a:pt x="121" y="27"/>
                  </a:cubicBezTo>
                  <a:cubicBezTo>
                    <a:pt x="125" y="24"/>
                    <a:pt x="140" y="11"/>
                    <a:pt x="161" y="11"/>
                  </a:cubicBezTo>
                  <a:cubicBezTo>
                    <a:pt x="174" y="11"/>
                    <a:pt x="182" y="17"/>
                    <a:pt x="182" y="17"/>
                  </a:cubicBezTo>
                  <a:cubicBezTo>
                    <a:pt x="167" y="19"/>
                    <a:pt x="156" y="31"/>
                    <a:pt x="156" y="44"/>
                  </a:cubicBezTo>
                  <a:cubicBezTo>
                    <a:pt x="156" y="52"/>
                    <a:pt x="162" y="62"/>
                    <a:pt x="175" y="62"/>
                  </a:cubicBezTo>
                  <a:cubicBezTo>
                    <a:pt x="189" y="62"/>
                    <a:pt x="203" y="50"/>
                    <a:pt x="203" y="32"/>
                  </a:cubicBezTo>
                  <a:cubicBezTo>
                    <a:pt x="203" y="15"/>
                    <a:pt x="187" y="0"/>
                    <a:pt x="161" y="0"/>
                  </a:cubicBezTo>
                  <a:cubicBezTo>
                    <a:pt x="129" y="0"/>
                    <a:pt x="107" y="24"/>
                    <a:pt x="97" y="38"/>
                  </a:cubicBezTo>
                  <a:cubicBezTo>
                    <a:pt x="93" y="16"/>
                    <a:pt x="75" y="0"/>
                    <a:pt x="52" y="0"/>
                  </a:cubicBezTo>
                  <a:cubicBezTo>
                    <a:pt x="29" y="0"/>
                    <a:pt x="20" y="19"/>
                    <a:pt x="15" y="28"/>
                  </a:cubicBezTo>
                  <a:cubicBezTo>
                    <a:pt x="6" y="45"/>
                    <a:pt x="0" y="75"/>
                    <a:pt x="0" y="76"/>
                  </a:cubicBezTo>
                  <a:cubicBezTo>
                    <a:pt x="0" y="81"/>
                    <a:pt x="5" y="81"/>
                    <a:pt x="6" y="81"/>
                  </a:cubicBezTo>
                  <a:cubicBezTo>
                    <a:pt x="11" y="81"/>
                    <a:pt x="11" y="81"/>
                    <a:pt x="14" y="70"/>
                  </a:cubicBezTo>
                  <a:cubicBezTo>
                    <a:pt x="23" y="35"/>
                    <a:pt x="32" y="11"/>
                    <a:pt x="50" y="11"/>
                  </a:cubicBezTo>
                  <a:cubicBezTo>
                    <a:pt x="59" y="11"/>
                    <a:pt x="66" y="15"/>
                    <a:pt x="66" y="34"/>
                  </a:cubicBezTo>
                  <a:cubicBezTo>
                    <a:pt x="66" y="44"/>
                    <a:pt x="64" y="50"/>
                    <a:pt x="58" y="75"/>
                  </a:cubicBezTo>
                  <a:lnTo>
                    <a:pt x="29" y="19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364"/>
            <p:cNvSpPr>
              <a:spLocks noEditPoints="1"/>
            </p:cNvSpPr>
            <p:nvPr>
              <p:custDataLst>
                <p:tags r:id="rId48"/>
              </p:custDataLst>
            </p:nvPr>
          </p:nvSpPr>
          <p:spPr bwMode="auto">
            <a:xfrm>
              <a:off x="8307387" y="3746500"/>
              <a:ext cx="103188" cy="134937"/>
            </a:xfrm>
            <a:custGeom>
              <a:avLst/>
              <a:gdLst>
                <a:gd name="T0" fmla="*/ 166 w 228"/>
                <a:gd name="T1" fmla="*/ 32 h 226"/>
                <a:gd name="T2" fmla="*/ 120 w 228"/>
                <a:gd name="T3" fmla="*/ 0 h 226"/>
                <a:gd name="T4" fmla="*/ 0 w 228"/>
                <a:gd name="T5" fmla="*/ 146 h 226"/>
                <a:gd name="T6" fmla="*/ 66 w 228"/>
                <a:gd name="T7" fmla="*/ 226 h 226"/>
                <a:gd name="T8" fmla="*/ 131 w 228"/>
                <a:gd name="T9" fmla="*/ 188 h 226"/>
                <a:gd name="T10" fmla="*/ 176 w 228"/>
                <a:gd name="T11" fmla="*/ 226 h 226"/>
                <a:gd name="T12" fmla="*/ 213 w 228"/>
                <a:gd name="T13" fmla="*/ 198 h 226"/>
                <a:gd name="T14" fmla="*/ 228 w 228"/>
                <a:gd name="T15" fmla="*/ 149 h 226"/>
                <a:gd name="T16" fmla="*/ 222 w 228"/>
                <a:gd name="T17" fmla="*/ 144 h 226"/>
                <a:gd name="T18" fmla="*/ 215 w 228"/>
                <a:gd name="T19" fmla="*/ 153 h 226"/>
                <a:gd name="T20" fmla="*/ 177 w 228"/>
                <a:gd name="T21" fmla="*/ 215 h 226"/>
                <a:gd name="T22" fmla="*/ 162 w 228"/>
                <a:gd name="T23" fmla="*/ 192 h 226"/>
                <a:gd name="T24" fmla="*/ 169 w 228"/>
                <a:gd name="T25" fmla="*/ 155 h 226"/>
                <a:gd name="T26" fmla="*/ 180 w 228"/>
                <a:gd name="T27" fmla="*/ 110 h 226"/>
                <a:gd name="T28" fmla="*/ 198 w 228"/>
                <a:gd name="T29" fmla="*/ 40 h 226"/>
                <a:gd name="T30" fmla="*/ 201 w 228"/>
                <a:gd name="T31" fmla="*/ 23 h 226"/>
                <a:gd name="T32" fmla="*/ 187 w 228"/>
                <a:gd name="T33" fmla="*/ 10 h 226"/>
                <a:gd name="T34" fmla="*/ 166 w 228"/>
                <a:gd name="T35" fmla="*/ 32 h 226"/>
                <a:gd name="T36" fmla="*/ 134 w 228"/>
                <a:gd name="T37" fmla="*/ 161 h 226"/>
                <a:gd name="T38" fmla="*/ 124 w 228"/>
                <a:gd name="T39" fmla="*/ 179 h 226"/>
                <a:gd name="T40" fmla="*/ 67 w 228"/>
                <a:gd name="T41" fmla="*/ 215 h 226"/>
                <a:gd name="T42" fmla="*/ 35 w 228"/>
                <a:gd name="T43" fmla="*/ 168 h 226"/>
                <a:gd name="T44" fmla="*/ 63 w 228"/>
                <a:gd name="T45" fmla="*/ 59 h 226"/>
                <a:gd name="T46" fmla="*/ 121 w 228"/>
                <a:gd name="T47" fmla="*/ 11 h 226"/>
                <a:gd name="T48" fmla="*/ 160 w 228"/>
                <a:gd name="T49" fmla="*/ 55 h 226"/>
                <a:gd name="T50" fmla="*/ 159 w 228"/>
                <a:gd name="T51" fmla="*/ 63 h 226"/>
                <a:gd name="T52" fmla="*/ 134 w 228"/>
                <a:gd name="T53" fmla="*/ 1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6">
                  <a:moveTo>
                    <a:pt x="166" y="32"/>
                  </a:moveTo>
                  <a:cubicBezTo>
                    <a:pt x="157" y="13"/>
                    <a:pt x="143" y="0"/>
                    <a:pt x="120" y="0"/>
                  </a:cubicBezTo>
                  <a:cubicBezTo>
                    <a:pt x="62" y="0"/>
                    <a:pt x="0" y="73"/>
                    <a:pt x="0" y="146"/>
                  </a:cubicBezTo>
                  <a:cubicBezTo>
                    <a:pt x="0" y="193"/>
                    <a:pt x="27" y="226"/>
                    <a:pt x="66" y="226"/>
                  </a:cubicBezTo>
                  <a:cubicBezTo>
                    <a:pt x="76" y="226"/>
                    <a:pt x="101" y="224"/>
                    <a:pt x="131" y="188"/>
                  </a:cubicBezTo>
                  <a:cubicBezTo>
                    <a:pt x="135" y="209"/>
                    <a:pt x="153" y="226"/>
                    <a:pt x="176" y="226"/>
                  </a:cubicBezTo>
                  <a:cubicBezTo>
                    <a:pt x="194" y="226"/>
                    <a:pt x="205" y="214"/>
                    <a:pt x="213" y="198"/>
                  </a:cubicBezTo>
                  <a:cubicBezTo>
                    <a:pt x="222" y="180"/>
                    <a:pt x="228" y="150"/>
                    <a:pt x="228" y="149"/>
                  </a:cubicBezTo>
                  <a:cubicBezTo>
                    <a:pt x="228" y="144"/>
                    <a:pt x="224" y="144"/>
                    <a:pt x="222" y="144"/>
                  </a:cubicBezTo>
                  <a:cubicBezTo>
                    <a:pt x="217" y="144"/>
                    <a:pt x="217" y="146"/>
                    <a:pt x="215" y="153"/>
                  </a:cubicBezTo>
                  <a:cubicBezTo>
                    <a:pt x="207" y="185"/>
                    <a:pt x="198" y="215"/>
                    <a:pt x="177" y="215"/>
                  </a:cubicBezTo>
                  <a:cubicBezTo>
                    <a:pt x="164" y="215"/>
                    <a:pt x="162" y="202"/>
                    <a:pt x="162" y="192"/>
                  </a:cubicBezTo>
                  <a:cubicBezTo>
                    <a:pt x="162" y="181"/>
                    <a:pt x="163" y="177"/>
                    <a:pt x="169" y="155"/>
                  </a:cubicBezTo>
                  <a:cubicBezTo>
                    <a:pt x="174" y="134"/>
                    <a:pt x="175" y="129"/>
                    <a:pt x="180" y="110"/>
                  </a:cubicBezTo>
                  <a:lnTo>
                    <a:pt x="198" y="40"/>
                  </a:lnTo>
                  <a:cubicBezTo>
                    <a:pt x="201" y="26"/>
                    <a:pt x="201" y="25"/>
                    <a:pt x="201" y="23"/>
                  </a:cubicBezTo>
                  <a:cubicBezTo>
                    <a:pt x="201" y="15"/>
                    <a:pt x="195" y="10"/>
                    <a:pt x="187" y="10"/>
                  </a:cubicBezTo>
                  <a:cubicBezTo>
                    <a:pt x="175" y="10"/>
                    <a:pt x="167" y="21"/>
                    <a:pt x="166" y="32"/>
                  </a:cubicBezTo>
                  <a:close/>
                  <a:moveTo>
                    <a:pt x="134" y="161"/>
                  </a:moveTo>
                  <a:cubicBezTo>
                    <a:pt x="131" y="170"/>
                    <a:pt x="131" y="171"/>
                    <a:pt x="124" y="179"/>
                  </a:cubicBezTo>
                  <a:cubicBezTo>
                    <a:pt x="102" y="207"/>
                    <a:pt x="81" y="215"/>
                    <a:pt x="67" y="215"/>
                  </a:cubicBezTo>
                  <a:cubicBezTo>
                    <a:pt x="42" y="215"/>
                    <a:pt x="35" y="187"/>
                    <a:pt x="35" y="168"/>
                  </a:cubicBezTo>
                  <a:cubicBezTo>
                    <a:pt x="35" y="143"/>
                    <a:pt x="51" y="81"/>
                    <a:pt x="63" y="59"/>
                  </a:cubicBezTo>
                  <a:cubicBezTo>
                    <a:pt x="78" y="29"/>
                    <a:pt x="101" y="11"/>
                    <a:pt x="121" y="11"/>
                  </a:cubicBezTo>
                  <a:cubicBezTo>
                    <a:pt x="153" y="11"/>
                    <a:pt x="160" y="52"/>
                    <a:pt x="160" y="55"/>
                  </a:cubicBezTo>
                  <a:cubicBezTo>
                    <a:pt x="160" y="58"/>
                    <a:pt x="159" y="61"/>
                    <a:pt x="159" y="63"/>
                  </a:cubicBezTo>
                  <a:lnTo>
                    <a:pt x="134" y="161"/>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365"/>
            <p:cNvSpPr>
              <a:spLocks/>
            </p:cNvSpPr>
            <p:nvPr>
              <p:custDataLst>
                <p:tags r:id="rId49"/>
              </p:custDataLst>
            </p:nvPr>
          </p:nvSpPr>
          <p:spPr bwMode="auto">
            <a:xfrm>
              <a:off x="8428037" y="3671888"/>
              <a:ext cx="49213" cy="209550"/>
            </a:xfrm>
            <a:custGeom>
              <a:avLst/>
              <a:gdLst>
                <a:gd name="T0" fmla="*/ 107 w 107"/>
                <a:gd name="T1" fmla="*/ 5 h 352"/>
                <a:gd name="T2" fmla="*/ 100 w 107"/>
                <a:gd name="T3" fmla="*/ 0 h 352"/>
                <a:gd name="T4" fmla="*/ 40 w 107"/>
                <a:gd name="T5" fmla="*/ 5 h 352"/>
                <a:gd name="T6" fmla="*/ 30 w 107"/>
                <a:gd name="T7" fmla="*/ 15 h 352"/>
                <a:gd name="T8" fmla="*/ 43 w 107"/>
                <a:gd name="T9" fmla="*/ 21 h 352"/>
                <a:gd name="T10" fmla="*/ 67 w 107"/>
                <a:gd name="T11" fmla="*/ 29 h 352"/>
                <a:gd name="T12" fmla="*/ 66 w 107"/>
                <a:gd name="T13" fmla="*/ 39 h 352"/>
                <a:gd name="T14" fmla="*/ 3 w 107"/>
                <a:gd name="T15" fmla="*/ 289 h 352"/>
                <a:gd name="T16" fmla="*/ 0 w 107"/>
                <a:gd name="T17" fmla="*/ 306 h 352"/>
                <a:gd name="T18" fmla="*/ 46 w 107"/>
                <a:gd name="T19" fmla="*/ 352 h 352"/>
                <a:gd name="T20" fmla="*/ 83 w 107"/>
                <a:gd name="T21" fmla="*/ 324 h 352"/>
                <a:gd name="T22" fmla="*/ 98 w 107"/>
                <a:gd name="T23" fmla="*/ 275 h 352"/>
                <a:gd name="T24" fmla="*/ 92 w 107"/>
                <a:gd name="T25" fmla="*/ 270 h 352"/>
                <a:gd name="T26" fmla="*/ 85 w 107"/>
                <a:gd name="T27" fmla="*/ 279 h 352"/>
                <a:gd name="T28" fmla="*/ 47 w 107"/>
                <a:gd name="T29" fmla="*/ 341 h 352"/>
                <a:gd name="T30" fmla="*/ 32 w 107"/>
                <a:gd name="T31" fmla="*/ 318 h 352"/>
                <a:gd name="T32" fmla="*/ 35 w 107"/>
                <a:gd name="T33" fmla="*/ 294 h 352"/>
                <a:gd name="T34" fmla="*/ 107 w 107"/>
                <a:gd name="T35" fmla="*/ 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352">
                  <a:moveTo>
                    <a:pt x="107" y="5"/>
                  </a:moveTo>
                  <a:cubicBezTo>
                    <a:pt x="107" y="5"/>
                    <a:pt x="107" y="0"/>
                    <a:pt x="100" y="0"/>
                  </a:cubicBezTo>
                  <a:cubicBezTo>
                    <a:pt x="89" y="0"/>
                    <a:pt x="53" y="4"/>
                    <a:pt x="40" y="5"/>
                  </a:cubicBezTo>
                  <a:cubicBezTo>
                    <a:pt x="36" y="5"/>
                    <a:pt x="30" y="6"/>
                    <a:pt x="30" y="15"/>
                  </a:cubicBezTo>
                  <a:cubicBezTo>
                    <a:pt x="30" y="21"/>
                    <a:pt x="35" y="21"/>
                    <a:pt x="43" y="21"/>
                  </a:cubicBezTo>
                  <a:cubicBezTo>
                    <a:pt x="67" y="21"/>
                    <a:pt x="67" y="25"/>
                    <a:pt x="67" y="29"/>
                  </a:cubicBezTo>
                  <a:lnTo>
                    <a:pt x="66" y="39"/>
                  </a:lnTo>
                  <a:lnTo>
                    <a:pt x="3" y="289"/>
                  </a:lnTo>
                  <a:cubicBezTo>
                    <a:pt x="1" y="294"/>
                    <a:pt x="0" y="298"/>
                    <a:pt x="0" y="306"/>
                  </a:cubicBezTo>
                  <a:cubicBezTo>
                    <a:pt x="0" y="334"/>
                    <a:pt x="22" y="352"/>
                    <a:pt x="46" y="352"/>
                  </a:cubicBezTo>
                  <a:cubicBezTo>
                    <a:pt x="62" y="352"/>
                    <a:pt x="75" y="342"/>
                    <a:pt x="83" y="324"/>
                  </a:cubicBezTo>
                  <a:cubicBezTo>
                    <a:pt x="92" y="305"/>
                    <a:pt x="98" y="276"/>
                    <a:pt x="98" y="275"/>
                  </a:cubicBezTo>
                  <a:cubicBezTo>
                    <a:pt x="98" y="270"/>
                    <a:pt x="93" y="270"/>
                    <a:pt x="92" y="270"/>
                  </a:cubicBezTo>
                  <a:cubicBezTo>
                    <a:pt x="87" y="270"/>
                    <a:pt x="87" y="272"/>
                    <a:pt x="85" y="279"/>
                  </a:cubicBezTo>
                  <a:cubicBezTo>
                    <a:pt x="77" y="311"/>
                    <a:pt x="67" y="341"/>
                    <a:pt x="47" y="341"/>
                  </a:cubicBezTo>
                  <a:cubicBezTo>
                    <a:pt x="32" y="341"/>
                    <a:pt x="32" y="325"/>
                    <a:pt x="32" y="318"/>
                  </a:cubicBezTo>
                  <a:cubicBezTo>
                    <a:pt x="32" y="306"/>
                    <a:pt x="33" y="303"/>
                    <a:pt x="35" y="294"/>
                  </a:cubicBezTo>
                  <a:lnTo>
                    <a:pt x="107" y="5"/>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366"/>
            <p:cNvSpPr>
              <a:spLocks noEditPoints="1"/>
            </p:cNvSpPr>
            <p:nvPr>
              <p:custDataLst>
                <p:tags r:id="rId50"/>
              </p:custDataLst>
            </p:nvPr>
          </p:nvSpPr>
          <p:spPr bwMode="auto">
            <a:xfrm>
              <a:off x="8501062" y="3746500"/>
              <a:ext cx="87313" cy="134937"/>
            </a:xfrm>
            <a:custGeom>
              <a:avLst/>
              <a:gdLst>
                <a:gd name="T0" fmla="*/ 70 w 191"/>
                <a:gd name="T1" fmla="*/ 105 h 226"/>
                <a:gd name="T2" fmla="*/ 147 w 191"/>
                <a:gd name="T3" fmla="*/ 93 h 226"/>
                <a:gd name="T4" fmla="*/ 184 w 191"/>
                <a:gd name="T5" fmla="*/ 42 h 226"/>
                <a:gd name="T6" fmla="*/ 131 w 191"/>
                <a:gd name="T7" fmla="*/ 0 h 226"/>
                <a:gd name="T8" fmla="*/ 0 w 191"/>
                <a:gd name="T9" fmla="*/ 135 h 226"/>
                <a:gd name="T10" fmla="*/ 78 w 191"/>
                <a:gd name="T11" fmla="*/ 226 h 226"/>
                <a:gd name="T12" fmla="*/ 191 w 191"/>
                <a:gd name="T13" fmla="*/ 167 h 226"/>
                <a:gd name="T14" fmla="*/ 185 w 191"/>
                <a:gd name="T15" fmla="*/ 160 h 226"/>
                <a:gd name="T16" fmla="*/ 179 w 191"/>
                <a:gd name="T17" fmla="*/ 165 h 226"/>
                <a:gd name="T18" fmla="*/ 79 w 191"/>
                <a:gd name="T19" fmla="*/ 215 h 226"/>
                <a:gd name="T20" fmla="*/ 36 w 191"/>
                <a:gd name="T21" fmla="*/ 157 h 226"/>
                <a:gd name="T22" fmla="*/ 44 w 191"/>
                <a:gd name="T23" fmla="*/ 105 h 226"/>
                <a:gd name="T24" fmla="*/ 70 w 191"/>
                <a:gd name="T25" fmla="*/ 105 h 226"/>
                <a:gd name="T26" fmla="*/ 47 w 191"/>
                <a:gd name="T27" fmla="*/ 94 h 226"/>
                <a:gd name="T28" fmla="*/ 131 w 191"/>
                <a:gd name="T29" fmla="*/ 11 h 226"/>
                <a:gd name="T30" fmla="*/ 167 w 191"/>
                <a:gd name="T31" fmla="*/ 42 h 226"/>
                <a:gd name="T32" fmla="*/ 67 w 191"/>
                <a:gd name="T33" fmla="*/ 94 h 226"/>
                <a:gd name="T34" fmla="*/ 47 w 191"/>
                <a:gd name="T35" fmla="*/ 9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226">
                  <a:moveTo>
                    <a:pt x="70" y="105"/>
                  </a:moveTo>
                  <a:cubicBezTo>
                    <a:pt x="85" y="105"/>
                    <a:pt x="122" y="104"/>
                    <a:pt x="147" y="93"/>
                  </a:cubicBezTo>
                  <a:cubicBezTo>
                    <a:pt x="181" y="78"/>
                    <a:pt x="184" y="49"/>
                    <a:pt x="184" y="42"/>
                  </a:cubicBezTo>
                  <a:cubicBezTo>
                    <a:pt x="184" y="20"/>
                    <a:pt x="165" y="0"/>
                    <a:pt x="131" y="0"/>
                  </a:cubicBezTo>
                  <a:cubicBezTo>
                    <a:pt x="75" y="0"/>
                    <a:pt x="0" y="48"/>
                    <a:pt x="0" y="135"/>
                  </a:cubicBezTo>
                  <a:cubicBezTo>
                    <a:pt x="0" y="186"/>
                    <a:pt x="29" y="226"/>
                    <a:pt x="78" y="226"/>
                  </a:cubicBezTo>
                  <a:cubicBezTo>
                    <a:pt x="150" y="226"/>
                    <a:pt x="191" y="173"/>
                    <a:pt x="191" y="167"/>
                  </a:cubicBezTo>
                  <a:cubicBezTo>
                    <a:pt x="191" y="164"/>
                    <a:pt x="188" y="160"/>
                    <a:pt x="185" y="160"/>
                  </a:cubicBezTo>
                  <a:cubicBezTo>
                    <a:pt x="183" y="160"/>
                    <a:pt x="182" y="161"/>
                    <a:pt x="179" y="165"/>
                  </a:cubicBezTo>
                  <a:cubicBezTo>
                    <a:pt x="140" y="215"/>
                    <a:pt x="85" y="215"/>
                    <a:pt x="79" y="215"/>
                  </a:cubicBezTo>
                  <a:cubicBezTo>
                    <a:pt x="40" y="215"/>
                    <a:pt x="36" y="173"/>
                    <a:pt x="36" y="157"/>
                  </a:cubicBezTo>
                  <a:cubicBezTo>
                    <a:pt x="36" y="151"/>
                    <a:pt x="36" y="135"/>
                    <a:pt x="44" y="105"/>
                  </a:cubicBezTo>
                  <a:lnTo>
                    <a:pt x="70" y="105"/>
                  </a:lnTo>
                  <a:close/>
                  <a:moveTo>
                    <a:pt x="47" y="94"/>
                  </a:moveTo>
                  <a:cubicBezTo>
                    <a:pt x="66" y="18"/>
                    <a:pt x="118" y="11"/>
                    <a:pt x="131" y="11"/>
                  </a:cubicBezTo>
                  <a:cubicBezTo>
                    <a:pt x="154" y="11"/>
                    <a:pt x="167" y="25"/>
                    <a:pt x="167" y="42"/>
                  </a:cubicBezTo>
                  <a:cubicBezTo>
                    <a:pt x="167" y="94"/>
                    <a:pt x="88" y="94"/>
                    <a:pt x="67" y="94"/>
                  </a:cubicBezTo>
                  <a:lnTo>
                    <a:pt x="47" y="94"/>
                  </a:ln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367"/>
            <p:cNvSpPr>
              <a:spLocks/>
            </p:cNvSpPr>
            <p:nvPr>
              <p:custDataLst>
                <p:tags r:id="rId51"/>
              </p:custDataLst>
            </p:nvPr>
          </p:nvSpPr>
          <p:spPr bwMode="auto">
            <a:xfrm>
              <a:off x="8604250" y="3746500"/>
              <a:ext cx="88900" cy="134937"/>
            </a:xfrm>
            <a:custGeom>
              <a:avLst/>
              <a:gdLst>
                <a:gd name="T0" fmla="*/ 177 w 194"/>
                <a:gd name="T1" fmla="*/ 31 h 226"/>
                <a:gd name="T2" fmla="*/ 155 w 194"/>
                <a:gd name="T3" fmla="*/ 38 h 226"/>
                <a:gd name="T4" fmla="*/ 146 w 194"/>
                <a:gd name="T5" fmla="*/ 57 h 226"/>
                <a:gd name="T6" fmla="*/ 165 w 194"/>
                <a:gd name="T7" fmla="*/ 74 h 226"/>
                <a:gd name="T8" fmla="*/ 193 w 194"/>
                <a:gd name="T9" fmla="*/ 43 h 226"/>
                <a:gd name="T10" fmla="*/ 134 w 194"/>
                <a:gd name="T11" fmla="*/ 0 h 226"/>
                <a:gd name="T12" fmla="*/ 0 w 194"/>
                <a:gd name="T13" fmla="*/ 141 h 226"/>
                <a:gd name="T14" fmla="*/ 81 w 194"/>
                <a:gd name="T15" fmla="*/ 226 h 226"/>
                <a:gd name="T16" fmla="*/ 194 w 194"/>
                <a:gd name="T17" fmla="*/ 167 h 226"/>
                <a:gd name="T18" fmla="*/ 188 w 194"/>
                <a:gd name="T19" fmla="*/ 160 h 226"/>
                <a:gd name="T20" fmla="*/ 182 w 194"/>
                <a:gd name="T21" fmla="*/ 165 h 226"/>
                <a:gd name="T22" fmla="*/ 82 w 194"/>
                <a:gd name="T23" fmla="*/ 215 h 226"/>
                <a:gd name="T24" fmla="*/ 37 w 194"/>
                <a:gd name="T25" fmla="*/ 160 h 226"/>
                <a:gd name="T26" fmla="*/ 64 w 194"/>
                <a:gd name="T27" fmla="*/ 61 h 226"/>
                <a:gd name="T28" fmla="*/ 134 w 194"/>
                <a:gd name="T29" fmla="*/ 11 h 226"/>
                <a:gd name="T30" fmla="*/ 177 w 194"/>
                <a:gd name="T31" fmla="*/ 3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226">
                  <a:moveTo>
                    <a:pt x="177" y="31"/>
                  </a:moveTo>
                  <a:cubicBezTo>
                    <a:pt x="169" y="31"/>
                    <a:pt x="162" y="31"/>
                    <a:pt x="155" y="38"/>
                  </a:cubicBezTo>
                  <a:cubicBezTo>
                    <a:pt x="147" y="45"/>
                    <a:pt x="146" y="54"/>
                    <a:pt x="146" y="57"/>
                  </a:cubicBezTo>
                  <a:cubicBezTo>
                    <a:pt x="146" y="69"/>
                    <a:pt x="155" y="74"/>
                    <a:pt x="165" y="74"/>
                  </a:cubicBezTo>
                  <a:cubicBezTo>
                    <a:pt x="179" y="74"/>
                    <a:pt x="193" y="62"/>
                    <a:pt x="193" y="43"/>
                  </a:cubicBezTo>
                  <a:cubicBezTo>
                    <a:pt x="193" y="18"/>
                    <a:pt x="169" y="0"/>
                    <a:pt x="134" y="0"/>
                  </a:cubicBezTo>
                  <a:cubicBezTo>
                    <a:pt x="67" y="0"/>
                    <a:pt x="0" y="71"/>
                    <a:pt x="0" y="141"/>
                  </a:cubicBezTo>
                  <a:cubicBezTo>
                    <a:pt x="0" y="186"/>
                    <a:pt x="29" y="226"/>
                    <a:pt x="81" y="226"/>
                  </a:cubicBezTo>
                  <a:cubicBezTo>
                    <a:pt x="152" y="226"/>
                    <a:pt x="194" y="173"/>
                    <a:pt x="194" y="167"/>
                  </a:cubicBezTo>
                  <a:cubicBezTo>
                    <a:pt x="194" y="164"/>
                    <a:pt x="191" y="160"/>
                    <a:pt x="188" y="160"/>
                  </a:cubicBezTo>
                  <a:cubicBezTo>
                    <a:pt x="186" y="160"/>
                    <a:pt x="185" y="161"/>
                    <a:pt x="182" y="165"/>
                  </a:cubicBezTo>
                  <a:cubicBezTo>
                    <a:pt x="142" y="215"/>
                    <a:pt x="88" y="215"/>
                    <a:pt x="82" y="215"/>
                  </a:cubicBezTo>
                  <a:cubicBezTo>
                    <a:pt x="51" y="215"/>
                    <a:pt x="37" y="190"/>
                    <a:pt x="37" y="160"/>
                  </a:cubicBezTo>
                  <a:cubicBezTo>
                    <a:pt x="37" y="140"/>
                    <a:pt x="47" y="91"/>
                    <a:pt x="64" y="61"/>
                  </a:cubicBezTo>
                  <a:cubicBezTo>
                    <a:pt x="80" y="32"/>
                    <a:pt x="107" y="11"/>
                    <a:pt x="134" y="11"/>
                  </a:cubicBezTo>
                  <a:cubicBezTo>
                    <a:pt x="151" y="11"/>
                    <a:pt x="170" y="17"/>
                    <a:pt x="177" y="31"/>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368"/>
            <p:cNvSpPr>
              <a:spLocks/>
            </p:cNvSpPr>
            <p:nvPr>
              <p:custDataLst>
                <p:tags r:id="rId52"/>
              </p:custDataLst>
            </p:nvPr>
          </p:nvSpPr>
          <p:spPr bwMode="auto">
            <a:xfrm>
              <a:off x="8707437" y="3656013"/>
              <a:ext cx="50800" cy="296862"/>
            </a:xfrm>
            <a:custGeom>
              <a:avLst/>
              <a:gdLst>
                <a:gd name="T0" fmla="*/ 115 w 115"/>
                <a:gd name="T1" fmla="*/ 249 h 499"/>
                <a:gd name="T2" fmla="*/ 82 w 115"/>
                <a:gd name="T3" fmla="*/ 94 h 499"/>
                <a:gd name="T4" fmla="*/ 5 w 115"/>
                <a:gd name="T5" fmla="*/ 0 h 499"/>
                <a:gd name="T6" fmla="*/ 0 w 115"/>
                <a:gd name="T7" fmla="*/ 5 h 499"/>
                <a:gd name="T8" fmla="*/ 9 w 115"/>
                <a:gd name="T9" fmla="*/ 16 h 499"/>
                <a:gd name="T10" fmla="*/ 86 w 115"/>
                <a:gd name="T11" fmla="*/ 249 h 499"/>
                <a:gd name="T12" fmla="*/ 6 w 115"/>
                <a:gd name="T13" fmla="*/ 485 h 499"/>
                <a:gd name="T14" fmla="*/ 0 w 115"/>
                <a:gd name="T15" fmla="*/ 494 h 499"/>
                <a:gd name="T16" fmla="*/ 5 w 115"/>
                <a:gd name="T17" fmla="*/ 499 h 499"/>
                <a:gd name="T18" fmla="*/ 84 w 115"/>
                <a:gd name="T19" fmla="*/ 402 h 499"/>
                <a:gd name="T20" fmla="*/ 115 w 115"/>
                <a:gd name="T21"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99">
                  <a:moveTo>
                    <a:pt x="115" y="249"/>
                  </a:moveTo>
                  <a:cubicBezTo>
                    <a:pt x="115" y="211"/>
                    <a:pt x="110" y="150"/>
                    <a:pt x="82" y="94"/>
                  </a:cubicBezTo>
                  <a:cubicBezTo>
                    <a:pt x="52" y="32"/>
                    <a:pt x="10" y="0"/>
                    <a:pt x="5" y="0"/>
                  </a:cubicBezTo>
                  <a:cubicBezTo>
                    <a:pt x="2" y="0"/>
                    <a:pt x="0" y="2"/>
                    <a:pt x="0" y="5"/>
                  </a:cubicBezTo>
                  <a:cubicBezTo>
                    <a:pt x="0" y="6"/>
                    <a:pt x="0" y="7"/>
                    <a:pt x="9" y="16"/>
                  </a:cubicBezTo>
                  <a:cubicBezTo>
                    <a:pt x="58" y="66"/>
                    <a:pt x="86" y="145"/>
                    <a:pt x="86" y="249"/>
                  </a:cubicBezTo>
                  <a:cubicBezTo>
                    <a:pt x="86" y="335"/>
                    <a:pt x="68" y="423"/>
                    <a:pt x="6" y="485"/>
                  </a:cubicBezTo>
                  <a:cubicBezTo>
                    <a:pt x="0" y="491"/>
                    <a:pt x="0" y="492"/>
                    <a:pt x="0" y="494"/>
                  </a:cubicBezTo>
                  <a:cubicBezTo>
                    <a:pt x="0" y="497"/>
                    <a:pt x="2" y="499"/>
                    <a:pt x="5" y="499"/>
                  </a:cubicBezTo>
                  <a:cubicBezTo>
                    <a:pt x="10" y="499"/>
                    <a:pt x="54" y="465"/>
                    <a:pt x="84" y="402"/>
                  </a:cubicBezTo>
                  <a:cubicBezTo>
                    <a:pt x="109" y="347"/>
                    <a:pt x="115" y="291"/>
                    <a:pt x="115" y="249"/>
                  </a:cubicBezTo>
                </a:path>
              </a:pathLst>
            </a:custGeom>
            <a:solidFill>
              <a:srgbClr val="000000"/>
            </a:solidFill>
            <a:ln w="0">
              <a:noFill/>
              <a:prstDash val="solid"/>
              <a:round/>
              <a:headEnd/>
              <a:tailEnd/>
            </a:ln>
            <a:extLst>
              <a:ext uri="{91240B29-F687-4F45-9708-019B960494DF}">
                <a14:hiddenLine xmlns:a14="http://schemas.microsoft.com/office/drawing/2010/main" w="0">
                  <a:solidFill>
                    <a:srgbClr val="000000"/>
                  </a:solidFill>
                  <a:prstDash val="solid"/>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4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7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p:bldP spid="147462"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8850" name="AutoShape 2"/>
          <p:cNvSpPr>
            <a:spLocks noGrp="1" noChangeArrowheads="1"/>
          </p:cNvSpPr>
          <p:nvPr>
            <p:ph type="title"/>
          </p:nvPr>
        </p:nvSpPr>
        <p:spPr/>
        <p:txBody>
          <a:bodyPr/>
          <a:lstStyle/>
          <a:p>
            <a:r>
              <a:rPr lang="en-US"/>
              <a:t>Deljenje /</a:t>
            </a:r>
          </a:p>
        </p:txBody>
      </p:sp>
      <p:sp>
        <p:nvSpPr>
          <p:cNvPr id="78851" name="Rectangle 3"/>
          <p:cNvSpPr>
            <a:spLocks noGrp="1" noChangeArrowheads="1"/>
          </p:cNvSpPr>
          <p:nvPr>
            <p:ph type="body" idx="1"/>
          </p:nvPr>
        </p:nvSpPr>
        <p:spPr>
          <a:xfrm>
            <a:off x="838200" y="2362200"/>
            <a:ext cx="7693025" cy="4114800"/>
          </a:xfrm>
        </p:spPr>
        <p:txBody>
          <a:bodyPr/>
          <a:lstStyle/>
          <a:p>
            <a:pPr>
              <a:lnSpc>
                <a:spcPct val="80000"/>
              </a:lnSpc>
            </a:pPr>
            <a:r>
              <a:rPr lang="en-US" sz="2400" err="1"/>
              <a:t>Imejmo</a:t>
            </a:r>
            <a:r>
              <a:rPr lang="en-US" sz="2400"/>
              <a:t> </a:t>
            </a:r>
            <a:r>
              <a:rPr lang="en-US" sz="2400" err="1"/>
              <a:t>relaciji</a:t>
            </a:r>
            <a:r>
              <a:rPr lang="en-US" sz="2400"/>
              <a:t> A z </a:t>
            </a:r>
            <a:r>
              <a:rPr lang="en-US" sz="2400" err="1"/>
              <a:t>atributi</a:t>
            </a:r>
            <a:r>
              <a:rPr lang="en-US" sz="2400"/>
              <a:t> XY in B z </a:t>
            </a:r>
            <a:r>
              <a:rPr lang="en-US" sz="2400" err="1"/>
              <a:t>atributi</a:t>
            </a:r>
            <a:r>
              <a:rPr lang="en-US" sz="2400"/>
              <a:t> Y</a:t>
            </a:r>
            <a:r>
              <a:rPr lang="sl-SI" sz="2400"/>
              <a:t> </a:t>
            </a:r>
            <a:r>
              <a:rPr lang="en-US" sz="2400"/>
              <a:t>(X in Y </a:t>
            </a:r>
            <a:r>
              <a:rPr lang="en-US" sz="2400" err="1"/>
              <a:t>sta</a:t>
            </a:r>
            <a:r>
              <a:rPr lang="en-US" sz="2400"/>
              <a:t> </a:t>
            </a:r>
            <a:r>
              <a:rPr lang="en-US" sz="2400" err="1"/>
              <a:t>mno</a:t>
            </a:r>
            <a:r>
              <a:rPr lang="sl-SI" sz="2400"/>
              <a:t>žici atributov)</a:t>
            </a:r>
            <a:endParaRPr lang="en-US" sz="2400"/>
          </a:p>
          <a:p>
            <a:pPr>
              <a:lnSpc>
                <a:spcPct val="80000"/>
              </a:lnSpc>
            </a:pPr>
            <a:r>
              <a:rPr lang="en-US" sz="2400"/>
              <a:t>A</a:t>
            </a:r>
            <a:r>
              <a:rPr lang="sl-SI" sz="2400"/>
              <a:t> </a:t>
            </a:r>
            <a:r>
              <a:rPr lang="en-US" sz="2400"/>
              <a:t>/</a:t>
            </a:r>
            <a:r>
              <a:rPr lang="sl-SI" sz="2400"/>
              <a:t> </a:t>
            </a:r>
            <a:r>
              <a:rPr lang="en-US" sz="2400"/>
              <a:t>B </a:t>
            </a:r>
            <a:r>
              <a:rPr lang="en-US" sz="2400" err="1"/>
              <a:t>definiramo</a:t>
            </a:r>
            <a:r>
              <a:rPr lang="en-US" sz="2400"/>
              <a:t> </a:t>
            </a:r>
            <a:r>
              <a:rPr lang="en-US" sz="2400" err="1"/>
              <a:t>kot</a:t>
            </a:r>
            <a:r>
              <a:rPr lang="en-US" sz="2400"/>
              <a:t> </a:t>
            </a:r>
            <a:r>
              <a:rPr lang="sl-SI" sz="2400"/>
              <a:t>množico tistih vrednosti X, za katere velja, da za vsako vrednost Y v B obstaja XY v A</a:t>
            </a:r>
          </a:p>
          <a:p>
            <a:pPr>
              <a:lnSpc>
                <a:spcPct val="80000"/>
              </a:lnSpc>
            </a:pPr>
            <a:endParaRPr lang="sl-SI" sz="2400"/>
          </a:p>
          <a:p>
            <a:pPr>
              <a:lnSpc>
                <a:spcPct val="80000"/>
              </a:lnSpc>
            </a:pPr>
            <a:endParaRPr lang="sl-SI" sz="2400"/>
          </a:p>
          <a:p>
            <a:pPr>
              <a:lnSpc>
                <a:spcPct val="80000"/>
              </a:lnSpc>
            </a:pPr>
            <a:endParaRPr lang="sl-SI" sz="2400"/>
          </a:p>
          <a:p>
            <a:pPr>
              <a:lnSpc>
                <a:spcPct val="80000"/>
              </a:lnSpc>
            </a:pPr>
            <a:r>
              <a:rPr lang="sl-SI" sz="2400"/>
              <a:t>Deljenje ni prav pogosta operacija in nima ekvivalenta v SQL</a:t>
            </a:r>
          </a:p>
          <a:p>
            <a:pPr>
              <a:lnSpc>
                <a:spcPct val="80000"/>
              </a:lnSpc>
              <a:buFont typeface="Wingdings" pitchFamily="2" charset="2"/>
              <a:buNone/>
            </a:pPr>
            <a:r>
              <a:rPr lang="sl-SI" sz="2400"/>
              <a:t> </a:t>
            </a:r>
            <a:endParaRPr lang="en-US" sz="2400"/>
          </a:p>
        </p:txBody>
      </p:sp>
      <p:graphicFrame>
        <p:nvGraphicFramePr>
          <p:cNvPr id="78852" name="Object 4"/>
          <p:cNvGraphicFramePr>
            <a:graphicFrameLocks noGrp="1" noChangeAspect="1"/>
          </p:cNvGraphicFramePr>
          <p:nvPr>
            <p:ph sz="half" idx="4294967295"/>
          </p:nvPr>
        </p:nvGraphicFramePr>
        <p:xfrm>
          <a:off x="1143000" y="4114800"/>
          <a:ext cx="7315200" cy="739775"/>
        </p:xfrm>
        <a:graphic>
          <a:graphicData uri="http://schemas.openxmlformats.org/presentationml/2006/ole">
            <mc:AlternateContent xmlns:mc="http://schemas.openxmlformats.org/markup-compatibility/2006">
              <mc:Choice xmlns:v="urn:schemas-microsoft-com:vml" Requires="v">
                <p:oleObj name="Equation" r:id="rId2" imgW="2260600" imgH="228600" progId="">
                  <p:embed/>
                </p:oleObj>
              </mc:Choice>
              <mc:Fallback>
                <p:oleObj name="Equation" r:id="rId2" imgW="2260600" imgH="228600" progId="">
                  <p:embed/>
                  <p:pic>
                    <p:nvPicPr>
                      <p:cNvPr id="78852"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114800"/>
                        <a:ext cx="7315200" cy="73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49506" name="AutoShape 2"/>
          <p:cNvSpPr>
            <a:spLocks noGrp="1" noChangeArrowheads="1"/>
          </p:cNvSpPr>
          <p:nvPr>
            <p:ph type="title"/>
          </p:nvPr>
        </p:nvSpPr>
        <p:spPr/>
        <p:txBody>
          <a:bodyPr/>
          <a:lstStyle/>
          <a:p>
            <a:r>
              <a:rPr lang="sl-SI"/>
              <a:t>Skupinski operatorji v SQL</a:t>
            </a:r>
            <a:endParaRPr lang="en-US"/>
          </a:p>
        </p:txBody>
      </p:sp>
      <p:sp>
        <p:nvSpPr>
          <p:cNvPr id="149507" name="Rectangle 3"/>
          <p:cNvSpPr>
            <a:spLocks noGrp="1" noChangeArrowheads="1"/>
          </p:cNvSpPr>
          <p:nvPr>
            <p:ph type="body" idx="1"/>
          </p:nvPr>
        </p:nvSpPr>
        <p:spPr/>
        <p:txBody>
          <a:bodyPr/>
          <a:lstStyle/>
          <a:p>
            <a:r>
              <a:rPr lang="sl-SI"/>
              <a:t>Običajni operatorji delujejo nad </a:t>
            </a:r>
            <a:r>
              <a:rPr lang="sl-SI">
                <a:solidFill>
                  <a:srgbClr val="FF0066"/>
                </a:solidFill>
              </a:rPr>
              <a:t>posameznimi vrsticami kartezičnega produkta</a:t>
            </a:r>
          </a:p>
          <a:p>
            <a:r>
              <a:rPr lang="sl-SI"/>
              <a:t>Skupinski operatorji in funkcije delujejo nad skupinami (množicami), torej nad </a:t>
            </a:r>
            <a:r>
              <a:rPr lang="sl-SI">
                <a:solidFill>
                  <a:srgbClr val="FF0066"/>
                </a:solidFill>
              </a:rPr>
              <a:t>več vrsticami istočasno</a:t>
            </a:r>
          </a:p>
          <a:p>
            <a:r>
              <a:rPr lang="sl-SI"/>
              <a:t>Rezultat (izračunana vrednost) skupinskega operatorja postane </a:t>
            </a:r>
            <a:r>
              <a:rPr lang="sl-SI">
                <a:solidFill>
                  <a:srgbClr val="FF0066"/>
                </a:solidFill>
              </a:rPr>
              <a:t>skupinski atribut</a:t>
            </a:r>
            <a:r>
              <a:rPr lang="sl-SI"/>
              <a:t>, ki ga </a:t>
            </a:r>
            <a:r>
              <a:rPr lang="sl-SI">
                <a:solidFill>
                  <a:srgbClr val="FF0066"/>
                </a:solidFill>
              </a:rPr>
              <a:t>ne smemo mešati</a:t>
            </a:r>
            <a:r>
              <a:rPr lang="sl-SI"/>
              <a:t> z navadnimi atributi</a:t>
            </a:r>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0530" name="AutoShape 2"/>
          <p:cNvSpPr>
            <a:spLocks noGrp="1" noChangeArrowheads="1"/>
          </p:cNvSpPr>
          <p:nvPr>
            <p:ph type="title"/>
          </p:nvPr>
        </p:nvSpPr>
        <p:spPr/>
        <p:txBody>
          <a:bodyPr/>
          <a:lstStyle/>
          <a:p>
            <a:r>
              <a:rPr lang="sl-SI"/>
              <a:t>Skupinski operatorji</a:t>
            </a:r>
            <a:endParaRPr lang="en-US"/>
          </a:p>
        </p:txBody>
      </p:sp>
      <p:sp>
        <p:nvSpPr>
          <p:cNvPr id="150531" name="Rectangle 3"/>
          <p:cNvSpPr>
            <a:spLocks noGrp="1" noChangeArrowheads="1"/>
          </p:cNvSpPr>
          <p:nvPr>
            <p:ph type="body" idx="1"/>
          </p:nvPr>
        </p:nvSpPr>
        <p:spPr>
          <a:xfrm>
            <a:off x="838200" y="2362201"/>
            <a:ext cx="7924800" cy="1295400"/>
          </a:xfrm>
        </p:spPr>
        <p:txBody>
          <a:bodyPr/>
          <a:lstStyle/>
          <a:p>
            <a:r>
              <a:rPr lang="sl-SI"/>
              <a:t>Sintaksa: </a:t>
            </a:r>
            <a:br>
              <a:rPr lang="en-US"/>
            </a:br>
            <a:r>
              <a:rPr lang="sl-SI" b="1">
                <a:latin typeface="Courier New" pitchFamily="49" charset="0"/>
              </a:rPr>
              <a:t>OPERATOR (</a:t>
            </a:r>
            <a:r>
              <a:rPr lang="en-US" b="1">
                <a:latin typeface="Courier New" pitchFamily="49" charset="0"/>
              </a:rPr>
              <a:t>[DISTINCT] </a:t>
            </a:r>
            <a:r>
              <a:rPr lang="en-US" b="1" err="1">
                <a:latin typeface="Courier New" pitchFamily="49" charset="0"/>
              </a:rPr>
              <a:t>ime_atributa</a:t>
            </a:r>
            <a:r>
              <a:rPr lang="en-US" b="1">
                <a:latin typeface="Courier New" pitchFamily="49" charset="0"/>
              </a:rPr>
              <a:t>)</a:t>
            </a:r>
          </a:p>
          <a:p>
            <a:endParaRPr lang="sl-SI" b="1">
              <a:latin typeface="Courier New" pitchFamily="49" charset="0"/>
            </a:endParaRPr>
          </a:p>
          <a:p>
            <a:r>
              <a:rPr lang="sl-SI"/>
              <a:t>COUNT</a:t>
            </a:r>
            <a:r>
              <a:rPr lang="en-US"/>
              <a:t>():  pre</a:t>
            </a:r>
            <a:r>
              <a:rPr lang="sl-SI"/>
              <a:t>šteje [različne] vrstice</a:t>
            </a:r>
          </a:p>
          <a:p>
            <a:r>
              <a:rPr lang="sl-SI"/>
              <a:t>SUM</a:t>
            </a:r>
            <a:r>
              <a:rPr lang="en-US"/>
              <a:t>(): </a:t>
            </a:r>
            <a:r>
              <a:rPr lang="sl-SI"/>
              <a:t>sešteje [različne] vrednosti</a:t>
            </a:r>
          </a:p>
          <a:p>
            <a:r>
              <a:rPr lang="sl-SI"/>
              <a:t>AVG </a:t>
            </a:r>
            <a:r>
              <a:rPr lang="en-US"/>
              <a:t>():</a:t>
            </a:r>
            <a:r>
              <a:rPr lang="sl-SI"/>
              <a:t> povprečje [različnih]</a:t>
            </a:r>
          </a:p>
          <a:p>
            <a:r>
              <a:rPr lang="sl-SI"/>
              <a:t>MIN</a:t>
            </a:r>
            <a:r>
              <a:rPr lang="en-US"/>
              <a:t>():</a:t>
            </a:r>
            <a:r>
              <a:rPr lang="sl-SI"/>
              <a:t> minimum</a:t>
            </a:r>
          </a:p>
          <a:p>
            <a:r>
              <a:rPr lang="sl-SI"/>
              <a:t>MAX</a:t>
            </a:r>
            <a:r>
              <a:rPr lang="en-US"/>
              <a:t>():</a:t>
            </a:r>
            <a:r>
              <a:rPr lang="sl-SI"/>
              <a:t> maksimum</a:t>
            </a:r>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1554" name="AutoShape 2"/>
          <p:cNvSpPr>
            <a:spLocks noGrp="1" noChangeArrowheads="1"/>
          </p:cNvSpPr>
          <p:nvPr>
            <p:ph type="title"/>
          </p:nvPr>
        </p:nvSpPr>
        <p:spPr/>
        <p:txBody>
          <a:bodyPr/>
          <a:lstStyle/>
          <a:p>
            <a:r>
              <a:rPr lang="sl-SI"/>
              <a:t>Štetje (COUNT)</a:t>
            </a:r>
            <a:endParaRPr lang="en-US"/>
          </a:p>
        </p:txBody>
      </p:sp>
      <p:sp>
        <p:nvSpPr>
          <p:cNvPr id="151555" name="Rectangle 3"/>
          <p:cNvSpPr>
            <a:spLocks noGrp="1" noChangeArrowheads="1"/>
          </p:cNvSpPr>
          <p:nvPr>
            <p:ph sz="quarter" idx="2"/>
          </p:nvPr>
        </p:nvSpPr>
        <p:spPr>
          <a:xfrm>
            <a:off x="762000" y="3276600"/>
            <a:ext cx="8229600" cy="2743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b="1">
                <a:latin typeface="Courier New" pitchFamily="49" charset="0"/>
              </a:rPr>
              <a:t>COUNT</a:t>
            </a:r>
            <a:r>
              <a:rPr lang="en-US" sz="1600">
                <a:latin typeface="Courier New" pitchFamily="49" charset="0"/>
              </a:rPr>
              <a:t>(*)  -- pre</a:t>
            </a:r>
            <a:r>
              <a:rPr lang="sl-SI" sz="1600">
                <a:latin typeface="Courier New" pitchFamily="49" charset="0"/>
              </a:rPr>
              <a:t>š</a:t>
            </a:r>
            <a:r>
              <a:rPr lang="en-US" sz="1600" err="1">
                <a:latin typeface="Courier New" pitchFamily="49" charset="0"/>
              </a:rPr>
              <a:t>teje</a:t>
            </a:r>
            <a:r>
              <a:rPr lang="en-US" sz="1600">
                <a:latin typeface="Courier New" pitchFamily="49" charset="0"/>
              </a:rPr>
              <a:t> </a:t>
            </a:r>
            <a:r>
              <a:rPr lang="sl-SI" sz="1600">
                <a:latin typeface="Courier New" pitchFamily="49" charset="0"/>
              </a:rPr>
              <a:t>š</a:t>
            </a:r>
            <a:r>
              <a:rPr lang="en-US" sz="1600" err="1">
                <a:latin typeface="Courier New" pitchFamily="49" charset="0"/>
              </a:rPr>
              <a:t>tevilo</a:t>
            </a:r>
            <a:r>
              <a:rPr lang="en-US" sz="1600">
                <a:latin typeface="Courier New" pitchFamily="49" charset="0"/>
              </a:rPr>
              <a:t> </a:t>
            </a:r>
            <a:r>
              <a:rPr lang="en-US" sz="1600" err="1">
                <a:latin typeface="Courier New" pitchFamily="49" charset="0"/>
              </a:rPr>
              <a:t>vrstic</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 v </a:t>
            </a:r>
            <a:r>
              <a:rPr lang="en-US" sz="1600" err="1">
                <a:latin typeface="Courier New" pitchFamily="49" charset="0"/>
              </a:rPr>
              <a:t>tabeli</a:t>
            </a:r>
            <a:r>
              <a:rPr lang="en-US" sz="1600">
                <a:latin typeface="Courier New" pitchFamily="49" charset="0"/>
              </a:rPr>
              <a:t> </a:t>
            </a:r>
            <a:r>
              <a:rPr lang="en-US" sz="1600" err="1">
                <a:latin typeface="Courier New" pitchFamily="49" charset="0"/>
              </a:rPr>
              <a:t>jadralcev</a:t>
            </a:r>
            <a:endParaRPr lang="en-US" sz="1600">
              <a:latin typeface="Courier New" pitchFamily="49" charset="0"/>
            </a:endParaRPr>
          </a:p>
        </p:txBody>
      </p:sp>
      <p:sp>
        <p:nvSpPr>
          <p:cNvPr id="151556" name="Rectangle 4"/>
          <p:cNvSpPr>
            <a:spLocks noGrp="1" noChangeArrowheads="1"/>
          </p:cNvSpPr>
          <p:nvPr>
            <p:ph type="body" sz="half" idx="3"/>
          </p:nvPr>
        </p:nvSpPr>
        <p:spPr>
          <a:xfrm>
            <a:off x="762000" y="2362200"/>
            <a:ext cx="5181600" cy="533400"/>
          </a:xfrm>
        </p:spPr>
        <p:txBody>
          <a:bodyPr/>
          <a:lstStyle/>
          <a:p>
            <a:r>
              <a:rPr lang="sl-SI" sz="2000"/>
              <a:t>Preštej, koliko je vseh jadralcev!</a:t>
            </a:r>
            <a:endParaRPr lang="en-US" sz="2000"/>
          </a:p>
        </p:txBody>
      </p:sp>
      <p:sp>
        <p:nvSpPr>
          <p:cNvPr id="151558" name="Text Box 6"/>
          <p:cNvSpPr txBox="1">
            <a:spLocks noChangeArrowheads="1"/>
          </p:cNvSpPr>
          <p:nvPr/>
        </p:nvSpPr>
        <p:spPr bwMode="auto">
          <a:xfrm>
            <a:off x="5677694" y="4819650"/>
            <a:ext cx="3124200" cy="1314450"/>
          </a:xfrm>
          <a:prstGeom prst="rect">
            <a:avLst/>
          </a:prstGeom>
          <a:noFill/>
          <a:ln w="9525">
            <a:noFill/>
            <a:miter lim="800000"/>
            <a:headEnd/>
            <a:tailEnd/>
          </a:ln>
          <a:effectLst/>
        </p:spPr>
        <p:txBody>
          <a:bodyPr>
            <a:spAutoFit/>
          </a:bodyPr>
          <a:lstStyle/>
          <a:p>
            <a:pPr algn="l"/>
            <a:r>
              <a:rPr lang="en-US" sz="1600" dirty="0">
                <a:latin typeface="Courier New" pitchFamily="49" charset="0"/>
              </a:rPr>
              <a:t>+----------+</a:t>
            </a:r>
          </a:p>
          <a:p>
            <a:pPr algn="l"/>
            <a:r>
              <a:rPr lang="en-US" sz="1600" dirty="0">
                <a:latin typeface="Courier New" pitchFamily="49" charset="0"/>
              </a:rPr>
              <a:t>| COUNT(*) |</a:t>
            </a:r>
          </a:p>
          <a:p>
            <a:pPr algn="l"/>
            <a:r>
              <a:rPr lang="en-US" sz="1600" dirty="0">
                <a:latin typeface="Courier New" pitchFamily="49" charset="0"/>
              </a:rPr>
              <a:t>+----------+</a:t>
            </a:r>
          </a:p>
          <a:p>
            <a:pPr algn="l"/>
            <a:r>
              <a:rPr lang="en-US" sz="1600" dirty="0">
                <a:latin typeface="Courier New" pitchFamily="49" charset="0"/>
              </a:rPr>
              <a:t>|       10 |</a:t>
            </a:r>
          </a:p>
          <a:p>
            <a:pPr algn="l"/>
            <a:r>
              <a:rPr lang="en-US" sz="1600" dirty="0">
                <a:latin typeface="Courier New" pitchFamily="49" charset="0"/>
              </a:rPr>
              <a:t>+----------+</a:t>
            </a:r>
          </a:p>
        </p:txBody>
      </p:sp>
      <p:sp>
        <p:nvSpPr>
          <p:cNvPr id="151559" name="Text Box 7"/>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5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p:bldP spid="151558" grpId="0"/>
    </p:bld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3602" name="AutoShape 2"/>
          <p:cNvSpPr>
            <a:spLocks noGrp="1" noChangeArrowheads="1"/>
          </p:cNvSpPr>
          <p:nvPr>
            <p:ph type="title"/>
          </p:nvPr>
        </p:nvSpPr>
        <p:spPr/>
        <p:txBody>
          <a:bodyPr/>
          <a:lstStyle/>
          <a:p>
            <a:r>
              <a:rPr lang="sl-SI"/>
              <a:t>Štetje (COUNT)</a:t>
            </a:r>
            <a:endParaRPr lang="en-US"/>
          </a:p>
        </p:txBody>
      </p:sp>
      <p:sp>
        <p:nvSpPr>
          <p:cNvPr id="153603" name="Rectangle 3"/>
          <p:cNvSpPr>
            <a:spLocks noGrp="1" noChangeArrowheads="1"/>
          </p:cNvSpPr>
          <p:nvPr>
            <p:ph sz="quarter" idx="2"/>
          </p:nvPr>
        </p:nvSpPr>
        <p:spPr>
          <a:xfrm>
            <a:off x="762000" y="3276600"/>
            <a:ext cx="8229600" cy="2743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b="1">
                <a:latin typeface="Courier New" pitchFamily="49" charset="0"/>
              </a:rPr>
              <a:t>COUNT</a:t>
            </a:r>
            <a:r>
              <a:rPr lang="en-US" sz="1600">
                <a:latin typeface="Courier New" pitchFamily="49" charset="0"/>
              </a:rPr>
              <a:t>(</a:t>
            </a:r>
            <a:r>
              <a:rPr lang="sl-SI" sz="1600" b="1">
                <a:latin typeface="Courier New" pitchFamily="49" charset="0"/>
              </a:rPr>
              <a:t>DISTINCT</a:t>
            </a:r>
            <a:r>
              <a:rPr lang="sl-SI" sz="1600">
                <a:latin typeface="Courier New" pitchFamily="49" charset="0"/>
              </a:rPr>
              <a:t> ime</a:t>
            </a:r>
            <a:r>
              <a:rPr lang="en-US" sz="1600">
                <a:latin typeface="Courier New" pitchFamily="49" charset="0"/>
              </a:rPr>
              <a:t>)  -- pre</a:t>
            </a:r>
            <a:r>
              <a:rPr lang="sl-SI" sz="1600">
                <a:latin typeface="Courier New" pitchFamily="49" charset="0"/>
              </a:rPr>
              <a:t>š</a:t>
            </a:r>
            <a:r>
              <a:rPr lang="en-US" sz="1600" err="1">
                <a:latin typeface="Courier New" pitchFamily="49" charset="0"/>
              </a:rPr>
              <a:t>teje</a:t>
            </a:r>
            <a:r>
              <a:rPr lang="en-US" sz="1600">
                <a:latin typeface="Courier New" pitchFamily="49" charset="0"/>
              </a:rPr>
              <a:t> </a:t>
            </a:r>
            <a:r>
              <a:rPr lang="sl-SI" sz="1600">
                <a:latin typeface="Courier New" pitchFamily="49" charset="0"/>
              </a:rPr>
              <a:t>različn</a:t>
            </a:r>
            <a:r>
              <a:rPr lang="en-US" sz="1600">
                <a:latin typeface="Courier New" pitchFamily="49" charset="0"/>
              </a:rPr>
              <a:t>e</a:t>
            </a:r>
            <a:r>
              <a:rPr lang="sl-SI" sz="1600">
                <a:latin typeface="Courier New" pitchFamily="49" charset="0"/>
              </a:rPr>
              <a:t> vrednosti</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a:t>
            </a:r>
            <a:r>
              <a:rPr lang="sl-SI" sz="1600">
                <a:latin typeface="Courier New" pitchFamily="49" charset="0"/>
              </a:rPr>
              <a:t>           </a:t>
            </a:r>
            <a:r>
              <a:rPr lang="en-US" sz="1600">
                <a:latin typeface="Courier New" pitchFamily="49" charset="0"/>
              </a:rPr>
              <a:t> -- </a:t>
            </a:r>
            <a:r>
              <a:rPr lang="sl-SI" sz="1600">
                <a:latin typeface="Courier New" pitchFamily="49" charset="0"/>
              </a:rPr>
              <a:t>atributa ime </a:t>
            </a:r>
            <a:r>
              <a:rPr lang="en-US" sz="1600">
                <a:latin typeface="Courier New" pitchFamily="49" charset="0"/>
              </a:rPr>
              <a:t>v </a:t>
            </a:r>
            <a:r>
              <a:rPr lang="en-US" sz="1600" err="1">
                <a:latin typeface="Courier New" pitchFamily="49" charset="0"/>
              </a:rPr>
              <a:t>tabeli</a:t>
            </a:r>
            <a:r>
              <a:rPr lang="en-US" sz="1600">
                <a:latin typeface="Courier New" pitchFamily="49" charset="0"/>
              </a:rPr>
              <a:t> </a:t>
            </a:r>
            <a:r>
              <a:rPr lang="en-US" sz="1600" err="1">
                <a:latin typeface="Courier New" pitchFamily="49" charset="0"/>
              </a:rPr>
              <a:t>jadralcev</a:t>
            </a:r>
            <a:endParaRPr lang="en-US" sz="1600">
              <a:latin typeface="Courier New" pitchFamily="49" charset="0"/>
            </a:endParaRPr>
          </a:p>
        </p:txBody>
      </p:sp>
      <p:sp>
        <p:nvSpPr>
          <p:cNvPr id="153604" name="Rectangle 4"/>
          <p:cNvSpPr>
            <a:spLocks noGrp="1" noChangeArrowheads="1"/>
          </p:cNvSpPr>
          <p:nvPr>
            <p:ph type="body" sz="half" idx="3"/>
          </p:nvPr>
        </p:nvSpPr>
        <p:spPr>
          <a:xfrm>
            <a:off x="762000" y="2362200"/>
            <a:ext cx="5867400" cy="609600"/>
          </a:xfrm>
        </p:spPr>
        <p:txBody>
          <a:bodyPr/>
          <a:lstStyle/>
          <a:p>
            <a:r>
              <a:rPr lang="sl-SI" sz="2000"/>
              <a:t>Preštej, koliko je jadralcev z različnimi imeni!</a:t>
            </a:r>
            <a:endParaRPr lang="en-US" sz="2000"/>
          </a:p>
        </p:txBody>
      </p:sp>
      <p:sp>
        <p:nvSpPr>
          <p:cNvPr id="153605" name="Text Box 5"/>
          <p:cNvSpPr txBox="1">
            <a:spLocks noChangeArrowheads="1"/>
          </p:cNvSpPr>
          <p:nvPr/>
        </p:nvSpPr>
        <p:spPr bwMode="auto">
          <a:xfrm>
            <a:off x="5394960" y="4772561"/>
            <a:ext cx="3124200" cy="1323439"/>
          </a:xfrm>
          <a:prstGeom prst="rect">
            <a:avLst/>
          </a:prstGeom>
          <a:noFill/>
          <a:ln w="9525">
            <a:noFill/>
            <a:miter lim="800000"/>
            <a:headEnd/>
            <a:tailEnd/>
          </a:ln>
          <a:effectLst/>
        </p:spPr>
        <p:txBody>
          <a:bodyPr>
            <a:spAutoFit/>
          </a:bodyPr>
          <a:lstStyle/>
          <a:p>
            <a:pPr algn="l"/>
            <a:r>
              <a:rPr lang="en-US" sz="1600" dirty="0">
                <a:latin typeface="Courier New" pitchFamily="49" charset="0"/>
              </a:rPr>
              <a:t>+---------------------+</a:t>
            </a:r>
          </a:p>
          <a:p>
            <a:pPr algn="l"/>
            <a:r>
              <a:rPr lang="en-US" sz="1600" dirty="0">
                <a:latin typeface="Courier New" pitchFamily="49" charset="0"/>
              </a:rPr>
              <a:t>| COUNT(DISTINCT </a:t>
            </a:r>
            <a:r>
              <a:rPr lang="en-US" sz="1600" dirty="0" err="1">
                <a:latin typeface="Courier New" pitchFamily="49" charset="0"/>
              </a:rPr>
              <a:t>ime</a:t>
            </a:r>
            <a:r>
              <a:rPr lang="en-US" sz="1600" dirty="0">
                <a:latin typeface="Courier New" pitchFamily="49" charset="0"/>
              </a:rPr>
              <a:t>) |</a:t>
            </a:r>
          </a:p>
          <a:p>
            <a:pPr algn="l"/>
            <a:r>
              <a:rPr lang="en-US" sz="1600" dirty="0">
                <a:latin typeface="Courier New" pitchFamily="49" charset="0"/>
              </a:rPr>
              <a:t>+---------------------+</a:t>
            </a:r>
          </a:p>
          <a:p>
            <a:pPr algn="l"/>
            <a:r>
              <a:rPr lang="en-US" sz="1600" dirty="0">
                <a:latin typeface="Courier New" pitchFamily="49" charset="0"/>
              </a:rPr>
              <a:t>|       </a:t>
            </a:r>
            <a:r>
              <a:rPr lang="sl-SI" sz="1600" dirty="0">
                <a:latin typeface="Courier New" pitchFamily="49" charset="0"/>
              </a:rPr>
              <a:t> </a:t>
            </a:r>
            <a:r>
              <a:rPr lang="en-US" sz="1600" dirty="0">
                <a:latin typeface="Courier New" pitchFamily="49" charset="0"/>
              </a:rPr>
              <a:t>           </a:t>
            </a:r>
            <a:r>
              <a:rPr lang="sl-SI" sz="1600" dirty="0">
                <a:latin typeface="Courier New" pitchFamily="49" charset="0"/>
              </a:rPr>
              <a:t>9</a:t>
            </a:r>
            <a:r>
              <a:rPr lang="en-US" sz="1600" dirty="0">
                <a:latin typeface="Courier New" pitchFamily="49" charset="0"/>
              </a:rPr>
              <a:t> |</a:t>
            </a:r>
          </a:p>
          <a:p>
            <a:pPr algn="l"/>
            <a:r>
              <a:rPr lang="en-US" sz="1600" dirty="0">
                <a:latin typeface="Courier New" pitchFamily="49" charset="0"/>
              </a:rPr>
              <a:t>+---------------------+</a:t>
            </a:r>
          </a:p>
        </p:txBody>
      </p:sp>
      <p:sp>
        <p:nvSpPr>
          <p:cNvPr id="153606"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53607" name="Rectangle 7"/>
          <p:cNvSpPr>
            <a:spLocks noChangeArrowheads="1"/>
          </p:cNvSpPr>
          <p:nvPr/>
        </p:nvSpPr>
        <p:spPr bwMode="auto">
          <a:xfrm>
            <a:off x="838200" y="5029200"/>
            <a:ext cx="4343400" cy="16002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r>
              <a:rPr lang="en-US" sz="2000"/>
              <a:t>T</a:t>
            </a:r>
            <a:r>
              <a:rPr lang="sl-SI" sz="2000"/>
              <a:t>ipična uporaba operatorja COUNT:</a:t>
            </a:r>
          </a:p>
          <a:p>
            <a:pPr marL="342900" indent="-342900" algn="l">
              <a:spcBef>
                <a:spcPct val="20000"/>
              </a:spcBef>
              <a:buClr>
                <a:schemeClr val="tx1"/>
              </a:buClr>
              <a:buSzPct val="75000"/>
              <a:buFont typeface="Wingdings" pitchFamily="2" charset="2"/>
              <a:buChar char="l"/>
            </a:pPr>
            <a:r>
              <a:rPr lang="sl-SI" sz="2000"/>
              <a:t>COUNT(</a:t>
            </a:r>
            <a:r>
              <a:rPr lang="en-US" sz="2000"/>
              <a:t>*)</a:t>
            </a:r>
          </a:p>
          <a:p>
            <a:pPr marL="342900" indent="-342900" algn="l">
              <a:spcBef>
                <a:spcPct val="20000"/>
              </a:spcBef>
              <a:buClr>
                <a:schemeClr val="tx1"/>
              </a:buClr>
              <a:buSzPct val="75000"/>
              <a:buFont typeface="Wingdings" pitchFamily="2" charset="2"/>
              <a:buChar char="l"/>
            </a:pPr>
            <a:r>
              <a:rPr lang="en-US" sz="2000"/>
              <a:t>COUNT(DISTINCT ime_atributa)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p:bldP spid="153605" grpId="0"/>
    </p:bldLst>
  </p:timing>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4626" name="AutoShape 2"/>
          <p:cNvSpPr>
            <a:spLocks noGrp="1" noChangeArrowheads="1"/>
          </p:cNvSpPr>
          <p:nvPr>
            <p:ph type="title"/>
          </p:nvPr>
        </p:nvSpPr>
        <p:spPr/>
        <p:txBody>
          <a:bodyPr/>
          <a:lstStyle/>
          <a:p>
            <a:r>
              <a:rPr lang="sl-SI"/>
              <a:t>Povprečje (AVG)</a:t>
            </a:r>
            <a:endParaRPr lang="en-US"/>
          </a:p>
        </p:txBody>
      </p:sp>
      <p:sp>
        <p:nvSpPr>
          <p:cNvPr id="154627" name="Rectangle 3"/>
          <p:cNvSpPr>
            <a:spLocks noGrp="1" noChangeArrowheads="1"/>
          </p:cNvSpPr>
          <p:nvPr>
            <p:ph sz="quarter" idx="2"/>
          </p:nvPr>
        </p:nvSpPr>
        <p:spPr>
          <a:xfrm>
            <a:off x="762000" y="3276600"/>
            <a:ext cx="8229600" cy="2743200"/>
          </a:xfrm>
        </p:spPr>
        <p:txBody>
          <a:bodyPr/>
          <a:lstStyle/>
          <a:p>
            <a:pPr>
              <a:buFont typeface="Wingdings" pitchFamily="2" charset="2"/>
              <a:buNone/>
            </a:pPr>
            <a:r>
              <a:rPr lang="sl-SI" sz="1600" b="1">
                <a:latin typeface="Courier New" pitchFamily="49" charset="0"/>
              </a:rPr>
              <a:t>SELECT AVG</a:t>
            </a:r>
            <a:r>
              <a:rPr lang="sl-SI" sz="1600">
                <a:latin typeface="Courier New" pitchFamily="49" charset="0"/>
              </a:rPr>
              <a:t>(starost</a:t>
            </a:r>
            <a:r>
              <a:rPr lang="en-US" sz="1600">
                <a:latin typeface="Courier New" pitchFamily="49" charset="0"/>
              </a:rPr>
              <a:t>)</a:t>
            </a:r>
            <a:r>
              <a:rPr lang="sl-SI" sz="1600">
                <a:latin typeface="Courier New" pitchFamily="49" charset="0"/>
              </a:rPr>
              <a:t>        </a:t>
            </a:r>
            <a:r>
              <a:rPr lang="en-US" sz="1600">
                <a:latin typeface="Courier New" pitchFamily="49" charset="0"/>
              </a:rPr>
              <a:t> -- </a:t>
            </a:r>
            <a:r>
              <a:rPr lang="en-US" sz="1600" err="1">
                <a:latin typeface="Courier New" pitchFamily="49" charset="0"/>
              </a:rPr>
              <a:t>povpreči</a:t>
            </a:r>
            <a:r>
              <a:rPr lang="en-US" sz="1600">
                <a:latin typeface="Courier New" pitchFamily="49" charset="0"/>
              </a:rPr>
              <a:t> </a:t>
            </a:r>
            <a:r>
              <a:rPr lang="sl-SI" sz="1600">
                <a:latin typeface="Courier New" pitchFamily="49" charset="0"/>
              </a:rPr>
              <a:t>vrednosti atributa</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a:t>
            </a:r>
            <a:r>
              <a:rPr lang="sl-SI" sz="1600">
                <a:latin typeface="Courier New" pitchFamily="49" charset="0"/>
              </a:rPr>
              <a:t>           </a:t>
            </a:r>
            <a:r>
              <a:rPr lang="en-US" sz="1600">
                <a:latin typeface="Courier New" pitchFamily="49" charset="0"/>
              </a:rPr>
              <a:t> -- </a:t>
            </a:r>
            <a:r>
              <a:rPr lang="sl-SI" sz="1600">
                <a:latin typeface="Courier New" pitchFamily="49" charset="0"/>
              </a:rPr>
              <a:t>starost </a:t>
            </a:r>
            <a:r>
              <a:rPr lang="en-US" sz="1600">
                <a:latin typeface="Courier New" pitchFamily="49" charset="0"/>
              </a:rPr>
              <a:t>v </a:t>
            </a:r>
            <a:r>
              <a:rPr lang="en-US" sz="1600" err="1">
                <a:latin typeface="Courier New" pitchFamily="49" charset="0"/>
              </a:rPr>
              <a:t>tabeli</a:t>
            </a:r>
            <a:r>
              <a:rPr lang="en-US" sz="1600">
                <a:latin typeface="Courier New" pitchFamily="49" charset="0"/>
              </a:rPr>
              <a:t> </a:t>
            </a:r>
            <a:r>
              <a:rPr lang="en-US" sz="1600" err="1">
                <a:latin typeface="Courier New" pitchFamily="49" charset="0"/>
              </a:rPr>
              <a:t>jadralcev</a:t>
            </a:r>
            <a:endParaRPr lang="en-US" sz="1600">
              <a:latin typeface="Courier New" pitchFamily="49" charset="0"/>
            </a:endParaRPr>
          </a:p>
        </p:txBody>
      </p:sp>
      <p:sp>
        <p:nvSpPr>
          <p:cNvPr id="154628" name="Rectangle 4"/>
          <p:cNvSpPr>
            <a:spLocks noGrp="1" noChangeArrowheads="1"/>
          </p:cNvSpPr>
          <p:nvPr>
            <p:ph type="body" sz="half" idx="3"/>
          </p:nvPr>
        </p:nvSpPr>
        <p:spPr>
          <a:xfrm>
            <a:off x="762000" y="2362200"/>
            <a:ext cx="5867400" cy="457200"/>
          </a:xfrm>
        </p:spPr>
        <p:txBody>
          <a:bodyPr/>
          <a:lstStyle/>
          <a:p>
            <a:r>
              <a:rPr lang="sl-SI" sz="2000"/>
              <a:t>Izračuna</a:t>
            </a:r>
            <a:r>
              <a:rPr lang="en-US" sz="2000"/>
              <a:t>j</a:t>
            </a:r>
            <a:r>
              <a:rPr lang="sl-SI" sz="2000"/>
              <a:t> povprečno starost jadralcev!</a:t>
            </a:r>
            <a:endParaRPr lang="en-US" sz="2000"/>
          </a:p>
        </p:txBody>
      </p:sp>
      <p:sp>
        <p:nvSpPr>
          <p:cNvPr id="154629" name="Text Box 5"/>
          <p:cNvSpPr txBox="1">
            <a:spLocks noChangeArrowheads="1"/>
          </p:cNvSpPr>
          <p:nvPr/>
        </p:nvSpPr>
        <p:spPr bwMode="auto">
          <a:xfrm>
            <a:off x="4724400" y="4648200"/>
            <a:ext cx="3124200" cy="13144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AVG(starost) |</a:t>
            </a:r>
          </a:p>
          <a:p>
            <a:pPr algn="l"/>
            <a:r>
              <a:rPr lang="en-US" sz="1600">
                <a:latin typeface="Courier New" pitchFamily="49" charset="0"/>
              </a:rPr>
              <a:t>+--------------+</a:t>
            </a:r>
          </a:p>
          <a:p>
            <a:pPr algn="l"/>
            <a:r>
              <a:rPr lang="en-US" sz="1600">
                <a:latin typeface="Courier New" pitchFamily="49" charset="0"/>
              </a:rPr>
              <a:t>|         36.9 |</a:t>
            </a:r>
          </a:p>
          <a:p>
            <a:pPr algn="l"/>
            <a:r>
              <a:rPr lang="en-US" sz="1600">
                <a:latin typeface="Courier New" pitchFamily="49" charset="0"/>
              </a:rPr>
              <a:t>+--------------+</a:t>
            </a:r>
          </a:p>
        </p:txBody>
      </p:sp>
      <p:sp>
        <p:nvSpPr>
          <p:cNvPr id="154630"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54631" name="Rectangle 7"/>
          <p:cNvSpPr>
            <a:spLocks noChangeArrowheads="1"/>
          </p:cNvSpPr>
          <p:nvPr/>
        </p:nvSpPr>
        <p:spPr bwMode="auto">
          <a:xfrm>
            <a:off x="838200" y="5029200"/>
            <a:ext cx="4343400" cy="16002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46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4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p:bldP spid="154629" grpId="0"/>
    </p:bldLst>
  </p:timing>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5650" name="AutoShape 2"/>
          <p:cNvSpPr>
            <a:spLocks noGrp="1" noChangeArrowheads="1"/>
          </p:cNvSpPr>
          <p:nvPr>
            <p:ph type="title"/>
          </p:nvPr>
        </p:nvSpPr>
        <p:spPr/>
        <p:txBody>
          <a:bodyPr/>
          <a:lstStyle/>
          <a:p>
            <a:r>
              <a:rPr lang="sl-SI"/>
              <a:t>Povprečje (AVG)</a:t>
            </a:r>
            <a:endParaRPr lang="en-US"/>
          </a:p>
        </p:txBody>
      </p:sp>
      <p:sp>
        <p:nvSpPr>
          <p:cNvPr id="155651" name="Rectangle 3"/>
          <p:cNvSpPr>
            <a:spLocks noGrp="1" noChangeArrowheads="1"/>
          </p:cNvSpPr>
          <p:nvPr>
            <p:ph sz="quarter" idx="2"/>
          </p:nvPr>
        </p:nvSpPr>
        <p:spPr>
          <a:xfrm>
            <a:off x="762000" y="3810000"/>
            <a:ext cx="8229600" cy="2743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b="1">
                <a:latin typeface="Courier New" pitchFamily="49" charset="0"/>
              </a:rPr>
              <a:t>AVG</a:t>
            </a:r>
            <a:r>
              <a:rPr lang="sl-SI" sz="1600">
                <a:latin typeface="Courier New" pitchFamily="49" charset="0"/>
              </a:rPr>
              <a:t>(starost</a:t>
            </a:r>
            <a:r>
              <a:rPr lang="en-US" sz="1600">
                <a:latin typeface="Courier New" pitchFamily="49" charset="0"/>
              </a:rPr>
              <a:t>)</a:t>
            </a:r>
            <a:r>
              <a:rPr lang="sl-SI" sz="1600">
                <a:latin typeface="Courier New" pitchFamily="49" charset="0"/>
              </a:rPr>
              <a:t>        </a:t>
            </a:r>
            <a:r>
              <a:rPr lang="en-US" sz="1600">
                <a:latin typeface="Courier New" pitchFamily="49" charset="0"/>
              </a:rPr>
              <a:t> -- </a:t>
            </a:r>
            <a:r>
              <a:rPr lang="en-US" sz="1600" err="1">
                <a:latin typeface="Courier New" pitchFamily="49" charset="0"/>
              </a:rPr>
              <a:t>povpreči</a:t>
            </a:r>
            <a:r>
              <a:rPr lang="en-US" sz="1600">
                <a:latin typeface="Courier New" pitchFamily="49" charset="0"/>
              </a:rPr>
              <a:t> </a:t>
            </a:r>
            <a:r>
              <a:rPr lang="sl-SI" sz="1600">
                <a:latin typeface="Courier New" pitchFamily="49" charset="0"/>
              </a:rPr>
              <a:t>vrednosti atributa</a:t>
            </a:r>
            <a:endParaRPr lang="en-US" sz="1600">
              <a:latin typeface="Courier New" pitchFamily="49" charset="0"/>
            </a:endParaRPr>
          </a:p>
          <a:p>
            <a:pPr>
              <a:buFont typeface="Wingdings" pitchFamily="2" charset="2"/>
              <a:buNone/>
            </a:pPr>
            <a:r>
              <a:rPr lang="en-US" sz="1600" b="1">
                <a:latin typeface="Courier New" pitchFamily="49" charset="0"/>
              </a:rPr>
              <a:t>FROM </a:t>
            </a:r>
            <a:r>
              <a:rPr lang="en-US" sz="1600" err="1">
                <a:latin typeface="Courier New" pitchFamily="49" charset="0"/>
              </a:rPr>
              <a:t>jadralec</a:t>
            </a:r>
            <a:r>
              <a:rPr lang="sl-SI" sz="1600">
                <a:latin typeface="Courier New" pitchFamily="49" charset="0"/>
              </a:rPr>
              <a:t> </a:t>
            </a:r>
            <a:r>
              <a:rPr lang="en-US" sz="1600">
                <a:latin typeface="Courier New" pitchFamily="49" charset="0"/>
              </a:rPr>
              <a:t>  </a:t>
            </a:r>
            <a:r>
              <a:rPr lang="sl-SI" sz="1600">
                <a:latin typeface="Courier New" pitchFamily="49" charset="0"/>
              </a:rPr>
              <a:t>           </a:t>
            </a:r>
            <a:r>
              <a:rPr lang="en-US" sz="1600">
                <a:latin typeface="Courier New" pitchFamily="49" charset="0"/>
              </a:rPr>
              <a:t> -- </a:t>
            </a:r>
            <a:r>
              <a:rPr lang="sl-SI" sz="1600">
                <a:latin typeface="Courier New" pitchFamily="49" charset="0"/>
              </a:rPr>
              <a:t>starost </a:t>
            </a:r>
            <a:r>
              <a:rPr lang="en-US" sz="1600">
                <a:latin typeface="Courier New" pitchFamily="49" charset="0"/>
              </a:rPr>
              <a:t>v </a:t>
            </a:r>
            <a:r>
              <a:rPr lang="en-US" sz="1600" err="1">
                <a:latin typeface="Courier New" pitchFamily="49" charset="0"/>
              </a:rPr>
              <a:t>tabeli</a:t>
            </a:r>
            <a:r>
              <a:rPr lang="en-US" sz="1600">
                <a:latin typeface="Courier New" pitchFamily="49" charset="0"/>
              </a:rPr>
              <a:t> </a:t>
            </a:r>
            <a:r>
              <a:rPr lang="en-US" sz="1600" err="1">
                <a:latin typeface="Courier New" pitchFamily="49" charset="0"/>
              </a:rPr>
              <a:t>jadralcev</a:t>
            </a:r>
            <a:r>
              <a:rPr lang="sl-SI" sz="1600">
                <a:latin typeface="Courier New" pitchFamily="49" charset="0"/>
              </a:rPr>
              <a:t>,</a:t>
            </a:r>
          </a:p>
          <a:p>
            <a:pPr>
              <a:buFont typeface="Wingdings" pitchFamily="2" charset="2"/>
              <a:buNone/>
            </a:pPr>
            <a:r>
              <a:rPr lang="sl-SI" sz="1600" b="1">
                <a:latin typeface="Courier New" pitchFamily="49" charset="0"/>
              </a:rPr>
              <a:t>WHERE</a:t>
            </a:r>
            <a:r>
              <a:rPr lang="sl-SI" sz="1600">
                <a:latin typeface="Courier New" pitchFamily="49" charset="0"/>
              </a:rPr>
              <a:t> rating </a:t>
            </a:r>
            <a:r>
              <a:rPr lang="en-US" sz="1600">
                <a:latin typeface="Courier New" pitchFamily="49" charset="0"/>
              </a:rPr>
              <a:t>= 10;          -- </a:t>
            </a:r>
            <a:r>
              <a:rPr lang="en-US" sz="1600" err="1">
                <a:latin typeface="Courier New" pitchFamily="49" charset="0"/>
              </a:rPr>
              <a:t>vendar</a:t>
            </a:r>
            <a:r>
              <a:rPr lang="en-US" sz="1600">
                <a:latin typeface="Courier New" pitchFamily="49" charset="0"/>
              </a:rPr>
              <a:t> le </a:t>
            </a:r>
            <a:r>
              <a:rPr lang="en-US" sz="1600" err="1">
                <a:latin typeface="Courier New" pitchFamily="49" charset="0"/>
              </a:rPr>
              <a:t>za</a:t>
            </a:r>
            <a:r>
              <a:rPr lang="en-US" sz="1600">
                <a:latin typeface="Courier New" pitchFamily="49" charset="0"/>
              </a:rPr>
              <a:t> </a:t>
            </a:r>
            <a:r>
              <a:rPr lang="en-US" sz="1600" err="1">
                <a:latin typeface="Courier New" pitchFamily="49" charset="0"/>
              </a:rPr>
              <a:t>tiste</a:t>
            </a:r>
            <a:r>
              <a:rPr lang="en-US" sz="1600">
                <a:latin typeface="Courier New" pitchFamily="49" charset="0"/>
              </a:rPr>
              <a:t> z </a:t>
            </a:r>
            <a:r>
              <a:rPr lang="en-US" sz="1600" err="1">
                <a:latin typeface="Courier New" pitchFamily="49" charset="0"/>
              </a:rPr>
              <a:t>ratingom</a:t>
            </a:r>
            <a:r>
              <a:rPr lang="en-US" sz="1600">
                <a:latin typeface="Courier New" pitchFamily="49" charset="0"/>
              </a:rPr>
              <a:t> 10     </a:t>
            </a:r>
          </a:p>
        </p:txBody>
      </p:sp>
      <p:sp>
        <p:nvSpPr>
          <p:cNvPr id="155652" name="Rectangle 4"/>
          <p:cNvSpPr>
            <a:spLocks noGrp="1" noChangeArrowheads="1"/>
          </p:cNvSpPr>
          <p:nvPr>
            <p:ph type="body" sz="half" idx="3"/>
          </p:nvPr>
        </p:nvSpPr>
        <p:spPr>
          <a:xfrm>
            <a:off x="762000" y="2362200"/>
            <a:ext cx="7010400" cy="762000"/>
          </a:xfrm>
        </p:spPr>
        <p:txBody>
          <a:bodyPr/>
          <a:lstStyle/>
          <a:p>
            <a:r>
              <a:rPr lang="sl-SI" sz="2000"/>
              <a:t>Izračuna</a:t>
            </a:r>
            <a:r>
              <a:rPr lang="en-US" sz="2000"/>
              <a:t>j</a:t>
            </a:r>
            <a:r>
              <a:rPr lang="sl-SI" sz="2000"/>
              <a:t> povprečno starost jadralcev z ratingom 10!</a:t>
            </a:r>
            <a:endParaRPr lang="en-US" sz="2000"/>
          </a:p>
        </p:txBody>
      </p:sp>
      <p:sp>
        <p:nvSpPr>
          <p:cNvPr id="155653" name="Text Box 5"/>
          <p:cNvSpPr txBox="1">
            <a:spLocks noChangeArrowheads="1"/>
          </p:cNvSpPr>
          <p:nvPr/>
        </p:nvSpPr>
        <p:spPr bwMode="auto">
          <a:xfrm>
            <a:off x="4724400" y="5181600"/>
            <a:ext cx="3124200" cy="13144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AVG(starost) |</a:t>
            </a:r>
          </a:p>
          <a:p>
            <a:pPr algn="l"/>
            <a:r>
              <a:rPr lang="en-US" sz="1600">
                <a:latin typeface="Courier New" pitchFamily="49" charset="0"/>
              </a:rPr>
              <a:t>+--------------+</a:t>
            </a:r>
          </a:p>
          <a:p>
            <a:pPr algn="l"/>
            <a:r>
              <a:rPr lang="en-US" sz="1600">
                <a:latin typeface="Courier New" pitchFamily="49" charset="0"/>
              </a:rPr>
              <a:t>|         25.5 |</a:t>
            </a:r>
          </a:p>
          <a:p>
            <a:pPr algn="l"/>
            <a:r>
              <a:rPr lang="en-US" sz="1600">
                <a:latin typeface="Courier New" pitchFamily="49" charset="0"/>
              </a:rPr>
              <a:t>+--------------+</a:t>
            </a:r>
          </a:p>
        </p:txBody>
      </p:sp>
      <p:sp>
        <p:nvSpPr>
          <p:cNvPr id="155654"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55655" name="Rectangle 7"/>
          <p:cNvSpPr>
            <a:spLocks noChangeArrowheads="1"/>
          </p:cNvSpPr>
          <p:nvPr/>
        </p:nvSpPr>
        <p:spPr bwMode="auto">
          <a:xfrm>
            <a:off x="838200" y="5029200"/>
            <a:ext cx="4343400" cy="16002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56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56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p:bldP spid="155653" grpId="0"/>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6674" name="AutoShape 2"/>
          <p:cNvSpPr>
            <a:spLocks noGrp="1" noChangeArrowheads="1"/>
          </p:cNvSpPr>
          <p:nvPr>
            <p:ph type="title"/>
          </p:nvPr>
        </p:nvSpPr>
        <p:spPr>
          <a:xfrm>
            <a:off x="762000" y="762000"/>
            <a:ext cx="8153400" cy="1143000"/>
          </a:xfrm>
        </p:spPr>
        <p:txBody>
          <a:bodyPr/>
          <a:lstStyle/>
          <a:p>
            <a:r>
              <a:rPr lang="en-US"/>
              <a:t>Minimum (MIN) in maksimim (MAX)</a:t>
            </a:r>
          </a:p>
        </p:txBody>
      </p:sp>
      <p:sp>
        <p:nvSpPr>
          <p:cNvPr id="156675" name="Rectangle 3"/>
          <p:cNvSpPr>
            <a:spLocks noGrp="1" noChangeArrowheads="1"/>
          </p:cNvSpPr>
          <p:nvPr>
            <p:ph sz="quarter" idx="2"/>
          </p:nvPr>
        </p:nvSpPr>
        <p:spPr>
          <a:xfrm>
            <a:off x="762000" y="3810000"/>
            <a:ext cx="8229600" cy="2743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b="1">
                <a:latin typeface="Courier New" pitchFamily="49" charset="0"/>
              </a:rPr>
              <a:t>MIN</a:t>
            </a:r>
            <a:r>
              <a:rPr lang="sl-SI" sz="1600">
                <a:latin typeface="Courier New" pitchFamily="49" charset="0"/>
              </a:rPr>
              <a:t>(starost</a:t>
            </a:r>
            <a:r>
              <a:rPr lang="en-US" sz="1600">
                <a:latin typeface="Courier New" pitchFamily="49" charset="0"/>
              </a:rPr>
              <a:t>)</a:t>
            </a:r>
            <a:r>
              <a:rPr lang="sl-SI" sz="1600">
                <a:latin typeface="Courier New" pitchFamily="49" charset="0"/>
              </a:rPr>
              <a:t> </a:t>
            </a: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a:t>
            </a:r>
          </a:p>
          <a:p>
            <a:pPr>
              <a:buFont typeface="Wingdings" pitchFamily="2" charset="2"/>
              <a:buNone/>
            </a:pPr>
            <a:endParaRPr lang="en-US" sz="1600">
              <a:latin typeface="Courier New" pitchFamily="49" charset="0"/>
            </a:endParaRPr>
          </a:p>
          <a:p>
            <a:pPr>
              <a:buFont typeface="Wingdings" pitchFamily="2" charset="2"/>
              <a:buNone/>
            </a:pPr>
            <a:endParaRPr lang="en-US" sz="1600">
              <a:latin typeface="Courier New" pitchFamily="49" charset="0"/>
            </a:endParaRPr>
          </a:p>
          <a:p>
            <a:pPr>
              <a:buFont typeface="Wingdings" pitchFamily="2" charset="2"/>
              <a:buNone/>
            </a:pPr>
            <a:r>
              <a:rPr lang="sl-SI" sz="1600" b="1">
                <a:latin typeface="Courier New" pitchFamily="49" charset="0"/>
              </a:rPr>
              <a:t>SELECT</a:t>
            </a:r>
            <a:r>
              <a:rPr lang="sl-SI" sz="1600">
                <a:latin typeface="Courier New" pitchFamily="49" charset="0"/>
              </a:rPr>
              <a:t> </a:t>
            </a:r>
            <a:r>
              <a:rPr lang="en-US" sz="1600" b="1">
                <a:latin typeface="Courier New" pitchFamily="49" charset="0"/>
              </a:rPr>
              <a:t>MAX</a:t>
            </a:r>
            <a:r>
              <a:rPr lang="sl-SI" sz="1600">
                <a:latin typeface="Courier New" pitchFamily="49" charset="0"/>
              </a:rPr>
              <a:t>(starost</a:t>
            </a:r>
            <a:r>
              <a:rPr lang="en-US" sz="1600">
                <a:latin typeface="Courier New" pitchFamily="49" charset="0"/>
              </a:rPr>
              <a:t>)</a:t>
            </a:r>
            <a:r>
              <a:rPr lang="sl-SI" sz="1600">
                <a:latin typeface="Courier New" pitchFamily="49" charset="0"/>
              </a:rPr>
              <a:t> </a:t>
            </a: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a:t>
            </a:r>
            <a:endParaRPr lang="sl-SI" sz="1600">
              <a:latin typeface="Courier New" pitchFamily="49" charset="0"/>
            </a:endParaRPr>
          </a:p>
          <a:p>
            <a:pPr>
              <a:buFont typeface="Wingdings" pitchFamily="2" charset="2"/>
              <a:buNone/>
            </a:pPr>
            <a:endParaRPr lang="sl-SI" sz="1600">
              <a:latin typeface="Courier New" pitchFamily="49" charset="0"/>
            </a:endParaRPr>
          </a:p>
        </p:txBody>
      </p:sp>
      <p:sp>
        <p:nvSpPr>
          <p:cNvPr id="156676" name="Rectangle 4"/>
          <p:cNvSpPr>
            <a:spLocks noGrp="1" noChangeArrowheads="1"/>
          </p:cNvSpPr>
          <p:nvPr>
            <p:ph type="body" sz="half" idx="3"/>
          </p:nvPr>
        </p:nvSpPr>
        <p:spPr>
          <a:xfrm>
            <a:off x="762000" y="2590800"/>
            <a:ext cx="3581400" cy="1143000"/>
          </a:xfrm>
        </p:spPr>
        <p:txBody>
          <a:bodyPr/>
          <a:lstStyle/>
          <a:p>
            <a:r>
              <a:rPr lang="en-US" sz="2000"/>
              <a:t>Poi</a:t>
            </a:r>
            <a:r>
              <a:rPr lang="sl-SI" sz="2000" err="1"/>
              <a:t>šči</a:t>
            </a:r>
            <a:r>
              <a:rPr lang="sl-SI" sz="2000"/>
              <a:t> minimalno in maksimalno starost jadralcev!</a:t>
            </a:r>
            <a:endParaRPr lang="en-US" sz="2000"/>
          </a:p>
        </p:txBody>
      </p:sp>
      <p:sp>
        <p:nvSpPr>
          <p:cNvPr id="156677" name="Text Box 5"/>
          <p:cNvSpPr txBox="1">
            <a:spLocks noChangeArrowheads="1"/>
          </p:cNvSpPr>
          <p:nvPr/>
        </p:nvSpPr>
        <p:spPr bwMode="auto">
          <a:xfrm>
            <a:off x="4800600" y="3352800"/>
            <a:ext cx="3124200" cy="302577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MIN(starost) |</a:t>
            </a:r>
          </a:p>
          <a:p>
            <a:pPr algn="l"/>
            <a:r>
              <a:rPr lang="en-US" sz="1600">
                <a:latin typeface="Courier New" pitchFamily="49" charset="0"/>
              </a:rPr>
              <a:t>+--------------+</a:t>
            </a:r>
          </a:p>
          <a:p>
            <a:pPr algn="l"/>
            <a:r>
              <a:rPr lang="en-US" sz="1600">
                <a:latin typeface="Courier New" pitchFamily="49" charset="0"/>
              </a:rPr>
              <a:t>|           16 |</a:t>
            </a:r>
          </a:p>
          <a:p>
            <a:pPr algn="l"/>
            <a:r>
              <a:rPr lang="en-US" sz="1600">
                <a:latin typeface="Courier New" pitchFamily="49" charset="0"/>
              </a:rPr>
              <a:t>+--------------+</a:t>
            </a:r>
          </a:p>
          <a:p>
            <a:pPr algn="l"/>
            <a:endParaRPr lang="en-US" sz="1600">
              <a:latin typeface="Courier New" pitchFamily="49" charset="0"/>
            </a:endParaRPr>
          </a:p>
          <a:p>
            <a:pPr algn="l"/>
            <a:r>
              <a:rPr lang="en-US" sz="1600">
                <a:latin typeface="Courier New" pitchFamily="49" charset="0"/>
              </a:rPr>
              <a:t>+--------------+</a:t>
            </a:r>
          </a:p>
          <a:p>
            <a:pPr algn="l"/>
            <a:r>
              <a:rPr lang="en-US" sz="1600">
                <a:latin typeface="Courier New" pitchFamily="49" charset="0"/>
              </a:rPr>
              <a:t>| MAX(starost) |</a:t>
            </a:r>
          </a:p>
          <a:p>
            <a:pPr algn="l"/>
            <a:r>
              <a:rPr lang="en-US" sz="1600">
                <a:latin typeface="Courier New" pitchFamily="49" charset="0"/>
              </a:rPr>
              <a:t>+--------------+</a:t>
            </a:r>
          </a:p>
          <a:p>
            <a:pPr algn="l"/>
            <a:r>
              <a:rPr lang="en-US" sz="1600">
                <a:latin typeface="Courier New" pitchFamily="49" charset="0"/>
              </a:rPr>
              <a:t>|         63.5 |</a:t>
            </a:r>
          </a:p>
          <a:p>
            <a:pPr algn="l"/>
            <a:r>
              <a:rPr lang="en-US" sz="1600">
                <a:latin typeface="Courier New" pitchFamily="49" charset="0"/>
              </a:rPr>
              <a:t>+--------------+</a:t>
            </a:r>
          </a:p>
          <a:p>
            <a:pPr algn="l"/>
            <a:endParaRPr lang="en-US" sz="1600">
              <a:latin typeface="Courier New" pitchFamily="49" charset="0"/>
            </a:endParaRPr>
          </a:p>
        </p:txBody>
      </p:sp>
      <p:sp>
        <p:nvSpPr>
          <p:cNvPr id="156678"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56679" name="Rectangle 7"/>
          <p:cNvSpPr>
            <a:spLocks noChangeArrowheads="1"/>
          </p:cNvSpPr>
          <p:nvPr/>
        </p:nvSpPr>
        <p:spPr bwMode="auto">
          <a:xfrm>
            <a:off x="838200" y="5029200"/>
            <a:ext cx="4343400" cy="16002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6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p:bldP spid="156677"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9746" name="AutoShape 2"/>
          <p:cNvSpPr>
            <a:spLocks noGrp="1" noChangeArrowheads="1"/>
          </p:cNvSpPr>
          <p:nvPr>
            <p:ph type="title"/>
          </p:nvPr>
        </p:nvSpPr>
        <p:spPr/>
        <p:txBody>
          <a:bodyPr/>
          <a:lstStyle/>
          <a:p>
            <a:r>
              <a:rPr lang="en-US" err="1"/>
              <a:t>Skupinski</a:t>
            </a:r>
            <a:r>
              <a:rPr lang="en-US"/>
              <a:t> </a:t>
            </a:r>
            <a:r>
              <a:rPr lang="en-US" err="1"/>
              <a:t>operatorji</a:t>
            </a:r>
            <a:r>
              <a:rPr lang="sl-SI"/>
              <a:t> v osnovnem SELECT stavku</a:t>
            </a:r>
            <a:endParaRPr lang="en-US"/>
          </a:p>
        </p:txBody>
      </p:sp>
      <p:sp>
        <p:nvSpPr>
          <p:cNvPr id="159747" name="Rectangle 3"/>
          <p:cNvSpPr>
            <a:spLocks noGrp="1" noChangeArrowheads="1"/>
          </p:cNvSpPr>
          <p:nvPr>
            <p:ph type="body" idx="1"/>
          </p:nvPr>
        </p:nvSpPr>
        <p:spPr/>
        <p:txBody>
          <a:bodyPr/>
          <a:lstStyle/>
          <a:p>
            <a:r>
              <a:rPr lang="en-US" err="1"/>
              <a:t>Lahko</a:t>
            </a:r>
            <a:r>
              <a:rPr lang="en-US"/>
              <a:t> </a:t>
            </a:r>
            <a:r>
              <a:rPr lang="en-US" err="1"/>
              <a:t>nastopajo</a:t>
            </a:r>
            <a:r>
              <a:rPr lang="en-US"/>
              <a:t> v SELECT, WHERE </a:t>
            </a:r>
            <a:r>
              <a:rPr lang="en-US" err="1"/>
              <a:t>ali</a:t>
            </a:r>
            <a:r>
              <a:rPr lang="en-US"/>
              <a:t> ORDER BY </a:t>
            </a:r>
            <a:r>
              <a:rPr lang="en-US" err="1"/>
              <a:t>vrstici</a:t>
            </a:r>
            <a:endParaRPr lang="en-US"/>
          </a:p>
          <a:p>
            <a:r>
              <a:rPr lang="sl-SI"/>
              <a:t>V SELECT ali WHERE vrstici se v dani poizvedbi lahko nahajajo </a:t>
            </a:r>
            <a:r>
              <a:rPr lang="sl-SI">
                <a:solidFill>
                  <a:srgbClr val="FF0000"/>
                </a:solidFill>
              </a:rPr>
              <a:t>samo navadni</a:t>
            </a:r>
            <a:r>
              <a:rPr lang="sl-SI"/>
              <a:t> ali </a:t>
            </a:r>
            <a:r>
              <a:rPr lang="sl-SI">
                <a:solidFill>
                  <a:srgbClr val="FF0000"/>
                </a:solidFill>
              </a:rPr>
              <a:t>samo skupinski</a:t>
            </a:r>
            <a:r>
              <a:rPr lang="sl-SI"/>
              <a:t> atributi (ne smemo jih mešati)</a:t>
            </a:r>
          </a:p>
          <a:p>
            <a:r>
              <a:rPr lang="sl-SI"/>
              <a:t>V primeru, da potrebujemo obojne atribute, uporabimo gnezdene poizvedbe</a:t>
            </a:r>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8722" name="AutoShape 2"/>
          <p:cNvSpPr>
            <a:spLocks noGrp="1" noChangeArrowheads="1"/>
          </p:cNvSpPr>
          <p:nvPr>
            <p:ph type="title"/>
          </p:nvPr>
        </p:nvSpPr>
        <p:spPr>
          <a:xfrm>
            <a:off x="762000" y="762000"/>
            <a:ext cx="8153400" cy="1143000"/>
          </a:xfrm>
        </p:spPr>
        <p:txBody>
          <a:bodyPr/>
          <a:lstStyle/>
          <a:p>
            <a:r>
              <a:rPr lang="en-US"/>
              <a:t>Skupinski operatorji</a:t>
            </a:r>
          </a:p>
        </p:txBody>
      </p:sp>
      <p:sp>
        <p:nvSpPr>
          <p:cNvPr id="158723" name="Rectangle 3"/>
          <p:cNvSpPr>
            <a:spLocks noGrp="1" noChangeArrowheads="1"/>
          </p:cNvSpPr>
          <p:nvPr>
            <p:ph sz="quarter" idx="2"/>
          </p:nvPr>
        </p:nvSpPr>
        <p:spPr>
          <a:xfrm>
            <a:off x="685800" y="3200400"/>
            <a:ext cx="8229600" cy="7620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ime, </a:t>
            </a:r>
            <a:r>
              <a:rPr lang="sl-SI" sz="1600" b="1">
                <a:latin typeface="Courier New" pitchFamily="49" charset="0"/>
              </a:rPr>
              <a:t>MAX</a:t>
            </a:r>
            <a:r>
              <a:rPr lang="sl-SI" sz="1600">
                <a:latin typeface="Courier New" pitchFamily="49" charset="0"/>
              </a:rPr>
              <a:t>(starost</a:t>
            </a:r>
            <a:r>
              <a:rPr lang="en-US" sz="1600">
                <a:latin typeface="Courier New" pitchFamily="49" charset="0"/>
              </a:rPr>
              <a:t>)</a:t>
            </a:r>
            <a:r>
              <a:rPr lang="sl-SI" sz="1600">
                <a:latin typeface="Courier New" pitchFamily="49" charset="0"/>
              </a:rPr>
              <a:t> </a:t>
            </a: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t>
            </a:r>
            <a:r>
              <a:rPr lang="sl-SI" sz="1600" err="1">
                <a:latin typeface="Courier New" pitchFamily="49" charset="0"/>
              </a:rPr>
              <a:t>alec</a:t>
            </a:r>
            <a:r>
              <a:rPr lang="en-US" sz="1600">
                <a:latin typeface="Courier New" pitchFamily="49" charset="0"/>
              </a:rPr>
              <a:t>;</a:t>
            </a:r>
            <a:endParaRPr lang="sl-SI" sz="1600">
              <a:latin typeface="Courier New" pitchFamily="49" charset="0"/>
            </a:endParaRPr>
          </a:p>
          <a:p>
            <a:pPr>
              <a:buFont typeface="Wingdings" pitchFamily="2" charset="2"/>
              <a:buNone/>
            </a:pPr>
            <a:endParaRPr lang="sl-SI" sz="1600">
              <a:latin typeface="Courier New" pitchFamily="49" charset="0"/>
            </a:endParaRPr>
          </a:p>
        </p:txBody>
      </p:sp>
      <p:sp>
        <p:nvSpPr>
          <p:cNvPr id="158724" name="Rectangle 4"/>
          <p:cNvSpPr>
            <a:spLocks noGrp="1" noChangeArrowheads="1"/>
          </p:cNvSpPr>
          <p:nvPr>
            <p:ph type="body" sz="half" idx="3"/>
          </p:nvPr>
        </p:nvSpPr>
        <p:spPr>
          <a:xfrm>
            <a:off x="762000" y="2362200"/>
            <a:ext cx="3581400" cy="685800"/>
          </a:xfrm>
        </p:spPr>
        <p:txBody>
          <a:bodyPr/>
          <a:lstStyle/>
          <a:p>
            <a:r>
              <a:rPr lang="en-US" sz="2000"/>
              <a:t>Poi</a:t>
            </a:r>
            <a:r>
              <a:rPr lang="sl-SI" sz="2000" err="1"/>
              <a:t>šči</a:t>
            </a:r>
            <a:r>
              <a:rPr lang="sl-SI" sz="2000"/>
              <a:t> </a:t>
            </a:r>
            <a:r>
              <a:rPr lang="en-US" sz="2000" err="1"/>
              <a:t>imena</a:t>
            </a:r>
            <a:r>
              <a:rPr lang="en-US" sz="2000"/>
              <a:t> in </a:t>
            </a:r>
            <a:r>
              <a:rPr lang="sl-SI" sz="2000"/>
              <a:t>starost </a:t>
            </a:r>
            <a:r>
              <a:rPr lang="en-US" sz="2000" err="1"/>
              <a:t>najstarej</a:t>
            </a:r>
            <a:r>
              <a:rPr lang="sl-SI" sz="2000" err="1"/>
              <a:t>ših</a:t>
            </a:r>
            <a:r>
              <a:rPr lang="sl-SI" sz="2000"/>
              <a:t> jadralcev!</a:t>
            </a:r>
            <a:endParaRPr lang="en-US" sz="2000"/>
          </a:p>
        </p:txBody>
      </p:sp>
      <p:sp>
        <p:nvSpPr>
          <p:cNvPr id="158725" name="Text Box 5"/>
          <p:cNvSpPr txBox="1">
            <a:spLocks noChangeArrowheads="1"/>
          </p:cNvSpPr>
          <p:nvPr/>
        </p:nvSpPr>
        <p:spPr bwMode="auto">
          <a:xfrm>
            <a:off x="4800600" y="3352800"/>
            <a:ext cx="3124200" cy="13144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 starost |</a:t>
            </a:r>
          </a:p>
          <a:p>
            <a:pPr algn="l"/>
            <a:r>
              <a:rPr lang="en-US" sz="1600">
                <a:latin typeface="Courier New" pitchFamily="49" charset="0"/>
              </a:rPr>
              <a:t>+------+---------+</a:t>
            </a:r>
          </a:p>
          <a:p>
            <a:pPr algn="l"/>
            <a:r>
              <a:rPr lang="en-US" sz="1600">
                <a:latin typeface="Courier New" pitchFamily="49" charset="0"/>
              </a:rPr>
              <a:t>| Bine |    63.5 |</a:t>
            </a:r>
          </a:p>
          <a:p>
            <a:pPr algn="l"/>
            <a:r>
              <a:rPr lang="en-US" sz="1600">
                <a:latin typeface="Courier New" pitchFamily="49" charset="0"/>
              </a:rPr>
              <a:t>+------+---------+</a:t>
            </a:r>
          </a:p>
        </p:txBody>
      </p:sp>
      <p:sp>
        <p:nvSpPr>
          <p:cNvPr id="158726"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58727" name="Rectangle 7"/>
          <p:cNvSpPr>
            <a:spLocks noChangeArrowheads="1"/>
          </p:cNvSpPr>
          <p:nvPr/>
        </p:nvSpPr>
        <p:spPr bwMode="auto">
          <a:xfrm>
            <a:off x="838200" y="5029200"/>
            <a:ext cx="4343400" cy="16002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endParaRPr lang="en-US" sz="2000"/>
          </a:p>
        </p:txBody>
      </p:sp>
      <p:sp>
        <p:nvSpPr>
          <p:cNvPr id="158728" name="Rectangle 8"/>
          <p:cNvSpPr>
            <a:spLocks noChangeArrowheads="1"/>
          </p:cNvSpPr>
          <p:nvPr/>
        </p:nvSpPr>
        <p:spPr bwMode="auto">
          <a:xfrm>
            <a:off x="685800" y="3962400"/>
            <a:ext cx="8229600" cy="7620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r>
              <a:rPr lang="sl-SI" sz="1600" b="1">
                <a:latin typeface="Courier New" pitchFamily="49" charset="0"/>
              </a:rPr>
              <a:t>SELECT</a:t>
            </a:r>
            <a:r>
              <a:rPr lang="sl-SI" sz="1600">
                <a:latin typeface="Courier New" pitchFamily="49" charset="0"/>
              </a:rPr>
              <a:t> </a:t>
            </a:r>
            <a:r>
              <a:rPr lang="en-US" sz="1600" err="1">
                <a:latin typeface="Courier New" pitchFamily="49" charset="0"/>
              </a:rPr>
              <a:t>ime</a:t>
            </a:r>
            <a:r>
              <a:rPr lang="en-US" sz="1600">
                <a:latin typeface="Courier New" pitchFamily="49" charset="0"/>
              </a:rPr>
              <a:t>, </a:t>
            </a:r>
            <a:r>
              <a:rPr lang="en-US" sz="1600" err="1">
                <a:latin typeface="Courier New" pitchFamily="49" charset="0"/>
              </a:rPr>
              <a:t>starost</a:t>
            </a:r>
            <a:endParaRPr lang="sl-SI" sz="1600">
              <a:latin typeface="Courier New" pitchFamily="49" charset="0"/>
            </a:endParaRPr>
          </a:p>
          <a:p>
            <a:pPr marL="342900" indent="-342900" algn="l">
              <a:spcBef>
                <a:spcPct val="20000"/>
              </a:spcBef>
              <a:buClr>
                <a:schemeClr val="tx1"/>
              </a:buClr>
              <a:buSzPct val="75000"/>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t>
            </a:r>
            <a:r>
              <a:rPr lang="sl-SI" sz="1600">
                <a:latin typeface="Courier New" pitchFamily="49" charset="0"/>
              </a:rPr>
              <a:t>a</a:t>
            </a:r>
            <a:r>
              <a:rPr lang="en-US" sz="1600" err="1">
                <a:latin typeface="Courier New" pitchFamily="49" charset="0"/>
              </a:rPr>
              <a:t>lec</a:t>
            </a:r>
            <a:endParaRPr lang="en-US" sz="1600">
              <a:latin typeface="Courier New" pitchFamily="49" charset="0"/>
            </a:endParaRPr>
          </a:p>
          <a:p>
            <a:pPr marL="342900" indent="-342900" algn="l">
              <a:spcBef>
                <a:spcPct val="20000"/>
              </a:spcBef>
              <a:buClr>
                <a:schemeClr val="tx1"/>
              </a:buClr>
              <a:buSzPct val="75000"/>
              <a:buFont typeface="Wingdings" pitchFamily="2" charset="2"/>
              <a:buNone/>
            </a:pPr>
            <a:r>
              <a:rPr lang="en-US" sz="1600" b="1">
                <a:latin typeface="Courier New" pitchFamily="49" charset="0"/>
              </a:rPr>
              <a:t>WHERE</a:t>
            </a:r>
            <a:r>
              <a:rPr lang="en-US" sz="1600">
                <a:latin typeface="Courier New" pitchFamily="49" charset="0"/>
              </a:rPr>
              <a:t> </a:t>
            </a:r>
            <a:r>
              <a:rPr lang="en-US" sz="1600" err="1">
                <a:latin typeface="Courier New" pitchFamily="49" charset="0"/>
              </a:rPr>
              <a:t>starost</a:t>
            </a:r>
            <a:r>
              <a:rPr lang="en-US" sz="1600">
                <a:latin typeface="Courier New" pitchFamily="49" charset="0"/>
              </a:rPr>
              <a:t> = </a:t>
            </a:r>
            <a:r>
              <a:rPr lang="en-US" sz="1600" b="1">
                <a:latin typeface="Courier New" pitchFamily="49" charset="0"/>
              </a:rPr>
              <a:t>MAX</a:t>
            </a:r>
            <a:r>
              <a:rPr lang="en-US" sz="1600">
                <a:latin typeface="Courier New" pitchFamily="49" charset="0"/>
              </a:rPr>
              <a:t>(</a:t>
            </a:r>
            <a:r>
              <a:rPr lang="en-US" sz="1600" err="1">
                <a:latin typeface="Courier New" pitchFamily="49" charset="0"/>
              </a:rPr>
              <a:t>starost</a:t>
            </a:r>
            <a:r>
              <a:rPr lang="en-US" sz="1600">
                <a:latin typeface="Courier New" pitchFamily="49" charset="0"/>
              </a:rPr>
              <a:t>);</a:t>
            </a:r>
            <a:endParaRPr lang="sl-SI" sz="1600">
              <a:latin typeface="Courier New" pitchFamily="49" charset="0"/>
            </a:endParaRPr>
          </a:p>
          <a:p>
            <a:pPr marL="342900" indent="-342900" algn="l">
              <a:spcBef>
                <a:spcPct val="20000"/>
              </a:spcBef>
              <a:buClr>
                <a:schemeClr val="tx1"/>
              </a:buClr>
              <a:buSzPct val="75000"/>
              <a:buFont typeface="Wingdings" pitchFamily="2" charset="2"/>
              <a:buNone/>
            </a:pPr>
            <a:endParaRPr lang="sl-SI" sz="1600">
              <a:latin typeface="Courier New" pitchFamily="49" charset="0"/>
            </a:endParaRPr>
          </a:p>
        </p:txBody>
      </p:sp>
      <p:sp>
        <p:nvSpPr>
          <p:cNvPr id="158729" name="Rectangle 9"/>
          <p:cNvSpPr>
            <a:spLocks noChangeArrowheads="1"/>
          </p:cNvSpPr>
          <p:nvPr/>
        </p:nvSpPr>
        <p:spPr bwMode="auto">
          <a:xfrm>
            <a:off x="685800" y="5029200"/>
            <a:ext cx="8229600" cy="7620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r>
              <a:rPr lang="sl-SI" sz="1600" b="1">
                <a:latin typeface="Courier New" pitchFamily="49" charset="0"/>
              </a:rPr>
              <a:t>SELECT</a:t>
            </a:r>
            <a:r>
              <a:rPr lang="sl-SI" sz="1600">
                <a:latin typeface="Courier New" pitchFamily="49" charset="0"/>
              </a:rPr>
              <a:t> </a:t>
            </a:r>
            <a:r>
              <a:rPr lang="en-US" sz="1600" err="1">
                <a:latin typeface="Courier New" pitchFamily="49" charset="0"/>
              </a:rPr>
              <a:t>ime</a:t>
            </a:r>
            <a:r>
              <a:rPr lang="en-US" sz="1600">
                <a:latin typeface="Courier New" pitchFamily="49" charset="0"/>
              </a:rPr>
              <a:t>, </a:t>
            </a:r>
            <a:r>
              <a:rPr lang="en-US" sz="1600" err="1">
                <a:latin typeface="Courier New" pitchFamily="49" charset="0"/>
              </a:rPr>
              <a:t>starost</a:t>
            </a:r>
            <a:endParaRPr lang="sl-SI" sz="1600">
              <a:latin typeface="Courier New" pitchFamily="49" charset="0"/>
            </a:endParaRPr>
          </a:p>
          <a:p>
            <a:pPr marL="342900" indent="-342900" algn="l">
              <a:spcBef>
                <a:spcPct val="20000"/>
              </a:spcBef>
              <a:buClr>
                <a:schemeClr val="tx1"/>
              </a:buClr>
              <a:buSzPct val="75000"/>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t>
            </a:r>
            <a:r>
              <a:rPr lang="sl-SI" sz="1600">
                <a:latin typeface="Courier New" pitchFamily="49" charset="0"/>
              </a:rPr>
              <a:t>a</a:t>
            </a:r>
            <a:r>
              <a:rPr lang="en-US" sz="1600" err="1">
                <a:latin typeface="Courier New" pitchFamily="49" charset="0"/>
              </a:rPr>
              <a:t>lec</a:t>
            </a:r>
            <a:endParaRPr lang="en-US" sz="1600">
              <a:latin typeface="Courier New" pitchFamily="49" charset="0"/>
            </a:endParaRPr>
          </a:p>
          <a:p>
            <a:pPr marL="342900" indent="-342900" algn="l">
              <a:spcBef>
                <a:spcPct val="20000"/>
              </a:spcBef>
              <a:buClr>
                <a:schemeClr val="tx1"/>
              </a:buClr>
              <a:buSzPct val="75000"/>
              <a:buFont typeface="Wingdings" pitchFamily="2" charset="2"/>
              <a:buNone/>
            </a:pPr>
            <a:r>
              <a:rPr lang="en-US" sz="1600" b="1">
                <a:latin typeface="Courier New" pitchFamily="49" charset="0"/>
              </a:rPr>
              <a:t>WHERE</a:t>
            </a:r>
            <a:r>
              <a:rPr lang="en-US" sz="1600">
                <a:latin typeface="Courier New" pitchFamily="49" charset="0"/>
              </a:rPr>
              <a:t> </a:t>
            </a:r>
            <a:r>
              <a:rPr lang="en-US" sz="1600" err="1">
                <a:latin typeface="Courier New" pitchFamily="49" charset="0"/>
              </a:rPr>
              <a:t>starost</a:t>
            </a:r>
            <a:r>
              <a:rPr lang="en-US" sz="1600">
                <a:latin typeface="Courier New" pitchFamily="49" charset="0"/>
              </a:rPr>
              <a:t> = ( </a:t>
            </a:r>
            <a:r>
              <a:rPr lang="en-US" sz="1600" b="1">
                <a:latin typeface="Courier New" pitchFamily="49" charset="0"/>
              </a:rPr>
              <a:t>SELECT</a:t>
            </a:r>
            <a:r>
              <a:rPr lang="en-US" sz="1600">
                <a:latin typeface="Courier New" pitchFamily="49" charset="0"/>
              </a:rPr>
              <a:t> </a:t>
            </a:r>
            <a:r>
              <a:rPr lang="en-US" sz="1600" b="1">
                <a:latin typeface="Courier New" pitchFamily="49" charset="0"/>
              </a:rPr>
              <a:t>MAX</a:t>
            </a:r>
            <a:r>
              <a:rPr lang="en-US" sz="1600">
                <a:latin typeface="Courier New" pitchFamily="49" charset="0"/>
              </a:rPr>
              <a:t>(</a:t>
            </a:r>
            <a:r>
              <a:rPr lang="en-US" sz="1600" err="1">
                <a:latin typeface="Courier New" pitchFamily="49" charset="0"/>
              </a:rPr>
              <a:t>starost</a:t>
            </a:r>
            <a:r>
              <a:rPr lang="en-US" sz="1600">
                <a:latin typeface="Courier New" pitchFamily="49" charset="0"/>
              </a:rPr>
              <a:t>)</a:t>
            </a:r>
          </a:p>
          <a:p>
            <a:pPr marL="342900" indent="-342900" algn="l">
              <a:spcBef>
                <a:spcPct val="20000"/>
              </a:spcBef>
              <a:buClr>
                <a:schemeClr val="tx1"/>
              </a:buClr>
              <a:buSzPct val="75000"/>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a:t>
            </a:r>
            <a:endParaRPr lang="sl-SI" sz="1600">
              <a:latin typeface="Courier New" pitchFamily="49" charset="0"/>
            </a:endParaRPr>
          </a:p>
          <a:p>
            <a:pPr marL="342900" indent="-342900" algn="l">
              <a:spcBef>
                <a:spcPct val="20000"/>
              </a:spcBef>
              <a:buClr>
                <a:schemeClr val="tx1"/>
              </a:buClr>
              <a:buSzPct val="75000"/>
              <a:buFont typeface="Wingdings" pitchFamily="2" charset="2"/>
              <a:buNone/>
            </a:pPr>
            <a:endParaRPr lang="sl-SI" sz="1600">
              <a:latin typeface="Courier New" pitchFamily="49" charset="0"/>
            </a:endParaRPr>
          </a:p>
        </p:txBody>
      </p:sp>
      <p:sp>
        <p:nvSpPr>
          <p:cNvPr id="158730" name="Line 10"/>
          <p:cNvSpPr>
            <a:spLocks noChangeShapeType="1"/>
          </p:cNvSpPr>
          <p:nvPr/>
        </p:nvSpPr>
        <p:spPr bwMode="auto">
          <a:xfrm flipV="1">
            <a:off x="838200" y="3124200"/>
            <a:ext cx="2590800" cy="838200"/>
          </a:xfrm>
          <a:prstGeom prst="line">
            <a:avLst/>
          </a:prstGeom>
          <a:noFill/>
          <a:ln w="50800">
            <a:solidFill>
              <a:srgbClr val="FF0000"/>
            </a:solidFill>
            <a:round/>
            <a:headEnd/>
            <a:tailEnd/>
          </a:ln>
          <a:effectLst/>
        </p:spPr>
        <p:txBody>
          <a:bodyPr/>
          <a:lstStyle/>
          <a:p>
            <a:endParaRPr lang="en-US"/>
          </a:p>
        </p:txBody>
      </p:sp>
      <p:sp>
        <p:nvSpPr>
          <p:cNvPr id="158731" name="Line 11"/>
          <p:cNvSpPr>
            <a:spLocks noChangeShapeType="1"/>
          </p:cNvSpPr>
          <p:nvPr/>
        </p:nvSpPr>
        <p:spPr bwMode="auto">
          <a:xfrm flipV="1">
            <a:off x="838200" y="4191000"/>
            <a:ext cx="2590800" cy="838200"/>
          </a:xfrm>
          <a:prstGeom prst="line">
            <a:avLst/>
          </a:prstGeom>
          <a:noFill/>
          <a:ln w="50800">
            <a:solidFill>
              <a:srgbClr val="FF0000"/>
            </a:solidFill>
            <a:round/>
            <a:headEnd/>
            <a:tailEn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87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87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87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87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87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87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p:bldP spid="158725" grpId="0"/>
      <p:bldP spid="158728" grpId="0"/>
      <p:bldP spid="158729" grpId="0"/>
      <p:bldP spid="158730" grpId="0" animBg="1"/>
      <p:bldP spid="158731" grpId="0" animBg="1"/>
    </p:bldLst>
  </p:timing>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0771" name="Rectangle 3"/>
          <p:cNvSpPr>
            <a:spLocks noGrp="1" noChangeArrowheads="1"/>
          </p:cNvSpPr>
          <p:nvPr>
            <p:ph sz="quarter" idx="2"/>
          </p:nvPr>
        </p:nvSpPr>
        <p:spPr>
          <a:xfrm>
            <a:off x="838200" y="3581400"/>
            <a:ext cx="57150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err="1">
                <a:latin typeface="Courier New" pitchFamily="49" charset="0"/>
              </a:rPr>
              <a:t>j.jid</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r>
              <a:rPr lang="sl-SI" sz="1600">
                <a:latin typeface="Courier New" pitchFamily="49" charset="0"/>
              </a:rPr>
              <a:t> j</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sl-SI" sz="1600" err="1">
                <a:latin typeface="Courier New" pitchFamily="49" charset="0"/>
              </a:rPr>
              <a:t>j.rating</a:t>
            </a:r>
            <a:r>
              <a:rPr lang="sl-SI" sz="1600">
                <a:latin typeface="Courier New" pitchFamily="49" charset="0"/>
              </a:rPr>
              <a:t> </a:t>
            </a:r>
            <a:r>
              <a:rPr lang="en-US" sz="1600">
                <a:latin typeface="Courier New" pitchFamily="49" charset="0"/>
              </a:rPr>
              <a:t>&gt;= </a:t>
            </a:r>
            <a:r>
              <a:rPr lang="en-US" sz="1600" b="1">
                <a:latin typeface="Courier New" pitchFamily="49" charset="0"/>
              </a:rPr>
              <a:t>ALL</a:t>
            </a:r>
            <a:endParaRPr lang="sl-SI" sz="1600" b="1">
              <a:latin typeface="Courier New" pitchFamily="49" charset="0"/>
            </a:endParaRP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a:t>
            </a:r>
            <a:r>
              <a:rPr lang="en-US" sz="1600">
                <a:latin typeface="Courier New" pitchFamily="49" charset="0"/>
              </a:rPr>
              <a:t>j2.rating </a:t>
            </a:r>
          </a:p>
          <a:p>
            <a:pPr>
              <a:buFont typeface="Wingdings" pitchFamily="2" charset="2"/>
              <a:buNone/>
            </a:pPr>
            <a:r>
              <a:rPr lang="en-US" sz="1600">
                <a:latin typeface="Courier New" pitchFamily="49" charset="0"/>
              </a:rPr>
              <a:t>	 </a:t>
            </a:r>
            <a:r>
              <a:rPr lang="sl-SI" sz="1600" b="1">
                <a:latin typeface="Courier New" pitchFamily="49" charset="0"/>
              </a:rPr>
              <a:t>FROM</a:t>
            </a:r>
            <a:r>
              <a:rPr lang="sl-SI" sz="1600">
                <a:latin typeface="Courier New" pitchFamily="49" charset="0"/>
              </a:rPr>
              <a:t> </a:t>
            </a:r>
            <a:r>
              <a:rPr lang="en-US" sz="1600" err="1">
                <a:latin typeface="Courier New" pitchFamily="49" charset="0"/>
              </a:rPr>
              <a:t>jadralec</a:t>
            </a:r>
            <a:r>
              <a:rPr lang="en-US" sz="1600">
                <a:latin typeface="Courier New" pitchFamily="49" charset="0"/>
              </a:rPr>
              <a:t> j2);</a:t>
            </a:r>
            <a:endParaRPr lang="sl-SI" sz="1600">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	</a:t>
            </a:r>
            <a:endParaRPr lang="sl-SI" sz="1600">
              <a:latin typeface="Courier New" pitchFamily="49" charset="0"/>
            </a:endParaRPr>
          </a:p>
        </p:txBody>
      </p:sp>
      <p:sp>
        <p:nvSpPr>
          <p:cNvPr id="160772" name="Rectangle 4"/>
          <p:cNvSpPr>
            <a:spLocks noGrp="1" noChangeArrowheads="1"/>
          </p:cNvSpPr>
          <p:nvPr>
            <p:ph type="body" sz="half" idx="3"/>
          </p:nvPr>
        </p:nvSpPr>
        <p:spPr>
          <a:xfrm>
            <a:off x="762000" y="2362200"/>
            <a:ext cx="6553200" cy="990600"/>
          </a:xfrm>
        </p:spPr>
        <p:txBody>
          <a:bodyPr/>
          <a:lstStyle/>
          <a:p>
            <a:r>
              <a:rPr lang="sl-SI" sz="2400"/>
              <a:t>Poišči šifre jadralcev, ki </a:t>
            </a:r>
            <a:r>
              <a:rPr lang="en-US" sz="2400" err="1"/>
              <a:t>imajo</a:t>
            </a:r>
            <a:r>
              <a:rPr lang="en-US" sz="2400"/>
              <a:t> </a:t>
            </a:r>
            <a:r>
              <a:rPr lang="sl-SI" sz="2400"/>
              <a:t>najvišji </a:t>
            </a:r>
            <a:r>
              <a:rPr lang="en-US" sz="2400"/>
              <a:t>rating</a:t>
            </a:r>
            <a:r>
              <a:rPr lang="sl-SI" sz="2400"/>
              <a:t>!</a:t>
            </a:r>
            <a:r>
              <a:rPr lang="en-US" sz="2400"/>
              <a:t> </a:t>
            </a:r>
            <a:br>
              <a:rPr lang="en-US" sz="2400"/>
            </a:br>
            <a:r>
              <a:rPr lang="en-US" sz="2400" err="1"/>
              <a:t>Opomba</a:t>
            </a:r>
            <a:r>
              <a:rPr lang="en-US" sz="2400"/>
              <a:t>: </a:t>
            </a:r>
            <a:r>
              <a:rPr lang="sl-SI" sz="2400"/>
              <a:t>lahko jih je več.</a:t>
            </a:r>
            <a:endParaRPr lang="en-US" sz="2400"/>
          </a:p>
        </p:txBody>
      </p:sp>
      <p:sp>
        <p:nvSpPr>
          <p:cNvPr id="160773" name="Text Box 5"/>
          <p:cNvSpPr txBox="1">
            <a:spLocks noChangeArrowheads="1"/>
          </p:cNvSpPr>
          <p:nvPr/>
        </p:nvSpPr>
        <p:spPr bwMode="auto">
          <a:xfrm>
            <a:off x="5410200" y="3505200"/>
            <a:ext cx="3124200" cy="155892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a:t>
            </a:r>
            <a:r>
              <a:rPr lang="en-US" sz="1600" err="1">
                <a:latin typeface="Courier New" pitchFamily="49" charset="0"/>
              </a:rPr>
              <a:t>jid</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  58 |</a:t>
            </a:r>
          </a:p>
          <a:p>
            <a:pPr algn="l"/>
            <a:r>
              <a:rPr lang="en-US" sz="1600">
                <a:latin typeface="Courier New" pitchFamily="49" charset="0"/>
              </a:rPr>
              <a:t>|  71 |</a:t>
            </a:r>
          </a:p>
          <a:p>
            <a:pPr algn="l"/>
            <a:r>
              <a:rPr lang="en-US" sz="1600">
                <a:latin typeface="Courier New" pitchFamily="49" charset="0"/>
              </a:rPr>
              <a:t>+-----+</a:t>
            </a:r>
          </a:p>
        </p:txBody>
      </p:sp>
      <p:sp>
        <p:nvSpPr>
          <p:cNvPr id="160774" name="Text Box 6"/>
          <p:cNvSpPr txBox="1">
            <a:spLocks noChangeArrowheads="1"/>
          </p:cNvSpPr>
          <p:nvPr/>
        </p:nvSpPr>
        <p:spPr bwMode="auto">
          <a:xfrm>
            <a:off x="3182112" y="264318"/>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60775" name="Rectangle 7"/>
          <p:cNvSpPr>
            <a:spLocks noChangeArrowheads="1"/>
          </p:cNvSpPr>
          <p:nvPr/>
        </p:nvSpPr>
        <p:spPr bwMode="auto">
          <a:xfrm>
            <a:off x="838200" y="5592763"/>
            <a:ext cx="7848600" cy="808038"/>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en-US" sz="2400" dirty="0"/>
              <a:t>Rating mora </a:t>
            </a:r>
            <a:r>
              <a:rPr lang="en-US" sz="2400" dirty="0" err="1"/>
              <a:t>biti</a:t>
            </a:r>
            <a:r>
              <a:rPr lang="en-US" sz="2400" dirty="0"/>
              <a:t> vi</a:t>
            </a:r>
            <a:r>
              <a:rPr lang="sl-SI" sz="2400" dirty="0" err="1"/>
              <a:t>šji</a:t>
            </a:r>
            <a:r>
              <a:rPr lang="sl-SI" sz="2400" dirty="0"/>
              <a:t> </a:t>
            </a:r>
            <a:r>
              <a:rPr lang="en-US" sz="2400" dirty="0" err="1"/>
              <a:t>ali</a:t>
            </a:r>
            <a:r>
              <a:rPr lang="en-US" sz="2400" dirty="0"/>
              <a:t> </a:t>
            </a:r>
            <a:r>
              <a:rPr lang="en-US" sz="2400" dirty="0" err="1"/>
              <a:t>enak</a:t>
            </a:r>
            <a:r>
              <a:rPr lang="en-US" sz="2400" dirty="0"/>
              <a:t> </a:t>
            </a:r>
            <a:r>
              <a:rPr lang="sl-SI" sz="2400" dirty="0"/>
              <a:t>od </a:t>
            </a:r>
            <a:r>
              <a:rPr lang="sl-SI" sz="2400" dirty="0" err="1">
                <a:solidFill>
                  <a:srgbClr val="FF0066"/>
                </a:solidFill>
              </a:rPr>
              <a:t>vs</a:t>
            </a:r>
            <a:r>
              <a:rPr lang="en-US" sz="2400" dirty="0">
                <a:solidFill>
                  <a:srgbClr val="FF0066"/>
                </a:solidFill>
              </a:rPr>
              <a:t>eh </a:t>
            </a:r>
            <a:r>
              <a:rPr lang="en-US" sz="2400" dirty="0" err="1">
                <a:solidFill>
                  <a:srgbClr val="FF0066"/>
                </a:solidFill>
              </a:rPr>
              <a:t>ratingov</a:t>
            </a:r>
            <a:r>
              <a:rPr lang="en-US" sz="2400" dirty="0"/>
              <a:t>, </a:t>
            </a:r>
            <a:r>
              <a:rPr lang="en-US" sz="2400" dirty="0" err="1"/>
              <a:t>torej</a:t>
            </a:r>
            <a:r>
              <a:rPr lang="en-US" sz="2400" dirty="0"/>
              <a:t> </a:t>
            </a:r>
            <a:r>
              <a:rPr lang="en-US" sz="2400" dirty="0" err="1"/>
              <a:t>tudi</a:t>
            </a:r>
            <a:r>
              <a:rPr lang="en-US" sz="2400" dirty="0"/>
              <a:t> od </a:t>
            </a:r>
            <a:r>
              <a:rPr lang="en-US" sz="2400" dirty="0" err="1"/>
              <a:t>lastnega</a:t>
            </a:r>
            <a:r>
              <a:rPr lang="sl-SI" sz="2400" dirty="0"/>
              <a:t>!</a:t>
            </a:r>
            <a:endParaRPr lang="en-US" sz="2400" dirty="0"/>
          </a:p>
        </p:txBody>
      </p:sp>
      <p:sp>
        <p:nvSpPr>
          <p:cNvPr id="160777" name="AutoShape 9"/>
          <p:cNvSpPr>
            <a:spLocks noGrp="1" noChangeArrowheads="1"/>
          </p:cNvSpPr>
          <p:nvPr>
            <p:ph type="title"/>
          </p:nvPr>
        </p:nvSpPr>
        <p:spPr>
          <a:xfrm>
            <a:off x="762000" y="914400"/>
            <a:ext cx="7924800" cy="1143000"/>
          </a:xfrm>
          <a:noFill/>
          <a:ln/>
        </p:spPr>
        <p:txBody>
          <a:bodyPr/>
          <a:lstStyle/>
          <a:p>
            <a:r>
              <a:rPr lang="en-US" sz="2800"/>
              <a:t>Skupinski operatorji namesto kvantifikatorjev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0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p:bldP spid="160773" grpId="0"/>
      <p:bldP spid="160775" grpId="0"/>
    </p:bldLst>
  </p:timing>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2818" name="AutoShape 2"/>
          <p:cNvSpPr>
            <a:spLocks noGrp="1" noChangeArrowheads="1"/>
          </p:cNvSpPr>
          <p:nvPr>
            <p:ph type="title"/>
          </p:nvPr>
        </p:nvSpPr>
        <p:spPr>
          <a:xfrm>
            <a:off x="762000" y="838200"/>
            <a:ext cx="7924800" cy="1143000"/>
          </a:xfrm>
        </p:spPr>
        <p:txBody>
          <a:bodyPr/>
          <a:lstStyle/>
          <a:p>
            <a:r>
              <a:rPr lang="en-US" sz="3200"/>
              <a:t>Skupinski operatorji namesto kvantifikatorjev</a:t>
            </a:r>
          </a:p>
        </p:txBody>
      </p:sp>
      <p:sp>
        <p:nvSpPr>
          <p:cNvPr id="162819" name="Rectangle 3"/>
          <p:cNvSpPr>
            <a:spLocks noGrp="1" noChangeArrowheads="1"/>
          </p:cNvSpPr>
          <p:nvPr>
            <p:ph sz="quarter" idx="2"/>
          </p:nvPr>
        </p:nvSpPr>
        <p:spPr>
          <a:xfrm>
            <a:off x="762000" y="3810000"/>
            <a:ext cx="8229600" cy="2743200"/>
          </a:xfrm>
        </p:spPr>
        <p:txBody>
          <a:bodyPr/>
          <a:lstStyle/>
          <a:p>
            <a:pPr>
              <a:buFont typeface="Wingdings" pitchFamily="2" charset="2"/>
              <a:buNone/>
            </a:pPr>
            <a:r>
              <a:rPr lang="sl-SI" sz="1600" b="1">
                <a:latin typeface="Courier New" pitchFamily="49" charset="0"/>
              </a:rPr>
              <a:t>SELECT </a:t>
            </a:r>
            <a:r>
              <a:rPr lang="sl-SI" sz="1600" err="1">
                <a:latin typeface="Courier New" pitchFamily="49" charset="0"/>
              </a:rPr>
              <a:t>jid</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sl-SI" sz="1600">
                <a:latin typeface="Courier New" pitchFamily="49" charset="0"/>
              </a:rPr>
              <a:t> </a:t>
            </a:r>
            <a:r>
              <a:rPr lang="en-US" sz="1600">
                <a:latin typeface="Courier New" pitchFamily="49" charset="0"/>
              </a:rPr>
              <a:t> </a:t>
            </a:r>
            <a:endParaRPr lang="sl-SI" sz="1600">
              <a:latin typeface="Courier New" pitchFamily="49" charset="0"/>
            </a:endParaRPr>
          </a:p>
          <a:p>
            <a:pPr>
              <a:buFont typeface="Wingdings" pitchFamily="2" charset="2"/>
              <a:buNone/>
            </a:pPr>
            <a:r>
              <a:rPr lang="sl-SI" sz="1600" b="1">
                <a:latin typeface="Courier New" pitchFamily="49" charset="0"/>
              </a:rPr>
              <a:t>WHERE</a:t>
            </a:r>
            <a:r>
              <a:rPr lang="sl-SI" sz="1600">
                <a:latin typeface="Courier New" pitchFamily="49" charset="0"/>
              </a:rPr>
              <a:t> rating </a:t>
            </a:r>
            <a:r>
              <a:rPr lang="en-US" sz="1600">
                <a:latin typeface="Courier New" pitchFamily="49" charset="0"/>
              </a:rPr>
              <a:t>=</a:t>
            </a:r>
            <a:r>
              <a:rPr lang="sl-SI" sz="1600">
                <a:latin typeface="Courier New" pitchFamily="49" charset="0"/>
              </a:rPr>
              <a:t> (</a:t>
            </a:r>
            <a:r>
              <a:rPr lang="sl-SI" sz="1600" b="1">
                <a:latin typeface="Courier New" pitchFamily="49" charset="0"/>
              </a:rPr>
              <a:t>SELECT</a:t>
            </a:r>
            <a:r>
              <a:rPr lang="sl-SI" sz="1600">
                <a:latin typeface="Courier New" pitchFamily="49" charset="0"/>
              </a:rPr>
              <a:t> </a:t>
            </a:r>
            <a:r>
              <a:rPr lang="sl-SI" sz="1600" b="1">
                <a:latin typeface="Courier New" pitchFamily="49" charset="0"/>
              </a:rPr>
              <a:t>MAX</a:t>
            </a:r>
            <a:r>
              <a:rPr lang="sl-SI" sz="1600">
                <a:latin typeface="Courier New" pitchFamily="49" charset="0"/>
              </a:rPr>
              <a:t>(rating)</a:t>
            </a:r>
          </a:p>
          <a:p>
            <a:pPr>
              <a:buFont typeface="Wingdings" pitchFamily="2" charset="2"/>
              <a:buNone/>
            </a:pPr>
            <a:r>
              <a:rPr lang="sl-SI" sz="1600">
                <a:latin typeface="Courier New" pitchFamily="49" charset="0"/>
              </a:rPr>
              <a:t>                </a:t>
            </a:r>
            <a:r>
              <a:rPr lang="sl-SI" sz="1600" b="1">
                <a:latin typeface="Courier New" pitchFamily="49" charset="0"/>
              </a:rPr>
              <a:t>FROM</a:t>
            </a:r>
            <a:r>
              <a:rPr lang="sl-SI" sz="1600">
                <a:latin typeface="Courier New" pitchFamily="49" charset="0"/>
              </a:rPr>
              <a:t> jadralec)</a:t>
            </a:r>
            <a:r>
              <a:rPr lang="en-US" sz="1600">
                <a:latin typeface="Courier New" pitchFamily="49" charset="0"/>
              </a:rPr>
              <a:t>;</a:t>
            </a:r>
            <a:r>
              <a:rPr lang="sl-SI" sz="1600">
                <a:latin typeface="Courier New" pitchFamily="49" charset="0"/>
              </a:rPr>
              <a:t>  </a:t>
            </a:r>
            <a:endParaRPr lang="en-US" sz="1600">
              <a:latin typeface="Courier New" pitchFamily="49" charset="0"/>
            </a:endParaRPr>
          </a:p>
        </p:txBody>
      </p:sp>
      <p:sp>
        <p:nvSpPr>
          <p:cNvPr id="162820" name="Rectangle 4"/>
          <p:cNvSpPr>
            <a:spLocks noGrp="1" noChangeArrowheads="1"/>
          </p:cNvSpPr>
          <p:nvPr>
            <p:ph type="body" sz="half" idx="3"/>
          </p:nvPr>
        </p:nvSpPr>
        <p:spPr>
          <a:xfrm>
            <a:off x="762000" y="2362200"/>
            <a:ext cx="3581400" cy="1600200"/>
          </a:xfrm>
        </p:spPr>
        <p:txBody>
          <a:bodyPr/>
          <a:lstStyle/>
          <a:p>
            <a:r>
              <a:rPr lang="sl-SI" sz="2000"/>
              <a:t>Poišči šifre jadralcev, ki </a:t>
            </a:r>
            <a:r>
              <a:rPr lang="en-US" sz="2000" err="1"/>
              <a:t>imajo</a:t>
            </a:r>
            <a:r>
              <a:rPr lang="en-US" sz="2000"/>
              <a:t> </a:t>
            </a:r>
            <a:r>
              <a:rPr lang="sl-SI" sz="2000"/>
              <a:t>najvišji </a:t>
            </a:r>
            <a:r>
              <a:rPr lang="en-US" sz="2000"/>
              <a:t>rating</a:t>
            </a:r>
            <a:r>
              <a:rPr lang="sl-SI" sz="2000"/>
              <a:t>!</a:t>
            </a:r>
            <a:r>
              <a:rPr lang="en-US" sz="2000"/>
              <a:t> </a:t>
            </a:r>
            <a:br>
              <a:rPr lang="en-US" sz="2000"/>
            </a:br>
            <a:r>
              <a:rPr lang="en-US" sz="2000" err="1"/>
              <a:t>Opomba</a:t>
            </a:r>
            <a:r>
              <a:rPr lang="en-US" sz="2000"/>
              <a:t>: </a:t>
            </a:r>
            <a:r>
              <a:rPr lang="sl-SI" sz="2000"/>
              <a:t>lahko jih je več.</a:t>
            </a:r>
            <a:endParaRPr lang="en-US" sz="2000"/>
          </a:p>
        </p:txBody>
      </p:sp>
      <p:sp>
        <p:nvSpPr>
          <p:cNvPr id="162821" name="Text Box 5"/>
          <p:cNvSpPr txBox="1">
            <a:spLocks noChangeArrowheads="1"/>
          </p:cNvSpPr>
          <p:nvPr/>
        </p:nvSpPr>
        <p:spPr bwMode="auto">
          <a:xfrm>
            <a:off x="5791200" y="3505200"/>
            <a:ext cx="3124200" cy="155892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jid |</a:t>
            </a:r>
          </a:p>
          <a:p>
            <a:pPr algn="l"/>
            <a:r>
              <a:rPr lang="en-US" sz="1600">
                <a:latin typeface="Courier New" pitchFamily="49" charset="0"/>
              </a:rPr>
              <a:t>+-----+</a:t>
            </a:r>
          </a:p>
          <a:p>
            <a:pPr algn="l"/>
            <a:r>
              <a:rPr lang="en-US" sz="1600">
                <a:latin typeface="Courier New" pitchFamily="49" charset="0"/>
              </a:rPr>
              <a:t>|  58 |</a:t>
            </a:r>
          </a:p>
          <a:p>
            <a:pPr algn="l"/>
            <a:r>
              <a:rPr lang="en-US" sz="1600">
                <a:latin typeface="Courier New" pitchFamily="49" charset="0"/>
              </a:rPr>
              <a:t>|  71 |</a:t>
            </a:r>
          </a:p>
          <a:p>
            <a:pPr algn="l"/>
            <a:r>
              <a:rPr lang="en-US" sz="1600">
                <a:latin typeface="Courier New" pitchFamily="49" charset="0"/>
              </a:rPr>
              <a:t>+-----+</a:t>
            </a:r>
          </a:p>
        </p:txBody>
      </p:sp>
      <p:sp>
        <p:nvSpPr>
          <p:cNvPr id="162822" name="Text Box 6"/>
          <p:cNvSpPr txBox="1">
            <a:spLocks noChangeArrowheads="1"/>
          </p:cNvSpPr>
          <p:nvPr/>
        </p:nvSpPr>
        <p:spPr bwMode="auto">
          <a:xfrm>
            <a:off x="3200400" y="189706"/>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62823" name="Rectangle 7"/>
          <p:cNvSpPr>
            <a:spLocks noChangeArrowheads="1"/>
          </p:cNvSpPr>
          <p:nvPr/>
        </p:nvSpPr>
        <p:spPr bwMode="auto">
          <a:xfrm>
            <a:off x="838200" y="5029200"/>
            <a:ext cx="4343400" cy="16002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28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28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p:bldP spid="162821" grpId="0"/>
    </p:bldLst>
  </p:timing>
</p:sld>
</file>

<file path=ppt/slides/slide1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1795" name="Rectangle 3"/>
          <p:cNvSpPr>
            <a:spLocks noGrp="1" noChangeArrowheads="1"/>
          </p:cNvSpPr>
          <p:nvPr>
            <p:ph sz="quarter" idx="2"/>
          </p:nvPr>
        </p:nvSpPr>
        <p:spPr>
          <a:xfrm>
            <a:off x="762000" y="4114800"/>
            <a:ext cx="5715000" cy="2743200"/>
          </a:xfrm>
        </p:spPr>
        <p:txBody>
          <a:bodyPr/>
          <a:lstStyle/>
          <a:p>
            <a:pPr>
              <a:buFont typeface="Wingdings" pitchFamily="2" charset="2"/>
              <a:buNone/>
            </a:pPr>
            <a:r>
              <a:rPr lang="en-US" sz="1600" b="1">
                <a:latin typeface="Courier New" pitchFamily="49" charset="0"/>
              </a:rPr>
              <a:t>SELECT</a:t>
            </a:r>
            <a:r>
              <a:rPr lang="en-US" sz="1600">
                <a:latin typeface="Courier New" pitchFamily="49" charset="0"/>
              </a:rPr>
              <a:t> </a:t>
            </a:r>
            <a:r>
              <a:rPr lang="sl-SI" sz="1600" err="1">
                <a:latin typeface="Courier New" pitchFamily="49" charset="0"/>
              </a:rPr>
              <a:t>j.jid</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j</a:t>
            </a:r>
            <a:r>
              <a:rPr lang="sl-SI" sz="1600">
                <a:latin typeface="Courier New" pitchFamily="49" charset="0"/>
              </a:rPr>
              <a:t>a</a:t>
            </a:r>
            <a:r>
              <a:rPr lang="en-US" sz="1600" err="1">
                <a:latin typeface="Courier New" pitchFamily="49" charset="0"/>
              </a:rPr>
              <a:t>dralec</a:t>
            </a:r>
            <a:r>
              <a:rPr lang="sl-SI" sz="1600">
                <a:latin typeface="Courier New" pitchFamily="49" charset="0"/>
              </a:rPr>
              <a:t> j</a:t>
            </a:r>
            <a:endParaRPr lang="en-US"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sl-SI" sz="1600" err="1">
                <a:latin typeface="Courier New" pitchFamily="49" charset="0"/>
              </a:rPr>
              <a:t>j.rating</a:t>
            </a:r>
            <a:r>
              <a:rPr lang="sl-SI" sz="1600">
                <a:latin typeface="Courier New" pitchFamily="49" charset="0"/>
              </a:rPr>
              <a:t> </a:t>
            </a:r>
            <a:r>
              <a:rPr lang="en-US" sz="1600">
                <a:latin typeface="Courier New" pitchFamily="49" charset="0"/>
              </a:rPr>
              <a:t>&gt; </a:t>
            </a:r>
            <a:r>
              <a:rPr lang="sl-SI" sz="1600" b="1">
                <a:latin typeface="Courier New" pitchFamily="49" charset="0"/>
              </a:rPr>
              <a:t>ANY</a:t>
            </a:r>
          </a:p>
          <a:p>
            <a:pPr>
              <a:buFont typeface="Wingdings" pitchFamily="2" charset="2"/>
              <a:buNone/>
            </a:pPr>
            <a:r>
              <a:rPr lang="en-US" sz="1600">
                <a:latin typeface="Courier New" pitchFamily="49" charset="0"/>
              </a:rPr>
              <a:t>	</a:t>
            </a:r>
            <a:r>
              <a:rPr lang="sl-SI" sz="1600">
                <a:latin typeface="Courier New" pitchFamily="49" charset="0"/>
              </a:rPr>
              <a:t>(</a:t>
            </a:r>
            <a:r>
              <a:rPr lang="sl-SI" sz="1600" b="1">
                <a:latin typeface="Courier New" pitchFamily="49" charset="0"/>
              </a:rPr>
              <a:t>SELECT</a:t>
            </a:r>
            <a:r>
              <a:rPr lang="sl-SI" sz="1600">
                <a:latin typeface="Courier New" pitchFamily="49" charset="0"/>
              </a:rPr>
              <a:t> </a:t>
            </a:r>
            <a:r>
              <a:rPr lang="en-US" sz="1600">
                <a:latin typeface="Courier New" pitchFamily="49" charset="0"/>
              </a:rPr>
              <a:t>j2.rating </a:t>
            </a:r>
          </a:p>
          <a:p>
            <a:pPr>
              <a:buFont typeface="Wingdings" pitchFamily="2" charset="2"/>
              <a:buNone/>
            </a:pPr>
            <a:r>
              <a:rPr lang="en-US" sz="1600">
                <a:latin typeface="Courier New" pitchFamily="49" charset="0"/>
              </a:rPr>
              <a:t>	 </a:t>
            </a:r>
            <a:r>
              <a:rPr lang="sl-SI" sz="1600" b="1">
                <a:latin typeface="Courier New" pitchFamily="49" charset="0"/>
              </a:rPr>
              <a:t>FROM</a:t>
            </a:r>
            <a:r>
              <a:rPr lang="sl-SI" sz="1600">
                <a:latin typeface="Courier New" pitchFamily="49" charset="0"/>
              </a:rPr>
              <a:t> </a:t>
            </a:r>
            <a:r>
              <a:rPr lang="en-US" sz="1600" err="1">
                <a:latin typeface="Courier New" pitchFamily="49" charset="0"/>
              </a:rPr>
              <a:t>jadralec</a:t>
            </a:r>
            <a:r>
              <a:rPr lang="en-US" sz="1600">
                <a:latin typeface="Courier New" pitchFamily="49" charset="0"/>
              </a:rPr>
              <a:t> j2);</a:t>
            </a:r>
            <a:endParaRPr lang="sl-SI" sz="1600">
              <a:latin typeface="Courier New" pitchFamily="49" charset="0"/>
            </a:endParaRPr>
          </a:p>
          <a:p>
            <a:pPr>
              <a:buFont typeface="Wingdings" pitchFamily="2" charset="2"/>
              <a:buNone/>
            </a:pPr>
            <a:r>
              <a:rPr lang="sl-SI" sz="1600">
                <a:latin typeface="Courier New" pitchFamily="49" charset="0"/>
              </a:rPr>
              <a:t> </a:t>
            </a:r>
            <a:r>
              <a:rPr lang="en-US" sz="1600">
                <a:latin typeface="Courier New" pitchFamily="49" charset="0"/>
              </a:rPr>
              <a:t>	</a:t>
            </a:r>
            <a:endParaRPr lang="sl-SI" sz="1600">
              <a:latin typeface="Courier New" pitchFamily="49" charset="0"/>
            </a:endParaRPr>
          </a:p>
        </p:txBody>
      </p:sp>
      <p:sp>
        <p:nvSpPr>
          <p:cNvPr id="161796" name="Rectangle 4"/>
          <p:cNvSpPr>
            <a:spLocks noGrp="1" noChangeArrowheads="1"/>
          </p:cNvSpPr>
          <p:nvPr>
            <p:ph type="body" sz="half" idx="3"/>
          </p:nvPr>
        </p:nvSpPr>
        <p:spPr>
          <a:xfrm>
            <a:off x="762000" y="2362200"/>
            <a:ext cx="5867400" cy="1785938"/>
          </a:xfrm>
        </p:spPr>
        <p:txBody>
          <a:bodyPr/>
          <a:lstStyle/>
          <a:p>
            <a:r>
              <a:rPr lang="sl-SI" sz="2400"/>
              <a:t>Poišči šifre jadralcev, ki </a:t>
            </a:r>
            <a:r>
              <a:rPr lang="en-US" sz="2400" err="1"/>
              <a:t>nimajo</a:t>
            </a:r>
            <a:r>
              <a:rPr lang="en-US" sz="2400"/>
              <a:t> </a:t>
            </a:r>
            <a:r>
              <a:rPr lang="sl-SI" sz="2400"/>
              <a:t>naj</a:t>
            </a:r>
            <a:r>
              <a:rPr lang="en-US" sz="2400" err="1"/>
              <a:t>ni</a:t>
            </a:r>
            <a:r>
              <a:rPr lang="sl-SI" sz="2400" err="1"/>
              <a:t>žjega</a:t>
            </a:r>
            <a:r>
              <a:rPr lang="sl-SI" sz="2400"/>
              <a:t> </a:t>
            </a:r>
            <a:r>
              <a:rPr lang="en-US" sz="2400"/>
              <a:t>rating</a:t>
            </a:r>
            <a:r>
              <a:rPr lang="sl-SI" sz="2400"/>
              <a:t>a!</a:t>
            </a:r>
            <a:r>
              <a:rPr lang="en-US" sz="2400"/>
              <a:t> </a:t>
            </a:r>
            <a:br>
              <a:rPr lang="en-US" sz="2400"/>
            </a:br>
            <a:r>
              <a:rPr lang="en-US" sz="2400" err="1"/>
              <a:t>Opomba</a:t>
            </a:r>
            <a:r>
              <a:rPr lang="en-US" sz="2400"/>
              <a:t>: </a:t>
            </a:r>
            <a:r>
              <a:rPr lang="sl-SI" sz="2400"/>
              <a:t>lahko jih je več.</a:t>
            </a:r>
            <a:endParaRPr lang="en-US" sz="2400"/>
          </a:p>
        </p:txBody>
      </p:sp>
      <p:sp>
        <p:nvSpPr>
          <p:cNvPr id="161797" name="Text Box 5"/>
          <p:cNvSpPr txBox="1">
            <a:spLocks noChangeArrowheads="1"/>
          </p:cNvSpPr>
          <p:nvPr/>
        </p:nvSpPr>
        <p:spPr bwMode="auto">
          <a:xfrm>
            <a:off x="6705600" y="2438400"/>
            <a:ext cx="3124200" cy="32702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jid |</a:t>
            </a:r>
          </a:p>
          <a:p>
            <a:pPr algn="l"/>
            <a:r>
              <a:rPr lang="en-US" sz="1600">
                <a:latin typeface="Courier New" pitchFamily="49" charset="0"/>
              </a:rPr>
              <a:t>+-----+</a:t>
            </a:r>
          </a:p>
          <a:p>
            <a:pPr algn="l"/>
            <a:r>
              <a:rPr lang="en-US" sz="1600">
                <a:latin typeface="Courier New" pitchFamily="49" charset="0"/>
              </a:rPr>
              <a:t>|  22 |</a:t>
            </a:r>
          </a:p>
          <a:p>
            <a:pPr algn="l"/>
            <a:r>
              <a:rPr lang="en-US" sz="1600">
                <a:latin typeface="Courier New" pitchFamily="49" charset="0"/>
              </a:rPr>
              <a:t>|  31 |</a:t>
            </a:r>
          </a:p>
          <a:p>
            <a:pPr algn="l"/>
            <a:r>
              <a:rPr lang="en-US" sz="1600">
                <a:latin typeface="Courier New" pitchFamily="49" charset="0"/>
              </a:rPr>
              <a:t>|  32 |</a:t>
            </a:r>
          </a:p>
          <a:p>
            <a:pPr algn="l"/>
            <a:r>
              <a:rPr lang="en-US" sz="1600">
                <a:latin typeface="Courier New" pitchFamily="49" charset="0"/>
              </a:rPr>
              <a:t>|  58 |</a:t>
            </a:r>
          </a:p>
          <a:p>
            <a:pPr algn="l"/>
            <a:r>
              <a:rPr lang="en-US" sz="1600">
                <a:latin typeface="Courier New" pitchFamily="49" charset="0"/>
              </a:rPr>
              <a:t>|  64 |</a:t>
            </a:r>
          </a:p>
          <a:p>
            <a:pPr algn="l"/>
            <a:r>
              <a:rPr lang="en-US" sz="1600">
                <a:latin typeface="Courier New" pitchFamily="49" charset="0"/>
              </a:rPr>
              <a:t>|  71 |</a:t>
            </a:r>
          </a:p>
          <a:p>
            <a:pPr algn="l"/>
            <a:r>
              <a:rPr lang="en-US" sz="1600">
                <a:latin typeface="Courier New" pitchFamily="49" charset="0"/>
              </a:rPr>
              <a:t>|  74 |</a:t>
            </a:r>
          </a:p>
          <a:p>
            <a:pPr algn="l"/>
            <a:r>
              <a:rPr lang="en-US" sz="1600">
                <a:latin typeface="Courier New" pitchFamily="49" charset="0"/>
              </a:rPr>
              <a:t>|  85 |</a:t>
            </a:r>
          </a:p>
          <a:p>
            <a:pPr algn="l"/>
            <a:r>
              <a:rPr lang="en-US" sz="1600">
                <a:latin typeface="Courier New" pitchFamily="49" charset="0"/>
              </a:rPr>
              <a:t>|  95 |</a:t>
            </a:r>
          </a:p>
          <a:p>
            <a:pPr algn="l"/>
            <a:r>
              <a:rPr lang="en-US" sz="1600">
                <a:latin typeface="Courier New" pitchFamily="49" charset="0"/>
              </a:rPr>
              <a:t>+-----+</a:t>
            </a:r>
          </a:p>
        </p:txBody>
      </p:sp>
      <p:sp>
        <p:nvSpPr>
          <p:cNvPr id="161798" name="Text Box 6"/>
          <p:cNvSpPr txBox="1">
            <a:spLocks noChangeArrowheads="1"/>
          </p:cNvSpPr>
          <p:nvPr/>
        </p:nvSpPr>
        <p:spPr bwMode="auto">
          <a:xfrm>
            <a:off x="3267075" y="188118"/>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61799" name="Rectangle 7"/>
          <p:cNvSpPr>
            <a:spLocks noChangeArrowheads="1"/>
          </p:cNvSpPr>
          <p:nvPr/>
        </p:nvSpPr>
        <p:spPr bwMode="auto">
          <a:xfrm>
            <a:off x="914400" y="5964239"/>
            <a:ext cx="7848600" cy="512762"/>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en-US" sz="2400"/>
              <a:t>Rating </a:t>
            </a:r>
            <a:r>
              <a:rPr lang="en-US" sz="2400" err="1"/>
              <a:t>mora</a:t>
            </a:r>
            <a:r>
              <a:rPr lang="en-US" sz="2400"/>
              <a:t> </a:t>
            </a:r>
            <a:r>
              <a:rPr lang="en-US" sz="2400" err="1"/>
              <a:t>biti</a:t>
            </a:r>
            <a:r>
              <a:rPr lang="en-US" sz="2400"/>
              <a:t> </a:t>
            </a:r>
            <a:r>
              <a:rPr lang="sl-SI" sz="2400"/>
              <a:t>strogo </a:t>
            </a:r>
            <a:r>
              <a:rPr lang="en-US" sz="2400"/>
              <a:t>vi</a:t>
            </a:r>
            <a:r>
              <a:rPr lang="sl-SI" sz="2400" err="1"/>
              <a:t>šji</a:t>
            </a:r>
            <a:r>
              <a:rPr lang="sl-SI" sz="2400"/>
              <a:t> od </a:t>
            </a:r>
            <a:r>
              <a:rPr lang="sl-SI" sz="2400">
                <a:solidFill>
                  <a:srgbClr val="FF0066"/>
                </a:solidFill>
              </a:rPr>
              <a:t>vsaj enega </a:t>
            </a:r>
            <a:r>
              <a:rPr lang="en-US" sz="2400">
                <a:solidFill>
                  <a:srgbClr val="FF0066"/>
                </a:solidFill>
              </a:rPr>
              <a:t>rating</a:t>
            </a:r>
            <a:r>
              <a:rPr lang="sl-SI" sz="2400">
                <a:solidFill>
                  <a:srgbClr val="FF0066"/>
                </a:solidFill>
              </a:rPr>
              <a:t>a</a:t>
            </a:r>
            <a:r>
              <a:rPr lang="sl-SI" sz="2400"/>
              <a:t>.</a:t>
            </a:r>
            <a:endParaRPr lang="en-US" sz="2400"/>
          </a:p>
        </p:txBody>
      </p:sp>
      <p:sp>
        <p:nvSpPr>
          <p:cNvPr id="161803" name="AutoShape 11"/>
          <p:cNvSpPr>
            <a:spLocks noGrp="1" noChangeArrowheads="1"/>
          </p:cNvSpPr>
          <p:nvPr>
            <p:ph type="title"/>
          </p:nvPr>
        </p:nvSpPr>
        <p:spPr>
          <a:noFill/>
          <a:ln/>
        </p:spPr>
        <p:txBody>
          <a:bodyPr/>
          <a:lstStyle/>
          <a:p>
            <a:r>
              <a:rPr lang="en-US" sz="2800"/>
              <a:t>Skupinski operatorji namesto kvantifikatorjev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17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17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17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p:bldP spid="161797" grpId="0"/>
      <p:bldP spid="161799" grpId="0"/>
    </p:bldLst>
  </p:timing>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3842" name="AutoShape 2"/>
          <p:cNvSpPr>
            <a:spLocks noGrp="1" noChangeArrowheads="1"/>
          </p:cNvSpPr>
          <p:nvPr>
            <p:ph type="title"/>
          </p:nvPr>
        </p:nvSpPr>
        <p:spPr>
          <a:xfrm>
            <a:off x="762000" y="838200"/>
            <a:ext cx="7924800" cy="1143000"/>
          </a:xfrm>
        </p:spPr>
        <p:txBody>
          <a:bodyPr/>
          <a:lstStyle/>
          <a:p>
            <a:r>
              <a:rPr lang="en-US" sz="3200"/>
              <a:t>Skupinski operatorji namesto kvantifikatorjev</a:t>
            </a:r>
          </a:p>
        </p:txBody>
      </p:sp>
      <p:sp>
        <p:nvSpPr>
          <p:cNvPr id="163843" name="Rectangle 3"/>
          <p:cNvSpPr>
            <a:spLocks noGrp="1" noChangeArrowheads="1"/>
          </p:cNvSpPr>
          <p:nvPr>
            <p:ph sz="quarter" idx="2"/>
          </p:nvPr>
        </p:nvSpPr>
        <p:spPr>
          <a:xfrm>
            <a:off x="762000" y="3810000"/>
            <a:ext cx="8229600" cy="2743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err="1">
                <a:latin typeface="Courier New" pitchFamily="49" charset="0"/>
              </a:rPr>
              <a:t>jid</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sl-SI" sz="1600">
                <a:latin typeface="Courier New" pitchFamily="49" charset="0"/>
              </a:rPr>
              <a:t> </a:t>
            </a:r>
            <a:r>
              <a:rPr lang="en-US" sz="1600">
                <a:latin typeface="Courier New" pitchFamily="49" charset="0"/>
              </a:rPr>
              <a:t> </a:t>
            </a:r>
            <a:endParaRPr lang="sl-SI" sz="1600">
              <a:latin typeface="Courier New" pitchFamily="49" charset="0"/>
            </a:endParaRPr>
          </a:p>
          <a:p>
            <a:pPr>
              <a:buFont typeface="Wingdings" pitchFamily="2" charset="2"/>
              <a:buNone/>
            </a:pPr>
            <a:r>
              <a:rPr lang="sl-SI" sz="1600" b="1">
                <a:latin typeface="Courier New" pitchFamily="49" charset="0"/>
              </a:rPr>
              <a:t>WHERE</a:t>
            </a:r>
            <a:r>
              <a:rPr lang="sl-SI" sz="1600">
                <a:latin typeface="Courier New" pitchFamily="49" charset="0"/>
              </a:rPr>
              <a:t> rating </a:t>
            </a:r>
            <a:r>
              <a:rPr lang="en-US" sz="1600">
                <a:latin typeface="Courier New" pitchFamily="49" charset="0"/>
              </a:rPr>
              <a:t>&gt;</a:t>
            </a:r>
            <a:r>
              <a:rPr lang="sl-SI" sz="1600">
                <a:latin typeface="Courier New" pitchFamily="49" charset="0"/>
              </a:rPr>
              <a:t> (</a:t>
            </a:r>
            <a:r>
              <a:rPr lang="sl-SI" sz="1600" b="1">
                <a:latin typeface="Courier New" pitchFamily="49" charset="0"/>
              </a:rPr>
              <a:t>SELECT</a:t>
            </a:r>
            <a:r>
              <a:rPr lang="sl-SI" sz="1600">
                <a:latin typeface="Courier New" pitchFamily="49" charset="0"/>
              </a:rPr>
              <a:t> </a:t>
            </a:r>
            <a:r>
              <a:rPr lang="en-US" sz="1600" b="1">
                <a:latin typeface="Courier New" pitchFamily="49" charset="0"/>
              </a:rPr>
              <a:t>MIN</a:t>
            </a:r>
            <a:r>
              <a:rPr lang="sl-SI" sz="1600">
                <a:latin typeface="Courier New" pitchFamily="49" charset="0"/>
              </a:rPr>
              <a:t>(rating)</a:t>
            </a:r>
          </a:p>
          <a:p>
            <a:pPr>
              <a:buFont typeface="Wingdings" pitchFamily="2" charset="2"/>
              <a:buNone/>
            </a:pPr>
            <a:r>
              <a:rPr lang="sl-SI" sz="1600">
                <a:latin typeface="Courier New" pitchFamily="49" charset="0"/>
              </a:rPr>
              <a:t>                </a:t>
            </a:r>
            <a:r>
              <a:rPr lang="sl-SI" sz="1600" b="1">
                <a:latin typeface="Courier New" pitchFamily="49" charset="0"/>
              </a:rPr>
              <a:t>FROM</a:t>
            </a:r>
            <a:r>
              <a:rPr lang="sl-SI" sz="1600">
                <a:latin typeface="Courier New" pitchFamily="49" charset="0"/>
              </a:rPr>
              <a:t> jadralec)</a:t>
            </a:r>
            <a:r>
              <a:rPr lang="en-US" sz="1600">
                <a:latin typeface="Courier New" pitchFamily="49" charset="0"/>
              </a:rPr>
              <a:t>;</a:t>
            </a:r>
            <a:r>
              <a:rPr lang="sl-SI" sz="1600">
                <a:latin typeface="Courier New" pitchFamily="49" charset="0"/>
              </a:rPr>
              <a:t>  </a:t>
            </a:r>
            <a:endParaRPr lang="en-US" sz="1600">
              <a:latin typeface="Courier New" pitchFamily="49" charset="0"/>
            </a:endParaRPr>
          </a:p>
        </p:txBody>
      </p:sp>
      <p:sp>
        <p:nvSpPr>
          <p:cNvPr id="163844" name="Rectangle 4"/>
          <p:cNvSpPr>
            <a:spLocks noGrp="1" noChangeArrowheads="1"/>
          </p:cNvSpPr>
          <p:nvPr>
            <p:ph type="body" sz="half" idx="3"/>
          </p:nvPr>
        </p:nvSpPr>
        <p:spPr>
          <a:xfrm>
            <a:off x="762000" y="2362200"/>
            <a:ext cx="3581400" cy="1600200"/>
          </a:xfrm>
        </p:spPr>
        <p:txBody>
          <a:bodyPr/>
          <a:lstStyle/>
          <a:p>
            <a:r>
              <a:rPr lang="sl-SI" sz="2000"/>
              <a:t>Poišči šifre jadralcev, ki </a:t>
            </a:r>
            <a:r>
              <a:rPr lang="en-US" sz="2000" err="1"/>
              <a:t>nimajo</a:t>
            </a:r>
            <a:r>
              <a:rPr lang="en-US" sz="2000"/>
              <a:t> </a:t>
            </a:r>
            <a:r>
              <a:rPr lang="sl-SI" sz="2000"/>
              <a:t>naj</a:t>
            </a:r>
            <a:r>
              <a:rPr lang="en-US" sz="2000" err="1"/>
              <a:t>ni</a:t>
            </a:r>
            <a:r>
              <a:rPr lang="sl-SI" sz="2000" err="1"/>
              <a:t>žjega</a:t>
            </a:r>
            <a:r>
              <a:rPr lang="sl-SI" sz="2000"/>
              <a:t> </a:t>
            </a:r>
            <a:r>
              <a:rPr lang="en-US" sz="2000"/>
              <a:t>rating</a:t>
            </a:r>
            <a:r>
              <a:rPr lang="sl-SI" sz="2000"/>
              <a:t>a!</a:t>
            </a:r>
            <a:r>
              <a:rPr lang="en-US" sz="2000"/>
              <a:t> </a:t>
            </a:r>
            <a:br>
              <a:rPr lang="en-US" sz="2000"/>
            </a:br>
            <a:r>
              <a:rPr lang="en-US" sz="2000" err="1"/>
              <a:t>Opomba</a:t>
            </a:r>
            <a:r>
              <a:rPr lang="en-US" sz="2000"/>
              <a:t>: </a:t>
            </a:r>
            <a:r>
              <a:rPr lang="sl-SI" sz="2000"/>
              <a:t>lahko jih je več.</a:t>
            </a:r>
            <a:endParaRPr lang="en-US" sz="2000"/>
          </a:p>
        </p:txBody>
      </p:sp>
      <p:sp>
        <p:nvSpPr>
          <p:cNvPr id="163845" name="Text Box 5"/>
          <p:cNvSpPr txBox="1">
            <a:spLocks noChangeArrowheads="1"/>
          </p:cNvSpPr>
          <p:nvPr/>
        </p:nvSpPr>
        <p:spPr bwMode="auto">
          <a:xfrm>
            <a:off x="5791200" y="2819400"/>
            <a:ext cx="3124200" cy="327025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jid |</a:t>
            </a:r>
          </a:p>
          <a:p>
            <a:pPr algn="l"/>
            <a:r>
              <a:rPr lang="en-US" sz="1600">
                <a:latin typeface="Courier New" pitchFamily="49" charset="0"/>
              </a:rPr>
              <a:t>+-----+</a:t>
            </a:r>
          </a:p>
          <a:p>
            <a:pPr algn="l"/>
            <a:r>
              <a:rPr lang="en-US" sz="1600">
                <a:latin typeface="Courier New" pitchFamily="49" charset="0"/>
              </a:rPr>
              <a:t>|  22 |</a:t>
            </a:r>
          </a:p>
          <a:p>
            <a:pPr algn="l"/>
            <a:r>
              <a:rPr lang="en-US" sz="1600">
                <a:latin typeface="Courier New" pitchFamily="49" charset="0"/>
              </a:rPr>
              <a:t>|  31 |</a:t>
            </a:r>
          </a:p>
          <a:p>
            <a:pPr algn="l"/>
            <a:r>
              <a:rPr lang="en-US" sz="1600">
                <a:latin typeface="Courier New" pitchFamily="49" charset="0"/>
              </a:rPr>
              <a:t>|  32 |</a:t>
            </a:r>
          </a:p>
          <a:p>
            <a:pPr algn="l"/>
            <a:r>
              <a:rPr lang="en-US" sz="1600">
                <a:latin typeface="Courier New" pitchFamily="49" charset="0"/>
              </a:rPr>
              <a:t>|  58 |</a:t>
            </a:r>
          </a:p>
          <a:p>
            <a:pPr algn="l"/>
            <a:r>
              <a:rPr lang="en-US" sz="1600">
                <a:latin typeface="Courier New" pitchFamily="49" charset="0"/>
              </a:rPr>
              <a:t>|  64 |</a:t>
            </a:r>
          </a:p>
          <a:p>
            <a:pPr algn="l"/>
            <a:r>
              <a:rPr lang="en-US" sz="1600">
                <a:latin typeface="Courier New" pitchFamily="49" charset="0"/>
              </a:rPr>
              <a:t>|  71 |</a:t>
            </a:r>
          </a:p>
          <a:p>
            <a:pPr algn="l"/>
            <a:r>
              <a:rPr lang="en-US" sz="1600">
                <a:latin typeface="Courier New" pitchFamily="49" charset="0"/>
              </a:rPr>
              <a:t>|  74 |</a:t>
            </a:r>
          </a:p>
          <a:p>
            <a:pPr algn="l"/>
            <a:r>
              <a:rPr lang="en-US" sz="1600">
                <a:latin typeface="Courier New" pitchFamily="49" charset="0"/>
              </a:rPr>
              <a:t>|  85 |</a:t>
            </a:r>
          </a:p>
          <a:p>
            <a:pPr algn="l"/>
            <a:r>
              <a:rPr lang="en-US" sz="1600">
                <a:latin typeface="Courier New" pitchFamily="49" charset="0"/>
              </a:rPr>
              <a:t>|  95 |</a:t>
            </a:r>
          </a:p>
          <a:p>
            <a:pPr algn="l"/>
            <a:r>
              <a:rPr lang="en-US" sz="1600">
                <a:latin typeface="Courier New" pitchFamily="49" charset="0"/>
              </a:rPr>
              <a:t>+-----+</a:t>
            </a:r>
          </a:p>
        </p:txBody>
      </p:sp>
      <p:sp>
        <p:nvSpPr>
          <p:cNvPr id="163846" name="Text Box 6"/>
          <p:cNvSpPr txBox="1">
            <a:spLocks noChangeArrowheads="1"/>
          </p:cNvSpPr>
          <p:nvPr/>
        </p:nvSpPr>
        <p:spPr bwMode="auto">
          <a:xfrm>
            <a:off x="3200400" y="1524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63847" name="Rectangle 7"/>
          <p:cNvSpPr>
            <a:spLocks noChangeArrowheads="1"/>
          </p:cNvSpPr>
          <p:nvPr/>
        </p:nvSpPr>
        <p:spPr bwMode="auto">
          <a:xfrm>
            <a:off x="838200" y="5029200"/>
            <a:ext cx="4343400" cy="16002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p:bldP spid="163845" grpId="0"/>
    </p:bldLst>
  </p:timing>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6914" name="AutoShape 2"/>
          <p:cNvSpPr>
            <a:spLocks noGrp="1" noChangeArrowheads="1"/>
          </p:cNvSpPr>
          <p:nvPr>
            <p:ph type="title"/>
          </p:nvPr>
        </p:nvSpPr>
        <p:spPr>
          <a:xfrm>
            <a:off x="762000" y="762000"/>
            <a:ext cx="8153400" cy="1143000"/>
          </a:xfrm>
        </p:spPr>
        <p:txBody>
          <a:bodyPr/>
          <a:lstStyle/>
          <a:p>
            <a:r>
              <a:rPr lang="en-US"/>
              <a:t>Skupinski operatorji</a:t>
            </a:r>
          </a:p>
        </p:txBody>
      </p:sp>
      <p:sp>
        <p:nvSpPr>
          <p:cNvPr id="166915" name="Rectangle 3"/>
          <p:cNvSpPr>
            <a:spLocks noGrp="1" noChangeArrowheads="1"/>
          </p:cNvSpPr>
          <p:nvPr>
            <p:ph sz="quarter" idx="2"/>
          </p:nvPr>
        </p:nvSpPr>
        <p:spPr>
          <a:xfrm>
            <a:off x="762000" y="3810000"/>
            <a:ext cx="8229600" cy="2743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ime</a:t>
            </a: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endParaRPr lang="sl-SI" sz="1600">
              <a:latin typeface="Courier New" pitchFamily="49" charset="0"/>
            </a:endParaRPr>
          </a:p>
          <a:p>
            <a:pPr>
              <a:buFont typeface="Wingdings" pitchFamily="2" charset="2"/>
              <a:buNone/>
            </a:pPr>
            <a:r>
              <a:rPr lang="en-US" sz="1600" b="1">
                <a:latin typeface="Courier New" pitchFamily="49" charset="0"/>
              </a:rPr>
              <a:t>WHERE</a:t>
            </a:r>
            <a:r>
              <a:rPr lang="en-US" sz="1600">
                <a:latin typeface="Courier New" pitchFamily="49" charset="0"/>
              </a:rPr>
              <a:t> </a:t>
            </a:r>
            <a:r>
              <a:rPr lang="en-US" sz="1600" err="1">
                <a:latin typeface="Courier New" pitchFamily="49" charset="0"/>
              </a:rPr>
              <a:t>starost</a:t>
            </a:r>
            <a:r>
              <a:rPr lang="en-US" sz="1600">
                <a:latin typeface="Courier New" pitchFamily="49" charset="0"/>
              </a:rPr>
              <a:t> &gt; (</a:t>
            </a:r>
            <a:r>
              <a:rPr lang="en-US" sz="1600" b="1">
                <a:latin typeface="Courier New" pitchFamily="49" charset="0"/>
              </a:rPr>
              <a:t>SELECT</a:t>
            </a:r>
            <a:r>
              <a:rPr lang="en-US" sz="1600">
                <a:latin typeface="Courier New" pitchFamily="49" charset="0"/>
              </a:rPr>
              <a:t> </a:t>
            </a:r>
            <a:r>
              <a:rPr lang="en-US" sz="1600" b="1">
                <a:latin typeface="Courier New" pitchFamily="49" charset="0"/>
              </a:rPr>
              <a:t>MAX</a:t>
            </a:r>
            <a:r>
              <a:rPr lang="en-US" sz="1600">
                <a:latin typeface="Courier New" pitchFamily="49" charset="0"/>
              </a:rPr>
              <a:t>(</a:t>
            </a:r>
            <a:r>
              <a:rPr lang="en-US" sz="1600" err="1">
                <a:latin typeface="Courier New" pitchFamily="49" charset="0"/>
              </a:rPr>
              <a:t>starost</a:t>
            </a:r>
            <a:r>
              <a:rPr lang="en-US" sz="1600">
                <a:latin typeface="Courier New" pitchFamily="49" charset="0"/>
              </a:rPr>
              <a:t>)</a:t>
            </a: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rating = 10);</a:t>
            </a:r>
          </a:p>
        </p:txBody>
      </p:sp>
      <p:sp>
        <p:nvSpPr>
          <p:cNvPr id="166916" name="Rectangle 4"/>
          <p:cNvSpPr>
            <a:spLocks noGrp="1" noChangeArrowheads="1"/>
          </p:cNvSpPr>
          <p:nvPr>
            <p:ph type="body" sz="half" idx="3"/>
          </p:nvPr>
        </p:nvSpPr>
        <p:spPr>
          <a:xfrm>
            <a:off x="762000" y="2362200"/>
            <a:ext cx="3581400" cy="1600200"/>
          </a:xfrm>
        </p:spPr>
        <p:txBody>
          <a:bodyPr/>
          <a:lstStyle/>
          <a:p>
            <a:r>
              <a:rPr lang="en-US" sz="2000"/>
              <a:t>Poi</a:t>
            </a:r>
            <a:r>
              <a:rPr lang="sl-SI" sz="2000" err="1"/>
              <a:t>šči</a:t>
            </a:r>
            <a:r>
              <a:rPr lang="sl-SI" sz="2000"/>
              <a:t> </a:t>
            </a:r>
            <a:r>
              <a:rPr lang="en-US" sz="2000" err="1"/>
              <a:t>imena</a:t>
            </a:r>
            <a:r>
              <a:rPr lang="en-US" sz="2000"/>
              <a:t> </a:t>
            </a:r>
            <a:r>
              <a:rPr lang="en-US" sz="2000" err="1"/>
              <a:t>jadralcev</a:t>
            </a:r>
            <a:r>
              <a:rPr lang="en-US" sz="2000"/>
              <a:t>, </a:t>
            </a:r>
            <a:r>
              <a:rPr lang="en-US" sz="2000" err="1"/>
              <a:t>starej</a:t>
            </a:r>
            <a:r>
              <a:rPr lang="sl-SI" sz="2000" err="1"/>
              <a:t>ših</a:t>
            </a:r>
            <a:r>
              <a:rPr lang="sl-SI" sz="2000"/>
              <a:t> od najstarejšega jadralca z ratingom 10!</a:t>
            </a:r>
            <a:endParaRPr lang="en-US" sz="2000"/>
          </a:p>
        </p:txBody>
      </p:sp>
      <p:sp>
        <p:nvSpPr>
          <p:cNvPr id="166917" name="Text Box 5"/>
          <p:cNvSpPr txBox="1">
            <a:spLocks noChangeArrowheads="1"/>
          </p:cNvSpPr>
          <p:nvPr/>
        </p:nvSpPr>
        <p:spPr bwMode="auto">
          <a:xfrm>
            <a:off x="5867400" y="3352800"/>
            <a:ext cx="3124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ime   |</a:t>
            </a:r>
          </a:p>
          <a:p>
            <a:pPr algn="l"/>
            <a:r>
              <a:rPr lang="en-US" sz="1600">
                <a:latin typeface="Courier New" pitchFamily="49" charset="0"/>
              </a:rPr>
              <a:t>+-------+</a:t>
            </a:r>
          </a:p>
          <a:p>
            <a:pPr algn="l"/>
            <a:r>
              <a:rPr lang="en-US" sz="1600">
                <a:latin typeface="Courier New" pitchFamily="49" charset="0"/>
              </a:rPr>
              <a:t>| Darko |</a:t>
            </a:r>
          </a:p>
          <a:p>
            <a:pPr algn="l"/>
            <a:r>
              <a:rPr lang="en-US" sz="1600">
                <a:latin typeface="Courier New" pitchFamily="49" charset="0"/>
              </a:rPr>
              <a:t>| Lojze |</a:t>
            </a:r>
          </a:p>
          <a:p>
            <a:pPr algn="l"/>
            <a:r>
              <a:rPr lang="en-US" sz="1600">
                <a:latin typeface="Courier New" pitchFamily="49" charset="0"/>
              </a:rPr>
              <a:t>| Bine  |</a:t>
            </a:r>
          </a:p>
          <a:p>
            <a:pPr algn="l"/>
            <a:r>
              <a:rPr lang="en-US" sz="1600">
                <a:latin typeface="Courier New" pitchFamily="49" charset="0"/>
              </a:rPr>
              <a:t>+-------+</a:t>
            </a:r>
          </a:p>
        </p:txBody>
      </p:sp>
      <p:sp>
        <p:nvSpPr>
          <p:cNvPr id="166918"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66919" name="Rectangle 7"/>
          <p:cNvSpPr>
            <a:spLocks noChangeArrowheads="1"/>
          </p:cNvSpPr>
          <p:nvPr/>
        </p:nvSpPr>
        <p:spPr bwMode="auto">
          <a:xfrm>
            <a:off x="838200" y="5029200"/>
            <a:ext cx="4343400" cy="16002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69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6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p:bldP spid="166917"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57698" name="AutoShape 2"/>
          <p:cNvSpPr>
            <a:spLocks noGrp="1" noChangeArrowheads="1"/>
          </p:cNvSpPr>
          <p:nvPr>
            <p:ph type="title"/>
          </p:nvPr>
        </p:nvSpPr>
        <p:spPr/>
        <p:txBody>
          <a:bodyPr/>
          <a:lstStyle/>
          <a:p>
            <a:r>
              <a:rPr lang="en-US"/>
              <a:t>Delo nad skupinami</a:t>
            </a:r>
          </a:p>
        </p:txBody>
      </p:sp>
      <p:sp>
        <p:nvSpPr>
          <p:cNvPr id="157699" name="Rectangle 3"/>
          <p:cNvSpPr>
            <a:spLocks noGrp="1" noChangeArrowheads="1"/>
          </p:cNvSpPr>
          <p:nvPr>
            <p:ph type="body" idx="1"/>
          </p:nvPr>
        </p:nvSpPr>
        <p:spPr/>
        <p:txBody>
          <a:bodyPr/>
          <a:lstStyle/>
          <a:p>
            <a:r>
              <a:rPr lang="en-US" err="1"/>
              <a:t>Skupinski</a:t>
            </a:r>
            <a:r>
              <a:rPr lang="en-US"/>
              <a:t> </a:t>
            </a:r>
            <a:r>
              <a:rPr lang="en-US" err="1"/>
              <a:t>operatorji</a:t>
            </a:r>
            <a:r>
              <a:rPr lang="en-US"/>
              <a:t> </a:t>
            </a:r>
            <a:r>
              <a:rPr lang="en-US" err="1"/>
              <a:t>znotraj</a:t>
            </a:r>
            <a:r>
              <a:rPr lang="en-US"/>
              <a:t> </a:t>
            </a:r>
            <a:r>
              <a:rPr lang="en-US" err="1"/>
              <a:t>ene</a:t>
            </a:r>
            <a:r>
              <a:rPr lang="en-US"/>
              <a:t> </a:t>
            </a:r>
            <a:r>
              <a:rPr lang="en-US" err="1"/>
              <a:t>poizvedbe</a:t>
            </a:r>
            <a:r>
              <a:rPr lang="en-US"/>
              <a:t> </a:t>
            </a:r>
            <a:r>
              <a:rPr lang="en-US" err="1"/>
              <a:t>delujejo</a:t>
            </a:r>
            <a:r>
              <a:rPr lang="en-US"/>
              <a:t> le </a:t>
            </a:r>
            <a:r>
              <a:rPr lang="en-US" err="1"/>
              <a:t>nad</a:t>
            </a:r>
            <a:r>
              <a:rPr lang="en-US"/>
              <a:t> </a:t>
            </a:r>
            <a:r>
              <a:rPr lang="en-US" err="1"/>
              <a:t>eno</a:t>
            </a:r>
            <a:r>
              <a:rPr lang="en-US"/>
              <a:t> </a:t>
            </a:r>
            <a:r>
              <a:rPr lang="en-US" err="1"/>
              <a:t>skupino</a:t>
            </a:r>
            <a:r>
              <a:rPr lang="en-US"/>
              <a:t> </a:t>
            </a:r>
            <a:r>
              <a:rPr lang="sl-SI"/>
              <a:t>(množico)</a:t>
            </a:r>
          </a:p>
          <a:p>
            <a:r>
              <a:rPr lang="sl-SI"/>
              <a:t>Če želimo istočasno dobiti rezultate nad več skupinam</a:t>
            </a:r>
            <a:r>
              <a:rPr lang="en-US" err="1"/>
              <a:t>i</a:t>
            </a:r>
            <a:r>
              <a:rPr lang="sl-SI"/>
              <a:t> moramo razširiti SELECT stavek z novimi vrsticami</a:t>
            </a:r>
            <a:r>
              <a:rPr lang="en-US"/>
              <a:t>, </a:t>
            </a:r>
            <a:r>
              <a:rPr lang="en-US" err="1"/>
              <a:t>ki</a:t>
            </a:r>
            <a:r>
              <a:rPr lang="en-US"/>
              <a:t> </a:t>
            </a:r>
            <a:r>
              <a:rPr lang="en-US" err="1"/>
              <a:t>omogo</a:t>
            </a:r>
            <a:r>
              <a:rPr lang="sl-SI" err="1"/>
              <a:t>čajo</a:t>
            </a:r>
            <a:r>
              <a:rPr lang="sl-SI"/>
              <a:t> uporabo skupinskih operatorjev nad skupinami vrstic</a:t>
            </a:r>
            <a:endParaRPr lang="en-US"/>
          </a:p>
          <a:p>
            <a:r>
              <a:rPr lang="en-US"/>
              <a:t>Primer </a:t>
            </a:r>
            <a:r>
              <a:rPr lang="en-US" err="1"/>
              <a:t>naloge</a:t>
            </a:r>
            <a:r>
              <a:rPr lang="en-US"/>
              <a:t>: </a:t>
            </a:r>
            <a:r>
              <a:rPr lang="en-US" err="1"/>
              <a:t>za</a:t>
            </a:r>
            <a:r>
              <a:rPr lang="en-US"/>
              <a:t> </a:t>
            </a:r>
            <a:r>
              <a:rPr lang="en-US" err="1"/>
              <a:t>vsak</a:t>
            </a:r>
            <a:r>
              <a:rPr lang="en-US"/>
              <a:t> rating v </a:t>
            </a:r>
            <a:r>
              <a:rPr lang="en-US" err="1"/>
              <a:t>tabeli</a:t>
            </a:r>
            <a:r>
              <a:rPr lang="en-US"/>
              <a:t> </a:t>
            </a:r>
            <a:r>
              <a:rPr lang="en-US" err="1"/>
              <a:t>jadralcev</a:t>
            </a:r>
            <a:r>
              <a:rPr lang="en-US"/>
              <a:t> </a:t>
            </a:r>
            <a:r>
              <a:rPr lang="en-US" err="1"/>
              <a:t>izpi</a:t>
            </a:r>
            <a:r>
              <a:rPr lang="sl-SI" err="1"/>
              <a:t>ši</a:t>
            </a:r>
            <a:r>
              <a:rPr lang="sl-SI"/>
              <a:t> starost najmlajšega jadralca s tem ratingom.</a:t>
            </a:r>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5890" name="AutoShape 2"/>
          <p:cNvSpPr>
            <a:spLocks noGrp="1" noChangeArrowheads="1"/>
          </p:cNvSpPr>
          <p:nvPr>
            <p:ph type="title"/>
          </p:nvPr>
        </p:nvSpPr>
        <p:spPr/>
        <p:txBody>
          <a:bodyPr/>
          <a:lstStyle/>
          <a:p>
            <a:r>
              <a:rPr lang="sl-SI"/>
              <a:t>Razširjeni SELECT stavek</a:t>
            </a:r>
            <a:endParaRPr lang="en-US"/>
          </a:p>
        </p:txBody>
      </p:sp>
      <p:sp>
        <p:nvSpPr>
          <p:cNvPr id="165891" name="Rectangle 3"/>
          <p:cNvSpPr>
            <a:spLocks noGrp="1" noChangeArrowheads="1"/>
          </p:cNvSpPr>
          <p:nvPr>
            <p:ph type="body" sz="half" idx="1"/>
          </p:nvPr>
        </p:nvSpPr>
        <p:spPr>
          <a:xfrm>
            <a:off x="914400" y="2590800"/>
            <a:ext cx="7620000" cy="3724275"/>
          </a:xfrm>
        </p:spPr>
        <p:txBody>
          <a:bodyPr/>
          <a:lstStyle/>
          <a:p>
            <a:pPr>
              <a:lnSpc>
                <a:spcPct val="90000"/>
              </a:lnSpc>
              <a:buFont typeface="Wingdings" pitchFamily="2" charset="2"/>
              <a:buNone/>
              <a:tabLst>
                <a:tab pos="3590925" algn="l"/>
              </a:tabLst>
            </a:pPr>
            <a:endParaRPr lang="en-US" sz="1800">
              <a:latin typeface="Courier New" pitchFamily="49" charset="0"/>
            </a:endParaRPr>
          </a:p>
          <a:p>
            <a:pPr>
              <a:lnSpc>
                <a:spcPct val="90000"/>
              </a:lnSpc>
              <a:buFont typeface="Wingdings" pitchFamily="2" charset="2"/>
              <a:buNone/>
              <a:tabLst>
                <a:tab pos="3679825" algn="l"/>
              </a:tabLst>
            </a:pPr>
            <a:r>
              <a:rPr lang="sl-SI" sz="1800" b="1">
                <a:latin typeface="Courier New" pitchFamily="49" charset="0"/>
              </a:rPr>
              <a:t>SELECT</a:t>
            </a:r>
            <a:r>
              <a:rPr lang="sl-SI" sz="1800">
                <a:latin typeface="Courier New" pitchFamily="49" charset="0"/>
              </a:rPr>
              <a:t> </a:t>
            </a:r>
            <a:r>
              <a:rPr lang="en-US" sz="1800">
                <a:latin typeface="Courier New" pitchFamily="49" charset="0"/>
              </a:rPr>
              <a:t>  </a:t>
            </a:r>
            <a:r>
              <a:rPr lang="sl-SI" sz="1800">
                <a:latin typeface="Courier New" pitchFamily="49" charset="0"/>
              </a:rPr>
              <a:t>A</a:t>
            </a:r>
            <a:r>
              <a:rPr lang="sl-SI" sz="1800" baseline="-25000">
                <a:latin typeface="Courier New" pitchFamily="49" charset="0"/>
              </a:rPr>
              <a:t>1</a:t>
            </a:r>
            <a:r>
              <a:rPr lang="sl-SI" sz="1800">
                <a:latin typeface="Courier New" pitchFamily="49" charset="0"/>
              </a:rPr>
              <a:t>,</a:t>
            </a:r>
            <a:r>
              <a:rPr lang="en-US" sz="1800">
                <a:latin typeface="Courier New" pitchFamily="49" charset="0"/>
              </a:rPr>
              <a:t> </a:t>
            </a:r>
            <a:r>
              <a:rPr lang="sl-SI" sz="1800">
                <a:latin typeface="Courier New" pitchFamily="49" charset="0"/>
              </a:rPr>
              <a:t>..., </a:t>
            </a:r>
            <a:r>
              <a:rPr lang="sl-SI" sz="1800" err="1">
                <a:latin typeface="Courier New" pitchFamily="49" charset="0"/>
              </a:rPr>
              <a:t>A</a:t>
            </a:r>
            <a:r>
              <a:rPr lang="sl-SI" sz="1800" baseline="-25000" err="1">
                <a:latin typeface="Courier New" pitchFamily="49" charset="0"/>
              </a:rPr>
              <a:t>k</a:t>
            </a:r>
            <a:r>
              <a:rPr lang="sl-SI" sz="1800">
                <a:latin typeface="Courier New" pitchFamily="49" charset="0"/>
              </a:rPr>
              <a:t> </a:t>
            </a:r>
            <a:r>
              <a:rPr lang="en-US" sz="1800">
                <a:latin typeface="Courier New" pitchFamily="49" charset="0"/>
              </a:rPr>
              <a:t>      	-- </a:t>
            </a:r>
            <a:r>
              <a:rPr lang="en-US" sz="1800" err="1">
                <a:latin typeface="Courier New" pitchFamily="49" charset="0"/>
              </a:rPr>
              <a:t>projekcija</a:t>
            </a:r>
            <a:endParaRPr lang="en-US" sz="1800">
              <a:latin typeface="Courier New" pitchFamily="49" charset="0"/>
            </a:endParaRPr>
          </a:p>
          <a:p>
            <a:pPr>
              <a:lnSpc>
                <a:spcPct val="90000"/>
              </a:lnSpc>
              <a:buFont typeface="Wingdings" pitchFamily="2" charset="2"/>
              <a:buNone/>
            </a:pPr>
            <a:endParaRPr lang="sl-SI" sz="1800">
              <a:latin typeface="Courier New" pitchFamily="49" charset="0"/>
            </a:endParaRPr>
          </a:p>
          <a:p>
            <a:pPr>
              <a:lnSpc>
                <a:spcPct val="90000"/>
              </a:lnSpc>
              <a:buFont typeface="Wingdings" pitchFamily="2" charset="2"/>
              <a:buNone/>
            </a:pPr>
            <a:r>
              <a:rPr lang="sl-SI" sz="1800" b="1">
                <a:latin typeface="Courier New" pitchFamily="49" charset="0"/>
              </a:rPr>
              <a:t>FROM</a:t>
            </a:r>
            <a:r>
              <a:rPr lang="sl-SI" sz="1800">
                <a:latin typeface="Courier New" pitchFamily="49" charset="0"/>
              </a:rPr>
              <a:t> T</a:t>
            </a:r>
            <a:r>
              <a:rPr lang="sl-SI" sz="1800" baseline="-25000">
                <a:latin typeface="Courier New" pitchFamily="49" charset="0"/>
              </a:rPr>
              <a:t>1</a:t>
            </a:r>
            <a:r>
              <a:rPr lang="sl-SI" sz="1800">
                <a:latin typeface="Courier New" pitchFamily="49" charset="0"/>
              </a:rPr>
              <a:t>, T</a:t>
            </a:r>
            <a:r>
              <a:rPr lang="sl-SI" sz="1800" baseline="-25000">
                <a:latin typeface="Courier New" pitchFamily="49" charset="0"/>
              </a:rPr>
              <a:t>2</a:t>
            </a:r>
            <a:r>
              <a:rPr lang="sl-SI" sz="1800">
                <a:latin typeface="Courier New" pitchFamily="49" charset="0"/>
              </a:rPr>
              <a:t>, ..., </a:t>
            </a:r>
            <a:r>
              <a:rPr lang="sl-SI" sz="1800" err="1">
                <a:latin typeface="Courier New" pitchFamily="49" charset="0"/>
              </a:rPr>
              <a:t>T</a:t>
            </a:r>
            <a:r>
              <a:rPr lang="sl-SI" sz="1800" baseline="-25000" err="1">
                <a:latin typeface="Courier New" pitchFamily="49" charset="0"/>
              </a:rPr>
              <a:t>n</a:t>
            </a:r>
            <a:r>
              <a:rPr lang="en-US" sz="1800">
                <a:latin typeface="Courier New" pitchFamily="49" charset="0"/>
              </a:rPr>
              <a:t>       	-- </a:t>
            </a:r>
            <a:r>
              <a:rPr lang="en-US" sz="1800" err="1">
                <a:latin typeface="Courier New" pitchFamily="49" charset="0"/>
              </a:rPr>
              <a:t>kartezicni</a:t>
            </a:r>
            <a:r>
              <a:rPr lang="en-US" sz="1800">
                <a:latin typeface="Courier New" pitchFamily="49" charset="0"/>
              </a:rPr>
              <a:t> </a:t>
            </a:r>
            <a:r>
              <a:rPr lang="en-US" sz="1800" err="1">
                <a:latin typeface="Courier New" pitchFamily="49" charset="0"/>
              </a:rPr>
              <a:t>produkt</a:t>
            </a:r>
            <a:endParaRPr lang="en-US" sz="1800">
              <a:latin typeface="Courier New" pitchFamily="49" charset="0"/>
            </a:endParaRPr>
          </a:p>
          <a:p>
            <a:pPr>
              <a:lnSpc>
                <a:spcPct val="90000"/>
              </a:lnSpc>
              <a:buFont typeface="Wingdings" pitchFamily="2" charset="2"/>
              <a:buNone/>
            </a:pPr>
            <a:endParaRPr lang="sl-SI" sz="1800">
              <a:latin typeface="Courier New" pitchFamily="49" charset="0"/>
            </a:endParaRPr>
          </a:p>
          <a:p>
            <a:pPr>
              <a:lnSpc>
                <a:spcPct val="90000"/>
              </a:lnSpc>
              <a:buFont typeface="Wingdings" pitchFamily="2" charset="2"/>
              <a:buNone/>
            </a:pPr>
            <a:r>
              <a:rPr lang="sl-SI" sz="1800" b="1">
                <a:latin typeface="Courier New" pitchFamily="49" charset="0"/>
              </a:rPr>
              <a:t>WHERE</a:t>
            </a:r>
            <a:r>
              <a:rPr lang="sl-SI" sz="1800">
                <a:latin typeface="Courier New" pitchFamily="49" charset="0"/>
              </a:rPr>
              <a:t> P</a:t>
            </a:r>
            <a:r>
              <a:rPr lang="sl-SI" sz="1800" baseline="-25000">
                <a:latin typeface="Courier New" pitchFamily="49" charset="0"/>
              </a:rPr>
              <a:t>1</a:t>
            </a:r>
            <a:r>
              <a:rPr lang="en-US" sz="1800">
                <a:latin typeface="Courier New" pitchFamily="49" charset="0"/>
              </a:rPr>
              <a:t>                  	-- </a:t>
            </a:r>
            <a:r>
              <a:rPr lang="en-US" sz="1800" err="1">
                <a:latin typeface="Courier New" pitchFamily="49" charset="0"/>
              </a:rPr>
              <a:t>selekcija</a:t>
            </a:r>
            <a:r>
              <a:rPr lang="en-US" sz="1800">
                <a:latin typeface="Courier New" pitchFamily="49" charset="0"/>
              </a:rPr>
              <a:t> </a:t>
            </a:r>
            <a:r>
              <a:rPr lang="en-US" sz="1800" err="1">
                <a:latin typeface="Courier New" pitchFamily="49" charset="0"/>
              </a:rPr>
              <a:t>po</a:t>
            </a:r>
            <a:r>
              <a:rPr lang="en-US" sz="1800">
                <a:latin typeface="Courier New" pitchFamily="49" charset="0"/>
              </a:rPr>
              <a:t> </a:t>
            </a:r>
            <a:r>
              <a:rPr lang="en-US" sz="1800" err="1">
                <a:latin typeface="Courier New" pitchFamily="49" charset="0"/>
              </a:rPr>
              <a:t>vrsticah</a:t>
            </a:r>
            <a:endParaRPr lang="sl-SI" sz="1800">
              <a:latin typeface="Courier New" pitchFamily="49" charset="0"/>
            </a:endParaRPr>
          </a:p>
          <a:p>
            <a:pPr>
              <a:lnSpc>
                <a:spcPct val="90000"/>
              </a:lnSpc>
              <a:buFont typeface="Wingdings" pitchFamily="2" charset="2"/>
              <a:buNone/>
            </a:pPr>
            <a:endParaRPr lang="sl-SI" sz="1800">
              <a:latin typeface="Courier New" pitchFamily="49" charset="0"/>
            </a:endParaRPr>
          </a:p>
          <a:p>
            <a:pPr>
              <a:lnSpc>
                <a:spcPct val="90000"/>
              </a:lnSpc>
              <a:buFont typeface="Wingdings" pitchFamily="2" charset="2"/>
              <a:buNone/>
            </a:pPr>
            <a:r>
              <a:rPr lang="sl-SI" sz="1800" b="1">
                <a:latin typeface="Courier New" pitchFamily="49" charset="0"/>
              </a:rPr>
              <a:t>GROUP</a:t>
            </a:r>
            <a:r>
              <a:rPr lang="sl-SI" sz="1800">
                <a:latin typeface="Courier New" pitchFamily="49" charset="0"/>
              </a:rPr>
              <a:t> </a:t>
            </a:r>
            <a:r>
              <a:rPr lang="sl-SI" sz="1800" b="1">
                <a:latin typeface="Courier New" pitchFamily="49" charset="0"/>
              </a:rPr>
              <a:t>BY</a:t>
            </a:r>
            <a:r>
              <a:rPr lang="sl-SI" sz="1800">
                <a:latin typeface="Courier New" pitchFamily="49" charset="0"/>
              </a:rPr>
              <a:t> A</a:t>
            </a:r>
            <a:r>
              <a:rPr lang="sl-SI" sz="1800" baseline="-25000">
                <a:latin typeface="Courier New" pitchFamily="49" charset="0"/>
              </a:rPr>
              <a:t>1</a:t>
            </a:r>
            <a:r>
              <a:rPr lang="sl-SI" sz="1800">
                <a:latin typeface="Courier New" pitchFamily="49" charset="0"/>
              </a:rPr>
              <a:t>, A</a:t>
            </a:r>
            <a:r>
              <a:rPr lang="sl-SI" sz="1800" baseline="-25000">
                <a:latin typeface="Courier New" pitchFamily="49" charset="0"/>
              </a:rPr>
              <a:t>2</a:t>
            </a:r>
            <a:r>
              <a:rPr lang="sl-SI" sz="1800">
                <a:latin typeface="Courier New" pitchFamily="49" charset="0"/>
              </a:rPr>
              <a:t>, .. A</a:t>
            </a:r>
            <a:r>
              <a:rPr lang="sl-SI" sz="1800" baseline="-25000">
                <a:latin typeface="Courier New" pitchFamily="49" charset="0"/>
              </a:rPr>
              <a:t>m</a:t>
            </a:r>
            <a:r>
              <a:rPr lang="en-US" sz="1800">
                <a:latin typeface="Courier New" pitchFamily="49" charset="0"/>
              </a:rPr>
              <a:t>     	-- </a:t>
            </a:r>
            <a:r>
              <a:rPr lang="en-US" sz="1800" err="1">
                <a:latin typeface="Courier New" pitchFamily="49" charset="0"/>
              </a:rPr>
              <a:t>grupiranje</a:t>
            </a:r>
            <a:r>
              <a:rPr lang="en-US" sz="1800">
                <a:latin typeface="Courier New" pitchFamily="49" charset="0"/>
              </a:rPr>
              <a:t> </a:t>
            </a:r>
            <a:r>
              <a:rPr lang="en-US" sz="1800" err="1">
                <a:latin typeface="Courier New" pitchFamily="49" charset="0"/>
              </a:rPr>
              <a:t>po</a:t>
            </a:r>
            <a:r>
              <a:rPr lang="en-US" sz="1800">
                <a:latin typeface="Courier New" pitchFamily="49" charset="0"/>
              </a:rPr>
              <a:t> </a:t>
            </a:r>
            <a:r>
              <a:rPr lang="en-US" sz="1800" err="1">
                <a:latin typeface="Courier New" pitchFamily="49" charset="0"/>
              </a:rPr>
              <a:t>atributih</a:t>
            </a:r>
            <a:endParaRPr lang="sl-SI" sz="1800">
              <a:latin typeface="Courier New" pitchFamily="49" charset="0"/>
            </a:endParaRPr>
          </a:p>
          <a:p>
            <a:pPr>
              <a:lnSpc>
                <a:spcPct val="90000"/>
              </a:lnSpc>
              <a:buFont typeface="Wingdings" pitchFamily="2" charset="2"/>
              <a:buNone/>
            </a:pPr>
            <a:endParaRPr lang="sl-SI" sz="1800">
              <a:latin typeface="Courier New" pitchFamily="49" charset="0"/>
            </a:endParaRPr>
          </a:p>
          <a:p>
            <a:pPr>
              <a:lnSpc>
                <a:spcPct val="90000"/>
              </a:lnSpc>
              <a:buFont typeface="Wingdings" pitchFamily="2" charset="2"/>
              <a:buNone/>
            </a:pPr>
            <a:r>
              <a:rPr lang="sl-SI" sz="1800" b="1">
                <a:latin typeface="Courier New" pitchFamily="49" charset="0"/>
              </a:rPr>
              <a:t>HAVING</a:t>
            </a:r>
            <a:r>
              <a:rPr lang="sl-SI" sz="1800">
                <a:latin typeface="Courier New" pitchFamily="49" charset="0"/>
              </a:rPr>
              <a:t> P</a:t>
            </a:r>
            <a:r>
              <a:rPr lang="sl-SI" sz="1800" baseline="-25000">
                <a:latin typeface="Courier New" pitchFamily="49" charset="0"/>
              </a:rPr>
              <a:t>2</a:t>
            </a:r>
            <a:r>
              <a:rPr lang="en-US" sz="1800">
                <a:latin typeface="Courier New" pitchFamily="49" charset="0"/>
              </a:rPr>
              <a:t>                  	-- </a:t>
            </a:r>
            <a:r>
              <a:rPr lang="en-US" sz="1800" err="1">
                <a:latin typeface="Courier New" pitchFamily="49" charset="0"/>
              </a:rPr>
              <a:t>selekcija</a:t>
            </a:r>
            <a:r>
              <a:rPr lang="en-US" sz="1800">
                <a:latin typeface="Courier New" pitchFamily="49" charset="0"/>
              </a:rPr>
              <a:t> </a:t>
            </a:r>
            <a:r>
              <a:rPr lang="en-US" sz="1800" err="1">
                <a:latin typeface="Courier New" pitchFamily="49" charset="0"/>
              </a:rPr>
              <a:t>po</a:t>
            </a:r>
            <a:r>
              <a:rPr lang="en-US" sz="1800">
                <a:latin typeface="Courier New" pitchFamily="49" charset="0"/>
              </a:rPr>
              <a:t> </a:t>
            </a:r>
            <a:r>
              <a:rPr lang="en-US" sz="1800" err="1">
                <a:latin typeface="Courier New" pitchFamily="49" charset="0"/>
              </a:rPr>
              <a:t>skupinah</a:t>
            </a:r>
            <a:endParaRPr lang="en-US" sz="1800">
              <a:latin typeface="Courier New" pitchFamily="49" charset="0"/>
            </a:endParaRPr>
          </a:p>
          <a:p>
            <a:pPr>
              <a:lnSpc>
                <a:spcPct val="90000"/>
              </a:lnSpc>
              <a:buFont typeface="Wingdings" pitchFamily="2" charset="2"/>
              <a:buNone/>
            </a:pPr>
            <a:endParaRPr lang="en-US" sz="1800">
              <a:latin typeface="Courier New" pitchFamily="49" charset="0"/>
            </a:endParaRPr>
          </a:p>
          <a:p>
            <a:pPr>
              <a:lnSpc>
                <a:spcPct val="90000"/>
              </a:lnSpc>
              <a:buFont typeface="Wingdings" pitchFamily="2" charset="2"/>
              <a:buNone/>
            </a:pPr>
            <a:r>
              <a:rPr lang="sl-SI" sz="1800" b="1">
                <a:latin typeface="Courier New" pitchFamily="49" charset="0"/>
              </a:rPr>
              <a:t>ORDER</a:t>
            </a:r>
            <a:r>
              <a:rPr lang="sl-SI" sz="1800">
                <a:latin typeface="Courier New" pitchFamily="49" charset="0"/>
              </a:rPr>
              <a:t> </a:t>
            </a:r>
            <a:r>
              <a:rPr lang="sl-SI" sz="1800" b="1">
                <a:latin typeface="Courier New" pitchFamily="49" charset="0"/>
              </a:rPr>
              <a:t>BY</a:t>
            </a:r>
            <a:r>
              <a:rPr lang="sl-SI" sz="1800">
                <a:latin typeface="Courier New" pitchFamily="49" charset="0"/>
              </a:rPr>
              <a:t> A</a:t>
            </a:r>
            <a:r>
              <a:rPr lang="en-US" sz="1800" baseline="-25000" err="1">
                <a:latin typeface="Courier New" pitchFamily="49" charset="0"/>
              </a:rPr>
              <a:t>i</a:t>
            </a:r>
            <a:r>
              <a:rPr lang="en-US" sz="1800">
                <a:latin typeface="Courier New" pitchFamily="49" charset="0"/>
              </a:rPr>
              <a:t>  , .., </a:t>
            </a:r>
            <a:r>
              <a:rPr lang="en-US" sz="1800" err="1">
                <a:latin typeface="Courier New" pitchFamily="49" charset="0"/>
              </a:rPr>
              <a:t>A</a:t>
            </a:r>
            <a:r>
              <a:rPr lang="en-US" sz="1800" baseline="-25000" err="1">
                <a:latin typeface="Courier New" pitchFamily="49" charset="0"/>
              </a:rPr>
              <a:t>j</a:t>
            </a:r>
            <a:r>
              <a:rPr lang="en-US" sz="1800">
                <a:latin typeface="Courier New" pitchFamily="49" charset="0"/>
              </a:rPr>
              <a:t> </a:t>
            </a:r>
            <a:r>
              <a:rPr lang="sl-SI" sz="1800">
                <a:latin typeface="Courier New" pitchFamily="49" charset="0"/>
              </a:rPr>
              <a:t> </a:t>
            </a:r>
            <a:r>
              <a:rPr lang="en-US" sz="1800">
                <a:latin typeface="Courier New" pitchFamily="49" charset="0"/>
              </a:rPr>
              <a:t>    	-- </a:t>
            </a:r>
            <a:r>
              <a:rPr lang="en-US" sz="1800" err="1">
                <a:latin typeface="Courier New" pitchFamily="49" charset="0"/>
              </a:rPr>
              <a:t>urejanje</a:t>
            </a:r>
            <a:r>
              <a:rPr lang="en-US" sz="1800">
                <a:latin typeface="Courier New" pitchFamily="49" charset="0"/>
              </a:rPr>
              <a:t> </a:t>
            </a:r>
            <a:r>
              <a:rPr lang="en-US" sz="1800" err="1">
                <a:latin typeface="Courier New" pitchFamily="49" charset="0"/>
              </a:rPr>
              <a:t>po</a:t>
            </a:r>
            <a:r>
              <a:rPr lang="en-US" sz="1800">
                <a:latin typeface="Courier New" pitchFamily="49" charset="0"/>
              </a:rPr>
              <a:t> </a:t>
            </a:r>
            <a:r>
              <a:rPr lang="en-US" sz="1800" err="1">
                <a:latin typeface="Courier New" pitchFamily="49" charset="0"/>
              </a:rPr>
              <a:t>atributih</a:t>
            </a:r>
            <a:endParaRPr lang="en-US" sz="1800">
              <a:latin typeface="Courier New" pitchFamily="49" charset="0"/>
            </a:endParaRPr>
          </a:p>
          <a:p>
            <a:pPr>
              <a:lnSpc>
                <a:spcPct val="90000"/>
              </a:lnSpc>
              <a:buFont typeface="Wingdings" pitchFamily="2" charset="2"/>
              <a:buNone/>
            </a:pPr>
            <a:endParaRPr lang="en-US" sz="1800">
              <a:latin typeface="Courier New" pitchFamily="49" charset="0"/>
            </a:endParaRPr>
          </a:p>
          <a:p>
            <a:pPr>
              <a:lnSpc>
                <a:spcPct val="90000"/>
              </a:lnSpc>
              <a:buFont typeface="Wingdings" pitchFamily="2" charset="2"/>
              <a:buNone/>
            </a:pPr>
            <a:endParaRPr lang="en-US" sz="1800">
              <a:latin typeface="Courier New" pitchFamily="49" charset="0"/>
            </a:endParaRPr>
          </a:p>
        </p:txBody>
      </p:sp>
      <p:sp>
        <p:nvSpPr>
          <p:cNvPr id="6" name="Rounded Rectangular Callout 5"/>
          <p:cNvSpPr/>
          <p:nvPr/>
        </p:nvSpPr>
        <p:spPr bwMode="auto">
          <a:xfrm>
            <a:off x="1905000" y="2362200"/>
            <a:ext cx="2362200" cy="381000"/>
          </a:xfrm>
          <a:prstGeom prst="wedgeRoundRectCallout">
            <a:avLst>
              <a:gd name="adj1" fmla="val -48252"/>
              <a:gd name="adj2" fmla="val 130000"/>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[DISTINCT</a:t>
            </a:r>
            <a:r>
              <a:rPr kumimoji="0" lang="en-US" sz="2000" b="0" i="0" u="none" strike="noStrike" cap="none" normalizeH="0" dirty="0">
                <a:ln>
                  <a:noFill/>
                </a:ln>
                <a:solidFill>
                  <a:schemeClr val="tx1"/>
                </a:solidFill>
                <a:effectLst/>
                <a:latin typeface="Arial" charset="0"/>
                <a:cs typeface="Arial" charset="0"/>
              </a:rPr>
              <a:t> | ALL]</a:t>
            </a:r>
            <a:endParaRPr kumimoji="0" lang="sl-SI" sz="2000" b="0" i="0" u="none" strike="noStrike" cap="none" normalizeH="0" baseline="0" dirty="0">
              <a:ln>
                <a:noFill/>
              </a:ln>
              <a:solidFill>
                <a:schemeClr val="tx1"/>
              </a:solidFill>
              <a:effectLst/>
              <a:latin typeface="Arial" charset="0"/>
              <a:cs typeface="Arial" charset="0"/>
            </a:endParaRPr>
          </a:p>
        </p:txBody>
      </p:sp>
      <p:grpSp>
        <p:nvGrpSpPr>
          <p:cNvPr id="14" name="Group 13"/>
          <p:cNvGrpSpPr/>
          <p:nvPr/>
        </p:nvGrpSpPr>
        <p:grpSpPr>
          <a:xfrm>
            <a:off x="2362200" y="6172200"/>
            <a:ext cx="1905000" cy="533400"/>
            <a:chOff x="2057400" y="6172200"/>
            <a:chExt cx="1905000" cy="533400"/>
          </a:xfrm>
        </p:grpSpPr>
        <p:sp>
          <p:nvSpPr>
            <p:cNvPr id="7" name="Rounded Rectangular Callout 6"/>
            <p:cNvSpPr/>
            <p:nvPr/>
          </p:nvSpPr>
          <p:spPr bwMode="auto">
            <a:xfrm>
              <a:off x="2057400" y="6324600"/>
              <a:ext cx="1905000" cy="381000"/>
            </a:xfrm>
            <a:prstGeom prst="wedgeRoundRectCallout">
              <a:avLst>
                <a:gd name="adj1" fmla="val -1075"/>
                <a:gd name="adj2" fmla="val -40000"/>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[ASC|DESC</a:t>
              </a:r>
              <a:r>
                <a:rPr kumimoji="0" lang="en-US" sz="2000" b="0" i="0" u="none" strike="noStrike" cap="none" normalizeH="0">
                  <a:ln>
                    <a:noFill/>
                  </a:ln>
                  <a:solidFill>
                    <a:schemeClr val="tx1"/>
                  </a:solidFill>
                  <a:effectLst/>
                  <a:latin typeface="Arial" charset="0"/>
                  <a:cs typeface="Arial" charset="0"/>
                </a:rPr>
                <a:t>]</a:t>
              </a:r>
              <a:endParaRPr kumimoji="0" lang="sl-SI" sz="2000" b="0" i="0" u="none" strike="noStrike" cap="none" normalizeH="0" baseline="0">
                <a:ln>
                  <a:noFill/>
                </a:ln>
                <a:solidFill>
                  <a:schemeClr val="tx1"/>
                </a:solidFill>
                <a:effectLst/>
                <a:latin typeface="Arial" charset="0"/>
                <a:cs typeface="Arial" charset="0"/>
              </a:endParaRPr>
            </a:p>
          </p:txBody>
        </p:sp>
        <p:sp>
          <p:nvSpPr>
            <p:cNvPr id="12" name="Down Arrow 11"/>
            <p:cNvSpPr/>
            <p:nvPr/>
          </p:nvSpPr>
          <p:spPr bwMode="auto">
            <a:xfrm rot="10800000">
              <a:off x="2209800" y="6172200"/>
              <a:ext cx="304800" cy="152400"/>
            </a:xfrm>
            <a:prstGeom prst="dow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tx1"/>
                </a:solidFill>
                <a:effectLst/>
                <a:latin typeface="Arial" charset="0"/>
                <a:cs typeface="Arial" charset="0"/>
              </a:endParaRPr>
            </a:p>
          </p:txBody>
        </p:sp>
        <p:sp>
          <p:nvSpPr>
            <p:cNvPr id="13" name="Down Arrow 12"/>
            <p:cNvSpPr/>
            <p:nvPr/>
          </p:nvSpPr>
          <p:spPr bwMode="auto">
            <a:xfrm rot="10800000">
              <a:off x="3505200" y="6172200"/>
              <a:ext cx="304800" cy="152400"/>
            </a:xfrm>
            <a:prstGeom prst="dow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tx1"/>
                </a:solidFill>
                <a:effectLst/>
                <a:latin typeface="Arial" charset="0"/>
                <a:cs typeface="Arial" charset="0"/>
              </a:endParaRPr>
            </a:p>
          </p:txBody>
        </p:sp>
      </p:gr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9986" name="AutoShape 2"/>
          <p:cNvSpPr>
            <a:spLocks noGrp="1" noChangeArrowheads="1"/>
          </p:cNvSpPr>
          <p:nvPr>
            <p:ph type="title"/>
          </p:nvPr>
        </p:nvSpPr>
        <p:spPr/>
        <p:txBody>
          <a:bodyPr/>
          <a:lstStyle/>
          <a:p>
            <a:r>
              <a:rPr lang="en-US"/>
              <a:t>Raz</a:t>
            </a:r>
            <a:r>
              <a:rPr lang="sl-SI"/>
              <a:t>širjeni SELECT stavek</a:t>
            </a:r>
            <a:endParaRPr lang="en-US"/>
          </a:p>
        </p:txBody>
      </p:sp>
      <p:sp>
        <p:nvSpPr>
          <p:cNvPr id="169987" name="Rectangle 3"/>
          <p:cNvSpPr>
            <a:spLocks noGrp="1" noChangeArrowheads="1"/>
          </p:cNvSpPr>
          <p:nvPr>
            <p:ph type="body" idx="1"/>
          </p:nvPr>
        </p:nvSpPr>
        <p:spPr/>
        <p:txBody>
          <a:bodyPr/>
          <a:lstStyle/>
          <a:p>
            <a:r>
              <a:rPr lang="sl-SI" sz="2000"/>
              <a:t>GROUP BY x: razdeli množico iz SELECT-FROM-WHERE na podmnožice glede na enake vrednosti atributa x</a:t>
            </a:r>
          </a:p>
          <a:p>
            <a:r>
              <a:rPr lang="sl-SI" sz="2000"/>
              <a:t>GROUP BY x</a:t>
            </a:r>
            <a:r>
              <a:rPr lang="sl-SI" sz="2000" baseline="-25000"/>
              <a:t>1</a:t>
            </a:r>
            <a:r>
              <a:rPr lang="sl-SI" sz="2000"/>
              <a:t>, x</a:t>
            </a:r>
            <a:r>
              <a:rPr lang="sl-SI" sz="2000" baseline="-25000"/>
              <a:t>2</a:t>
            </a:r>
            <a:r>
              <a:rPr lang="sl-SI" sz="2000"/>
              <a:t>, ..., </a:t>
            </a:r>
            <a:r>
              <a:rPr lang="sl-SI" sz="2000" err="1"/>
              <a:t>x</a:t>
            </a:r>
            <a:r>
              <a:rPr lang="sl-SI" sz="2000" baseline="-25000" err="1"/>
              <a:t>n</a:t>
            </a:r>
            <a:r>
              <a:rPr lang="sl-SI" sz="2000"/>
              <a:t>: skupine imajo enake vrednosti vseh </a:t>
            </a:r>
            <a:r>
              <a:rPr lang="sl-SI" sz="2000" i="1"/>
              <a:t>n</a:t>
            </a:r>
            <a:r>
              <a:rPr lang="sl-SI" sz="2000"/>
              <a:t> atributov (torej je število </a:t>
            </a:r>
            <a:r>
              <a:rPr lang="en-US" sz="2000"/>
              <a:t>mo</a:t>
            </a:r>
            <a:r>
              <a:rPr lang="sl-SI" sz="2000" err="1"/>
              <a:t>žnih</a:t>
            </a:r>
            <a:r>
              <a:rPr lang="sl-SI" sz="2000"/>
              <a:t> – vendar ne nujno dejanskih - skupin enako moči kartezičnega produkta vseh </a:t>
            </a:r>
            <a:r>
              <a:rPr lang="sl-SI" sz="2000" i="1"/>
              <a:t>n </a:t>
            </a:r>
            <a:r>
              <a:rPr lang="sl-SI" sz="2000"/>
              <a:t>atributov)</a:t>
            </a:r>
          </a:p>
          <a:p>
            <a:r>
              <a:rPr lang="sl-SI" sz="2000"/>
              <a:t>Vsak osnoven atribut, ki se nahaja v SELECT vrstici, se mora nahajati tudi v GROUP BY vrstici</a:t>
            </a:r>
            <a:r>
              <a:rPr lang="en-US" sz="2000"/>
              <a:t> </a:t>
            </a:r>
            <a:endParaRPr lang="sl-SI" sz="2000"/>
          </a:p>
          <a:p>
            <a:r>
              <a:rPr lang="sl-SI" sz="2000"/>
              <a:t>S pogojem HAVING </a:t>
            </a:r>
            <a:r>
              <a:rPr lang="en-US" sz="2000"/>
              <a:t> </a:t>
            </a:r>
            <a:r>
              <a:rPr lang="sl-SI" sz="2000" i="1"/>
              <a:t>P</a:t>
            </a:r>
            <a:r>
              <a:rPr lang="sl-SI" sz="2000"/>
              <a:t> ohranimo samo tiste skupine, ki izpolnjujejo pogoj </a:t>
            </a:r>
            <a:r>
              <a:rPr lang="sl-SI" sz="2000" i="1"/>
              <a:t>P</a:t>
            </a:r>
          </a:p>
          <a:p>
            <a:r>
              <a:rPr lang="sl-SI" sz="2000"/>
              <a:t>V HAVING vrstici se lahko nahajajo le skupinski atributi in operatorji</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8962" name="AutoShape 2"/>
          <p:cNvSpPr>
            <a:spLocks noGrp="1" noChangeArrowheads="1"/>
          </p:cNvSpPr>
          <p:nvPr>
            <p:ph type="title"/>
          </p:nvPr>
        </p:nvSpPr>
        <p:spPr/>
        <p:txBody>
          <a:bodyPr/>
          <a:lstStyle/>
          <a:p>
            <a:r>
              <a:rPr lang="sl-SI"/>
              <a:t>Delo s skupinami</a:t>
            </a:r>
            <a:endParaRPr lang="en-US"/>
          </a:p>
        </p:txBody>
      </p:sp>
      <p:sp>
        <p:nvSpPr>
          <p:cNvPr id="168963" name="Rectangle 3"/>
          <p:cNvSpPr>
            <a:spLocks noGrp="1" noChangeArrowheads="1"/>
          </p:cNvSpPr>
          <p:nvPr>
            <p:ph sz="quarter" idx="2"/>
          </p:nvPr>
        </p:nvSpPr>
        <p:spPr>
          <a:xfrm>
            <a:off x="914400" y="4343400"/>
            <a:ext cx="8229600" cy="2743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b="1">
                <a:latin typeface="Courier New" pitchFamily="49" charset="0"/>
              </a:rPr>
              <a:t>MIN</a:t>
            </a:r>
            <a:r>
              <a:rPr lang="sl-SI" sz="1600">
                <a:latin typeface="Courier New" pitchFamily="49" charset="0"/>
              </a:rPr>
              <a:t>(starost)</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endParaRPr lang="sl-SI" sz="1600">
              <a:latin typeface="Courier New" pitchFamily="49" charset="0"/>
            </a:endParaRPr>
          </a:p>
          <a:p>
            <a:pPr>
              <a:buFont typeface="Wingdings" pitchFamily="2" charset="2"/>
              <a:buNone/>
            </a:pPr>
            <a:r>
              <a:rPr lang="sl-SI" sz="1600" b="1">
                <a:latin typeface="Courier New" pitchFamily="49" charset="0"/>
              </a:rPr>
              <a:t>WHERE</a:t>
            </a:r>
            <a:r>
              <a:rPr lang="sl-SI" sz="1600">
                <a:latin typeface="Courier New" pitchFamily="49" charset="0"/>
              </a:rPr>
              <a:t> rating </a:t>
            </a:r>
            <a:r>
              <a:rPr lang="en-US" sz="1600">
                <a:latin typeface="Courier New" pitchFamily="49" charset="0"/>
              </a:rPr>
              <a:t>= </a:t>
            </a:r>
            <a:r>
              <a:rPr lang="en-US" sz="1600" i="1" err="1">
                <a:latin typeface="Courier New" pitchFamily="49" charset="0"/>
              </a:rPr>
              <a:t>i</a:t>
            </a:r>
            <a:r>
              <a:rPr lang="en-US" sz="1600">
                <a:latin typeface="Courier New" pitchFamily="49" charset="0"/>
              </a:rPr>
              <a:t>;  -- </a:t>
            </a:r>
            <a:r>
              <a:rPr lang="en-US" sz="1600" err="1">
                <a:latin typeface="Courier New" pitchFamily="49" charset="0"/>
              </a:rPr>
              <a:t>za</a:t>
            </a:r>
            <a:r>
              <a:rPr lang="en-US" sz="1600">
                <a:latin typeface="Courier New" pitchFamily="49" charset="0"/>
              </a:rPr>
              <a:t> </a:t>
            </a:r>
            <a:r>
              <a:rPr lang="en-US" sz="1600" err="1">
                <a:latin typeface="Courier New" pitchFamily="49" charset="0"/>
              </a:rPr>
              <a:t>i</a:t>
            </a:r>
            <a:r>
              <a:rPr lang="en-US" sz="1600">
                <a:latin typeface="Courier New" pitchFamily="49" charset="0"/>
              </a:rPr>
              <a:t> = 1, 2, ... 10</a:t>
            </a:r>
          </a:p>
        </p:txBody>
      </p:sp>
      <p:sp>
        <p:nvSpPr>
          <p:cNvPr id="168964" name="Rectangle 4"/>
          <p:cNvSpPr>
            <a:spLocks noGrp="1" noChangeArrowheads="1"/>
          </p:cNvSpPr>
          <p:nvPr>
            <p:ph type="body" sz="half" idx="3"/>
          </p:nvPr>
        </p:nvSpPr>
        <p:spPr>
          <a:xfrm>
            <a:off x="762000" y="2362200"/>
            <a:ext cx="6934200" cy="1143000"/>
          </a:xfrm>
        </p:spPr>
        <p:txBody>
          <a:bodyPr/>
          <a:lstStyle/>
          <a:p>
            <a:r>
              <a:rPr lang="sl-SI" sz="2400"/>
              <a:t>Z</a:t>
            </a:r>
            <a:r>
              <a:rPr lang="en-US" sz="2400"/>
              <a:t>a vsak rating v tabeli jadralcev izpi</a:t>
            </a:r>
            <a:r>
              <a:rPr lang="sl-SI" sz="2400"/>
              <a:t>ši starost najmlajšega jadralca s tem ratingom.</a:t>
            </a:r>
            <a:endParaRPr lang="en-US" sz="2400"/>
          </a:p>
        </p:txBody>
      </p:sp>
      <p:sp>
        <p:nvSpPr>
          <p:cNvPr id="168965" name="Text Box 5"/>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89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p:bldLst>
  </p:timing>
</p:sld>
</file>

<file path=ppt/slides/slide1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7938" name="AutoShape 2"/>
          <p:cNvSpPr>
            <a:spLocks noGrp="1" noChangeArrowheads="1"/>
          </p:cNvSpPr>
          <p:nvPr>
            <p:ph type="title"/>
          </p:nvPr>
        </p:nvSpPr>
        <p:spPr/>
        <p:txBody>
          <a:bodyPr/>
          <a:lstStyle/>
          <a:p>
            <a:r>
              <a:rPr lang="sl-SI"/>
              <a:t>Delo s skupinami</a:t>
            </a:r>
            <a:endParaRPr lang="en-US"/>
          </a:p>
        </p:txBody>
      </p:sp>
      <p:sp>
        <p:nvSpPr>
          <p:cNvPr id="167939" name="Rectangle 3"/>
          <p:cNvSpPr>
            <a:spLocks noGrp="1" noChangeArrowheads="1"/>
          </p:cNvSpPr>
          <p:nvPr>
            <p:ph sz="quarter" idx="2"/>
          </p:nvPr>
        </p:nvSpPr>
        <p:spPr>
          <a:xfrm>
            <a:off x="1066800" y="3505200"/>
            <a:ext cx="8229600" cy="10668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en-US" sz="1600">
                <a:latin typeface="Courier New" pitchFamily="49" charset="0"/>
              </a:rPr>
              <a:t>rating, </a:t>
            </a:r>
            <a:r>
              <a:rPr lang="sl-SI" sz="1600" b="1">
                <a:latin typeface="Courier New" pitchFamily="49" charset="0"/>
              </a:rPr>
              <a:t>MIN</a:t>
            </a:r>
            <a:r>
              <a:rPr lang="sl-SI" sz="1600">
                <a:latin typeface="Courier New" pitchFamily="49" charset="0"/>
              </a:rPr>
              <a:t>(starost)</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endParaRPr lang="sl-SI" sz="1600">
              <a:latin typeface="Courier New" pitchFamily="49" charset="0"/>
            </a:endParaRPr>
          </a:p>
          <a:p>
            <a:pPr>
              <a:buFont typeface="Wingdings" pitchFamily="2" charset="2"/>
              <a:buNone/>
            </a:pPr>
            <a:r>
              <a:rPr lang="en-US" sz="1600" b="1">
                <a:latin typeface="Courier New" pitchFamily="49" charset="0"/>
              </a:rPr>
              <a:t>GROUP</a:t>
            </a:r>
            <a:r>
              <a:rPr lang="en-US" sz="1600">
                <a:latin typeface="Courier New" pitchFamily="49" charset="0"/>
              </a:rPr>
              <a:t> </a:t>
            </a:r>
            <a:r>
              <a:rPr lang="en-US" sz="1600" b="1">
                <a:latin typeface="Courier New" pitchFamily="49" charset="0"/>
              </a:rPr>
              <a:t>BY</a:t>
            </a:r>
            <a:r>
              <a:rPr lang="en-US" sz="1600">
                <a:latin typeface="Courier New" pitchFamily="49" charset="0"/>
              </a:rPr>
              <a:t> rating;</a:t>
            </a:r>
          </a:p>
        </p:txBody>
      </p:sp>
      <p:sp>
        <p:nvSpPr>
          <p:cNvPr id="167940" name="Rectangle 4"/>
          <p:cNvSpPr>
            <a:spLocks noGrp="1" noChangeArrowheads="1"/>
          </p:cNvSpPr>
          <p:nvPr>
            <p:ph type="body" sz="half" idx="3"/>
          </p:nvPr>
        </p:nvSpPr>
        <p:spPr>
          <a:xfrm>
            <a:off x="762000" y="2362200"/>
            <a:ext cx="4343400" cy="1143000"/>
          </a:xfrm>
        </p:spPr>
        <p:txBody>
          <a:bodyPr/>
          <a:lstStyle/>
          <a:p>
            <a:r>
              <a:rPr lang="sl-SI" sz="2000"/>
              <a:t>Z</a:t>
            </a:r>
            <a:r>
              <a:rPr lang="en-US" sz="2000"/>
              <a:t>a </a:t>
            </a:r>
            <a:r>
              <a:rPr lang="en-US" sz="2000" err="1"/>
              <a:t>vsak</a:t>
            </a:r>
            <a:r>
              <a:rPr lang="en-US" sz="2000"/>
              <a:t> rating v </a:t>
            </a:r>
            <a:r>
              <a:rPr lang="en-US" sz="2000" err="1"/>
              <a:t>tabeli</a:t>
            </a:r>
            <a:r>
              <a:rPr lang="en-US" sz="2000"/>
              <a:t> </a:t>
            </a:r>
            <a:r>
              <a:rPr lang="en-US" sz="2000" err="1"/>
              <a:t>jadralcev</a:t>
            </a:r>
            <a:r>
              <a:rPr lang="en-US" sz="2000"/>
              <a:t> </a:t>
            </a:r>
            <a:r>
              <a:rPr lang="en-US" sz="2000" err="1"/>
              <a:t>izpi</a:t>
            </a:r>
            <a:r>
              <a:rPr lang="sl-SI" sz="2000"/>
              <a:t>ši starost najmlajšega jadralca s tem ratingom.</a:t>
            </a:r>
            <a:endParaRPr lang="en-US" sz="2000"/>
          </a:p>
        </p:txBody>
      </p:sp>
      <p:sp>
        <p:nvSpPr>
          <p:cNvPr id="167942" name="Text Box 6"/>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67944" name="Text Box 8"/>
          <p:cNvSpPr txBox="1">
            <a:spLocks noChangeArrowheads="1"/>
          </p:cNvSpPr>
          <p:nvPr/>
        </p:nvSpPr>
        <p:spPr bwMode="auto">
          <a:xfrm>
            <a:off x="5257800" y="2286000"/>
            <a:ext cx="3886200" cy="253682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rating | MIN(starost) |</a:t>
            </a:r>
          </a:p>
          <a:p>
            <a:pPr algn="l"/>
            <a:r>
              <a:rPr lang="en-US" sz="1600">
                <a:latin typeface="Courier New" pitchFamily="49" charset="0"/>
              </a:rPr>
              <a:t>+--------+--------------+</a:t>
            </a:r>
          </a:p>
          <a:p>
            <a:pPr algn="l"/>
            <a:r>
              <a:rPr lang="en-US" sz="1600">
                <a:latin typeface="Courier New" pitchFamily="49" charset="0"/>
              </a:rPr>
              <a:t>|      1 |           33 |</a:t>
            </a:r>
          </a:p>
          <a:p>
            <a:pPr algn="l"/>
            <a:r>
              <a:rPr lang="en-US" sz="1600">
                <a:latin typeface="Courier New" pitchFamily="49" charset="0"/>
              </a:rPr>
              <a:t>|      3 |         25.5 |</a:t>
            </a:r>
          </a:p>
          <a:p>
            <a:pPr algn="l"/>
            <a:r>
              <a:rPr lang="en-US" sz="1600">
                <a:latin typeface="Courier New" pitchFamily="49" charset="0"/>
              </a:rPr>
              <a:t>|      7 |           35 |</a:t>
            </a:r>
          </a:p>
          <a:p>
            <a:pPr algn="l"/>
            <a:r>
              <a:rPr lang="en-US" sz="1600">
                <a:latin typeface="Courier New" pitchFamily="49" charset="0"/>
              </a:rPr>
              <a:t>|      8 |         25.5 |</a:t>
            </a:r>
          </a:p>
          <a:p>
            <a:pPr algn="l"/>
            <a:r>
              <a:rPr lang="en-US" sz="1600">
                <a:latin typeface="Courier New" pitchFamily="49" charset="0"/>
              </a:rPr>
              <a:t>|      9 |           35 |</a:t>
            </a:r>
          </a:p>
          <a:p>
            <a:pPr algn="l"/>
            <a:r>
              <a:rPr lang="en-US" sz="1600">
                <a:latin typeface="Courier New" pitchFamily="49" charset="0"/>
              </a:rPr>
              <a:t>|     10 |           16 |</a:t>
            </a:r>
          </a:p>
          <a:p>
            <a:pPr algn="l"/>
            <a:r>
              <a:rPr lang="en-US" sz="1600">
                <a:latin typeface="Courier New" pitchFamily="49" charset="0"/>
              </a:rPr>
              <a:t>+--------+--------------+</a:t>
            </a:r>
          </a:p>
        </p:txBody>
      </p:sp>
      <p:sp>
        <p:nvSpPr>
          <p:cNvPr id="167945" name="Rectangle 9"/>
          <p:cNvSpPr>
            <a:spLocks noChangeArrowheads="1"/>
          </p:cNvSpPr>
          <p:nvPr/>
        </p:nvSpPr>
        <p:spPr bwMode="auto">
          <a:xfrm>
            <a:off x="838200" y="5029200"/>
            <a:ext cx="8229600" cy="11430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en-US" sz="2400"/>
              <a:t>Ali </a:t>
            </a:r>
            <a:r>
              <a:rPr lang="sl-SI" sz="2400"/>
              <a:t>s tem </a:t>
            </a:r>
            <a:r>
              <a:rPr lang="en-US" sz="2400"/>
              <a:t>me</a:t>
            </a:r>
            <a:r>
              <a:rPr lang="sl-SI" sz="2400" err="1"/>
              <a:t>šamo</a:t>
            </a:r>
            <a:r>
              <a:rPr lang="sl-SI" sz="2400"/>
              <a:t> navadne in skupinske atribute</a:t>
            </a:r>
            <a:r>
              <a:rPr lang="en-US" sz="2400"/>
              <a:t>?</a:t>
            </a:r>
          </a:p>
          <a:p>
            <a:pPr marL="342900" indent="-342900" algn="l">
              <a:spcBef>
                <a:spcPct val="20000"/>
              </a:spcBef>
              <a:buClr>
                <a:schemeClr val="tx1"/>
              </a:buClr>
              <a:buSzPct val="75000"/>
              <a:buFont typeface="Wingdings" pitchFamily="2" charset="2"/>
              <a:buChar char="l"/>
            </a:pPr>
            <a:r>
              <a:rPr lang="en-US" sz="2400"/>
              <a:t>Ne, </a:t>
            </a:r>
            <a:r>
              <a:rPr lang="en-US" sz="2400" err="1"/>
              <a:t>ker</a:t>
            </a:r>
            <a:r>
              <a:rPr lang="en-US" sz="2400"/>
              <a:t> </a:t>
            </a:r>
            <a:r>
              <a:rPr lang="en-US" sz="2400" err="1"/>
              <a:t>po</a:t>
            </a:r>
            <a:r>
              <a:rPr lang="en-US" sz="2400"/>
              <a:t> </a:t>
            </a:r>
            <a:r>
              <a:rPr lang="en-US" sz="2400" err="1"/>
              <a:t>grupiranju</a:t>
            </a:r>
            <a:r>
              <a:rPr lang="en-US" sz="2400"/>
              <a:t> rating </a:t>
            </a:r>
            <a:r>
              <a:rPr lang="en-US" sz="2400" err="1"/>
              <a:t>postane</a:t>
            </a:r>
            <a:r>
              <a:rPr lang="en-US" sz="2400"/>
              <a:t> </a:t>
            </a:r>
            <a:r>
              <a:rPr lang="en-US" sz="2400" err="1"/>
              <a:t>skupinski</a:t>
            </a:r>
            <a:r>
              <a:rPr lang="en-US" sz="2400"/>
              <a:t> </a:t>
            </a:r>
            <a:r>
              <a:rPr lang="en-US" sz="2400" err="1"/>
              <a:t>atribut</a:t>
            </a:r>
            <a:r>
              <a:rPr lang="en-US" sz="240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79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79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79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p:bldP spid="167944" grpId="0"/>
      <p:bldP spid="167945" grpId="0"/>
    </p:bldLst>
  </p:timing>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71010" name="AutoShape 2"/>
          <p:cNvSpPr>
            <a:spLocks noGrp="1" noChangeArrowheads="1"/>
          </p:cNvSpPr>
          <p:nvPr>
            <p:ph type="title"/>
          </p:nvPr>
        </p:nvSpPr>
        <p:spPr/>
        <p:txBody>
          <a:bodyPr/>
          <a:lstStyle/>
          <a:p>
            <a:r>
              <a:rPr lang="sl-SI"/>
              <a:t>Delo s skupinami</a:t>
            </a:r>
            <a:endParaRPr lang="en-US"/>
          </a:p>
        </p:txBody>
      </p:sp>
      <p:sp>
        <p:nvSpPr>
          <p:cNvPr id="171011" name="Rectangle 3"/>
          <p:cNvSpPr>
            <a:spLocks noGrp="1" noChangeArrowheads="1"/>
          </p:cNvSpPr>
          <p:nvPr>
            <p:ph sz="quarter" idx="2"/>
          </p:nvPr>
        </p:nvSpPr>
        <p:spPr>
          <a:xfrm>
            <a:off x="1066800" y="4419600"/>
            <a:ext cx="8229600" cy="1981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en-US" sz="1600">
                <a:latin typeface="Courier New" pitchFamily="49" charset="0"/>
              </a:rPr>
              <a:t>rating, </a:t>
            </a:r>
            <a:r>
              <a:rPr lang="sl-SI" sz="1600" b="1">
                <a:latin typeface="Courier New" pitchFamily="49" charset="0"/>
              </a:rPr>
              <a:t>MIN</a:t>
            </a:r>
            <a:r>
              <a:rPr lang="sl-SI" sz="1600">
                <a:latin typeface="Courier New" pitchFamily="49" charset="0"/>
              </a:rPr>
              <a:t>(starost)</a:t>
            </a:r>
            <a:r>
              <a:rPr lang="en-US" sz="1600">
                <a:latin typeface="Courier New" pitchFamily="49" charset="0"/>
              </a:rPr>
              <a:t> </a:t>
            </a:r>
          </a:p>
          <a:p>
            <a:pPr>
              <a:buFont typeface="Wingdings" pitchFamily="2" charset="2"/>
              <a:buNone/>
            </a:pPr>
            <a:r>
              <a:rPr lang="en-US" sz="1600">
                <a:latin typeface="Courier New" pitchFamily="49" charset="0"/>
              </a:rPr>
              <a:t>               </a:t>
            </a:r>
            <a:r>
              <a:rPr lang="en-US" sz="1600" b="1">
                <a:latin typeface="Courier New" pitchFamily="49" charset="0"/>
              </a:rPr>
              <a:t>AS</a:t>
            </a:r>
            <a:r>
              <a:rPr lang="en-US" sz="1600">
                <a:latin typeface="Courier New" pitchFamily="49" charset="0"/>
              </a:rPr>
              <a:t> </a:t>
            </a:r>
            <a:r>
              <a:rPr lang="en-US" sz="1600" err="1">
                <a:latin typeface="Courier New" pitchFamily="49" charset="0"/>
              </a:rPr>
              <a:t>najmlajsi</a:t>
            </a:r>
            <a:r>
              <a:rPr lang="sl-SI" sz="1600">
                <a:latin typeface="Courier New" pitchFamily="49" charset="0"/>
              </a:rPr>
              <a:t> </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endParaRPr lang="sl-SI" sz="1600">
              <a:latin typeface="Courier New" pitchFamily="49" charset="0"/>
            </a:endParaRPr>
          </a:p>
          <a:p>
            <a:pPr>
              <a:buFont typeface="Wingdings" pitchFamily="2" charset="2"/>
              <a:buNone/>
            </a:pPr>
            <a:r>
              <a:rPr lang="sl-SI" sz="1600" b="1">
                <a:latin typeface="Courier New" pitchFamily="49" charset="0"/>
              </a:rPr>
              <a:t>WHERE</a:t>
            </a:r>
            <a:r>
              <a:rPr lang="sl-SI" sz="1600">
                <a:latin typeface="Courier New" pitchFamily="49" charset="0"/>
              </a:rPr>
              <a:t> starost </a:t>
            </a:r>
            <a:r>
              <a:rPr lang="en-US" sz="1600">
                <a:latin typeface="Courier New" pitchFamily="49" charset="0"/>
              </a:rPr>
              <a:t>&gt;= 18</a:t>
            </a:r>
            <a:endParaRPr lang="sl-SI" sz="1600">
              <a:latin typeface="Courier New" pitchFamily="49" charset="0"/>
            </a:endParaRPr>
          </a:p>
          <a:p>
            <a:pPr>
              <a:buFont typeface="Wingdings" pitchFamily="2" charset="2"/>
              <a:buNone/>
            </a:pPr>
            <a:r>
              <a:rPr lang="en-US" sz="1600" b="1">
                <a:latin typeface="Courier New" pitchFamily="49" charset="0"/>
              </a:rPr>
              <a:t>GROUP</a:t>
            </a:r>
            <a:r>
              <a:rPr lang="en-US" sz="1600">
                <a:latin typeface="Courier New" pitchFamily="49" charset="0"/>
              </a:rPr>
              <a:t> </a:t>
            </a:r>
            <a:r>
              <a:rPr lang="en-US" sz="1600" b="1">
                <a:latin typeface="Courier New" pitchFamily="49" charset="0"/>
              </a:rPr>
              <a:t>BY</a:t>
            </a:r>
            <a:r>
              <a:rPr lang="en-US" sz="1600">
                <a:latin typeface="Courier New" pitchFamily="49" charset="0"/>
              </a:rPr>
              <a:t> rating</a:t>
            </a:r>
          </a:p>
          <a:p>
            <a:pPr>
              <a:buFont typeface="Wingdings" pitchFamily="2" charset="2"/>
              <a:buNone/>
            </a:pPr>
            <a:r>
              <a:rPr lang="en-US" sz="1600" b="1">
                <a:latin typeface="Courier New" pitchFamily="49" charset="0"/>
              </a:rPr>
              <a:t>HAVING COUNT</a:t>
            </a:r>
            <a:r>
              <a:rPr lang="en-US" sz="1600">
                <a:latin typeface="Courier New" pitchFamily="49" charset="0"/>
              </a:rPr>
              <a:t>(*) &gt; 1;</a:t>
            </a:r>
          </a:p>
        </p:txBody>
      </p:sp>
      <p:sp>
        <p:nvSpPr>
          <p:cNvPr id="171012" name="Rectangle 4"/>
          <p:cNvSpPr>
            <a:spLocks noGrp="1" noChangeArrowheads="1"/>
          </p:cNvSpPr>
          <p:nvPr>
            <p:ph type="body" sz="half" idx="3"/>
          </p:nvPr>
        </p:nvSpPr>
        <p:spPr>
          <a:xfrm>
            <a:off x="762000" y="2362200"/>
            <a:ext cx="8001000" cy="1143000"/>
          </a:xfrm>
        </p:spPr>
        <p:txBody>
          <a:bodyPr/>
          <a:lstStyle/>
          <a:p>
            <a:r>
              <a:rPr lang="sl-SI" sz="2400"/>
              <a:t>Z</a:t>
            </a:r>
            <a:r>
              <a:rPr lang="en-US" sz="2400"/>
              <a:t>a </a:t>
            </a:r>
            <a:r>
              <a:rPr lang="en-US" sz="2400" err="1"/>
              <a:t>vsak</a:t>
            </a:r>
            <a:r>
              <a:rPr lang="en-US" sz="2400"/>
              <a:t> rating v </a:t>
            </a:r>
            <a:r>
              <a:rPr lang="en-US" sz="2400" err="1"/>
              <a:t>tabeli</a:t>
            </a:r>
            <a:r>
              <a:rPr lang="en-US" sz="2400"/>
              <a:t> </a:t>
            </a:r>
            <a:r>
              <a:rPr lang="en-US" sz="2400" err="1"/>
              <a:t>jadralcev</a:t>
            </a:r>
            <a:r>
              <a:rPr lang="en-US" sz="2400"/>
              <a:t> </a:t>
            </a:r>
            <a:r>
              <a:rPr lang="en-US" sz="2400" err="1"/>
              <a:t>izpi</a:t>
            </a:r>
            <a:r>
              <a:rPr lang="sl-SI" sz="2400" err="1"/>
              <a:t>ši</a:t>
            </a:r>
            <a:r>
              <a:rPr lang="sl-SI" sz="2400"/>
              <a:t> starost najmlajšega polnoletnega jadralca s tem ratingom, vendar samo za tiste ratinge, ki jih imata vsaj dva jadralca!</a:t>
            </a:r>
            <a:endParaRPr lang="en-US" sz="2400"/>
          </a:p>
        </p:txBody>
      </p:sp>
      <p:sp>
        <p:nvSpPr>
          <p:cNvPr id="171013" name="Text Box 5"/>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71014" name="Text Box 6"/>
          <p:cNvSpPr txBox="1">
            <a:spLocks noChangeArrowheads="1"/>
          </p:cNvSpPr>
          <p:nvPr/>
        </p:nvSpPr>
        <p:spPr bwMode="auto">
          <a:xfrm>
            <a:off x="5257800" y="3962400"/>
            <a:ext cx="3886200" cy="1803400"/>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rating |    najmlajsi |</a:t>
            </a:r>
          </a:p>
          <a:p>
            <a:pPr algn="l"/>
            <a:r>
              <a:rPr lang="en-US" sz="1600">
                <a:latin typeface="Courier New" pitchFamily="49" charset="0"/>
              </a:rPr>
              <a:t>+--------+--------------+</a:t>
            </a:r>
          </a:p>
          <a:p>
            <a:pPr algn="l"/>
            <a:r>
              <a:rPr lang="en-US" sz="1600">
                <a:latin typeface="Courier New" pitchFamily="49" charset="0"/>
              </a:rPr>
              <a:t>|      3 |         25.5 |</a:t>
            </a:r>
          </a:p>
          <a:p>
            <a:pPr algn="l"/>
            <a:r>
              <a:rPr lang="en-US" sz="1600">
                <a:latin typeface="Courier New" pitchFamily="49" charset="0"/>
              </a:rPr>
              <a:t>|      7 |           35 |</a:t>
            </a:r>
          </a:p>
          <a:p>
            <a:pPr algn="l"/>
            <a:r>
              <a:rPr lang="en-US" sz="1600">
                <a:latin typeface="Courier New" pitchFamily="49" charset="0"/>
              </a:rPr>
              <a:t>|      8 |         25.5 |</a:t>
            </a:r>
          </a:p>
          <a:p>
            <a:pPr algn="l"/>
            <a:r>
              <a:rPr lang="en-US" sz="160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p:bldP spid="171014"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64866" name="AutoShape 2"/>
          <p:cNvSpPr>
            <a:spLocks noGrp="1" noChangeArrowheads="1"/>
          </p:cNvSpPr>
          <p:nvPr>
            <p:ph type="title"/>
          </p:nvPr>
        </p:nvSpPr>
        <p:spPr/>
        <p:txBody>
          <a:bodyPr/>
          <a:lstStyle/>
          <a:p>
            <a:r>
              <a:rPr lang="en-US"/>
              <a:t>Kako deluje ta poizvedba (1)?</a:t>
            </a:r>
          </a:p>
        </p:txBody>
      </p:sp>
      <p:sp>
        <p:nvSpPr>
          <p:cNvPr id="164867" name="Rectangle 3"/>
          <p:cNvSpPr>
            <a:spLocks noGrp="1" noChangeArrowheads="1"/>
          </p:cNvSpPr>
          <p:nvPr>
            <p:ph type="body" idx="1"/>
          </p:nvPr>
        </p:nvSpPr>
        <p:spPr/>
        <p:txBody>
          <a:bodyPr/>
          <a:lstStyle/>
          <a:p>
            <a:pPr>
              <a:buFont typeface="Wingdings" pitchFamily="2" charset="2"/>
              <a:buNone/>
            </a:pPr>
            <a:r>
              <a:rPr lang="en-US" sz="1600">
                <a:latin typeface="Courier New" pitchFamily="49" charset="0"/>
              </a:rPr>
              <a:t>+-----+---------+--------+---------+</a:t>
            </a:r>
          </a:p>
          <a:p>
            <a:pPr>
              <a:buFont typeface="Wingdings" pitchFamily="2" charset="2"/>
              <a:buNone/>
            </a:pPr>
            <a:r>
              <a:rPr lang="en-US" sz="1600">
                <a:latin typeface="Courier New" pitchFamily="49" charset="0"/>
              </a:rPr>
              <a:t>| </a:t>
            </a:r>
            <a:r>
              <a:rPr lang="en-US" sz="1600" err="1">
                <a:latin typeface="Courier New" pitchFamily="49" charset="0"/>
              </a:rPr>
              <a:t>jid</a:t>
            </a:r>
            <a:r>
              <a:rPr lang="en-US" sz="1600">
                <a:latin typeface="Courier New" pitchFamily="49" charset="0"/>
              </a:rPr>
              <a:t> | </a:t>
            </a:r>
            <a:r>
              <a:rPr lang="en-US" sz="1600" err="1">
                <a:latin typeface="Courier New" pitchFamily="49" charset="0"/>
              </a:rPr>
              <a:t>ime</a:t>
            </a:r>
            <a:r>
              <a:rPr lang="en-US" sz="1600">
                <a:latin typeface="Courier New" pitchFamily="49" charset="0"/>
              </a:rPr>
              <a:t>     | rating | </a:t>
            </a:r>
            <a:r>
              <a:rPr lang="en-US" sz="1600" err="1">
                <a:latin typeface="Courier New" pitchFamily="49" charset="0"/>
              </a:rPr>
              <a:t>starost</a:t>
            </a:r>
            <a:r>
              <a:rPr lang="en-US" sz="1600">
                <a:latin typeface="Courier New" pitchFamily="49" charset="0"/>
              </a:rPr>
              <a:t> |</a:t>
            </a:r>
          </a:p>
          <a:p>
            <a:pPr>
              <a:buFont typeface="Wingdings" pitchFamily="2" charset="2"/>
              <a:buNone/>
            </a:pPr>
            <a:r>
              <a:rPr lang="en-US" sz="1600">
                <a:latin typeface="Courier New" pitchFamily="49" charset="0"/>
              </a:rPr>
              <a:t>+-----+---------+--------+---------+</a:t>
            </a:r>
          </a:p>
          <a:p>
            <a:pPr>
              <a:buFont typeface="Wingdings" pitchFamily="2" charset="2"/>
              <a:buNone/>
            </a:pPr>
            <a:r>
              <a:rPr lang="en-US" sz="1600">
                <a:latin typeface="Courier New" pitchFamily="49" charset="0"/>
              </a:rPr>
              <a:t>|  22 | </a:t>
            </a:r>
            <a:r>
              <a:rPr lang="en-US" sz="1600" err="1">
                <a:latin typeface="Courier New" pitchFamily="49" charset="0"/>
              </a:rPr>
              <a:t>Darko</a:t>
            </a:r>
            <a:r>
              <a:rPr lang="en-US" sz="1600">
                <a:latin typeface="Courier New" pitchFamily="49" charset="0"/>
              </a:rPr>
              <a:t>   |      7 |      45 |</a:t>
            </a:r>
          </a:p>
          <a:p>
            <a:pPr>
              <a:buFont typeface="Wingdings" pitchFamily="2" charset="2"/>
              <a:buNone/>
            </a:pPr>
            <a:r>
              <a:rPr lang="en-US" sz="1600">
                <a:latin typeface="Courier New" pitchFamily="49" charset="0"/>
              </a:rPr>
              <a:t>|  29 | </a:t>
            </a:r>
            <a:r>
              <a:rPr lang="en-US" sz="1600" err="1">
                <a:latin typeface="Courier New" pitchFamily="49" charset="0"/>
              </a:rPr>
              <a:t>Borut</a:t>
            </a:r>
            <a:r>
              <a:rPr lang="en-US" sz="1600">
                <a:latin typeface="Courier New" pitchFamily="49" charset="0"/>
              </a:rPr>
              <a:t>   |      1 |      33 |</a:t>
            </a:r>
          </a:p>
          <a:p>
            <a:pPr>
              <a:buFont typeface="Wingdings" pitchFamily="2" charset="2"/>
              <a:buNone/>
            </a:pPr>
            <a:r>
              <a:rPr lang="en-US" sz="1600">
                <a:latin typeface="Courier New" pitchFamily="49" charset="0"/>
              </a:rPr>
              <a:t>|  31 | </a:t>
            </a:r>
            <a:r>
              <a:rPr lang="en-US" sz="1600" err="1">
                <a:latin typeface="Courier New" pitchFamily="49" charset="0"/>
              </a:rPr>
              <a:t>Lojze</a:t>
            </a:r>
            <a:r>
              <a:rPr lang="en-US" sz="1600">
                <a:latin typeface="Courier New" pitchFamily="49" charset="0"/>
              </a:rPr>
              <a:t>   |      8 |    55.5 |</a:t>
            </a:r>
          </a:p>
          <a:p>
            <a:pPr>
              <a:buFont typeface="Wingdings" pitchFamily="2" charset="2"/>
              <a:buNone/>
            </a:pPr>
            <a:r>
              <a:rPr lang="en-US" sz="1600">
                <a:latin typeface="Courier New" pitchFamily="49" charset="0"/>
              </a:rPr>
              <a:t>|  32 | Andrej  |      8 |    25.5 |</a:t>
            </a:r>
          </a:p>
          <a:p>
            <a:pPr>
              <a:buFont typeface="Wingdings" pitchFamily="2" charset="2"/>
              <a:buNone/>
            </a:pPr>
            <a:r>
              <a:rPr lang="en-US" sz="1600">
                <a:latin typeface="Courier New" pitchFamily="49" charset="0"/>
              </a:rPr>
              <a:t>|  58 | </a:t>
            </a:r>
            <a:r>
              <a:rPr lang="en-US" sz="1600" err="1">
                <a:latin typeface="Courier New" pitchFamily="49" charset="0"/>
              </a:rPr>
              <a:t>Rajko</a:t>
            </a:r>
            <a:r>
              <a:rPr lang="en-US" sz="1600">
                <a:latin typeface="Courier New" pitchFamily="49" charset="0"/>
              </a:rPr>
              <a:t>   |     10 |      35 |</a:t>
            </a:r>
          </a:p>
          <a:p>
            <a:pPr>
              <a:buFont typeface="Wingdings" pitchFamily="2" charset="2"/>
              <a:buNone/>
            </a:pPr>
            <a:r>
              <a:rPr lang="en-US" sz="1600">
                <a:latin typeface="Courier New" pitchFamily="49" charset="0"/>
              </a:rPr>
              <a:t>|  64 | Henrik  |      7 |      35 |</a:t>
            </a:r>
          </a:p>
          <a:p>
            <a:pPr>
              <a:buFont typeface="Wingdings" pitchFamily="2" charset="2"/>
              <a:buNone/>
            </a:pPr>
            <a:r>
              <a:rPr lang="en-US" sz="1600">
                <a:latin typeface="Courier New" pitchFamily="49" charset="0"/>
              </a:rPr>
              <a:t>|  71 | </a:t>
            </a:r>
            <a:r>
              <a:rPr lang="en-US" sz="1600" err="1">
                <a:latin typeface="Courier New" pitchFamily="49" charset="0"/>
              </a:rPr>
              <a:t>Zdravko</a:t>
            </a:r>
            <a:r>
              <a:rPr lang="en-US" sz="1600">
                <a:latin typeface="Courier New" pitchFamily="49" charset="0"/>
              </a:rPr>
              <a:t> |     10 |      16 |</a:t>
            </a:r>
          </a:p>
          <a:p>
            <a:pPr>
              <a:buFont typeface="Wingdings" pitchFamily="2" charset="2"/>
              <a:buNone/>
            </a:pPr>
            <a:r>
              <a:rPr lang="en-US" sz="1600">
                <a:latin typeface="Courier New" pitchFamily="49" charset="0"/>
              </a:rPr>
              <a:t>|  74 | Henrik  |      9 |      35 |</a:t>
            </a:r>
          </a:p>
          <a:p>
            <a:pPr>
              <a:buFont typeface="Wingdings" pitchFamily="2" charset="2"/>
              <a:buNone/>
            </a:pPr>
            <a:r>
              <a:rPr lang="en-US" sz="1600">
                <a:latin typeface="Courier New" pitchFamily="49" charset="0"/>
              </a:rPr>
              <a:t>|  85 | </a:t>
            </a:r>
            <a:r>
              <a:rPr lang="en-US" sz="1600" err="1">
                <a:latin typeface="Courier New" pitchFamily="49" charset="0"/>
              </a:rPr>
              <a:t>Anze</a:t>
            </a:r>
            <a:r>
              <a:rPr lang="en-US" sz="1600">
                <a:latin typeface="Courier New" pitchFamily="49" charset="0"/>
              </a:rPr>
              <a:t>    |      3 |    25.5 |</a:t>
            </a:r>
          </a:p>
          <a:p>
            <a:pPr>
              <a:buFont typeface="Wingdings" pitchFamily="2" charset="2"/>
              <a:buNone/>
            </a:pPr>
            <a:r>
              <a:rPr lang="en-US" sz="1600">
                <a:latin typeface="Courier New" pitchFamily="49" charset="0"/>
              </a:rPr>
              <a:t>|  95 | Bine    |      3 |    63.5 |</a:t>
            </a:r>
          </a:p>
          <a:p>
            <a:pPr>
              <a:buFont typeface="Wingdings" pitchFamily="2" charset="2"/>
              <a:buNone/>
            </a:pPr>
            <a:r>
              <a:rPr lang="en-US" sz="1600">
                <a:latin typeface="Courier New" pitchFamily="49" charset="0"/>
              </a:rPr>
              <a:t>+-----+---------+--------+---------+</a:t>
            </a:r>
          </a:p>
        </p:txBody>
      </p:sp>
      <p:sp>
        <p:nvSpPr>
          <p:cNvPr id="164868" name="Text Box 4"/>
          <p:cNvSpPr txBox="1">
            <a:spLocks noChangeArrowheads="1"/>
          </p:cNvSpPr>
          <p:nvPr/>
        </p:nvSpPr>
        <p:spPr bwMode="auto">
          <a:xfrm>
            <a:off x="6232525" y="2932113"/>
            <a:ext cx="2544286" cy="1754326"/>
          </a:xfrm>
          <a:prstGeom prst="rect">
            <a:avLst/>
          </a:prstGeom>
          <a:noFill/>
          <a:ln w="9525">
            <a:noFill/>
            <a:miter lim="800000"/>
            <a:headEnd/>
            <a:tailEnd/>
          </a:ln>
          <a:effectLst/>
        </p:spPr>
        <p:txBody>
          <a:bodyPr wrap="none">
            <a:spAutoFit/>
          </a:bodyPr>
          <a:lstStyle/>
          <a:p>
            <a:pPr algn="l"/>
            <a:r>
              <a:rPr lang="en-US"/>
              <a:t>1. </a:t>
            </a:r>
            <a:r>
              <a:rPr lang="en-US" err="1"/>
              <a:t>korak</a:t>
            </a:r>
            <a:r>
              <a:rPr lang="en-US"/>
              <a:t>:</a:t>
            </a:r>
          </a:p>
          <a:p>
            <a:pPr algn="l"/>
            <a:r>
              <a:rPr lang="en-US" err="1"/>
              <a:t>vsi</a:t>
            </a:r>
            <a:r>
              <a:rPr lang="en-US"/>
              <a:t> </a:t>
            </a:r>
            <a:r>
              <a:rPr lang="en-US" err="1"/>
              <a:t>jadralci</a:t>
            </a:r>
            <a:r>
              <a:rPr lang="en-US"/>
              <a:t>.</a:t>
            </a:r>
          </a:p>
          <a:p>
            <a:pPr algn="l"/>
            <a:endParaRPr lang="en-US"/>
          </a:p>
          <a:p>
            <a:pPr algn="l"/>
            <a:r>
              <a:rPr lang="en-US"/>
              <a:t>V </a:t>
            </a:r>
            <a:r>
              <a:rPr lang="en-US" err="1"/>
              <a:t>splošnem</a:t>
            </a:r>
            <a:r>
              <a:rPr lang="en-US"/>
              <a:t> se </a:t>
            </a:r>
            <a:r>
              <a:rPr lang="en-US" err="1"/>
              <a:t>naredi</a:t>
            </a:r>
            <a:endParaRPr lang="en-US"/>
          </a:p>
          <a:p>
            <a:pPr algn="l"/>
            <a:r>
              <a:rPr lang="en-US" err="1"/>
              <a:t>kartezični</a:t>
            </a:r>
            <a:r>
              <a:rPr lang="en-US"/>
              <a:t> </a:t>
            </a:r>
            <a:r>
              <a:rPr lang="en-US" err="1"/>
              <a:t>produkt</a:t>
            </a:r>
            <a:r>
              <a:rPr lang="en-US"/>
              <a:t> </a:t>
            </a:r>
            <a:r>
              <a:rPr lang="en-US" err="1"/>
              <a:t>vseh</a:t>
            </a:r>
            <a:endParaRPr lang="en-US"/>
          </a:p>
          <a:p>
            <a:pPr algn="l"/>
            <a:r>
              <a:rPr lang="en-US" err="1"/>
              <a:t>tabel</a:t>
            </a:r>
            <a:r>
              <a:rPr lang="en-US"/>
              <a:t> v FROM </a:t>
            </a:r>
            <a:r>
              <a:rPr lang="en-US" err="1"/>
              <a:t>delu</a:t>
            </a:r>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72034" name="AutoShape 2"/>
          <p:cNvSpPr>
            <a:spLocks noGrp="1" noChangeArrowheads="1"/>
          </p:cNvSpPr>
          <p:nvPr>
            <p:ph type="title"/>
          </p:nvPr>
        </p:nvSpPr>
        <p:spPr/>
        <p:txBody>
          <a:bodyPr/>
          <a:lstStyle/>
          <a:p>
            <a:r>
              <a:rPr lang="en-US"/>
              <a:t>Kako deluje ta poizvedba (2)?</a:t>
            </a:r>
          </a:p>
        </p:txBody>
      </p:sp>
      <p:sp>
        <p:nvSpPr>
          <p:cNvPr id="172035" name="Rectangle 3"/>
          <p:cNvSpPr>
            <a:spLocks noGrp="1" noChangeArrowheads="1"/>
          </p:cNvSpPr>
          <p:nvPr>
            <p:ph type="body" idx="1"/>
          </p:nvPr>
        </p:nvSpPr>
        <p:spPr/>
        <p:txBody>
          <a:bodyPr/>
          <a:lstStyle/>
          <a:p>
            <a:pPr>
              <a:buFont typeface="Wingdings" pitchFamily="2" charset="2"/>
              <a:buNone/>
            </a:pPr>
            <a:r>
              <a:rPr lang="en-US" sz="1600">
                <a:latin typeface="Courier New" pitchFamily="49" charset="0"/>
              </a:rPr>
              <a:t>+-----+---------+--------+---------+</a:t>
            </a:r>
          </a:p>
          <a:p>
            <a:pPr>
              <a:buFont typeface="Wingdings" pitchFamily="2" charset="2"/>
              <a:buNone/>
            </a:pPr>
            <a:r>
              <a:rPr lang="en-US" sz="1600">
                <a:latin typeface="Courier New" pitchFamily="49" charset="0"/>
              </a:rPr>
              <a:t>| jid | ime     | rating | starost |</a:t>
            </a:r>
          </a:p>
          <a:p>
            <a:pPr>
              <a:buFont typeface="Wingdings" pitchFamily="2" charset="2"/>
              <a:buNone/>
            </a:pPr>
            <a:r>
              <a:rPr lang="en-US" sz="1600">
                <a:latin typeface="Courier New" pitchFamily="49" charset="0"/>
              </a:rPr>
              <a:t>+-----+---------+--------+---------+</a:t>
            </a:r>
          </a:p>
          <a:p>
            <a:pPr>
              <a:buFont typeface="Wingdings" pitchFamily="2" charset="2"/>
              <a:buNone/>
            </a:pPr>
            <a:r>
              <a:rPr lang="en-US" sz="1600">
                <a:latin typeface="Courier New" pitchFamily="49" charset="0"/>
              </a:rPr>
              <a:t>|  22 | Darko   |      7 |      45 |</a:t>
            </a:r>
          </a:p>
          <a:p>
            <a:pPr>
              <a:buFont typeface="Wingdings" pitchFamily="2" charset="2"/>
              <a:buNone/>
            </a:pPr>
            <a:r>
              <a:rPr lang="en-US" sz="1600">
                <a:latin typeface="Courier New" pitchFamily="49" charset="0"/>
              </a:rPr>
              <a:t>|  29 | Borut   |      1 |      33 |</a:t>
            </a:r>
          </a:p>
          <a:p>
            <a:pPr>
              <a:buFont typeface="Wingdings" pitchFamily="2" charset="2"/>
              <a:buNone/>
            </a:pPr>
            <a:r>
              <a:rPr lang="en-US" sz="1600">
                <a:latin typeface="Courier New" pitchFamily="49" charset="0"/>
              </a:rPr>
              <a:t>|  31 | Lojze   |      8 |    55.5 |</a:t>
            </a:r>
          </a:p>
          <a:p>
            <a:pPr>
              <a:buFont typeface="Wingdings" pitchFamily="2" charset="2"/>
              <a:buNone/>
            </a:pPr>
            <a:r>
              <a:rPr lang="en-US" sz="1600">
                <a:latin typeface="Courier New" pitchFamily="49" charset="0"/>
              </a:rPr>
              <a:t>|  32 | Andrej  |      8 |    25.5 |</a:t>
            </a:r>
          </a:p>
          <a:p>
            <a:pPr>
              <a:buFont typeface="Wingdings" pitchFamily="2" charset="2"/>
              <a:buNone/>
            </a:pPr>
            <a:r>
              <a:rPr lang="en-US" sz="1600">
                <a:latin typeface="Courier New" pitchFamily="49" charset="0"/>
              </a:rPr>
              <a:t>|  58 | Rajko   |     10 |      35 |</a:t>
            </a:r>
          </a:p>
          <a:p>
            <a:pPr>
              <a:buFont typeface="Wingdings" pitchFamily="2" charset="2"/>
              <a:buNone/>
            </a:pPr>
            <a:r>
              <a:rPr lang="en-US" sz="1600">
                <a:latin typeface="Courier New" pitchFamily="49" charset="0"/>
              </a:rPr>
              <a:t>|  64 | Henrik  |      7 |      35 |</a:t>
            </a:r>
          </a:p>
          <a:p>
            <a:pPr>
              <a:buFont typeface="Wingdings" pitchFamily="2" charset="2"/>
              <a:buNone/>
            </a:pPr>
            <a:r>
              <a:rPr lang="en-US" sz="1600">
                <a:latin typeface="Courier New" pitchFamily="49" charset="0"/>
              </a:rPr>
              <a:t>|  74 | Henrik  |      9 |      35 |</a:t>
            </a:r>
          </a:p>
          <a:p>
            <a:pPr>
              <a:buFont typeface="Wingdings" pitchFamily="2" charset="2"/>
              <a:buNone/>
            </a:pPr>
            <a:r>
              <a:rPr lang="en-US" sz="1600">
                <a:latin typeface="Courier New" pitchFamily="49" charset="0"/>
              </a:rPr>
              <a:t>|  85 | Anze    |      3 |    25.5 |</a:t>
            </a:r>
          </a:p>
          <a:p>
            <a:pPr>
              <a:buFont typeface="Wingdings" pitchFamily="2" charset="2"/>
              <a:buNone/>
            </a:pPr>
            <a:r>
              <a:rPr lang="en-US" sz="1600">
                <a:latin typeface="Courier New" pitchFamily="49" charset="0"/>
              </a:rPr>
              <a:t>|  95 | Bine    |      3 |    63.5 |</a:t>
            </a:r>
          </a:p>
          <a:p>
            <a:pPr>
              <a:buFont typeface="Wingdings" pitchFamily="2" charset="2"/>
              <a:buNone/>
            </a:pPr>
            <a:r>
              <a:rPr lang="en-US" sz="1600">
                <a:latin typeface="Courier New" pitchFamily="49" charset="0"/>
              </a:rPr>
              <a:t>+-----+---------+--------+---------+</a:t>
            </a:r>
          </a:p>
        </p:txBody>
      </p:sp>
      <p:sp>
        <p:nvSpPr>
          <p:cNvPr id="172036" name="Text Box 4"/>
          <p:cNvSpPr txBox="1">
            <a:spLocks noChangeArrowheads="1"/>
          </p:cNvSpPr>
          <p:nvPr/>
        </p:nvSpPr>
        <p:spPr bwMode="auto">
          <a:xfrm>
            <a:off x="6232525" y="2932113"/>
            <a:ext cx="2368550" cy="641350"/>
          </a:xfrm>
          <a:prstGeom prst="rect">
            <a:avLst/>
          </a:prstGeom>
          <a:noFill/>
          <a:ln w="9525">
            <a:noFill/>
            <a:miter lim="800000"/>
            <a:headEnd/>
            <a:tailEnd/>
          </a:ln>
          <a:effectLst/>
        </p:spPr>
        <p:txBody>
          <a:bodyPr wrap="none">
            <a:spAutoFit/>
          </a:bodyPr>
          <a:lstStyle/>
          <a:p>
            <a:pPr algn="l"/>
            <a:r>
              <a:rPr lang="en-US"/>
              <a:t>2. korak: selekcija </a:t>
            </a:r>
          </a:p>
          <a:p>
            <a:pPr algn="l"/>
            <a:r>
              <a:rPr lang="en-US"/>
              <a:t>WHERE starost&gt;=18 </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73058" name="AutoShape 2"/>
          <p:cNvSpPr>
            <a:spLocks noGrp="1" noChangeArrowheads="1"/>
          </p:cNvSpPr>
          <p:nvPr>
            <p:ph type="title"/>
          </p:nvPr>
        </p:nvSpPr>
        <p:spPr/>
        <p:txBody>
          <a:bodyPr/>
          <a:lstStyle/>
          <a:p>
            <a:r>
              <a:rPr lang="en-US"/>
              <a:t>Kako deluje ta poizvedba (3)?</a:t>
            </a:r>
          </a:p>
        </p:txBody>
      </p:sp>
      <p:sp>
        <p:nvSpPr>
          <p:cNvPr id="173059" name="Rectangle 3"/>
          <p:cNvSpPr>
            <a:spLocks noGrp="1" noChangeArrowheads="1"/>
          </p:cNvSpPr>
          <p:nvPr>
            <p:ph type="body" idx="1"/>
          </p:nvPr>
        </p:nvSpPr>
        <p:spPr/>
        <p:txBody>
          <a:bodyPr/>
          <a:lstStyle/>
          <a:p>
            <a:pPr>
              <a:buFont typeface="Wingdings" pitchFamily="2" charset="2"/>
              <a:buNone/>
            </a:pPr>
            <a:r>
              <a:rPr lang="en-US" sz="1600">
                <a:latin typeface="Courier New" pitchFamily="49" charset="0"/>
              </a:rPr>
              <a:t>+--------+---------+</a:t>
            </a:r>
          </a:p>
          <a:p>
            <a:pPr>
              <a:buFont typeface="Wingdings" pitchFamily="2" charset="2"/>
              <a:buNone/>
            </a:pPr>
            <a:r>
              <a:rPr lang="en-US" sz="1600">
                <a:latin typeface="Courier New" pitchFamily="49" charset="0"/>
              </a:rPr>
              <a:t>| rating | </a:t>
            </a:r>
            <a:r>
              <a:rPr lang="en-US" sz="1600" err="1">
                <a:latin typeface="Courier New" pitchFamily="49" charset="0"/>
              </a:rPr>
              <a:t>starost</a:t>
            </a:r>
            <a:r>
              <a:rPr lang="en-US" sz="1600">
                <a:latin typeface="Courier New" pitchFamily="49" charset="0"/>
              </a:rPr>
              <a:t> |</a:t>
            </a:r>
          </a:p>
          <a:p>
            <a:pPr>
              <a:buFont typeface="Wingdings" pitchFamily="2" charset="2"/>
              <a:buNone/>
            </a:pPr>
            <a:r>
              <a:rPr lang="en-US" sz="1600">
                <a:latin typeface="Courier New" pitchFamily="49" charset="0"/>
              </a:rPr>
              <a:t>+--------+---------+</a:t>
            </a:r>
          </a:p>
          <a:p>
            <a:pPr>
              <a:buFont typeface="Wingdings" pitchFamily="2" charset="2"/>
              <a:buNone/>
            </a:pPr>
            <a:r>
              <a:rPr lang="en-US" sz="1600">
                <a:latin typeface="Courier New" pitchFamily="49" charset="0"/>
              </a:rPr>
              <a:t>|      7 |      45 |</a:t>
            </a:r>
          </a:p>
          <a:p>
            <a:pPr>
              <a:buFont typeface="Wingdings" pitchFamily="2" charset="2"/>
              <a:buNone/>
            </a:pPr>
            <a:r>
              <a:rPr lang="en-US" sz="1600">
                <a:latin typeface="Courier New" pitchFamily="49" charset="0"/>
              </a:rPr>
              <a:t>|      1 |      33 |</a:t>
            </a:r>
          </a:p>
          <a:p>
            <a:pPr>
              <a:buFont typeface="Wingdings" pitchFamily="2" charset="2"/>
              <a:buNone/>
            </a:pPr>
            <a:r>
              <a:rPr lang="en-US" sz="1600">
                <a:latin typeface="Courier New" pitchFamily="49" charset="0"/>
              </a:rPr>
              <a:t>|      8 |    55.5 |</a:t>
            </a:r>
          </a:p>
          <a:p>
            <a:pPr>
              <a:buFont typeface="Wingdings" pitchFamily="2" charset="2"/>
              <a:buNone/>
            </a:pPr>
            <a:r>
              <a:rPr lang="en-US" sz="1600">
                <a:latin typeface="Courier New" pitchFamily="49" charset="0"/>
              </a:rPr>
              <a:t>|      8 |    25.5 |</a:t>
            </a:r>
          </a:p>
          <a:p>
            <a:pPr>
              <a:buFont typeface="Wingdings" pitchFamily="2" charset="2"/>
              <a:buNone/>
            </a:pPr>
            <a:r>
              <a:rPr lang="en-US" sz="1600">
                <a:latin typeface="Courier New" pitchFamily="49" charset="0"/>
              </a:rPr>
              <a:t>|     10 |      35 |</a:t>
            </a:r>
          </a:p>
          <a:p>
            <a:pPr>
              <a:buFont typeface="Wingdings" pitchFamily="2" charset="2"/>
              <a:buNone/>
            </a:pPr>
            <a:r>
              <a:rPr lang="en-US" sz="1600">
                <a:latin typeface="Courier New" pitchFamily="49" charset="0"/>
              </a:rPr>
              <a:t>|      7 |      35 |</a:t>
            </a:r>
          </a:p>
          <a:p>
            <a:pPr>
              <a:buFont typeface="Wingdings" pitchFamily="2" charset="2"/>
              <a:buNone/>
            </a:pPr>
            <a:r>
              <a:rPr lang="en-US" sz="1600">
                <a:latin typeface="Courier New" pitchFamily="49" charset="0"/>
              </a:rPr>
              <a:t>|      9 |      35 |</a:t>
            </a:r>
          </a:p>
          <a:p>
            <a:pPr>
              <a:buFont typeface="Wingdings" pitchFamily="2" charset="2"/>
              <a:buNone/>
            </a:pPr>
            <a:r>
              <a:rPr lang="en-US" sz="1600">
                <a:latin typeface="Courier New" pitchFamily="49" charset="0"/>
              </a:rPr>
              <a:t>|      3 |    25.5 |</a:t>
            </a:r>
          </a:p>
          <a:p>
            <a:pPr>
              <a:buFont typeface="Wingdings" pitchFamily="2" charset="2"/>
              <a:buNone/>
            </a:pPr>
            <a:r>
              <a:rPr lang="en-US" sz="1600">
                <a:latin typeface="Courier New" pitchFamily="49" charset="0"/>
              </a:rPr>
              <a:t>|      3 |    63.5 |</a:t>
            </a:r>
          </a:p>
          <a:p>
            <a:pPr>
              <a:buFont typeface="Wingdings" pitchFamily="2" charset="2"/>
              <a:buNone/>
            </a:pPr>
            <a:r>
              <a:rPr lang="en-US" sz="1600">
                <a:latin typeface="Courier New" pitchFamily="49" charset="0"/>
              </a:rPr>
              <a:t>+--------+---------+</a:t>
            </a:r>
          </a:p>
        </p:txBody>
      </p:sp>
      <p:sp>
        <p:nvSpPr>
          <p:cNvPr id="173060" name="Text Box 4"/>
          <p:cNvSpPr txBox="1">
            <a:spLocks noChangeArrowheads="1"/>
          </p:cNvSpPr>
          <p:nvPr/>
        </p:nvSpPr>
        <p:spPr bwMode="auto">
          <a:xfrm>
            <a:off x="4114800" y="2895600"/>
            <a:ext cx="4720075" cy="923330"/>
          </a:xfrm>
          <a:prstGeom prst="rect">
            <a:avLst/>
          </a:prstGeom>
          <a:noFill/>
          <a:ln w="9525">
            <a:noFill/>
            <a:miter lim="800000"/>
            <a:headEnd/>
            <a:tailEnd/>
          </a:ln>
          <a:effectLst/>
        </p:spPr>
        <p:txBody>
          <a:bodyPr wrap="none">
            <a:spAutoFit/>
          </a:bodyPr>
          <a:lstStyle/>
          <a:p>
            <a:pPr algn="l"/>
            <a:r>
              <a:rPr lang="en-US"/>
              <a:t>3. </a:t>
            </a:r>
            <a:r>
              <a:rPr lang="en-US" err="1"/>
              <a:t>korak</a:t>
            </a:r>
            <a:r>
              <a:rPr lang="en-US"/>
              <a:t>: </a:t>
            </a:r>
            <a:r>
              <a:rPr lang="en-US" err="1"/>
              <a:t>eliminacija</a:t>
            </a:r>
            <a:r>
              <a:rPr lang="en-US"/>
              <a:t> </a:t>
            </a:r>
            <a:r>
              <a:rPr lang="en-US" err="1"/>
              <a:t>nepotrebnih</a:t>
            </a:r>
            <a:r>
              <a:rPr lang="en-US"/>
              <a:t> </a:t>
            </a:r>
            <a:r>
              <a:rPr lang="en-US" err="1"/>
              <a:t>atributov</a:t>
            </a:r>
            <a:endParaRPr lang="en-US"/>
          </a:p>
          <a:p>
            <a:pPr algn="l"/>
            <a:r>
              <a:rPr lang="en-US" err="1"/>
              <a:t>samo</a:t>
            </a:r>
            <a:r>
              <a:rPr lang="en-US"/>
              <a:t> </a:t>
            </a:r>
            <a:r>
              <a:rPr lang="en-US" err="1"/>
              <a:t>atributi</a:t>
            </a:r>
            <a:r>
              <a:rPr lang="en-US"/>
              <a:t> </a:t>
            </a:r>
            <a:r>
              <a:rPr lang="en-US" err="1"/>
              <a:t>iz</a:t>
            </a:r>
            <a:r>
              <a:rPr lang="en-US"/>
              <a:t> SELECT</a:t>
            </a:r>
            <a:r>
              <a:rPr lang="sl-SI"/>
              <a:t>, GROUP BY in</a:t>
            </a:r>
          </a:p>
          <a:p>
            <a:pPr algn="l"/>
            <a:r>
              <a:rPr lang="sl-SI"/>
              <a:t> HAVING v</a:t>
            </a:r>
            <a:r>
              <a:rPr lang="en-US" err="1"/>
              <a:t>rstic</a:t>
            </a:r>
            <a:r>
              <a:rPr lang="sl-SI"/>
              <a:t> </a:t>
            </a:r>
            <a:r>
              <a:rPr lang="en-US"/>
              <a:t>so </a:t>
            </a:r>
            <a:r>
              <a:rPr lang="en-US" err="1"/>
              <a:t>potrebni</a:t>
            </a:r>
            <a:r>
              <a:rPr lang="en-US"/>
              <a:t> </a:t>
            </a:r>
            <a:r>
              <a:rPr lang="en-US" err="1"/>
              <a:t>za</a:t>
            </a:r>
            <a:r>
              <a:rPr lang="en-US"/>
              <a:t> </a:t>
            </a:r>
            <a:r>
              <a:rPr lang="en-US" err="1"/>
              <a:t>nadaljnje</a:t>
            </a:r>
            <a:r>
              <a:rPr lang="en-US"/>
              <a:t> </a:t>
            </a:r>
            <a:r>
              <a:rPr lang="en-US" err="1"/>
              <a:t>delo</a:t>
            </a:r>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74082" name="AutoShape 2"/>
          <p:cNvSpPr>
            <a:spLocks noGrp="1" noChangeArrowheads="1"/>
          </p:cNvSpPr>
          <p:nvPr>
            <p:ph type="title"/>
          </p:nvPr>
        </p:nvSpPr>
        <p:spPr/>
        <p:txBody>
          <a:bodyPr/>
          <a:lstStyle/>
          <a:p>
            <a:r>
              <a:rPr lang="en-US"/>
              <a:t>Kako deluje ta poizvedba (4)?</a:t>
            </a:r>
          </a:p>
        </p:txBody>
      </p:sp>
      <p:sp>
        <p:nvSpPr>
          <p:cNvPr id="174083" name="Rectangle 3"/>
          <p:cNvSpPr>
            <a:spLocks noGrp="1" noChangeArrowheads="1"/>
          </p:cNvSpPr>
          <p:nvPr>
            <p:ph type="body" idx="1"/>
          </p:nvPr>
        </p:nvSpPr>
        <p:spPr>
          <a:xfrm>
            <a:off x="838200" y="2209801"/>
            <a:ext cx="7693025" cy="762000"/>
          </a:xfrm>
        </p:spPr>
        <p:txBody>
          <a:bodyPr/>
          <a:lstStyle/>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rating | </a:t>
            </a:r>
            <a:r>
              <a:rPr lang="en-US" sz="1400" err="1">
                <a:latin typeface="Courier New" pitchFamily="49" charset="0"/>
              </a:rPr>
              <a:t>starost</a:t>
            </a:r>
            <a:r>
              <a:rPr lang="en-US" sz="1400">
                <a:latin typeface="Courier New" pitchFamily="49" charset="0"/>
              </a:rPr>
              <a:t>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1 |      33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3 |    25.5 |</a:t>
            </a:r>
            <a:endParaRPr lang="sl-SI" sz="1400">
              <a:latin typeface="Courier New" pitchFamily="49" charset="0"/>
            </a:endParaRPr>
          </a:p>
          <a:p>
            <a:pPr>
              <a:buFont typeface="Wingdings" pitchFamily="2" charset="2"/>
              <a:buNone/>
            </a:pPr>
            <a:r>
              <a:rPr lang="en-US" sz="1400">
                <a:latin typeface="Courier New" pitchFamily="49" charset="0"/>
              </a:rPr>
              <a:t>|      3 |    63.5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7 |      45 |</a:t>
            </a:r>
          </a:p>
          <a:p>
            <a:pPr>
              <a:buFont typeface="Wingdings" pitchFamily="2" charset="2"/>
              <a:buNone/>
            </a:pPr>
            <a:r>
              <a:rPr lang="en-US" sz="1400">
                <a:latin typeface="Courier New" pitchFamily="49" charset="0"/>
              </a:rPr>
              <a:t>|      7 |      35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8 |    55.5 |</a:t>
            </a:r>
          </a:p>
          <a:p>
            <a:pPr>
              <a:buFont typeface="Wingdings" pitchFamily="2" charset="2"/>
              <a:buNone/>
            </a:pPr>
            <a:r>
              <a:rPr lang="en-US" sz="1400">
                <a:latin typeface="Courier New" pitchFamily="49" charset="0"/>
              </a:rPr>
              <a:t>|      8 |    25.5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9 |      35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10 |      35 |</a:t>
            </a:r>
          </a:p>
          <a:p>
            <a:pPr>
              <a:buFont typeface="Wingdings" pitchFamily="2" charset="2"/>
              <a:buNone/>
            </a:pPr>
            <a:r>
              <a:rPr lang="en-US" sz="1400">
                <a:latin typeface="Courier New" pitchFamily="49" charset="0"/>
              </a:rPr>
              <a:t>+--------+---------+</a:t>
            </a:r>
          </a:p>
        </p:txBody>
      </p:sp>
      <p:sp>
        <p:nvSpPr>
          <p:cNvPr id="174084" name="Text Box 4"/>
          <p:cNvSpPr txBox="1">
            <a:spLocks noChangeArrowheads="1"/>
          </p:cNvSpPr>
          <p:nvPr/>
        </p:nvSpPr>
        <p:spPr bwMode="auto">
          <a:xfrm>
            <a:off x="4114800" y="2895600"/>
            <a:ext cx="3511550" cy="641350"/>
          </a:xfrm>
          <a:prstGeom prst="rect">
            <a:avLst/>
          </a:prstGeom>
          <a:noFill/>
          <a:ln w="9525">
            <a:noFill/>
            <a:miter lim="800000"/>
            <a:headEnd/>
            <a:tailEnd/>
          </a:ln>
          <a:effectLst/>
        </p:spPr>
        <p:txBody>
          <a:bodyPr wrap="none">
            <a:spAutoFit/>
          </a:bodyPr>
          <a:lstStyle/>
          <a:p>
            <a:pPr algn="l"/>
            <a:r>
              <a:rPr lang="en-US"/>
              <a:t>4. korak: grupiranje po vrednosti </a:t>
            </a:r>
          </a:p>
          <a:p>
            <a:pPr algn="l"/>
            <a:r>
              <a:rPr lang="en-US"/>
              <a:t>atributa rating</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75106" name="AutoShape 2"/>
          <p:cNvSpPr>
            <a:spLocks noGrp="1" noChangeArrowheads="1"/>
          </p:cNvSpPr>
          <p:nvPr>
            <p:ph type="title"/>
          </p:nvPr>
        </p:nvSpPr>
        <p:spPr/>
        <p:txBody>
          <a:bodyPr/>
          <a:lstStyle/>
          <a:p>
            <a:r>
              <a:rPr lang="en-US"/>
              <a:t>Kako deluje ta poizvedba (5)?</a:t>
            </a:r>
          </a:p>
        </p:txBody>
      </p:sp>
      <p:sp>
        <p:nvSpPr>
          <p:cNvPr id="175107" name="Rectangle 3"/>
          <p:cNvSpPr>
            <a:spLocks noGrp="1" noChangeArrowheads="1"/>
          </p:cNvSpPr>
          <p:nvPr>
            <p:ph type="body" idx="1"/>
          </p:nvPr>
        </p:nvSpPr>
        <p:spPr/>
        <p:txBody>
          <a:bodyPr/>
          <a:lstStyle/>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rating | starost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3 |    25.5 |</a:t>
            </a:r>
          </a:p>
          <a:p>
            <a:pPr>
              <a:buFont typeface="Wingdings" pitchFamily="2" charset="2"/>
              <a:buNone/>
            </a:pPr>
            <a:r>
              <a:rPr lang="en-US" sz="1400">
                <a:latin typeface="Courier New" pitchFamily="49" charset="0"/>
              </a:rPr>
              <a:t>|      3 |    63.5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7 |      45 |</a:t>
            </a:r>
          </a:p>
          <a:p>
            <a:pPr>
              <a:buFont typeface="Wingdings" pitchFamily="2" charset="2"/>
              <a:buNone/>
            </a:pPr>
            <a:r>
              <a:rPr lang="en-US" sz="1400">
                <a:latin typeface="Courier New" pitchFamily="49" charset="0"/>
              </a:rPr>
              <a:t>|      7 |      35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8 |    55.5 |</a:t>
            </a:r>
          </a:p>
          <a:p>
            <a:pPr>
              <a:buFont typeface="Wingdings" pitchFamily="2" charset="2"/>
              <a:buNone/>
            </a:pPr>
            <a:r>
              <a:rPr lang="en-US" sz="1400">
                <a:latin typeface="Courier New" pitchFamily="49" charset="0"/>
              </a:rPr>
              <a:t>|      8 |    25.5 |</a:t>
            </a:r>
          </a:p>
          <a:p>
            <a:pPr>
              <a:buFont typeface="Wingdings" pitchFamily="2" charset="2"/>
              <a:buNone/>
            </a:pPr>
            <a:r>
              <a:rPr lang="en-US" sz="1400">
                <a:latin typeface="Courier New" pitchFamily="49" charset="0"/>
              </a:rPr>
              <a:t>+--------+---------+</a:t>
            </a:r>
          </a:p>
        </p:txBody>
      </p:sp>
      <p:sp>
        <p:nvSpPr>
          <p:cNvPr id="175108" name="Text Box 4"/>
          <p:cNvSpPr txBox="1">
            <a:spLocks noChangeArrowheads="1"/>
          </p:cNvSpPr>
          <p:nvPr/>
        </p:nvSpPr>
        <p:spPr bwMode="auto">
          <a:xfrm>
            <a:off x="4114800" y="2895600"/>
            <a:ext cx="3956050" cy="915988"/>
          </a:xfrm>
          <a:prstGeom prst="rect">
            <a:avLst/>
          </a:prstGeom>
          <a:noFill/>
          <a:ln w="9525">
            <a:noFill/>
            <a:miter lim="800000"/>
            <a:headEnd/>
            <a:tailEnd/>
          </a:ln>
          <a:effectLst/>
        </p:spPr>
        <p:txBody>
          <a:bodyPr wrap="none">
            <a:spAutoFit/>
          </a:bodyPr>
          <a:lstStyle/>
          <a:p>
            <a:pPr algn="l"/>
            <a:r>
              <a:rPr lang="en-US"/>
              <a:t>5. korak: eliminacija odve</a:t>
            </a:r>
            <a:r>
              <a:rPr lang="sl-SI"/>
              <a:t>čnih skupin.</a:t>
            </a:r>
          </a:p>
          <a:p>
            <a:pPr algn="l"/>
            <a:r>
              <a:rPr lang="sl-SI"/>
              <a:t>Ohranimo samo tiste, za katere velja</a:t>
            </a:r>
          </a:p>
          <a:p>
            <a:pPr algn="l"/>
            <a:r>
              <a:rPr lang="sl-SI"/>
              <a:t>HAVING COUNT(</a:t>
            </a:r>
            <a:r>
              <a:rPr lang="en-US"/>
              <a:t>*</a:t>
            </a:r>
            <a:r>
              <a:rPr lang="sl-SI"/>
              <a:t>)</a:t>
            </a:r>
            <a:r>
              <a:rPr lang="en-US"/>
              <a:t> &gt; 1</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76130" name="AutoShape 2"/>
          <p:cNvSpPr>
            <a:spLocks noGrp="1" noChangeArrowheads="1"/>
          </p:cNvSpPr>
          <p:nvPr>
            <p:ph type="title"/>
          </p:nvPr>
        </p:nvSpPr>
        <p:spPr/>
        <p:txBody>
          <a:bodyPr/>
          <a:lstStyle/>
          <a:p>
            <a:r>
              <a:rPr lang="en-US"/>
              <a:t>Kako deluje ta poizvedba (6)?</a:t>
            </a:r>
          </a:p>
        </p:txBody>
      </p:sp>
      <p:sp>
        <p:nvSpPr>
          <p:cNvPr id="176131" name="Rectangle 3"/>
          <p:cNvSpPr>
            <a:spLocks noGrp="1" noChangeArrowheads="1"/>
          </p:cNvSpPr>
          <p:nvPr>
            <p:ph type="body" idx="1"/>
          </p:nvPr>
        </p:nvSpPr>
        <p:spPr/>
        <p:txBody>
          <a:bodyPr/>
          <a:lstStyle/>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rating | starost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3 |    25.5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7 |      35 |</a:t>
            </a:r>
          </a:p>
          <a:p>
            <a:pPr>
              <a:buFont typeface="Wingdings" pitchFamily="2" charset="2"/>
              <a:buNone/>
            </a:pPr>
            <a:r>
              <a:rPr lang="en-US" sz="1400">
                <a:latin typeface="Courier New" pitchFamily="49" charset="0"/>
              </a:rPr>
              <a:t>+--------+---------+</a:t>
            </a:r>
          </a:p>
          <a:p>
            <a:pPr>
              <a:buFont typeface="Wingdings" pitchFamily="2" charset="2"/>
              <a:buNone/>
            </a:pPr>
            <a:r>
              <a:rPr lang="en-US" sz="1400">
                <a:latin typeface="Courier New" pitchFamily="49" charset="0"/>
              </a:rPr>
              <a:t>|      8 |    25.5 |</a:t>
            </a:r>
          </a:p>
          <a:p>
            <a:pPr>
              <a:buFont typeface="Wingdings" pitchFamily="2" charset="2"/>
              <a:buNone/>
            </a:pPr>
            <a:r>
              <a:rPr lang="en-US" sz="1400">
                <a:latin typeface="Courier New" pitchFamily="49" charset="0"/>
              </a:rPr>
              <a:t>+--------+---------+</a:t>
            </a:r>
          </a:p>
        </p:txBody>
      </p:sp>
      <p:sp>
        <p:nvSpPr>
          <p:cNvPr id="176132" name="Text Box 4"/>
          <p:cNvSpPr txBox="1">
            <a:spLocks noChangeArrowheads="1"/>
          </p:cNvSpPr>
          <p:nvPr/>
        </p:nvSpPr>
        <p:spPr bwMode="auto">
          <a:xfrm>
            <a:off x="4114800" y="2895600"/>
            <a:ext cx="4438650" cy="915988"/>
          </a:xfrm>
          <a:prstGeom prst="rect">
            <a:avLst/>
          </a:prstGeom>
          <a:noFill/>
          <a:ln w="9525">
            <a:noFill/>
            <a:miter lim="800000"/>
            <a:headEnd/>
            <a:tailEnd/>
          </a:ln>
          <a:effectLst/>
        </p:spPr>
        <p:txBody>
          <a:bodyPr wrap="none">
            <a:spAutoFit/>
          </a:bodyPr>
          <a:lstStyle/>
          <a:p>
            <a:pPr algn="l"/>
            <a:r>
              <a:rPr lang="en-US"/>
              <a:t>6. korak: izvajanje skupinskega operatorja</a:t>
            </a:r>
          </a:p>
          <a:p>
            <a:pPr algn="l"/>
            <a:r>
              <a:rPr lang="en-US"/>
              <a:t>(v </a:t>
            </a:r>
            <a:r>
              <a:rPr lang="sl-SI"/>
              <a:t>naše primeru MIN) na</a:t>
            </a:r>
            <a:r>
              <a:rPr lang="en-US"/>
              <a:t> vsaki </a:t>
            </a:r>
            <a:endParaRPr lang="sl-SI"/>
          </a:p>
          <a:p>
            <a:pPr algn="l"/>
            <a:r>
              <a:rPr lang="en-US"/>
              <a:t>posamezni skupini</a:t>
            </a:r>
          </a:p>
        </p:txBody>
      </p:sp>
      <p:sp>
        <p:nvSpPr>
          <p:cNvPr id="176133" name="Text Box 5"/>
          <p:cNvSpPr txBox="1">
            <a:spLocks noChangeArrowheads="1"/>
          </p:cNvSpPr>
          <p:nvPr/>
        </p:nvSpPr>
        <p:spPr bwMode="auto">
          <a:xfrm>
            <a:off x="1143000" y="5562600"/>
            <a:ext cx="6724650" cy="641350"/>
          </a:xfrm>
          <a:prstGeom prst="rect">
            <a:avLst/>
          </a:prstGeom>
          <a:noFill/>
          <a:ln w="9525">
            <a:noFill/>
            <a:miter lim="800000"/>
            <a:headEnd/>
            <a:tailEnd/>
          </a:ln>
          <a:effectLst/>
        </p:spPr>
        <p:txBody>
          <a:bodyPr wrap="none">
            <a:spAutoFit/>
          </a:bodyPr>
          <a:lstStyle/>
          <a:p>
            <a:pPr algn="l"/>
            <a:r>
              <a:rPr lang="sl-SI"/>
              <a:t>Opomba: če bi naša SELECT vrstica vsebovala DISTINCT, bi se</a:t>
            </a:r>
          </a:p>
          <a:p>
            <a:pPr algn="l"/>
            <a:r>
              <a:rPr lang="sl-SI"/>
              <a:t>podvojene vrstice izločile šele po 6. koraku!</a:t>
            </a:r>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78178" name="AutoShape 2"/>
          <p:cNvSpPr>
            <a:spLocks noGrp="1" noChangeArrowheads="1"/>
          </p:cNvSpPr>
          <p:nvPr>
            <p:ph type="title"/>
          </p:nvPr>
        </p:nvSpPr>
        <p:spPr/>
        <p:txBody>
          <a:bodyPr/>
          <a:lstStyle/>
          <a:p>
            <a:r>
              <a:rPr lang="sl-SI"/>
              <a:t>Delo s skupinami</a:t>
            </a:r>
            <a:endParaRPr lang="en-US"/>
          </a:p>
        </p:txBody>
      </p:sp>
      <p:sp>
        <p:nvSpPr>
          <p:cNvPr id="178179" name="Rectangle 3"/>
          <p:cNvSpPr>
            <a:spLocks noGrp="1" noChangeArrowheads="1"/>
          </p:cNvSpPr>
          <p:nvPr>
            <p:ph sz="quarter" idx="2"/>
          </p:nvPr>
        </p:nvSpPr>
        <p:spPr>
          <a:xfrm>
            <a:off x="914400" y="3200400"/>
            <a:ext cx="8229600" cy="10668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err="1">
                <a:latin typeface="Courier New" pitchFamily="49" charset="0"/>
              </a:rPr>
              <a:t>c.cid</a:t>
            </a:r>
            <a:r>
              <a:rPr lang="sl-SI" sz="1600">
                <a:latin typeface="Courier New" pitchFamily="49" charset="0"/>
              </a:rPr>
              <a:t>,</a:t>
            </a:r>
            <a:r>
              <a:rPr lang="sl-SI" sz="1600" b="1">
                <a:latin typeface="Courier New" pitchFamily="49" charset="0"/>
              </a:rPr>
              <a:t> COUNT</a:t>
            </a:r>
            <a:r>
              <a:rPr lang="en-US" sz="1600">
                <a:latin typeface="Courier New" pitchFamily="49" charset="0"/>
              </a:rPr>
              <a:t>(*) </a:t>
            </a:r>
            <a:r>
              <a:rPr lang="en-US" sz="1600" b="1">
                <a:latin typeface="Courier New" pitchFamily="49" charset="0"/>
              </a:rPr>
              <a:t>AS</a:t>
            </a:r>
            <a:r>
              <a:rPr lang="en-US" sz="1600">
                <a:latin typeface="Courier New" pitchFamily="49" charset="0"/>
              </a:rPr>
              <a:t> </a:t>
            </a:r>
            <a:r>
              <a:rPr lang="en-US" sz="1600" err="1">
                <a:latin typeface="Courier New" pitchFamily="49" charset="0"/>
              </a:rPr>
              <a:t>St_rez</a:t>
            </a:r>
            <a:r>
              <a:rPr lang="sl-SI" sz="1600">
                <a:latin typeface="Courier New" pitchFamily="49" charset="0"/>
              </a:rPr>
              <a:t> </a:t>
            </a:r>
            <a:endParaRPr lang="en-US" sz="1600">
              <a:latin typeface="Courier New" pitchFamily="49" charset="0"/>
            </a:endParaRPr>
          </a:p>
          <a:p>
            <a:pPr>
              <a:buFont typeface="Wingdings" pitchFamily="2" charset="2"/>
              <a:buNone/>
            </a:pPr>
            <a:r>
              <a:rPr lang="en-US" sz="1600" b="1">
                <a:latin typeface="Courier New" pitchFamily="49" charset="0"/>
              </a:rPr>
              <a:t>FROM</a:t>
            </a:r>
            <a:r>
              <a:rPr lang="en-US" sz="1600">
                <a:latin typeface="Courier New" pitchFamily="49" charset="0"/>
              </a:rPr>
              <a:t> </a:t>
            </a:r>
            <a:r>
              <a:rPr lang="en-US" sz="1600" err="1">
                <a:latin typeface="Courier New" pitchFamily="49" charset="0"/>
              </a:rPr>
              <a:t>coln</a:t>
            </a:r>
            <a:r>
              <a:rPr lang="en-US" sz="1600">
                <a:latin typeface="Courier New" pitchFamily="49" charset="0"/>
              </a:rPr>
              <a:t> c, </a:t>
            </a:r>
            <a:r>
              <a:rPr lang="en-US" sz="1600" err="1">
                <a:latin typeface="Courier New" pitchFamily="49" charset="0"/>
              </a:rPr>
              <a:t>rezervacija</a:t>
            </a:r>
            <a:r>
              <a:rPr lang="en-US" sz="1600">
                <a:latin typeface="Courier New" pitchFamily="49" charset="0"/>
              </a:rPr>
              <a:t> r</a:t>
            </a:r>
            <a:endParaRPr lang="sl-SI" sz="1600">
              <a:latin typeface="Courier New" pitchFamily="49" charset="0"/>
            </a:endParaRPr>
          </a:p>
          <a:p>
            <a:pPr>
              <a:buFont typeface="Wingdings" pitchFamily="2" charset="2"/>
              <a:buNone/>
            </a:pPr>
            <a:r>
              <a:rPr lang="sl-SI" sz="1600" b="1">
                <a:latin typeface="Courier New" pitchFamily="49" charset="0"/>
              </a:rPr>
              <a:t>WHERE</a:t>
            </a:r>
            <a:r>
              <a:rPr lang="sl-SI" sz="1600">
                <a:latin typeface="Courier New" pitchFamily="49" charset="0"/>
              </a:rPr>
              <a:t> </a:t>
            </a:r>
            <a:r>
              <a:rPr lang="en-US" sz="1600">
                <a:latin typeface="Courier New" pitchFamily="49" charset="0"/>
              </a:rPr>
              <a:t>c.cid = r.cid </a:t>
            </a:r>
            <a:r>
              <a:rPr lang="en-US" sz="1600" b="1">
                <a:latin typeface="Courier New" pitchFamily="49" charset="0"/>
              </a:rPr>
              <a:t>AND</a:t>
            </a:r>
            <a:r>
              <a:rPr lang="en-US" sz="1600">
                <a:latin typeface="Courier New" pitchFamily="49" charset="0"/>
              </a:rPr>
              <a:t> </a:t>
            </a:r>
            <a:r>
              <a:rPr lang="en-US" sz="1600" err="1">
                <a:latin typeface="Courier New" pitchFamily="49" charset="0"/>
              </a:rPr>
              <a:t>barva</a:t>
            </a:r>
            <a:r>
              <a:rPr lang="en-US" sz="1600">
                <a:latin typeface="Courier New" pitchFamily="49" charset="0"/>
              </a:rPr>
              <a:t>='</a:t>
            </a:r>
            <a:r>
              <a:rPr lang="en-US" sz="1600" err="1">
                <a:latin typeface="Courier New" pitchFamily="49" charset="0"/>
              </a:rPr>
              <a:t>rdeca</a:t>
            </a:r>
            <a:r>
              <a:rPr lang="en-US" sz="1600">
                <a:latin typeface="Courier New" pitchFamily="49" charset="0"/>
              </a:rPr>
              <a:t>'</a:t>
            </a:r>
            <a:endParaRPr lang="sl-SI" sz="1600">
              <a:latin typeface="Courier New" pitchFamily="49" charset="0"/>
            </a:endParaRPr>
          </a:p>
          <a:p>
            <a:pPr>
              <a:buFont typeface="Wingdings" pitchFamily="2" charset="2"/>
              <a:buNone/>
            </a:pPr>
            <a:r>
              <a:rPr lang="en-US" sz="1600" b="1">
                <a:latin typeface="Courier New" pitchFamily="49" charset="0"/>
              </a:rPr>
              <a:t>GROUP</a:t>
            </a:r>
            <a:r>
              <a:rPr lang="en-US" sz="1600">
                <a:latin typeface="Courier New" pitchFamily="49" charset="0"/>
              </a:rPr>
              <a:t> </a:t>
            </a:r>
            <a:r>
              <a:rPr lang="en-US" sz="1600" b="1">
                <a:latin typeface="Courier New" pitchFamily="49" charset="0"/>
              </a:rPr>
              <a:t>BY</a:t>
            </a:r>
            <a:r>
              <a:rPr lang="en-US" sz="1600">
                <a:latin typeface="Courier New" pitchFamily="49" charset="0"/>
              </a:rPr>
              <a:t> c.cid;</a:t>
            </a:r>
          </a:p>
        </p:txBody>
      </p:sp>
      <p:sp>
        <p:nvSpPr>
          <p:cNvPr id="178180" name="Rectangle 4"/>
          <p:cNvSpPr>
            <a:spLocks noGrp="1" noChangeArrowheads="1"/>
          </p:cNvSpPr>
          <p:nvPr>
            <p:ph type="body" sz="half" idx="3"/>
          </p:nvPr>
        </p:nvSpPr>
        <p:spPr>
          <a:xfrm>
            <a:off x="762000" y="2362200"/>
            <a:ext cx="8001000" cy="609600"/>
          </a:xfrm>
        </p:spPr>
        <p:txBody>
          <a:bodyPr/>
          <a:lstStyle/>
          <a:p>
            <a:r>
              <a:rPr lang="sl-SI"/>
              <a:t>Z</a:t>
            </a:r>
            <a:r>
              <a:rPr lang="en-US"/>
              <a:t>a </a:t>
            </a:r>
            <a:r>
              <a:rPr lang="en-US" err="1"/>
              <a:t>vsak</a:t>
            </a:r>
            <a:r>
              <a:rPr lang="en-US"/>
              <a:t> </a:t>
            </a:r>
            <a:r>
              <a:rPr lang="sl-SI"/>
              <a:t>rdeč čoln izpišite število rezervacij!</a:t>
            </a:r>
            <a:endParaRPr lang="en-US"/>
          </a:p>
        </p:txBody>
      </p:sp>
      <p:sp>
        <p:nvSpPr>
          <p:cNvPr id="178181" name="Text Box 5"/>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78182" name="Text Box 6"/>
          <p:cNvSpPr txBox="1">
            <a:spLocks noChangeArrowheads="1"/>
          </p:cNvSpPr>
          <p:nvPr/>
        </p:nvSpPr>
        <p:spPr bwMode="auto">
          <a:xfrm>
            <a:off x="5257800" y="4648200"/>
            <a:ext cx="3886200" cy="155892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cid | St_rez |</a:t>
            </a:r>
          </a:p>
          <a:p>
            <a:pPr algn="l"/>
            <a:r>
              <a:rPr lang="en-US" sz="1600">
                <a:latin typeface="Courier New" pitchFamily="49" charset="0"/>
              </a:rPr>
              <a:t>+-----+--------+</a:t>
            </a:r>
          </a:p>
          <a:p>
            <a:pPr algn="l"/>
            <a:r>
              <a:rPr lang="en-US" sz="1600">
                <a:latin typeface="Courier New" pitchFamily="49" charset="0"/>
              </a:rPr>
              <a:t>| 102 |      3 |</a:t>
            </a:r>
          </a:p>
          <a:p>
            <a:pPr algn="l"/>
            <a:r>
              <a:rPr lang="en-US" sz="1600">
                <a:latin typeface="Courier New" pitchFamily="49" charset="0"/>
              </a:rPr>
              <a:t>| 104 |      2 |</a:t>
            </a:r>
          </a:p>
          <a:p>
            <a:pPr algn="l"/>
            <a:r>
              <a:rPr lang="en-US" sz="160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81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8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178182" grpId="0"/>
    </p:bldLst>
  </p:timing>
</p:sld>
</file>

<file path=ppt/slides/slide1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80226" name="AutoShape 2"/>
          <p:cNvSpPr>
            <a:spLocks noGrp="1" noChangeArrowheads="1"/>
          </p:cNvSpPr>
          <p:nvPr>
            <p:ph type="title"/>
          </p:nvPr>
        </p:nvSpPr>
        <p:spPr/>
        <p:txBody>
          <a:bodyPr/>
          <a:lstStyle/>
          <a:p>
            <a:r>
              <a:rPr lang="sl-SI"/>
              <a:t>Delo s skupinami</a:t>
            </a:r>
            <a:endParaRPr lang="en-US"/>
          </a:p>
        </p:txBody>
      </p:sp>
      <p:sp>
        <p:nvSpPr>
          <p:cNvPr id="180227" name="Rectangle 3"/>
          <p:cNvSpPr>
            <a:spLocks noGrp="1" noChangeArrowheads="1"/>
          </p:cNvSpPr>
          <p:nvPr>
            <p:ph sz="quarter" idx="2"/>
          </p:nvPr>
        </p:nvSpPr>
        <p:spPr>
          <a:xfrm>
            <a:off x="838200" y="2971800"/>
            <a:ext cx="8229600" cy="1600200"/>
          </a:xfrm>
        </p:spPr>
        <p:txBody>
          <a:bodyPr/>
          <a:lstStyle/>
          <a:p>
            <a:pPr>
              <a:buFont typeface="Wingdings" pitchFamily="2" charset="2"/>
              <a:buNone/>
            </a:pPr>
            <a:r>
              <a:rPr lang="sl-SI" sz="1600" b="1">
                <a:latin typeface="Courier New" pitchFamily="49" charset="0"/>
              </a:rPr>
              <a:t>SELECT </a:t>
            </a:r>
            <a:r>
              <a:rPr lang="sl-SI" sz="1600" err="1">
                <a:latin typeface="Courier New" pitchFamily="49" charset="0"/>
              </a:rPr>
              <a:t>c.cid</a:t>
            </a:r>
            <a:r>
              <a:rPr lang="sl-SI" sz="1600">
                <a:latin typeface="Courier New" pitchFamily="49" charset="0"/>
              </a:rPr>
              <a:t>, </a:t>
            </a:r>
            <a:r>
              <a:rPr lang="sl-SI" sz="1600" b="1">
                <a:latin typeface="Courier New" pitchFamily="49" charset="0"/>
              </a:rPr>
              <a:t>COUNT</a:t>
            </a:r>
            <a:r>
              <a:rPr lang="sl-SI" sz="1600">
                <a:latin typeface="Courier New" pitchFamily="49" charset="0"/>
              </a:rPr>
              <a:t>(*) </a:t>
            </a:r>
            <a:r>
              <a:rPr lang="sl-SI" sz="1600" b="1">
                <a:latin typeface="Courier New" pitchFamily="49" charset="0"/>
              </a:rPr>
              <a:t>AS</a:t>
            </a:r>
            <a:r>
              <a:rPr lang="sl-SI" sz="1600">
                <a:latin typeface="Courier New" pitchFamily="49" charset="0"/>
              </a:rPr>
              <a:t> St_rez</a:t>
            </a:r>
          </a:p>
          <a:p>
            <a:pPr>
              <a:buFont typeface="Wingdings" pitchFamily="2" charset="2"/>
              <a:buNone/>
            </a:pPr>
            <a:r>
              <a:rPr lang="sl-SI" sz="1600" b="1">
                <a:latin typeface="Courier New" pitchFamily="49" charset="0"/>
              </a:rPr>
              <a:t>FROM</a:t>
            </a:r>
            <a:r>
              <a:rPr lang="sl-SI" sz="1600">
                <a:latin typeface="Courier New" pitchFamily="49" charset="0"/>
              </a:rPr>
              <a:t> </a:t>
            </a:r>
            <a:r>
              <a:rPr lang="sl-SI" sz="1600" err="1">
                <a:latin typeface="Courier New" pitchFamily="49" charset="0"/>
              </a:rPr>
              <a:t>coln</a:t>
            </a:r>
            <a:r>
              <a:rPr lang="sl-SI" sz="1600">
                <a:latin typeface="Courier New" pitchFamily="49" charset="0"/>
              </a:rPr>
              <a:t> c, rezervacija r</a:t>
            </a:r>
          </a:p>
          <a:p>
            <a:pPr>
              <a:buFont typeface="Wingdings" pitchFamily="2" charset="2"/>
              <a:buNone/>
            </a:pPr>
            <a:r>
              <a:rPr lang="sl-SI" sz="1600" b="1">
                <a:latin typeface="Courier New" pitchFamily="49" charset="0"/>
              </a:rPr>
              <a:t>WHERE</a:t>
            </a:r>
            <a:r>
              <a:rPr lang="sl-SI" sz="1600">
                <a:latin typeface="Courier New" pitchFamily="49" charset="0"/>
              </a:rPr>
              <a:t> </a:t>
            </a:r>
            <a:r>
              <a:rPr lang="sl-SI" sz="1600" err="1">
                <a:latin typeface="Courier New" pitchFamily="49" charset="0"/>
              </a:rPr>
              <a:t>c.cid</a:t>
            </a:r>
            <a:r>
              <a:rPr lang="sl-SI" sz="1600">
                <a:latin typeface="Courier New" pitchFamily="49" charset="0"/>
              </a:rPr>
              <a:t> = </a:t>
            </a:r>
            <a:r>
              <a:rPr lang="sl-SI" sz="1600" err="1">
                <a:latin typeface="Courier New" pitchFamily="49" charset="0"/>
              </a:rPr>
              <a:t>r.cid</a:t>
            </a:r>
            <a:endParaRPr lang="sl-SI" sz="1600">
              <a:latin typeface="Courier New" pitchFamily="49" charset="0"/>
            </a:endParaRPr>
          </a:p>
          <a:p>
            <a:pPr>
              <a:buFont typeface="Wingdings" pitchFamily="2" charset="2"/>
              <a:buNone/>
            </a:pPr>
            <a:r>
              <a:rPr lang="sl-SI" sz="1600" b="1">
                <a:latin typeface="Courier New" pitchFamily="49" charset="0"/>
              </a:rPr>
              <a:t>GROUP</a:t>
            </a:r>
            <a:r>
              <a:rPr lang="sl-SI" sz="1600">
                <a:latin typeface="Courier New" pitchFamily="49" charset="0"/>
              </a:rPr>
              <a:t> </a:t>
            </a:r>
            <a:r>
              <a:rPr lang="sl-SI" sz="1600" b="1">
                <a:latin typeface="Courier New" pitchFamily="49" charset="0"/>
              </a:rPr>
              <a:t>BY</a:t>
            </a:r>
            <a:r>
              <a:rPr lang="sl-SI" sz="1600">
                <a:latin typeface="Courier New" pitchFamily="49" charset="0"/>
              </a:rPr>
              <a:t> </a:t>
            </a:r>
            <a:r>
              <a:rPr lang="sl-SI" sz="1600" err="1">
                <a:latin typeface="Courier New" pitchFamily="49" charset="0"/>
              </a:rPr>
              <a:t>c.ci</a:t>
            </a:r>
            <a:r>
              <a:rPr lang="en-US" sz="1600">
                <a:latin typeface="Courier New" pitchFamily="49" charset="0"/>
              </a:rPr>
              <a:t>d</a:t>
            </a:r>
            <a:endParaRPr lang="sl-SI" sz="1600">
              <a:latin typeface="Courier New" pitchFamily="49" charset="0"/>
            </a:endParaRPr>
          </a:p>
          <a:p>
            <a:pPr>
              <a:buFont typeface="Wingdings" pitchFamily="2" charset="2"/>
              <a:buNone/>
            </a:pPr>
            <a:r>
              <a:rPr lang="sl-SI" sz="1600" b="1">
                <a:latin typeface="Courier New" pitchFamily="49" charset="0"/>
              </a:rPr>
              <a:t>HAVING</a:t>
            </a:r>
            <a:r>
              <a:rPr lang="sl-SI" sz="1600">
                <a:latin typeface="Courier New" pitchFamily="49" charset="0"/>
              </a:rPr>
              <a:t> </a:t>
            </a:r>
            <a:r>
              <a:rPr lang="sl-SI" sz="1600" err="1">
                <a:latin typeface="Courier New" pitchFamily="49" charset="0"/>
              </a:rPr>
              <a:t>c.barva</a:t>
            </a:r>
            <a:r>
              <a:rPr lang="sl-SI" sz="1600">
                <a:latin typeface="Courier New" pitchFamily="49" charset="0"/>
              </a:rPr>
              <a:t>='</a:t>
            </a:r>
            <a:r>
              <a:rPr lang="sl-SI" sz="1600" err="1">
                <a:latin typeface="Courier New" pitchFamily="49" charset="0"/>
              </a:rPr>
              <a:t>rdeca</a:t>
            </a:r>
            <a:r>
              <a:rPr lang="sl-SI" sz="1600">
                <a:latin typeface="Courier New" pitchFamily="49" charset="0"/>
              </a:rPr>
              <a:t>';</a:t>
            </a:r>
            <a:endParaRPr lang="en-US" sz="1600">
              <a:latin typeface="Courier New" pitchFamily="49" charset="0"/>
            </a:endParaRPr>
          </a:p>
        </p:txBody>
      </p:sp>
      <p:sp>
        <p:nvSpPr>
          <p:cNvPr id="180228" name="Rectangle 4"/>
          <p:cNvSpPr>
            <a:spLocks noGrp="1" noChangeArrowheads="1"/>
          </p:cNvSpPr>
          <p:nvPr>
            <p:ph type="body" sz="half" idx="3"/>
          </p:nvPr>
        </p:nvSpPr>
        <p:spPr>
          <a:xfrm>
            <a:off x="762000" y="2362200"/>
            <a:ext cx="8001000" cy="609600"/>
          </a:xfrm>
        </p:spPr>
        <p:txBody>
          <a:bodyPr/>
          <a:lstStyle/>
          <a:p>
            <a:r>
              <a:rPr lang="sl-SI"/>
              <a:t>Z</a:t>
            </a:r>
            <a:r>
              <a:rPr lang="en-US"/>
              <a:t>a </a:t>
            </a:r>
            <a:r>
              <a:rPr lang="en-US" err="1"/>
              <a:t>vsak</a:t>
            </a:r>
            <a:r>
              <a:rPr lang="en-US"/>
              <a:t> </a:t>
            </a:r>
            <a:r>
              <a:rPr lang="sl-SI"/>
              <a:t>rdeč čoln izpišite število rezervacij!</a:t>
            </a:r>
            <a:endParaRPr lang="en-US"/>
          </a:p>
        </p:txBody>
      </p:sp>
      <p:sp>
        <p:nvSpPr>
          <p:cNvPr id="180229" name="Text Box 5"/>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80230" name="Text Box 6"/>
          <p:cNvSpPr txBox="1">
            <a:spLocks noChangeArrowheads="1"/>
          </p:cNvSpPr>
          <p:nvPr/>
        </p:nvSpPr>
        <p:spPr bwMode="auto">
          <a:xfrm>
            <a:off x="6629400" y="4419600"/>
            <a:ext cx="3886200" cy="155892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cid | St_rez |</a:t>
            </a:r>
          </a:p>
          <a:p>
            <a:pPr algn="l"/>
            <a:r>
              <a:rPr lang="en-US" sz="1600">
                <a:latin typeface="Courier New" pitchFamily="49" charset="0"/>
              </a:rPr>
              <a:t>+-----+--------+</a:t>
            </a:r>
          </a:p>
          <a:p>
            <a:pPr algn="l"/>
            <a:r>
              <a:rPr lang="en-US" sz="1600">
                <a:latin typeface="Courier New" pitchFamily="49" charset="0"/>
              </a:rPr>
              <a:t>| 102 |      3 |</a:t>
            </a:r>
          </a:p>
          <a:p>
            <a:pPr algn="l"/>
            <a:r>
              <a:rPr lang="en-US" sz="1600">
                <a:latin typeface="Courier New" pitchFamily="49" charset="0"/>
              </a:rPr>
              <a:t>| 104 |      2 |</a:t>
            </a:r>
          </a:p>
          <a:p>
            <a:pPr algn="l"/>
            <a:r>
              <a:rPr lang="en-US" sz="1600">
                <a:latin typeface="Courier New" pitchFamily="49" charset="0"/>
              </a:rPr>
              <a:t>+-----+--------+</a:t>
            </a:r>
          </a:p>
        </p:txBody>
      </p:sp>
      <p:sp>
        <p:nvSpPr>
          <p:cNvPr id="180231" name="Rectangle 7"/>
          <p:cNvSpPr>
            <a:spLocks noChangeArrowheads="1"/>
          </p:cNvSpPr>
          <p:nvPr/>
        </p:nvSpPr>
        <p:spPr bwMode="auto">
          <a:xfrm>
            <a:off x="914400" y="5029200"/>
            <a:ext cx="8229600" cy="16002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None/>
            </a:pPr>
            <a:r>
              <a:rPr lang="sl-SI" sz="1600" b="1">
                <a:latin typeface="Courier New" pitchFamily="49" charset="0"/>
              </a:rPr>
              <a:t>SELECT</a:t>
            </a:r>
            <a:r>
              <a:rPr lang="sl-SI" sz="1600">
                <a:latin typeface="Courier New" pitchFamily="49" charset="0"/>
              </a:rPr>
              <a:t> </a:t>
            </a:r>
            <a:r>
              <a:rPr lang="sl-SI" sz="1600" err="1">
                <a:latin typeface="Courier New" pitchFamily="49" charset="0"/>
              </a:rPr>
              <a:t>c.cid</a:t>
            </a:r>
            <a:r>
              <a:rPr lang="sl-SI" sz="1600">
                <a:latin typeface="Courier New" pitchFamily="49" charset="0"/>
              </a:rPr>
              <a:t>, </a:t>
            </a:r>
            <a:r>
              <a:rPr lang="sl-SI" sz="1600" b="1">
                <a:latin typeface="Courier New" pitchFamily="49" charset="0"/>
              </a:rPr>
              <a:t>COUNT</a:t>
            </a:r>
            <a:r>
              <a:rPr lang="sl-SI" sz="1600">
                <a:latin typeface="Courier New" pitchFamily="49" charset="0"/>
              </a:rPr>
              <a:t>(*) </a:t>
            </a:r>
            <a:r>
              <a:rPr lang="sl-SI" sz="1600" b="1">
                <a:latin typeface="Courier New" pitchFamily="49" charset="0"/>
              </a:rPr>
              <a:t>AS</a:t>
            </a:r>
            <a:r>
              <a:rPr lang="sl-SI" sz="1600">
                <a:latin typeface="Courier New" pitchFamily="49" charset="0"/>
              </a:rPr>
              <a:t> St_rez</a:t>
            </a:r>
          </a:p>
          <a:p>
            <a:pPr marL="342900" indent="-342900" algn="l">
              <a:spcBef>
                <a:spcPct val="20000"/>
              </a:spcBef>
              <a:buClr>
                <a:schemeClr val="tx1"/>
              </a:buClr>
              <a:buSzPct val="75000"/>
              <a:buFont typeface="Wingdings" pitchFamily="2" charset="2"/>
              <a:buNone/>
            </a:pPr>
            <a:r>
              <a:rPr lang="sl-SI" sz="1600" b="1">
                <a:latin typeface="Courier New" pitchFamily="49" charset="0"/>
              </a:rPr>
              <a:t>FROM</a:t>
            </a:r>
            <a:r>
              <a:rPr lang="sl-SI" sz="1600">
                <a:latin typeface="Courier New" pitchFamily="49" charset="0"/>
              </a:rPr>
              <a:t> </a:t>
            </a:r>
            <a:r>
              <a:rPr lang="sl-SI" sz="1600" err="1">
                <a:latin typeface="Courier New" pitchFamily="49" charset="0"/>
              </a:rPr>
              <a:t>coln</a:t>
            </a:r>
            <a:r>
              <a:rPr lang="sl-SI" sz="1600">
                <a:latin typeface="Courier New" pitchFamily="49" charset="0"/>
              </a:rPr>
              <a:t> c, rezervacija r</a:t>
            </a:r>
          </a:p>
          <a:p>
            <a:pPr marL="342900" indent="-342900" algn="l">
              <a:spcBef>
                <a:spcPct val="20000"/>
              </a:spcBef>
              <a:buClr>
                <a:schemeClr val="tx1"/>
              </a:buClr>
              <a:buSzPct val="75000"/>
              <a:buFont typeface="Wingdings" pitchFamily="2" charset="2"/>
              <a:buNone/>
            </a:pPr>
            <a:r>
              <a:rPr lang="sl-SI" sz="1600" b="1">
                <a:latin typeface="Courier New" pitchFamily="49" charset="0"/>
              </a:rPr>
              <a:t>WHERE</a:t>
            </a:r>
            <a:r>
              <a:rPr lang="sl-SI" sz="1600">
                <a:latin typeface="Courier New" pitchFamily="49" charset="0"/>
              </a:rPr>
              <a:t> </a:t>
            </a:r>
            <a:r>
              <a:rPr lang="sl-SI" sz="1600" err="1">
                <a:latin typeface="Courier New" pitchFamily="49" charset="0"/>
              </a:rPr>
              <a:t>c.cid</a:t>
            </a:r>
            <a:r>
              <a:rPr lang="sl-SI" sz="1600">
                <a:latin typeface="Courier New" pitchFamily="49" charset="0"/>
              </a:rPr>
              <a:t> = </a:t>
            </a:r>
            <a:r>
              <a:rPr lang="sl-SI" sz="1600" err="1">
                <a:latin typeface="Courier New" pitchFamily="49" charset="0"/>
              </a:rPr>
              <a:t>r.cid</a:t>
            </a:r>
            <a:endParaRPr lang="sl-SI" sz="1600">
              <a:latin typeface="Courier New" pitchFamily="49" charset="0"/>
            </a:endParaRPr>
          </a:p>
          <a:p>
            <a:pPr marL="342900" indent="-342900" algn="l">
              <a:spcBef>
                <a:spcPct val="20000"/>
              </a:spcBef>
              <a:buClr>
                <a:schemeClr val="tx1"/>
              </a:buClr>
              <a:buSzPct val="75000"/>
              <a:buFont typeface="Wingdings" pitchFamily="2" charset="2"/>
              <a:buNone/>
            </a:pPr>
            <a:r>
              <a:rPr lang="sl-SI" sz="1600" b="1">
                <a:latin typeface="Courier New" pitchFamily="49" charset="0"/>
              </a:rPr>
              <a:t>GROUP</a:t>
            </a:r>
            <a:r>
              <a:rPr lang="sl-SI" sz="1600">
                <a:latin typeface="Courier New" pitchFamily="49" charset="0"/>
              </a:rPr>
              <a:t> </a:t>
            </a:r>
            <a:r>
              <a:rPr lang="sl-SI" sz="1600" b="1">
                <a:latin typeface="Courier New" pitchFamily="49" charset="0"/>
              </a:rPr>
              <a:t>BY</a:t>
            </a:r>
            <a:r>
              <a:rPr lang="sl-SI" sz="1600">
                <a:latin typeface="Courier New" pitchFamily="49" charset="0"/>
              </a:rPr>
              <a:t> </a:t>
            </a:r>
            <a:r>
              <a:rPr lang="sl-SI" sz="1600" err="1">
                <a:latin typeface="Courier New" pitchFamily="49" charset="0"/>
              </a:rPr>
              <a:t>c.cid</a:t>
            </a:r>
            <a:r>
              <a:rPr lang="sl-SI" sz="1600">
                <a:latin typeface="Courier New" pitchFamily="49" charset="0"/>
              </a:rPr>
              <a:t>, </a:t>
            </a:r>
            <a:r>
              <a:rPr lang="sl-SI" sz="1600" err="1">
                <a:latin typeface="Courier New" pitchFamily="49" charset="0"/>
              </a:rPr>
              <a:t>c.barva</a:t>
            </a:r>
            <a:endParaRPr lang="sl-SI" sz="1600">
              <a:latin typeface="Courier New" pitchFamily="49" charset="0"/>
            </a:endParaRPr>
          </a:p>
          <a:p>
            <a:pPr marL="342900" indent="-342900" algn="l">
              <a:spcBef>
                <a:spcPct val="20000"/>
              </a:spcBef>
              <a:buClr>
                <a:schemeClr val="tx1"/>
              </a:buClr>
              <a:buSzPct val="75000"/>
              <a:buFont typeface="Wingdings" pitchFamily="2" charset="2"/>
              <a:buNone/>
            </a:pPr>
            <a:r>
              <a:rPr lang="sl-SI" sz="1600" b="1">
                <a:latin typeface="Courier New" pitchFamily="49" charset="0"/>
              </a:rPr>
              <a:t>HAVING</a:t>
            </a:r>
            <a:r>
              <a:rPr lang="sl-SI" sz="1600">
                <a:latin typeface="Courier New" pitchFamily="49" charset="0"/>
              </a:rPr>
              <a:t> </a:t>
            </a:r>
            <a:r>
              <a:rPr lang="sl-SI" sz="1600" err="1">
                <a:latin typeface="Courier New" pitchFamily="49" charset="0"/>
              </a:rPr>
              <a:t>c.barva</a:t>
            </a:r>
            <a:r>
              <a:rPr lang="sl-SI" sz="1600">
                <a:latin typeface="Courier New" pitchFamily="49" charset="0"/>
              </a:rPr>
              <a:t>='</a:t>
            </a:r>
            <a:r>
              <a:rPr lang="sl-SI" sz="1600" err="1">
                <a:latin typeface="Courier New" pitchFamily="49" charset="0"/>
              </a:rPr>
              <a:t>rdeca</a:t>
            </a:r>
            <a:r>
              <a:rPr lang="sl-SI" sz="1600">
                <a:latin typeface="Courier New" pitchFamily="49" charset="0"/>
              </a:rPr>
              <a:t>';</a:t>
            </a:r>
            <a:endParaRPr lang="en-US" sz="1600">
              <a:latin typeface="Courier New" pitchFamily="49" charset="0"/>
            </a:endParaRPr>
          </a:p>
        </p:txBody>
      </p:sp>
      <p:sp>
        <p:nvSpPr>
          <p:cNvPr id="180232" name="Line 8"/>
          <p:cNvSpPr>
            <a:spLocks noChangeShapeType="1"/>
          </p:cNvSpPr>
          <p:nvPr/>
        </p:nvSpPr>
        <p:spPr bwMode="auto">
          <a:xfrm flipV="1">
            <a:off x="762000" y="2971800"/>
            <a:ext cx="4038600" cy="1371600"/>
          </a:xfrm>
          <a:prstGeom prst="line">
            <a:avLst/>
          </a:prstGeom>
          <a:noFill/>
          <a:ln w="50800">
            <a:solidFill>
              <a:srgbClr val="FF0000"/>
            </a:solidFill>
            <a:round/>
            <a:headEnd/>
            <a:tailEn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02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02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02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0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p:bldP spid="180230" grpId="0"/>
      <p:bldP spid="180231" grpId="0"/>
      <p:bldP spid="180232" grpId="0" animBg="1"/>
    </p:bldLst>
  </p:timing>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81250" name="AutoShape 2"/>
          <p:cNvSpPr>
            <a:spLocks noGrp="1" noChangeArrowheads="1"/>
          </p:cNvSpPr>
          <p:nvPr>
            <p:ph type="title"/>
          </p:nvPr>
        </p:nvSpPr>
        <p:spPr/>
        <p:txBody>
          <a:bodyPr/>
          <a:lstStyle/>
          <a:p>
            <a:r>
              <a:rPr lang="sl-SI"/>
              <a:t>Delo s skupinami</a:t>
            </a:r>
            <a:endParaRPr lang="en-US"/>
          </a:p>
        </p:txBody>
      </p:sp>
      <p:sp>
        <p:nvSpPr>
          <p:cNvPr id="181251" name="Rectangle 3"/>
          <p:cNvSpPr>
            <a:spLocks noGrp="1" noChangeArrowheads="1"/>
          </p:cNvSpPr>
          <p:nvPr>
            <p:ph sz="quarter" idx="2"/>
          </p:nvPr>
        </p:nvSpPr>
        <p:spPr>
          <a:xfrm>
            <a:off x="914400" y="3657600"/>
            <a:ext cx="8229600" cy="1600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err="1">
                <a:latin typeface="Courier New" pitchFamily="49" charset="0"/>
              </a:rPr>
              <a:t>j.rating</a:t>
            </a:r>
            <a:r>
              <a:rPr lang="sl-SI" sz="1600">
                <a:latin typeface="Courier New" pitchFamily="49" charset="0"/>
              </a:rPr>
              <a:t>, </a:t>
            </a:r>
            <a:r>
              <a:rPr lang="sl-SI" sz="1600" b="1">
                <a:latin typeface="Courier New" pitchFamily="49" charset="0"/>
              </a:rPr>
              <a:t>AVG</a:t>
            </a:r>
            <a:r>
              <a:rPr lang="sl-SI" sz="1600">
                <a:latin typeface="Courier New" pitchFamily="49" charset="0"/>
              </a:rPr>
              <a:t>(</a:t>
            </a:r>
            <a:r>
              <a:rPr lang="sl-SI" sz="1600" err="1">
                <a:latin typeface="Courier New" pitchFamily="49" charset="0"/>
              </a:rPr>
              <a:t>j.starost</a:t>
            </a:r>
            <a:r>
              <a:rPr lang="sl-SI" sz="1600">
                <a:latin typeface="Courier New" pitchFamily="49" charset="0"/>
              </a:rPr>
              <a:t>) </a:t>
            </a:r>
            <a:r>
              <a:rPr lang="sl-SI" sz="1600" b="1">
                <a:latin typeface="Courier New" pitchFamily="49" charset="0"/>
              </a:rPr>
              <a:t>AS </a:t>
            </a:r>
            <a:r>
              <a:rPr lang="sl-SI" sz="1600" err="1">
                <a:latin typeface="Courier New" pitchFamily="49" charset="0"/>
              </a:rPr>
              <a:t>Povp</a:t>
            </a:r>
            <a:r>
              <a:rPr lang="sl-SI" sz="1600">
                <a:latin typeface="Courier New" pitchFamily="49" charset="0"/>
              </a:rPr>
              <a:t>_star</a:t>
            </a:r>
          </a:p>
          <a:p>
            <a:pPr>
              <a:buFont typeface="Wingdings" pitchFamily="2" charset="2"/>
              <a:buNone/>
            </a:pPr>
            <a:r>
              <a:rPr lang="sl-SI" sz="1600" b="1">
                <a:latin typeface="Courier New" pitchFamily="49" charset="0"/>
              </a:rPr>
              <a:t>FROM</a:t>
            </a:r>
            <a:r>
              <a:rPr lang="sl-SI" sz="1600">
                <a:latin typeface="Courier New" pitchFamily="49" charset="0"/>
              </a:rPr>
              <a:t> jadralec j</a:t>
            </a:r>
          </a:p>
          <a:p>
            <a:pPr>
              <a:buFont typeface="Wingdings" pitchFamily="2" charset="2"/>
              <a:buNone/>
            </a:pPr>
            <a:r>
              <a:rPr lang="sl-SI" sz="1600" b="1">
                <a:latin typeface="Courier New" pitchFamily="49" charset="0"/>
              </a:rPr>
              <a:t>GROU</a:t>
            </a:r>
            <a:r>
              <a:rPr lang="en-US" sz="1600" b="1">
                <a:latin typeface="Courier New" pitchFamily="49" charset="0"/>
              </a:rPr>
              <a:t>P</a:t>
            </a:r>
            <a:r>
              <a:rPr lang="sl-SI" sz="1600">
                <a:latin typeface="Courier New" pitchFamily="49" charset="0"/>
              </a:rPr>
              <a:t> </a:t>
            </a:r>
            <a:r>
              <a:rPr lang="sl-SI" sz="1600" b="1">
                <a:latin typeface="Courier New" pitchFamily="49" charset="0"/>
              </a:rPr>
              <a:t>BY</a:t>
            </a:r>
            <a:r>
              <a:rPr lang="sl-SI" sz="1600">
                <a:latin typeface="Courier New" pitchFamily="49" charset="0"/>
              </a:rPr>
              <a:t> </a:t>
            </a:r>
            <a:r>
              <a:rPr lang="sl-SI" sz="1600" err="1">
                <a:latin typeface="Courier New" pitchFamily="49" charset="0"/>
              </a:rPr>
              <a:t>j.rating</a:t>
            </a:r>
            <a:endParaRPr lang="sl-SI" sz="1600">
              <a:latin typeface="Courier New" pitchFamily="49" charset="0"/>
            </a:endParaRPr>
          </a:p>
          <a:p>
            <a:pPr>
              <a:buFont typeface="Wingdings" pitchFamily="2" charset="2"/>
              <a:buNone/>
            </a:pPr>
            <a:r>
              <a:rPr lang="sl-SI" sz="1600" b="1">
                <a:latin typeface="Courier New" pitchFamily="49" charset="0"/>
              </a:rPr>
              <a:t>HAVING</a:t>
            </a:r>
            <a:r>
              <a:rPr lang="sl-SI" sz="1600">
                <a:latin typeface="Courier New" pitchFamily="49" charset="0"/>
              </a:rPr>
              <a:t> </a:t>
            </a:r>
            <a:r>
              <a:rPr lang="sl-SI" sz="1600" b="1">
                <a:latin typeface="Courier New" pitchFamily="49" charset="0"/>
              </a:rPr>
              <a:t>COUNT</a:t>
            </a:r>
            <a:r>
              <a:rPr lang="sl-SI" sz="1600">
                <a:latin typeface="Courier New" pitchFamily="49" charset="0"/>
              </a:rPr>
              <a:t>(</a:t>
            </a:r>
            <a:r>
              <a:rPr lang="en-US" sz="1600">
                <a:latin typeface="Courier New" pitchFamily="49" charset="0"/>
              </a:rPr>
              <a:t>*) &gt; 1;</a:t>
            </a:r>
          </a:p>
        </p:txBody>
      </p:sp>
      <p:sp>
        <p:nvSpPr>
          <p:cNvPr id="181252" name="Rectangle 4"/>
          <p:cNvSpPr>
            <a:spLocks noGrp="1" noChangeArrowheads="1"/>
          </p:cNvSpPr>
          <p:nvPr>
            <p:ph type="body" sz="half" idx="3"/>
          </p:nvPr>
        </p:nvSpPr>
        <p:spPr>
          <a:xfrm>
            <a:off x="762000" y="2362200"/>
            <a:ext cx="8001000" cy="1143000"/>
          </a:xfrm>
        </p:spPr>
        <p:txBody>
          <a:bodyPr/>
          <a:lstStyle/>
          <a:p>
            <a:r>
              <a:rPr lang="en-US"/>
              <a:t>Za vsak rating z najmanj dvema jadralcema izpi</a:t>
            </a:r>
            <a:r>
              <a:rPr lang="sl-SI"/>
              <a:t>šite povprečno starost jadralcev!</a:t>
            </a:r>
            <a:endParaRPr lang="en-US"/>
          </a:p>
        </p:txBody>
      </p:sp>
      <p:sp>
        <p:nvSpPr>
          <p:cNvPr id="181253" name="Text Box 5"/>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81254" name="Text Box 6"/>
          <p:cNvSpPr txBox="1">
            <a:spLocks noChangeArrowheads="1"/>
          </p:cNvSpPr>
          <p:nvPr/>
        </p:nvSpPr>
        <p:spPr bwMode="auto">
          <a:xfrm>
            <a:off x="5105400" y="4191000"/>
            <a:ext cx="3886200" cy="204787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rating | </a:t>
            </a:r>
            <a:r>
              <a:rPr lang="en-US" sz="1600" err="1">
                <a:latin typeface="Courier New" pitchFamily="49" charset="0"/>
              </a:rPr>
              <a:t>Povp_star</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      3 |      44.5 |</a:t>
            </a:r>
          </a:p>
          <a:p>
            <a:pPr algn="l"/>
            <a:r>
              <a:rPr lang="en-US" sz="1600">
                <a:latin typeface="Courier New" pitchFamily="49" charset="0"/>
              </a:rPr>
              <a:t>|      7 |        40 |</a:t>
            </a:r>
          </a:p>
          <a:p>
            <a:pPr algn="l"/>
            <a:r>
              <a:rPr lang="en-US" sz="1600">
                <a:latin typeface="Courier New" pitchFamily="49" charset="0"/>
              </a:rPr>
              <a:t>|      8 |      40.5 |</a:t>
            </a:r>
          </a:p>
          <a:p>
            <a:pPr algn="l"/>
            <a:r>
              <a:rPr lang="en-US" sz="1600">
                <a:latin typeface="Courier New" pitchFamily="49" charset="0"/>
              </a:rPr>
              <a:t>|     10 |      25.5 |</a:t>
            </a:r>
          </a:p>
          <a:p>
            <a:pPr algn="l"/>
            <a:r>
              <a:rPr lang="en-US" sz="160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12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1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p:bldP spid="181254" grpId="0"/>
    </p:bldLst>
  </p:timing>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82274" name="AutoShape 2"/>
          <p:cNvSpPr>
            <a:spLocks noGrp="1" noChangeArrowheads="1"/>
          </p:cNvSpPr>
          <p:nvPr>
            <p:ph type="title"/>
          </p:nvPr>
        </p:nvSpPr>
        <p:spPr/>
        <p:txBody>
          <a:bodyPr/>
          <a:lstStyle/>
          <a:p>
            <a:r>
              <a:rPr lang="sl-SI"/>
              <a:t>Delo s skupinami</a:t>
            </a:r>
            <a:endParaRPr lang="en-US"/>
          </a:p>
        </p:txBody>
      </p:sp>
      <p:sp>
        <p:nvSpPr>
          <p:cNvPr id="182275" name="Rectangle 3"/>
          <p:cNvSpPr>
            <a:spLocks noGrp="1" noChangeArrowheads="1"/>
          </p:cNvSpPr>
          <p:nvPr>
            <p:ph sz="quarter" idx="2"/>
          </p:nvPr>
        </p:nvSpPr>
        <p:spPr>
          <a:xfrm>
            <a:off x="914400" y="3657600"/>
            <a:ext cx="8229600" cy="16002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err="1">
                <a:latin typeface="Courier New" pitchFamily="49" charset="0"/>
              </a:rPr>
              <a:t>j.rating</a:t>
            </a:r>
            <a:r>
              <a:rPr lang="sl-SI" sz="1600">
                <a:latin typeface="Courier New" pitchFamily="49" charset="0"/>
              </a:rPr>
              <a:t>, </a:t>
            </a:r>
            <a:r>
              <a:rPr lang="sl-SI" sz="1600" b="1">
                <a:latin typeface="Courier New" pitchFamily="49" charset="0"/>
              </a:rPr>
              <a:t>AVG</a:t>
            </a:r>
            <a:r>
              <a:rPr lang="sl-SI" sz="1600">
                <a:latin typeface="Courier New" pitchFamily="49" charset="0"/>
              </a:rPr>
              <a:t>(</a:t>
            </a:r>
            <a:r>
              <a:rPr lang="sl-SI" sz="1600" err="1">
                <a:latin typeface="Courier New" pitchFamily="49" charset="0"/>
              </a:rPr>
              <a:t>j.starost</a:t>
            </a:r>
            <a:r>
              <a:rPr lang="sl-SI" sz="1600">
                <a:latin typeface="Courier New" pitchFamily="49" charset="0"/>
              </a:rPr>
              <a:t>) </a:t>
            </a:r>
            <a:r>
              <a:rPr lang="sl-SI" sz="1600" b="1">
                <a:latin typeface="Courier New" pitchFamily="49" charset="0"/>
              </a:rPr>
              <a:t>AS</a:t>
            </a:r>
            <a:r>
              <a:rPr lang="sl-SI" sz="1600">
                <a:latin typeface="Courier New" pitchFamily="49" charset="0"/>
              </a:rPr>
              <a:t> </a:t>
            </a:r>
            <a:r>
              <a:rPr lang="sl-SI" sz="1600" err="1">
                <a:latin typeface="Courier New" pitchFamily="49" charset="0"/>
              </a:rPr>
              <a:t>Povp</a:t>
            </a:r>
            <a:r>
              <a:rPr lang="sl-SI" sz="1600">
                <a:latin typeface="Courier New" pitchFamily="49" charset="0"/>
              </a:rPr>
              <a:t>_star</a:t>
            </a:r>
          </a:p>
          <a:p>
            <a:pPr>
              <a:buFont typeface="Wingdings" pitchFamily="2" charset="2"/>
              <a:buNone/>
            </a:pPr>
            <a:r>
              <a:rPr lang="sl-SI" sz="1600" b="1">
                <a:latin typeface="Courier New" pitchFamily="49" charset="0"/>
              </a:rPr>
              <a:t>FROM</a:t>
            </a:r>
            <a:r>
              <a:rPr lang="sl-SI" sz="1600">
                <a:latin typeface="Courier New" pitchFamily="49" charset="0"/>
              </a:rPr>
              <a:t> jadralec j</a:t>
            </a:r>
          </a:p>
          <a:p>
            <a:pPr>
              <a:buFont typeface="Wingdings" pitchFamily="2" charset="2"/>
              <a:buNone/>
            </a:pPr>
            <a:r>
              <a:rPr lang="sl-SI" sz="1600" b="1">
                <a:latin typeface="Courier New" pitchFamily="49" charset="0"/>
              </a:rPr>
              <a:t>GROU</a:t>
            </a:r>
            <a:r>
              <a:rPr lang="en-US" sz="1600" b="1">
                <a:latin typeface="Courier New" pitchFamily="49" charset="0"/>
              </a:rPr>
              <a:t>P</a:t>
            </a:r>
            <a:r>
              <a:rPr lang="sl-SI" sz="1600">
                <a:latin typeface="Courier New" pitchFamily="49" charset="0"/>
              </a:rPr>
              <a:t> </a:t>
            </a:r>
            <a:r>
              <a:rPr lang="sl-SI" sz="1600" b="1">
                <a:latin typeface="Courier New" pitchFamily="49" charset="0"/>
              </a:rPr>
              <a:t>BY</a:t>
            </a:r>
            <a:r>
              <a:rPr lang="sl-SI" sz="1600">
                <a:latin typeface="Courier New" pitchFamily="49" charset="0"/>
              </a:rPr>
              <a:t> </a:t>
            </a:r>
            <a:r>
              <a:rPr lang="sl-SI" sz="1600" err="1">
                <a:latin typeface="Courier New" pitchFamily="49" charset="0"/>
              </a:rPr>
              <a:t>j.rating</a:t>
            </a:r>
            <a:endParaRPr lang="sl-SI" sz="1600">
              <a:latin typeface="Courier New" pitchFamily="49" charset="0"/>
            </a:endParaRPr>
          </a:p>
          <a:p>
            <a:pPr>
              <a:buFont typeface="Wingdings" pitchFamily="2" charset="2"/>
              <a:buNone/>
            </a:pPr>
            <a:r>
              <a:rPr lang="sl-SI" sz="1600" b="1">
                <a:latin typeface="Courier New" pitchFamily="49" charset="0"/>
              </a:rPr>
              <a:t>HAVING</a:t>
            </a:r>
            <a:r>
              <a:rPr lang="sl-SI" sz="1600">
                <a:latin typeface="Courier New" pitchFamily="49" charset="0"/>
              </a:rPr>
              <a:t> 1 </a:t>
            </a:r>
            <a:r>
              <a:rPr lang="en-US" sz="1600">
                <a:latin typeface="Courier New" pitchFamily="49" charset="0"/>
              </a:rPr>
              <a:t>&lt; (</a:t>
            </a:r>
            <a:r>
              <a:rPr lang="en-US" sz="1600" b="1">
                <a:latin typeface="Courier New" pitchFamily="49" charset="0"/>
              </a:rPr>
              <a:t>SELECT</a:t>
            </a:r>
            <a:r>
              <a:rPr lang="en-US" sz="1600">
                <a:latin typeface="Courier New" pitchFamily="49" charset="0"/>
              </a:rPr>
              <a:t> </a:t>
            </a:r>
            <a:r>
              <a:rPr lang="en-US" sz="1600" b="1">
                <a:latin typeface="Courier New" pitchFamily="49" charset="0"/>
              </a:rPr>
              <a:t>COUNT</a:t>
            </a:r>
            <a:r>
              <a:rPr lang="en-US" sz="1600">
                <a:latin typeface="Courier New" pitchFamily="49" charset="0"/>
              </a:rPr>
              <a:t>(*)</a:t>
            </a:r>
          </a:p>
          <a:p>
            <a:pPr>
              <a:buFont typeface="Wingdings" pitchFamily="2" charset="2"/>
              <a:buNone/>
            </a:pPr>
            <a:r>
              <a:rPr lang="en-US" sz="1600">
                <a:latin typeface="Courier New" pitchFamily="49" charset="0"/>
              </a:rPr>
              <a:t>            </a:t>
            </a:r>
            <a:r>
              <a:rPr lang="en-US" sz="1600" b="1">
                <a:latin typeface="Courier New" pitchFamily="49" charset="0"/>
              </a:rPr>
              <a:t>FROM</a:t>
            </a:r>
            <a:r>
              <a:rPr lang="en-US" sz="1600">
                <a:latin typeface="Courier New" pitchFamily="49" charset="0"/>
              </a:rPr>
              <a:t> </a:t>
            </a:r>
            <a:r>
              <a:rPr lang="en-US" sz="1600" err="1">
                <a:latin typeface="Courier New" pitchFamily="49" charset="0"/>
              </a:rPr>
              <a:t>jadralec</a:t>
            </a:r>
            <a:r>
              <a:rPr lang="en-US" sz="1600">
                <a:latin typeface="Courier New" pitchFamily="49" charset="0"/>
              </a:rPr>
              <a:t> j2</a:t>
            </a:r>
          </a:p>
          <a:p>
            <a:pPr>
              <a:buFont typeface="Wingdings" pitchFamily="2" charset="2"/>
              <a:buNone/>
            </a:pPr>
            <a:r>
              <a:rPr lang="en-US" sz="1600">
                <a:latin typeface="Courier New" pitchFamily="49" charset="0"/>
              </a:rPr>
              <a:t>            </a:t>
            </a:r>
            <a:r>
              <a:rPr lang="en-US" sz="1600" b="1">
                <a:latin typeface="Courier New" pitchFamily="49" charset="0"/>
              </a:rPr>
              <a:t>WHERE</a:t>
            </a:r>
            <a:r>
              <a:rPr lang="en-US" sz="1600">
                <a:latin typeface="Courier New" pitchFamily="49" charset="0"/>
              </a:rPr>
              <a:t> </a:t>
            </a:r>
            <a:r>
              <a:rPr lang="en-US" sz="1600" err="1">
                <a:latin typeface="Courier New" pitchFamily="49" charset="0"/>
              </a:rPr>
              <a:t>j.rating</a:t>
            </a:r>
            <a:r>
              <a:rPr lang="en-US" sz="1600">
                <a:latin typeface="Courier New" pitchFamily="49" charset="0"/>
              </a:rPr>
              <a:t> = j2.rating);</a:t>
            </a:r>
          </a:p>
          <a:p>
            <a:pPr>
              <a:buFont typeface="Wingdings" pitchFamily="2" charset="2"/>
              <a:buNone/>
            </a:pPr>
            <a:r>
              <a:rPr lang="en-US" sz="1600">
                <a:latin typeface="Courier New" pitchFamily="49" charset="0"/>
              </a:rPr>
              <a:t>-- </a:t>
            </a:r>
            <a:r>
              <a:rPr lang="en-US" sz="1600" err="1">
                <a:latin typeface="Courier New" pitchFamily="49" charset="0"/>
              </a:rPr>
              <a:t>korelirano</a:t>
            </a:r>
            <a:r>
              <a:rPr lang="en-US" sz="1600">
                <a:latin typeface="Courier New" pitchFamily="49" charset="0"/>
              </a:rPr>
              <a:t> </a:t>
            </a:r>
            <a:r>
              <a:rPr lang="en-US" sz="1600" err="1">
                <a:latin typeface="Courier New" pitchFamily="49" charset="0"/>
              </a:rPr>
              <a:t>gnezdenje</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err="1">
                <a:latin typeface="Courier New" pitchFamily="49" charset="0"/>
              </a:rPr>
              <a:t>j.rating</a:t>
            </a:r>
            <a:r>
              <a:rPr lang="en-US" sz="1600">
                <a:latin typeface="Courier New" pitchFamily="49" charset="0"/>
              </a:rPr>
              <a:t> je </a:t>
            </a:r>
            <a:r>
              <a:rPr lang="en-US" sz="1600" err="1">
                <a:latin typeface="Courier New" pitchFamily="49" charset="0"/>
              </a:rPr>
              <a:t>skupinski</a:t>
            </a:r>
            <a:r>
              <a:rPr lang="en-US" sz="1600">
                <a:latin typeface="Courier New" pitchFamily="49" charset="0"/>
              </a:rPr>
              <a:t> </a:t>
            </a:r>
            <a:r>
              <a:rPr lang="en-US" sz="1600" err="1">
                <a:latin typeface="Courier New" pitchFamily="49" charset="0"/>
              </a:rPr>
              <a:t>atribut</a:t>
            </a:r>
            <a:r>
              <a:rPr lang="en-US" sz="1600">
                <a:latin typeface="Courier New" pitchFamily="49" charset="0"/>
              </a:rPr>
              <a:t> in</a:t>
            </a:r>
          </a:p>
          <a:p>
            <a:pPr>
              <a:buFont typeface="Wingdings" pitchFamily="2" charset="2"/>
              <a:buNone/>
            </a:pPr>
            <a:r>
              <a:rPr lang="en-US" sz="1600">
                <a:latin typeface="Courier New" pitchFamily="49" charset="0"/>
              </a:rPr>
              <a:t>-- </a:t>
            </a:r>
            <a:r>
              <a:rPr lang="en-US" sz="1600" err="1">
                <a:latin typeface="Courier New" pitchFamily="49" charset="0"/>
              </a:rPr>
              <a:t>zato</a:t>
            </a:r>
            <a:r>
              <a:rPr lang="en-US" sz="1600">
                <a:latin typeface="Courier New" pitchFamily="49" charset="0"/>
              </a:rPr>
              <a:t> </a:t>
            </a:r>
            <a:r>
              <a:rPr lang="en-US" sz="1600" err="1">
                <a:latin typeface="Courier New" pitchFamily="49" charset="0"/>
              </a:rPr>
              <a:t>lahko</a:t>
            </a:r>
            <a:r>
              <a:rPr lang="en-US" sz="1600">
                <a:latin typeface="Courier New" pitchFamily="49" charset="0"/>
              </a:rPr>
              <a:t> </a:t>
            </a:r>
            <a:r>
              <a:rPr lang="en-US" sz="1600" err="1">
                <a:latin typeface="Courier New" pitchFamily="49" charset="0"/>
              </a:rPr>
              <a:t>nastopa</a:t>
            </a:r>
            <a:r>
              <a:rPr lang="en-US" sz="1600">
                <a:latin typeface="Courier New" pitchFamily="49" charset="0"/>
              </a:rPr>
              <a:t> v HAVING </a:t>
            </a:r>
            <a:r>
              <a:rPr lang="en-US" sz="1600" err="1">
                <a:latin typeface="Courier New" pitchFamily="49" charset="0"/>
              </a:rPr>
              <a:t>vrs</a:t>
            </a:r>
            <a:r>
              <a:rPr lang="sl-SI" sz="1600">
                <a:latin typeface="Courier New" pitchFamily="49" charset="0"/>
              </a:rPr>
              <a:t>t</a:t>
            </a:r>
            <a:r>
              <a:rPr lang="en-US" sz="1600" err="1">
                <a:latin typeface="Courier New" pitchFamily="49" charset="0"/>
              </a:rPr>
              <a:t>ici</a:t>
            </a:r>
            <a:endParaRPr lang="en-US" sz="1600">
              <a:latin typeface="Courier New" pitchFamily="49" charset="0"/>
            </a:endParaRPr>
          </a:p>
          <a:p>
            <a:pPr>
              <a:buFont typeface="Wingdings" pitchFamily="2" charset="2"/>
              <a:buNone/>
            </a:pPr>
            <a:r>
              <a:rPr lang="en-US" sz="1600">
                <a:latin typeface="Courier New" pitchFamily="49" charset="0"/>
              </a:rPr>
              <a:t>-- (</a:t>
            </a:r>
            <a:r>
              <a:rPr lang="en-US" sz="1600" err="1">
                <a:latin typeface="Courier New" pitchFamily="49" charset="0"/>
              </a:rPr>
              <a:t>tudi</a:t>
            </a:r>
            <a:r>
              <a:rPr lang="en-US" sz="1600">
                <a:latin typeface="Courier New" pitchFamily="49" charset="0"/>
              </a:rPr>
              <a:t> v </a:t>
            </a:r>
            <a:r>
              <a:rPr lang="en-US" sz="1600" err="1">
                <a:latin typeface="Courier New" pitchFamily="49" charset="0"/>
              </a:rPr>
              <a:t>gnezdenem</a:t>
            </a:r>
            <a:r>
              <a:rPr lang="en-US" sz="1600">
                <a:latin typeface="Courier New" pitchFamily="49" charset="0"/>
              </a:rPr>
              <a:t> </a:t>
            </a:r>
            <a:r>
              <a:rPr lang="en-US" sz="1600" err="1">
                <a:latin typeface="Courier New" pitchFamily="49" charset="0"/>
              </a:rPr>
              <a:t>delu</a:t>
            </a:r>
            <a:r>
              <a:rPr lang="en-US" sz="1600">
                <a:latin typeface="Courier New" pitchFamily="49" charset="0"/>
              </a:rPr>
              <a:t>) </a:t>
            </a:r>
          </a:p>
        </p:txBody>
      </p:sp>
      <p:sp>
        <p:nvSpPr>
          <p:cNvPr id="182276" name="Rectangle 4"/>
          <p:cNvSpPr>
            <a:spLocks noGrp="1" noChangeArrowheads="1"/>
          </p:cNvSpPr>
          <p:nvPr>
            <p:ph type="body" sz="half" idx="3"/>
          </p:nvPr>
        </p:nvSpPr>
        <p:spPr>
          <a:xfrm>
            <a:off x="762000" y="2362200"/>
            <a:ext cx="8001000" cy="1143000"/>
          </a:xfrm>
        </p:spPr>
        <p:txBody>
          <a:bodyPr/>
          <a:lstStyle/>
          <a:p>
            <a:r>
              <a:rPr lang="en-US" sz="2400"/>
              <a:t>Za vsak rating z najmanj dvema jadralcema izpi</a:t>
            </a:r>
            <a:r>
              <a:rPr lang="sl-SI" sz="2400"/>
              <a:t>šite povprečno starost jadralcev!</a:t>
            </a:r>
            <a:r>
              <a:rPr lang="en-US" sz="2400"/>
              <a:t> </a:t>
            </a:r>
            <a:br>
              <a:rPr lang="en-US" sz="2400"/>
            </a:br>
            <a:r>
              <a:rPr lang="en-US" sz="2400"/>
              <a:t>Alternativna re</a:t>
            </a:r>
            <a:r>
              <a:rPr lang="sl-SI" sz="2400"/>
              <a:t>šitev z gnezdenjem v HAVING vrstici.</a:t>
            </a:r>
            <a:endParaRPr lang="en-US" sz="2400"/>
          </a:p>
        </p:txBody>
      </p:sp>
      <p:sp>
        <p:nvSpPr>
          <p:cNvPr id="182277" name="Text Box 5"/>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82278" name="Text Box 6"/>
          <p:cNvSpPr txBox="1">
            <a:spLocks noChangeArrowheads="1"/>
          </p:cNvSpPr>
          <p:nvPr/>
        </p:nvSpPr>
        <p:spPr bwMode="auto">
          <a:xfrm>
            <a:off x="6096000" y="4267200"/>
            <a:ext cx="3886200" cy="204787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rating | </a:t>
            </a:r>
            <a:r>
              <a:rPr lang="en-US" sz="1600" err="1">
                <a:latin typeface="Courier New" pitchFamily="49" charset="0"/>
              </a:rPr>
              <a:t>Povp_star</a:t>
            </a:r>
            <a:r>
              <a:rPr lang="en-US" sz="1600">
                <a:latin typeface="Courier New" pitchFamily="49" charset="0"/>
              </a:rPr>
              <a:t> |</a:t>
            </a:r>
          </a:p>
          <a:p>
            <a:pPr algn="l"/>
            <a:r>
              <a:rPr lang="en-US" sz="1600">
                <a:latin typeface="Courier New" pitchFamily="49" charset="0"/>
              </a:rPr>
              <a:t>+--------+-----------+</a:t>
            </a:r>
          </a:p>
          <a:p>
            <a:pPr algn="l"/>
            <a:r>
              <a:rPr lang="en-US" sz="1600">
                <a:latin typeface="Courier New" pitchFamily="49" charset="0"/>
              </a:rPr>
              <a:t>|      3 |      44.5 |</a:t>
            </a:r>
          </a:p>
          <a:p>
            <a:pPr algn="l"/>
            <a:r>
              <a:rPr lang="en-US" sz="1600">
                <a:latin typeface="Courier New" pitchFamily="49" charset="0"/>
              </a:rPr>
              <a:t>|      7 |        40 |</a:t>
            </a:r>
          </a:p>
          <a:p>
            <a:pPr algn="l"/>
            <a:r>
              <a:rPr lang="en-US" sz="1600">
                <a:latin typeface="Courier New" pitchFamily="49" charset="0"/>
              </a:rPr>
              <a:t>|      8 |      40.5 |</a:t>
            </a:r>
          </a:p>
          <a:p>
            <a:pPr algn="l"/>
            <a:r>
              <a:rPr lang="en-US" sz="1600">
                <a:latin typeface="Courier New" pitchFamily="49" charset="0"/>
              </a:rPr>
              <a:t>|     10 |      25.5 |</a:t>
            </a:r>
          </a:p>
          <a:p>
            <a:pPr algn="l"/>
            <a:r>
              <a:rPr lang="en-US" sz="160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2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P spid="182278" grpId="0"/>
    </p:bldLst>
  </p:timing>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84322" name="AutoShape 2"/>
          <p:cNvSpPr>
            <a:spLocks noGrp="1" noChangeArrowheads="1"/>
          </p:cNvSpPr>
          <p:nvPr>
            <p:ph type="title"/>
          </p:nvPr>
        </p:nvSpPr>
        <p:spPr/>
        <p:txBody>
          <a:bodyPr/>
          <a:lstStyle/>
          <a:p>
            <a:r>
              <a:rPr lang="sl-SI"/>
              <a:t>Delo s skupinami</a:t>
            </a:r>
            <a:endParaRPr lang="en-US"/>
          </a:p>
        </p:txBody>
      </p:sp>
      <p:sp>
        <p:nvSpPr>
          <p:cNvPr id="184323" name="Rectangle 3"/>
          <p:cNvSpPr>
            <a:spLocks noGrp="1" noChangeArrowheads="1"/>
          </p:cNvSpPr>
          <p:nvPr>
            <p:ph sz="quarter" idx="2"/>
          </p:nvPr>
        </p:nvSpPr>
        <p:spPr>
          <a:xfrm>
            <a:off x="914400" y="3657600"/>
            <a:ext cx="8229600" cy="2819400"/>
          </a:xfrm>
        </p:spPr>
        <p:txBody>
          <a:bodyPr/>
          <a:lstStyle/>
          <a:p>
            <a:pPr>
              <a:buFont typeface="Wingdings" pitchFamily="2" charset="2"/>
              <a:buNone/>
            </a:pPr>
            <a:r>
              <a:rPr lang="sl-SI" sz="1600" b="1">
                <a:latin typeface="Courier New" pitchFamily="49" charset="0"/>
              </a:rPr>
              <a:t>SELECT</a:t>
            </a:r>
            <a:r>
              <a:rPr lang="sl-SI" sz="1600">
                <a:latin typeface="Courier New" pitchFamily="49" charset="0"/>
              </a:rPr>
              <a:t> </a:t>
            </a:r>
            <a:r>
              <a:rPr lang="sl-SI" sz="1600" err="1">
                <a:latin typeface="Courier New" pitchFamily="49" charset="0"/>
              </a:rPr>
              <a:t>t.rating</a:t>
            </a:r>
            <a:r>
              <a:rPr lang="sl-SI" sz="1600">
                <a:latin typeface="Courier New" pitchFamily="49" charset="0"/>
              </a:rPr>
              <a:t>, </a:t>
            </a:r>
            <a:r>
              <a:rPr lang="sl-SI" sz="1600" err="1">
                <a:latin typeface="Courier New" pitchFamily="49" charset="0"/>
              </a:rPr>
              <a:t>t.Povp</a:t>
            </a:r>
            <a:r>
              <a:rPr lang="sl-SI" sz="1600">
                <a:latin typeface="Courier New" pitchFamily="49" charset="0"/>
              </a:rPr>
              <a:t>_star</a:t>
            </a:r>
          </a:p>
          <a:p>
            <a:pPr>
              <a:buFont typeface="Wingdings" pitchFamily="2" charset="2"/>
              <a:buNone/>
            </a:pPr>
            <a:r>
              <a:rPr lang="sl-SI" sz="1600" b="1">
                <a:latin typeface="Courier New" pitchFamily="49" charset="0"/>
              </a:rPr>
              <a:t>FROM</a:t>
            </a:r>
            <a:r>
              <a:rPr lang="sl-SI" sz="1600">
                <a:latin typeface="Courier New" pitchFamily="49" charset="0"/>
              </a:rPr>
              <a:t> ( </a:t>
            </a:r>
            <a:r>
              <a:rPr lang="sl-SI" sz="1600" b="1">
                <a:latin typeface="Courier New" pitchFamily="49" charset="0"/>
              </a:rPr>
              <a:t>SELECT</a:t>
            </a:r>
            <a:r>
              <a:rPr lang="sl-SI" sz="1600">
                <a:latin typeface="Courier New" pitchFamily="49" charset="0"/>
              </a:rPr>
              <a:t> </a:t>
            </a:r>
            <a:r>
              <a:rPr lang="sl-SI" sz="1600" err="1">
                <a:latin typeface="Courier New" pitchFamily="49" charset="0"/>
              </a:rPr>
              <a:t>j.rating</a:t>
            </a:r>
            <a:r>
              <a:rPr lang="sl-SI" sz="1600">
                <a:latin typeface="Courier New" pitchFamily="49" charset="0"/>
              </a:rPr>
              <a:t>, </a:t>
            </a:r>
            <a:r>
              <a:rPr lang="sl-SI" sz="1600" b="1">
                <a:latin typeface="Courier New" pitchFamily="49" charset="0"/>
              </a:rPr>
              <a:t>AVG</a:t>
            </a:r>
            <a:r>
              <a:rPr lang="sl-SI" sz="1600">
                <a:latin typeface="Courier New" pitchFamily="49" charset="0"/>
              </a:rPr>
              <a:t>(</a:t>
            </a:r>
            <a:r>
              <a:rPr lang="sl-SI" sz="1600" err="1">
                <a:latin typeface="Courier New" pitchFamily="49" charset="0"/>
              </a:rPr>
              <a:t>j.starost</a:t>
            </a:r>
            <a:r>
              <a:rPr lang="sl-SI" sz="1600">
                <a:latin typeface="Courier New" pitchFamily="49" charset="0"/>
              </a:rPr>
              <a:t>) </a:t>
            </a:r>
            <a:r>
              <a:rPr lang="sl-SI" sz="1600" b="1">
                <a:latin typeface="Courier New" pitchFamily="49" charset="0"/>
              </a:rPr>
              <a:t>AS</a:t>
            </a:r>
            <a:r>
              <a:rPr lang="sl-SI" sz="1600">
                <a:latin typeface="Courier New" pitchFamily="49" charset="0"/>
              </a:rPr>
              <a:t> </a:t>
            </a:r>
            <a:r>
              <a:rPr lang="sl-SI" sz="1600" err="1">
                <a:latin typeface="Courier New" pitchFamily="49" charset="0"/>
              </a:rPr>
              <a:t>Povp</a:t>
            </a:r>
            <a:r>
              <a:rPr lang="sl-SI" sz="1600">
                <a:latin typeface="Courier New" pitchFamily="49" charset="0"/>
              </a:rPr>
              <a:t>_star, </a:t>
            </a:r>
            <a:endParaRPr lang="en-US" sz="1600">
              <a:latin typeface="Courier New" pitchFamily="49" charset="0"/>
            </a:endParaRPr>
          </a:p>
          <a:p>
            <a:pPr>
              <a:buFont typeface="Wingdings" pitchFamily="2" charset="2"/>
              <a:buNone/>
            </a:pPr>
            <a:r>
              <a:rPr lang="en-US" sz="1600">
                <a:latin typeface="Courier New" pitchFamily="49" charset="0"/>
              </a:rPr>
              <a:t>                        </a:t>
            </a:r>
            <a:r>
              <a:rPr lang="sl-SI" sz="1600" b="1">
                <a:latin typeface="Courier New" pitchFamily="49" charset="0"/>
              </a:rPr>
              <a:t>COUNT</a:t>
            </a:r>
            <a:r>
              <a:rPr lang="sl-SI" sz="1600">
                <a:latin typeface="Courier New" pitchFamily="49" charset="0"/>
              </a:rPr>
              <a:t>(*) </a:t>
            </a:r>
            <a:r>
              <a:rPr lang="sl-SI" sz="1600" b="1">
                <a:latin typeface="Courier New" pitchFamily="49" charset="0"/>
              </a:rPr>
              <a:t>AS</a:t>
            </a:r>
            <a:r>
              <a:rPr lang="sl-SI" sz="1600">
                <a:latin typeface="Courier New" pitchFamily="49" charset="0"/>
              </a:rPr>
              <a:t> St_ratingov</a:t>
            </a:r>
          </a:p>
          <a:p>
            <a:pPr>
              <a:buFont typeface="Wingdings" pitchFamily="2" charset="2"/>
              <a:buNone/>
            </a:pPr>
            <a:r>
              <a:rPr lang="sl-SI" sz="1600">
                <a:latin typeface="Courier New" pitchFamily="49" charset="0"/>
              </a:rPr>
              <a:t>       </a:t>
            </a:r>
            <a:r>
              <a:rPr lang="sl-SI" sz="1600" b="1">
                <a:latin typeface="Courier New" pitchFamily="49" charset="0"/>
              </a:rPr>
              <a:t>FROM</a:t>
            </a:r>
            <a:r>
              <a:rPr lang="sl-SI" sz="1600">
                <a:latin typeface="Courier New" pitchFamily="49" charset="0"/>
              </a:rPr>
              <a:t> jadralec j</a:t>
            </a:r>
          </a:p>
          <a:p>
            <a:pPr>
              <a:buFont typeface="Wingdings" pitchFamily="2" charset="2"/>
              <a:buNone/>
            </a:pPr>
            <a:r>
              <a:rPr lang="sl-SI" sz="1600">
                <a:latin typeface="Courier New" pitchFamily="49" charset="0"/>
              </a:rPr>
              <a:t>       </a:t>
            </a:r>
            <a:r>
              <a:rPr lang="sl-SI" sz="1600" b="1">
                <a:latin typeface="Courier New" pitchFamily="49" charset="0"/>
              </a:rPr>
              <a:t>GROUP</a:t>
            </a:r>
            <a:r>
              <a:rPr lang="sl-SI" sz="1600">
                <a:latin typeface="Courier New" pitchFamily="49" charset="0"/>
              </a:rPr>
              <a:t> </a:t>
            </a:r>
            <a:r>
              <a:rPr lang="sl-SI" sz="1600" b="1">
                <a:latin typeface="Courier New" pitchFamily="49" charset="0"/>
              </a:rPr>
              <a:t>BY</a:t>
            </a:r>
            <a:r>
              <a:rPr lang="sl-SI" sz="1600">
                <a:latin typeface="Courier New" pitchFamily="49" charset="0"/>
              </a:rPr>
              <a:t> </a:t>
            </a:r>
            <a:r>
              <a:rPr lang="sl-SI" sz="1600" err="1">
                <a:latin typeface="Courier New" pitchFamily="49" charset="0"/>
              </a:rPr>
              <a:t>j.rating</a:t>
            </a:r>
            <a:r>
              <a:rPr lang="sl-SI" sz="1600">
                <a:latin typeface="Courier New" pitchFamily="49" charset="0"/>
              </a:rPr>
              <a:t> ) </a:t>
            </a:r>
            <a:r>
              <a:rPr lang="sl-SI" sz="1600" b="1">
                <a:latin typeface="Courier New" pitchFamily="49" charset="0"/>
              </a:rPr>
              <a:t>AS</a:t>
            </a:r>
            <a:r>
              <a:rPr lang="sl-SI" sz="1600">
                <a:latin typeface="Courier New" pitchFamily="49" charset="0"/>
              </a:rPr>
              <a:t> t</a:t>
            </a:r>
          </a:p>
          <a:p>
            <a:pPr>
              <a:buFont typeface="Wingdings" pitchFamily="2" charset="2"/>
              <a:buNone/>
            </a:pPr>
            <a:r>
              <a:rPr lang="sl-SI" sz="1600" b="1">
                <a:latin typeface="Courier New" pitchFamily="49" charset="0"/>
              </a:rPr>
              <a:t>WHERE</a:t>
            </a:r>
            <a:r>
              <a:rPr lang="sl-SI" sz="1600">
                <a:latin typeface="Courier New" pitchFamily="49" charset="0"/>
              </a:rPr>
              <a:t> </a:t>
            </a:r>
            <a:r>
              <a:rPr lang="sl-SI" sz="1600" err="1">
                <a:latin typeface="Courier New" pitchFamily="49" charset="0"/>
              </a:rPr>
              <a:t>t.St</a:t>
            </a:r>
            <a:r>
              <a:rPr lang="sl-SI" sz="1600">
                <a:latin typeface="Courier New" pitchFamily="49" charset="0"/>
              </a:rPr>
              <a:t>_ratingov &gt; 1;</a:t>
            </a:r>
            <a:r>
              <a:rPr lang="en-US" sz="1600">
                <a:latin typeface="Courier New" pitchFamily="49" charset="0"/>
              </a:rPr>
              <a:t> </a:t>
            </a:r>
          </a:p>
          <a:p>
            <a:pPr>
              <a:buFont typeface="Wingdings" pitchFamily="2" charset="2"/>
              <a:buNone/>
            </a:pPr>
            <a:endParaRPr lang="en-US" sz="1600">
              <a:latin typeface="Courier New" pitchFamily="49" charset="0"/>
            </a:endParaRPr>
          </a:p>
          <a:p>
            <a:pPr>
              <a:buFont typeface="Wingdings" pitchFamily="2" charset="2"/>
              <a:buNone/>
            </a:pPr>
            <a:r>
              <a:rPr lang="en-US" sz="1600">
                <a:latin typeface="Courier New" pitchFamily="49" charset="0"/>
              </a:rPr>
              <a:t>-- </a:t>
            </a:r>
            <a:r>
              <a:rPr lang="en-US" sz="1600" err="1">
                <a:latin typeface="Courier New" pitchFamily="49" charset="0"/>
              </a:rPr>
              <a:t>rezultat</a:t>
            </a:r>
            <a:r>
              <a:rPr lang="en-US" sz="1600">
                <a:latin typeface="Courier New" pitchFamily="49" charset="0"/>
              </a:rPr>
              <a:t> </a:t>
            </a:r>
            <a:r>
              <a:rPr lang="en-US" sz="1600" err="1">
                <a:latin typeface="Courier New" pitchFamily="49" charset="0"/>
              </a:rPr>
              <a:t>gnezdene</a:t>
            </a:r>
            <a:r>
              <a:rPr lang="en-US" sz="1600">
                <a:latin typeface="Courier New" pitchFamily="49" charset="0"/>
              </a:rPr>
              <a:t> </a:t>
            </a:r>
            <a:r>
              <a:rPr lang="en-US" sz="1600" err="1">
                <a:latin typeface="Courier New" pitchFamily="49" charset="0"/>
              </a:rPr>
              <a:t>poizvede</a:t>
            </a:r>
            <a:r>
              <a:rPr lang="en-US" sz="1600">
                <a:latin typeface="Courier New" pitchFamily="49" charset="0"/>
              </a:rPr>
              <a:t> se </a:t>
            </a:r>
          </a:p>
          <a:p>
            <a:pPr>
              <a:buFont typeface="Wingdings" pitchFamily="2" charset="2"/>
              <a:buNone/>
            </a:pPr>
            <a:r>
              <a:rPr lang="en-US" sz="1600">
                <a:latin typeface="Courier New" pitchFamily="49" charset="0"/>
              </a:rPr>
              <a:t>-- </a:t>
            </a:r>
            <a:r>
              <a:rPr lang="en-US" sz="1600" err="1">
                <a:latin typeface="Courier New" pitchFamily="49" charset="0"/>
              </a:rPr>
              <a:t>uporablja</a:t>
            </a:r>
            <a:r>
              <a:rPr lang="en-US" sz="1600">
                <a:latin typeface="Courier New" pitchFamily="49" charset="0"/>
              </a:rPr>
              <a:t> </a:t>
            </a:r>
            <a:r>
              <a:rPr lang="en-US" sz="1600" err="1">
                <a:latin typeface="Courier New" pitchFamily="49" charset="0"/>
              </a:rPr>
              <a:t>kot</a:t>
            </a:r>
            <a:r>
              <a:rPr lang="en-US" sz="1600">
                <a:latin typeface="Courier New" pitchFamily="49" charset="0"/>
              </a:rPr>
              <a:t> </a:t>
            </a:r>
            <a:r>
              <a:rPr lang="en-US" sz="1600" err="1">
                <a:latin typeface="Courier New" pitchFamily="49" charset="0"/>
              </a:rPr>
              <a:t>za</a:t>
            </a:r>
            <a:r>
              <a:rPr lang="sl-SI" sz="1600">
                <a:latin typeface="Courier New" pitchFamily="49" charset="0"/>
              </a:rPr>
              <a:t>Č</a:t>
            </a:r>
            <a:r>
              <a:rPr lang="en-US" sz="1600" err="1">
                <a:latin typeface="Courier New" pitchFamily="49" charset="0"/>
              </a:rPr>
              <a:t>asna</a:t>
            </a:r>
            <a:r>
              <a:rPr lang="en-US" sz="1600">
                <a:latin typeface="Courier New" pitchFamily="49" charset="0"/>
              </a:rPr>
              <a:t> </a:t>
            </a:r>
            <a:r>
              <a:rPr lang="en-US" sz="1600" err="1">
                <a:latin typeface="Courier New" pitchFamily="49" charset="0"/>
              </a:rPr>
              <a:t>tabela</a:t>
            </a:r>
            <a:r>
              <a:rPr lang="en-US" sz="1600">
                <a:latin typeface="Courier New" pitchFamily="49" charset="0"/>
              </a:rPr>
              <a:t> t</a:t>
            </a:r>
          </a:p>
          <a:p>
            <a:pPr>
              <a:buFont typeface="Wingdings" pitchFamily="2" charset="2"/>
              <a:buNone/>
            </a:pPr>
            <a:r>
              <a:rPr lang="en-US" sz="1600">
                <a:latin typeface="Courier New" pitchFamily="49" charset="0"/>
              </a:rPr>
              <a:t>-- </a:t>
            </a:r>
            <a:r>
              <a:rPr lang="en-US" sz="1600" err="1">
                <a:latin typeface="Courier New" pitchFamily="49" charset="0"/>
              </a:rPr>
              <a:t>vse</a:t>
            </a:r>
            <a:r>
              <a:rPr lang="en-US" sz="1600">
                <a:latin typeface="Courier New" pitchFamily="49" charset="0"/>
              </a:rPr>
              <a:t> </a:t>
            </a:r>
            <a:r>
              <a:rPr lang="en-US" sz="1600" err="1">
                <a:latin typeface="Courier New" pitchFamily="49" charset="0"/>
              </a:rPr>
              <a:t>nove</a:t>
            </a:r>
            <a:r>
              <a:rPr lang="en-US" sz="1600">
                <a:latin typeface="Courier New" pitchFamily="49" charset="0"/>
              </a:rPr>
              <a:t> </a:t>
            </a:r>
            <a:r>
              <a:rPr lang="en-US" sz="1600" err="1">
                <a:latin typeface="Courier New" pitchFamily="49" charset="0"/>
              </a:rPr>
              <a:t>atribute</a:t>
            </a:r>
            <a:r>
              <a:rPr lang="en-US" sz="1600">
                <a:latin typeface="Courier New" pitchFamily="49" charset="0"/>
              </a:rPr>
              <a:t> </a:t>
            </a:r>
            <a:r>
              <a:rPr lang="en-US" sz="1600" err="1">
                <a:latin typeface="Courier New" pitchFamily="49" charset="0"/>
              </a:rPr>
              <a:t>moramo</a:t>
            </a:r>
            <a:r>
              <a:rPr lang="en-US" sz="1600">
                <a:latin typeface="Courier New" pitchFamily="49" charset="0"/>
              </a:rPr>
              <a:t> </a:t>
            </a:r>
            <a:r>
              <a:rPr lang="en-US" sz="1600" err="1">
                <a:latin typeface="Courier New" pitchFamily="49" charset="0"/>
              </a:rPr>
              <a:t>poimenovati</a:t>
            </a:r>
            <a:endParaRPr lang="en-US" sz="1600">
              <a:latin typeface="Courier New" pitchFamily="49" charset="0"/>
            </a:endParaRPr>
          </a:p>
        </p:txBody>
      </p:sp>
      <p:sp>
        <p:nvSpPr>
          <p:cNvPr id="184324" name="Rectangle 4"/>
          <p:cNvSpPr>
            <a:spLocks noGrp="1" noChangeArrowheads="1"/>
          </p:cNvSpPr>
          <p:nvPr>
            <p:ph type="body" sz="half" idx="3"/>
          </p:nvPr>
        </p:nvSpPr>
        <p:spPr>
          <a:xfrm>
            <a:off x="762000" y="2362200"/>
            <a:ext cx="8001000" cy="1143000"/>
          </a:xfrm>
        </p:spPr>
        <p:txBody>
          <a:bodyPr/>
          <a:lstStyle/>
          <a:p>
            <a:r>
              <a:rPr lang="en-US" sz="2400" err="1"/>
              <a:t>Za</a:t>
            </a:r>
            <a:r>
              <a:rPr lang="en-US" sz="2400"/>
              <a:t> </a:t>
            </a:r>
            <a:r>
              <a:rPr lang="en-US" sz="2400" err="1"/>
              <a:t>vsak</a:t>
            </a:r>
            <a:r>
              <a:rPr lang="en-US" sz="2400"/>
              <a:t> rating z </a:t>
            </a:r>
            <a:r>
              <a:rPr lang="en-US" sz="2400" err="1"/>
              <a:t>najmanj</a:t>
            </a:r>
            <a:r>
              <a:rPr lang="en-US" sz="2400"/>
              <a:t> </a:t>
            </a:r>
            <a:r>
              <a:rPr lang="en-US" sz="2400" err="1"/>
              <a:t>dvema</a:t>
            </a:r>
            <a:r>
              <a:rPr lang="en-US" sz="2400"/>
              <a:t> </a:t>
            </a:r>
            <a:r>
              <a:rPr lang="en-US" sz="2400" err="1"/>
              <a:t>jadralcema</a:t>
            </a:r>
            <a:r>
              <a:rPr lang="en-US" sz="2400"/>
              <a:t> </a:t>
            </a:r>
            <a:r>
              <a:rPr lang="en-US" sz="2400" err="1"/>
              <a:t>izpi</a:t>
            </a:r>
            <a:r>
              <a:rPr lang="sl-SI" sz="2400" err="1"/>
              <a:t>šite</a:t>
            </a:r>
            <a:r>
              <a:rPr lang="sl-SI" sz="2400"/>
              <a:t> povprečno starost jadralcev!</a:t>
            </a:r>
            <a:r>
              <a:rPr lang="en-US" sz="2400"/>
              <a:t> </a:t>
            </a:r>
            <a:br>
              <a:rPr lang="en-US" sz="2400"/>
            </a:br>
            <a:r>
              <a:rPr lang="en-US" sz="2400" err="1"/>
              <a:t>Alternativna</a:t>
            </a:r>
            <a:r>
              <a:rPr lang="en-US" sz="2400"/>
              <a:t> re</a:t>
            </a:r>
            <a:r>
              <a:rPr lang="sl-SI" sz="2400" err="1"/>
              <a:t>šitev</a:t>
            </a:r>
            <a:r>
              <a:rPr lang="sl-SI" sz="2400"/>
              <a:t> z gnezdenjem v </a:t>
            </a:r>
            <a:r>
              <a:rPr lang="en-US" sz="2400"/>
              <a:t>FROM</a:t>
            </a:r>
            <a:r>
              <a:rPr lang="sl-SI" sz="2400"/>
              <a:t> vrstici.</a:t>
            </a:r>
            <a:endParaRPr lang="en-US" sz="2400"/>
          </a:p>
        </p:txBody>
      </p:sp>
      <p:sp>
        <p:nvSpPr>
          <p:cNvPr id="184325" name="Text Box 5"/>
          <p:cNvSpPr txBox="1">
            <a:spLocks noChangeArrowheads="1"/>
          </p:cNvSpPr>
          <p:nvPr/>
        </p:nvSpPr>
        <p:spPr bwMode="auto">
          <a:xfrm>
            <a:off x="32004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184326" name="Text Box 6"/>
          <p:cNvSpPr txBox="1">
            <a:spLocks noChangeArrowheads="1"/>
          </p:cNvSpPr>
          <p:nvPr/>
        </p:nvSpPr>
        <p:spPr bwMode="auto">
          <a:xfrm>
            <a:off x="6096000" y="4572000"/>
            <a:ext cx="3886200" cy="2047875"/>
          </a:xfrm>
          <a:prstGeom prst="rect">
            <a:avLst/>
          </a:prstGeom>
          <a:noFill/>
          <a:ln w="9525">
            <a:noFill/>
            <a:miter lim="800000"/>
            <a:headEnd/>
            <a:tailEnd/>
          </a:ln>
          <a:effectLst/>
        </p:spPr>
        <p:txBody>
          <a:bodyPr>
            <a:spAutoFit/>
          </a:bodyPr>
          <a:lstStyle/>
          <a:p>
            <a:pPr algn="l"/>
            <a:r>
              <a:rPr lang="en-US" sz="1600">
                <a:latin typeface="Courier New" pitchFamily="49" charset="0"/>
              </a:rPr>
              <a:t>+--------+-----------+</a:t>
            </a:r>
          </a:p>
          <a:p>
            <a:pPr algn="l"/>
            <a:r>
              <a:rPr lang="en-US" sz="1600">
                <a:latin typeface="Courier New" pitchFamily="49" charset="0"/>
              </a:rPr>
              <a:t>| rating | Povp_star |</a:t>
            </a:r>
          </a:p>
          <a:p>
            <a:pPr algn="l"/>
            <a:r>
              <a:rPr lang="en-US" sz="1600">
                <a:latin typeface="Courier New" pitchFamily="49" charset="0"/>
              </a:rPr>
              <a:t>+--------+-----------+</a:t>
            </a:r>
          </a:p>
          <a:p>
            <a:pPr algn="l"/>
            <a:r>
              <a:rPr lang="en-US" sz="1600">
                <a:latin typeface="Courier New" pitchFamily="49" charset="0"/>
              </a:rPr>
              <a:t>|      3 |      44.5 |</a:t>
            </a:r>
          </a:p>
          <a:p>
            <a:pPr algn="l"/>
            <a:r>
              <a:rPr lang="en-US" sz="1600">
                <a:latin typeface="Courier New" pitchFamily="49" charset="0"/>
              </a:rPr>
              <a:t>|      7 |        40 |</a:t>
            </a:r>
          </a:p>
          <a:p>
            <a:pPr algn="l"/>
            <a:r>
              <a:rPr lang="en-US" sz="1600">
                <a:latin typeface="Courier New" pitchFamily="49" charset="0"/>
              </a:rPr>
              <a:t>|      8 |      40.5 |</a:t>
            </a:r>
          </a:p>
          <a:p>
            <a:pPr algn="l"/>
            <a:r>
              <a:rPr lang="en-US" sz="1600">
                <a:latin typeface="Courier New" pitchFamily="49" charset="0"/>
              </a:rPr>
              <a:t>|     10 |      25.5 |</a:t>
            </a:r>
          </a:p>
          <a:p>
            <a:pPr algn="l"/>
            <a:r>
              <a:rPr lang="en-US" sz="160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p:bldP spid="184326"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gnezdenje, </a:t>
            </a:r>
            <a:r>
              <a:rPr lang="sl-SI" err="1"/>
              <a:t>kvantifikatorji</a:t>
            </a:r>
            <a:r>
              <a:rPr lang="sl-SI"/>
              <a:t>, skupinski operatorji</a:t>
            </a:r>
          </a:p>
        </p:txBody>
      </p:sp>
      <p:sp>
        <p:nvSpPr>
          <p:cNvPr id="5" name="Text Placeholder 4"/>
          <p:cNvSpPr>
            <a:spLocks noGrp="1"/>
          </p:cNvSpPr>
          <p:nvPr>
            <p:ph type="body" sz="half" idx="3"/>
          </p:nvPr>
        </p:nvSpPr>
        <p:spPr>
          <a:xfrm>
            <a:off x="762000" y="2362200"/>
            <a:ext cx="8001000" cy="4191000"/>
          </a:xfrm>
        </p:spPr>
        <p:txBody>
          <a:bodyPr/>
          <a:lstStyle/>
          <a:p>
            <a:pPr marL="457200" indent="-457200">
              <a:buFont typeface="+mj-lt"/>
              <a:buAutoNum type="arabicPeriod"/>
            </a:pPr>
            <a:r>
              <a:rPr lang="sl-SI" sz="2000"/>
              <a:t>Poiščite imena čolnov, ki so jih rezervirali vsi jadralci.</a:t>
            </a:r>
          </a:p>
          <a:p>
            <a:pPr marL="457200" indent="-457200">
              <a:buFont typeface="+mj-lt"/>
              <a:buAutoNum type="arabicPeriod"/>
            </a:pPr>
            <a:r>
              <a:rPr lang="sl-SI" sz="2000"/>
              <a:t>Preverite, ali so vsi čolni z dolžino nad 35 čevljev iste barve (s </a:t>
            </a:r>
            <a:r>
              <a:rPr lang="sl-SI" sz="2000" err="1"/>
              <a:t>kvantifikatorji</a:t>
            </a:r>
            <a:r>
              <a:rPr lang="sl-SI" sz="2000"/>
              <a:t>).</a:t>
            </a:r>
          </a:p>
          <a:p>
            <a:pPr marL="457200" indent="-457200">
              <a:buFont typeface="+mj-lt"/>
              <a:buAutoNum type="arabicPeriod"/>
            </a:pPr>
            <a:r>
              <a:rPr lang="sl-SI" sz="2000"/>
              <a:t>Preverite, ali so vsi čolni z dolžino nad 35 čevljev iste barve (s skupinskimi operatorji).</a:t>
            </a:r>
          </a:p>
          <a:p>
            <a:pPr marL="457200" indent="-457200">
              <a:buFont typeface="+mj-lt"/>
              <a:buAutoNum type="arabicPeriod"/>
            </a:pPr>
            <a:r>
              <a:rPr lang="en-US" sz="2000" err="1"/>
              <a:t>Izpi</a:t>
            </a:r>
            <a:r>
              <a:rPr lang="sl-SI" sz="2000"/>
              <a:t>šite šifre, imena čolnov in število njihovih rezervacij urejeno v padajočem vrstnem redu.</a:t>
            </a:r>
          </a:p>
          <a:p>
            <a:pPr marL="457200" indent="-457200">
              <a:buFont typeface="+mj-lt"/>
              <a:buAutoNum type="arabicPeriod"/>
            </a:pPr>
            <a:r>
              <a:rPr lang="sl-SI" sz="2000"/>
              <a:t>Izpišite imena, šifre in število rezervacij  vsakega jadralca. Kdor ni rezerviral ničesar, bo imel 0 rezervacij. Izpis uredite padajoče po številu rezervacij in naraščajoče po imenu jadralca.</a:t>
            </a:r>
          </a:p>
          <a:p>
            <a:pPr marL="457200" indent="-457200">
              <a:buFont typeface="+mj-lt"/>
              <a:buAutoNum type="arabicPeriod"/>
            </a:pPr>
            <a:r>
              <a:rPr lang="sl-SI" sz="2000"/>
              <a:t>Izpišite imena in šifre vseh jadralcev, ki so rezervirali nadpovprečno število čolnov.</a:t>
            </a:r>
            <a:endParaRPr lang="en-US" sz="2000"/>
          </a:p>
          <a:p>
            <a:pPr marL="457200" indent="-457200">
              <a:buFont typeface="+mj-lt"/>
              <a:buAutoNum type="arabicPeriod"/>
            </a:pPr>
            <a:endParaRPr lang="sl-SI" sz="2000"/>
          </a:p>
          <a:p>
            <a:pPr marL="457200" indent="-457200">
              <a:buFont typeface="+mj-lt"/>
              <a:buAutoNum type="arabicPeriod"/>
            </a:pPr>
            <a:endParaRPr lang="sl-SI" sz="2000"/>
          </a:p>
          <a:p>
            <a:pPr marL="457200" indent="-457200">
              <a:buFont typeface="+mj-lt"/>
              <a:buAutoNum type="arabicPeriod"/>
            </a:pPr>
            <a:endParaRPr lang="sl-SI" sz="3200"/>
          </a:p>
          <a:p>
            <a:endParaRPr lang="sl-SI"/>
          </a:p>
          <a:p>
            <a:endParaRPr lang="sl-SI"/>
          </a:p>
        </p:txBody>
      </p:sp>
      <p:sp>
        <p:nvSpPr>
          <p:cNvPr id="4" name="Text Box 5"/>
          <p:cNvSpPr txBox="1">
            <a:spLocks noChangeArrowheads="1"/>
          </p:cNvSpPr>
          <p:nvPr/>
        </p:nvSpPr>
        <p:spPr bwMode="auto">
          <a:xfrm>
            <a:off x="2846451" y="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gnezdenje, </a:t>
            </a:r>
            <a:r>
              <a:rPr lang="sl-SI" err="1"/>
              <a:t>kvantifikatorji</a:t>
            </a:r>
            <a:r>
              <a:rPr lang="sl-SI"/>
              <a:t>, skupinski operatorji</a:t>
            </a:r>
          </a:p>
        </p:txBody>
      </p:sp>
      <p:sp>
        <p:nvSpPr>
          <p:cNvPr id="5" name="Text Placeholder 4"/>
          <p:cNvSpPr>
            <a:spLocks noGrp="1"/>
          </p:cNvSpPr>
          <p:nvPr>
            <p:ph type="body" sz="half" idx="3"/>
          </p:nvPr>
        </p:nvSpPr>
        <p:spPr>
          <a:xfrm>
            <a:off x="762000" y="2225040"/>
            <a:ext cx="8001000" cy="4413504"/>
          </a:xfrm>
        </p:spPr>
        <p:txBody>
          <a:bodyPr/>
          <a:lstStyle/>
          <a:p>
            <a:pPr marL="457200" indent="-457200">
              <a:buFont typeface="+mj-lt"/>
              <a:buAutoNum type="arabicPeriod"/>
            </a:pPr>
            <a:r>
              <a:rPr lang="sl-SI" sz="2200" dirty="0"/>
              <a:t>Za vsakega igralca izpišite število njegovih naselji.</a:t>
            </a:r>
          </a:p>
          <a:p>
            <a:pPr marL="457200" indent="-457200">
              <a:buFont typeface="+mj-lt"/>
              <a:buAutoNum type="arabicPeriod"/>
            </a:pPr>
            <a:r>
              <a:rPr lang="sl-SI" sz="2200" dirty="0"/>
              <a:t>Za vsako alianso izpišite število njenih igralcev. Razvrstite alianse od tiste z največ do tiste z najmanj igralci.</a:t>
            </a:r>
          </a:p>
          <a:p>
            <a:pPr marL="457200" indent="-457200">
              <a:buFont typeface="+mj-lt"/>
              <a:buAutoNum type="arabicPeriod"/>
            </a:pPr>
            <a:r>
              <a:rPr lang="sl-SI" sz="2200" dirty="0"/>
              <a:t>Za vsako alianso izpišite število njenih naselji in skupno populacijo.</a:t>
            </a:r>
          </a:p>
          <a:p>
            <a:pPr marL="457200" indent="-457200">
              <a:buFont typeface="+mj-lt"/>
              <a:buAutoNum type="arabicPeriod"/>
            </a:pPr>
            <a:r>
              <a:rPr lang="sl-SI" sz="2200" dirty="0"/>
              <a:t>Katero pleme je najštevilčnejše. (Glede na skupno populacijo).</a:t>
            </a:r>
          </a:p>
          <a:p>
            <a:pPr marL="457200" indent="-457200">
              <a:buFont typeface="+mj-lt"/>
              <a:buAutoNum type="arabicPeriod"/>
            </a:pPr>
            <a:r>
              <a:rPr lang="sl-SI" sz="2200" dirty="0"/>
              <a:t>Za vsakega igralca izpišite povprečno velikost njegovega naselja(glede na populacijo), vendar samo za tiste igralce, ki imajo vsaj pet naselji.</a:t>
            </a:r>
          </a:p>
          <a:p>
            <a:pPr marL="457200" indent="-457200">
              <a:buFont typeface="+mj-lt"/>
              <a:buAutoNum type="arabicPeriod"/>
            </a:pPr>
            <a:r>
              <a:rPr lang="sl-SI" sz="2200" dirty="0"/>
              <a:t>Za vsak kvadrant preštejte število naselji na tem kvadrantu.*</a:t>
            </a:r>
          </a:p>
          <a:p>
            <a:endParaRPr lang="sl-SI" sz="2000" dirty="0"/>
          </a:p>
          <a:p>
            <a:pPr marL="457200" indent="-457200">
              <a:buFont typeface="+mj-lt"/>
              <a:buAutoNum type="arabicPeriod"/>
            </a:pPr>
            <a:endParaRPr lang="sl-SI" sz="2000" dirty="0"/>
          </a:p>
          <a:p>
            <a:pPr marL="457200" indent="-457200">
              <a:buFont typeface="+mj-lt"/>
              <a:buAutoNum type="arabicPeriod"/>
            </a:pPr>
            <a:endParaRPr lang="sl-SI" sz="3200" dirty="0"/>
          </a:p>
          <a:p>
            <a:endParaRPr lang="sl-SI" dirty="0"/>
          </a:p>
          <a:p>
            <a:endParaRPr lang="sl-SI" dirty="0"/>
          </a:p>
        </p:txBody>
      </p:sp>
      <p:sp>
        <p:nvSpPr>
          <p:cNvPr id="4" name="Text Box 5"/>
          <p:cNvSpPr txBox="1">
            <a:spLocks noChangeArrowheads="1"/>
          </p:cNvSpPr>
          <p:nvPr/>
        </p:nvSpPr>
        <p:spPr bwMode="auto">
          <a:xfrm>
            <a:off x="978336" y="0"/>
            <a:ext cx="7568327" cy="923330"/>
          </a:xfrm>
          <a:prstGeom prst="rect">
            <a:avLst/>
          </a:prstGeom>
          <a:noFill/>
          <a:ln w="9525">
            <a:noFill/>
            <a:miter lim="800000"/>
            <a:headEnd/>
            <a:tailEnd/>
          </a:ln>
          <a:effectLst/>
        </p:spPr>
        <p:txBody>
          <a:bodyPr wrap="square">
            <a:spAutoFit/>
          </a:bodyPr>
          <a:lstStyle/>
          <a:p>
            <a:pPr lvl="1" algn="l"/>
            <a:r>
              <a:rPr lang="sl-SI" b="1" dirty="0">
                <a:latin typeface="Courier New" pitchFamily="49" charset="0"/>
              </a:rPr>
              <a:t>Aliansa(</a:t>
            </a:r>
            <a:r>
              <a:rPr lang="sl-SI" b="1" u="sng" dirty="0" err="1">
                <a:latin typeface="Courier New" pitchFamily="49" charset="0"/>
              </a:rPr>
              <a:t>aid</a:t>
            </a:r>
            <a:r>
              <a:rPr lang="sl-SI" b="1" dirty="0">
                <a:latin typeface="Courier New" pitchFamily="49" charset="0"/>
              </a:rPr>
              <a:t>, </a:t>
            </a:r>
            <a:r>
              <a:rPr lang="sl-SI" b="1" dirty="0" err="1">
                <a:latin typeface="Courier New" pitchFamily="49" charset="0"/>
              </a:rPr>
              <a:t>alliance</a:t>
            </a:r>
            <a:r>
              <a:rPr lang="sl-SI" b="1" dirty="0">
                <a:latin typeface="Courier New" pitchFamily="49" charset="0"/>
              </a:rPr>
              <a:t>), 	Pleme(</a:t>
            </a:r>
            <a:r>
              <a:rPr lang="sl-SI" b="1" u="sng" dirty="0" err="1">
                <a:latin typeface="Courier New" pitchFamily="49" charset="0"/>
              </a:rPr>
              <a:t>tid</a:t>
            </a:r>
            <a:r>
              <a:rPr lang="sl-SI" b="1" dirty="0">
                <a:latin typeface="Courier New" pitchFamily="49" charset="0"/>
              </a:rPr>
              <a:t>, </a:t>
            </a:r>
            <a:r>
              <a:rPr lang="sl-SI" b="1" dirty="0" err="1">
                <a:latin typeface="Courier New" pitchFamily="49" charset="0"/>
              </a:rPr>
              <a:t>tribe</a:t>
            </a:r>
            <a:r>
              <a:rPr lang="sl-SI" b="1" dirty="0">
                <a:latin typeface="Courier New" pitchFamily="49" charset="0"/>
              </a:rPr>
              <a:t>)</a:t>
            </a:r>
          </a:p>
          <a:p>
            <a:pPr lvl="1" algn="l"/>
            <a:r>
              <a:rPr lang="sl-SI" b="1" dirty="0">
                <a:latin typeface="Courier New" pitchFamily="49" charset="0"/>
              </a:rPr>
              <a:t>Igralec(</a:t>
            </a:r>
            <a:r>
              <a:rPr lang="sl-SI" b="1" u="sng" dirty="0">
                <a:latin typeface="Courier New" pitchFamily="49" charset="0"/>
              </a:rPr>
              <a:t>pid</a:t>
            </a:r>
            <a:r>
              <a:rPr lang="sl-SI" b="1" dirty="0">
                <a:latin typeface="Courier New" pitchFamily="49" charset="0"/>
              </a:rPr>
              <a:t>, </a:t>
            </a:r>
            <a:r>
              <a:rPr lang="sl-SI" b="1" dirty="0" err="1">
                <a:latin typeface="Courier New" pitchFamily="49" charset="0"/>
              </a:rPr>
              <a:t>player</a:t>
            </a:r>
            <a:r>
              <a:rPr lang="sl-SI" b="1" dirty="0">
                <a:latin typeface="Courier New" pitchFamily="49" charset="0"/>
              </a:rPr>
              <a:t>, #tid, #aid)</a:t>
            </a:r>
          </a:p>
          <a:p>
            <a:pPr lvl="1" algn="l"/>
            <a:r>
              <a:rPr lang="sl-SI" b="1" dirty="0">
                <a:latin typeface="Courier New" pitchFamily="49" charset="0"/>
              </a:rPr>
              <a:t>Naselje(</a:t>
            </a:r>
            <a:r>
              <a:rPr lang="sl-SI" b="1" u="sng" dirty="0">
                <a:latin typeface="Courier New" pitchFamily="49" charset="0"/>
              </a:rPr>
              <a:t>id</a:t>
            </a:r>
            <a:r>
              <a:rPr lang="sl-SI" b="1" dirty="0">
                <a:latin typeface="Courier New" pitchFamily="49" charset="0"/>
              </a:rPr>
              <a:t>, vid, </a:t>
            </a:r>
            <a:r>
              <a:rPr lang="sl-SI" b="1" dirty="0" err="1">
                <a:latin typeface="Courier New" pitchFamily="49" charset="0"/>
              </a:rPr>
              <a:t>village</a:t>
            </a:r>
            <a:r>
              <a:rPr lang="sl-SI" b="1" dirty="0">
                <a:latin typeface="Courier New" pitchFamily="49" charset="0"/>
              </a:rPr>
              <a:t>, x, y, </a:t>
            </a:r>
            <a:r>
              <a:rPr lang="sl-SI" b="1" dirty="0" err="1">
                <a:latin typeface="Courier New" pitchFamily="49" charset="0"/>
              </a:rPr>
              <a:t>population</a:t>
            </a:r>
            <a:r>
              <a:rPr lang="sl-SI" b="1" dirty="0">
                <a:latin typeface="Courier New" pitchFamily="49" charset="0"/>
              </a:rPr>
              <a:t>, #pid)</a:t>
            </a:r>
            <a:endParaRPr lang="en-US" b="1" dirty="0">
              <a:latin typeface="Courier New" pitchFamily="49" charset="0"/>
            </a:endParaRPr>
          </a:p>
        </p:txBody>
      </p:sp>
    </p:spTree>
    <p:extLst>
      <p:ext uri="{BB962C8B-B14F-4D97-AF65-F5344CB8AC3E}">
        <p14:creationId xmlns:p14="http://schemas.microsoft.com/office/powerpoint/2010/main" val="120302356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Rešitve</a:t>
            </a:r>
          </a:p>
        </p:txBody>
      </p:sp>
      <p:sp>
        <p:nvSpPr>
          <p:cNvPr id="5" name="Text Placeholder 4"/>
          <p:cNvSpPr>
            <a:spLocks noGrp="1"/>
          </p:cNvSpPr>
          <p:nvPr>
            <p:ph type="body" sz="half" idx="3"/>
          </p:nvPr>
        </p:nvSpPr>
        <p:spPr>
          <a:xfrm>
            <a:off x="762000" y="2227263"/>
            <a:ext cx="7693025" cy="4495800"/>
          </a:xfrm>
        </p:spPr>
        <p:txBody>
          <a:bodyPr numCol="2"/>
          <a:lstStyle/>
          <a:p>
            <a:pPr marL="514350" indent="-514350">
              <a:buNone/>
            </a:pPr>
            <a:r>
              <a:rPr lang="sl-SI" sz="1200" dirty="0">
                <a:latin typeface="Courier New" pitchFamily="49" charset="0"/>
                <a:cs typeface="Courier New" pitchFamily="49" charset="0"/>
              </a:rPr>
              <a:t>1. naloga</a:t>
            </a:r>
          </a:p>
          <a:p>
            <a:pPr marL="514350" indent="-514350">
              <a:buNone/>
            </a:pPr>
            <a:r>
              <a:rPr lang="sl-SI" sz="1200" dirty="0">
                <a:latin typeface="Courier New" pitchFamily="49" charset="0"/>
                <a:cs typeface="Courier New" pitchFamily="49" charset="0"/>
              </a:rPr>
              <a:t>SELECT </a:t>
            </a:r>
            <a:r>
              <a:rPr lang="sl-SI" sz="1200" dirty="0" err="1">
                <a:latin typeface="Courier New" pitchFamily="49" charset="0"/>
                <a:cs typeface="Courier New" pitchFamily="49" charset="0"/>
              </a:rPr>
              <a:t>c.ime</a:t>
            </a:r>
            <a:endParaRPr lang="sl-SI" sz="1200" dirty="0">
              <a:latin typeface="Courier New" pitchFamily="49" charset="0"/>
              <a:cs typeface="Courier New" pitchFamily="49" charset="0"/>
            </a:endParaRPr>
          </a:p>
          <a:p>
            <a:pPr marL="514350" indent="-514350">
              <a:buNone/>
            </a:pPr>
            <a:r>
              <a:rPr lang="sl-SI" sz="1200" dirty="0">
                <a:latin typeface="Courier New" pitchFamily="49" charset="0"/>
                <a:cs typeface="Courier New" pitchFamily="49" charset="0"/>
              </a:rPr>
              <a:t>FROM </a:t>
            </a:r>
            <a:r>
              <a:rPr lang="sl-SI" sz="1200" dirty="0" err="1">
                <a:latin typeface="Courier New" pitchFamily="49" charset="0"/>
                <a:cs typeface="Courier New" pitchFamily="49" charset="0"/>
              </a:rPr>
              <a:t>coln</a:t>
            </a:r>
            <a:r>
              <a:rPr lang="sl-SI" sz="1200" dirty="0">
                <a:latin typeface="Courier New" pitchFamily="49" charset="0"/>
                <a:cs typeface="Courier New" pitchFamily="49" charset="0"/>
              </a:rPr>
              <a:t> c</a:t>
            </a:r>
          </a:p>
          <a:p>
            <a:pPr marL="514350" indent="-514350">
              <a:buNone/>
            </a:pPr>
            <a:r>
              <a:rPr lang="sl-SI" sz="1200" dirty="0">
                <a:latin typeface="Courier New" pitchFamily="49" charset="0"/>
                <a:cs typeface="Courier New" pitchFamily="49" charset="0"/>
              </a:rPr>
              <a:t>WHERE NOT EXISTS</a:t>
            </a:r>
          </a:p>
          <a:p>
            <a:pPr marL="514350" indent="-514350">
              <a:buNone/>
            </a:pPr>
            <a:r>
              <a:rPr lang="sl-SI" sz="1200" dirty="0">
                <a:latin typeface="Courier New" pitchFamily="49" charset="0"/>
                <a:cs typeface="Courier New" pitchFamily="49" charset="0"/>
              </a:rPr>
              <a:t>   (SELECT </a:t>
            </a:r>
            <a:r>
              <a:rPr lang="sl-SI" sz="1200" dirty="0" err="1">
                <a:latin typeface="Courier New" pitchFamily="49" charset="0"/>
                <a:cs typeface="Courier New" pitchFamily="49" charset="0"/>
              </a:rPr>
              <a:t>j.jid</a:t>
            </a:r>
            <a:endParaRPr lang="sl-SI" sz="1200" dirty="0">
              <a:latin typeface="Courier New" pitchFamily="49" charset="0"/>
              <a:cs typeface="Courier New" pitchFamily="49" charset="0"/>
            </a:endParaRPr>
          </a:p>
          <a:p>
            <a:pPr marL="514350" indent="-514350">
              <a:buNone/>
            </a:pPr>
            <a:r>
              <a:rPr lang="sl-SI" sz="1200" dirty="0">
                <a:latin typeface="Courier New" pitchFamily="49" charset="0"/>
                <a:cs typeface="Courier New" pitchFamily="49" charset="0"/>
              </a:rPr>
              <a:t>    FROM jadralec j</a:t>
            </a:r>
          </a:p>
          <a:p>
            <a:pPr marL="514350" indent="-514350">
              <a:buNone/>
            </a:pP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where</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j.jid</a:t>
            </a:r>
            <a:r>
              <a:rPr lang="sl-SI" sz="1200" dirty="0">
                <a:latin typeface="Courier New" pitchFamily="49" charset="0"/>
                <a:cs typeface="Courier New" pitchFamily="49" charset="0"/>
              </a:rPr>
              <a:t> not in (</a:t>
            </a:r>
          </a:p>
          <a:p>
            <a:pPr marL="514350" indent="-514350">
              <a:buNone/>
            </a:pPr>
            <a:r>
              <a:rPr lang="sl-SI" sz="1200" dirty="0">
                <a:latin typeface="Courier New" pitchFamily="49" charset="0"/>
                <a:cs typeface="Courier New" pitchFamily="49" charset="0"/>
              </a:rPr>
              <a:t>      SELECT </a:t>
            </a:r>
            <a:r>
              <a:rPr lang="sl-SI" sz="1200" dirty="0" err="1">
                <a:latin typeface="Courier New" pitchFamily="49" charset="0"/>
                <a:cs typeface="Courier New" pitchFamily="49" charset="0"/>
              </a:rPr>
              <a:t>r.jid</a:t>
            </a:r>
            <a:endParaRPr lang="sl-SI" sz="1200" dirty="0">
              <a:latin typeface="Courier New" pitchFamily="49" charset="0"/>
              <a:cs typeface="Courier New" pitchFamily="49" charset="0"/>
            </a:endParaRPr>
          </a:p>
          <a:p>
            <a:pPr marL="514350" indent="-514350">
              <a:buNone/>
            </a:pPr>
            <a:r>
              <a:rPr lang="sl-SI" sz="1200" dirty="0">
                <a:latin typeface="Courier New" pitchFamily="49" charset="0"/>
                <a:cs typeface="Courier New" pitchFamily="49" charset="0"/>
              </a:rPr>
              <a:t>      FROM rezervacija r</a:t>
            </a:r>
          </a:p>
          <a:p>
            <a:pPr marL="514350" indent="-514350">
              <a:buNone/>
            </a:pPr>
            <a:r>
              <a:rPr lang="sl-SI" sz="1200" dirty="0">
                <a:latin typeface="Courier New" pitchFamily="49" charset="0"/>
                <a:cs typeface="Courier New" pitchFamily="49" charset="0"/>
              </a:rPr>
              <a:t>      WHERE </a:t>
            </a:r>
            <a:r>
              <a:rPr lang="sl-SI" sz="1200" dirty="0" err="1">
                <a:latin typeface="Courier New" pitchFamily="49" charset="0"/>
                <a:cs typeface="Courier New" pitchFamily="49" charset="0"/>
              </a:rPr>
              <a:t>r.cid</a:t>
            </a:r>
            <a:r>
              <a:rPr lang="sl-SI" sz="1200" dirty="0">
                <a:latin typeface="Courier New" pitchFamily="49" charset="0"/>
                <a:cs typeface="Courier New" pitchFamily="49" charset="0"/>
              </a:rPr>
              <a:t> = </a:t>
            </a:r>
            <a:r>
              <a:rPr lang="sl-SI" sz="1200" dirty="0" err="1">
                <a:latin typeface="Courier New" pitchFamily="49" charset="0"/>
                <a:cs typeface="Courier New" pitchFamily="49" charset="0"/>
              </a:rPr>
              <a:t>c.cid</a:t>
            </a:r>
            <a:r>
              <a:rPr lang="sl-SI" sz="1200" dirty="0">
                <a:latin typeface="Courier New" pitchFamily="49" charset="0"/>
                <a:cs typeface="Courier New" pitchFamily="49" charset="0"/>
              </a:rPr>
              <a:t>)); </a:t>
            </a:r>
          </a:p>
          <a:p>
            <a:pPr marL="514350" indent="-514350">
              <a:buNone/>
            </a:pPr>
            <a:r>
              <a:rPr lang="sl-SI" sz="1200" dirty="0">
                <a:latin typeface="Courier New" pitchFamily="49" charset="0"/>
                <a:cs typeface="Courier New" pitchFamily="49" charset="0"/>
              </a:rPr>
              <a:t>2.naloga</a:t>
            </a:r>
          </a:p>
          <a:p>
            <a:pPr marL="514350" indent="-514350">
              <a:buNone/>
            </a:pPr>
            <a:r>
              <a:rPr lang="en-US" sz="1200" dirty="0">
                <a:latin typeface="Courier New" pitchFamily="49" charset="0"/>
                <a:cs typeface="Courier New" pitchFamily="49" charset="0"/>
              </a:rPr>
              <a:t>select if(not exists(</a:t>
            </a:r>
          </a:p>
          <a:p>
            <a:pPr marL="514350" indent="-514350">
              <a:buNone/>
            </a:pPr>
            <a:r>
              <a:rPr lang="en-US" sz="1200" dirty="0">
                <a:latin typeface="Courier New" pitchFamily="49" charset="0"/>
                <a:cs typeface="Courier New" pitchFamily="49" charset="0"/>
              </a:rPr>
              <a:t> select * </a:t>
            </a:r>
          </a:p>
          <a:p>
            <a:pPr marL="514350" indent="-514350">
              <a:buNone/>
            </a:pPr>
            <a:r>
              <a:rPr lang="en-US" sz="1200" dirty="0">
                <a:latin typeface="Courier New" pitchFamily="49" charset="0"/>
                <a:cs typeface="Courier New" pitchFamily="49" charset="0"/>
              </a:rPr>
              <a:t> from </a:t>
            </a:r>
            <a:r>
              <a:rPr lang="en-US" sz="1200" dirty="0" err="1">
                <a:latin typeface="Courier New" pitchFamily="49" charset="0"/>
                <a:cs typeface="Courier New" pitchFamily="49" charset="0"/>
              </a:rPr>
              <a:t>coln</a:t>
            </a:r>
            <a:r>
              <a:rPr lang="en-US" sz="1200" dirty="0">
                <a:latin typeface="Courier New" pitchFamily="49" charset="0"/>
                <a:cs typeface="Courier New" pitchFamily="49" charset="0"/>
              </a:rPr>
              <a:t> </a:t>
            </a:r>
          </a:p>
          <a:p>
            <a:pPr marL="514350" indent="-514350">
              <a:buNone/>
            </a:pPr>
            <a:r>
              <a:rPr lang="en-US" sz="1200" dirty="0">
                <a:latin typeface="Courier New" pitchFamily="49" charset="0"/>
                <a:cs typeface="Courier New" pitchFamily="49" charset="0"/>
              </a:rPr>
              <a:t> where </a:t>
            </a:r>
            <a:r>
              <a:rPr lang="en-US" sz="1200" dirty="0" err="1">
                <a:latin typeface="Courier New" pitchFamily="49" charset="0"/>
                <a:cs typeface="Courier New" pitchFamily="49" charset="0"/>
              </a:rPr>
              <a:t>dolzina</a:t>
            </a:r>
            <a:r>
              <a:rPr lang="en-US" sz="1200" dirty="0">
                <a:latin typeface="Courier New" pitchFamily="49" charset="0"/>
                <a:cs typeface="Courier New" pitchFamily="49" charset="0"/>
              </a:rPr>
              <a:t> &gt; 35 AND </a:t>
            </a:r>
            <a:r>
              <a:rPr lang="en-US" sz="1200" dirty="0" err="1">
                <a:latin typeface="Courier New" pitchFamily="49" charset="0"/>
                <a:cs typeface="Courier New" pitchFamily="49" charset="0"/>
              </a:rPr>
              <a:t>barva</a:t>
            </a:r>
            <a:r>
              <a:rPr lang="en-US" sz="1200" dirty="0">
                <a:latin typeface="Courier New" pitchFamily="49" charset="0"/>
                <a:cs typeface="Courier New" pitchFamily="49" charset="0"/>
              </a:rPr>
              <a:t> !=ANY</a:t>
            </a:r>
          </a:p>
          <a:p>
            <a:pPr marL="514350" indent="-514350">
              <a:buNone/>
            </a:pPr>
            <a:r>
              <a:rPr lang="en-US" sz="1200" dirty="0">
                <a:latin typeface="Courier New" pitchFamily="49" charset="0"/>
                <a:cs typeface="Courier New" pitchFamily="49" charset="0"/>
              </a:rPr>
              <a:t>    (select </a:t>
            </a:r>
            <a:r>
              <a:rPr lang="en-US" sz="1200" dirty="0" err="1">
                <a:latin typeface="Courier New" pitchFamily="49" charset="0"/>
                <a:cs typeface="Courier New" pitchFamily="49" charset="0"/>
              </a:rPr>
              <a:t>barva</a:t>
            </a:r>
            <a:endParaRPr lang="en-US" sz="1200" dirty="0">
              <a:latin typeface="Courier New" pitchFamily="49" charset="0"/>
              <a:cs typeface="Courier New" pitchFamily="49" charset="0"/>
            </a:endParaRPr>
          </a:p>
          <a:p>
            <a:pPr marL="514350" indent="-514350">
              <a:buNone/>
            </a:pPr>
            <a:r>
              <a:rPr lang="en-US" sz="1200" dirty="0">
                <a:latin typeface="Courier New" pitchFamily="49" charset="0"/>
                <a:cs typeface="Courier New" pitchFamily="49" charset="0"/>
              </a:rPr>
              <a:t>     from </a:t>
            </a:r>
            <a:r>
              <a:rPr lang="en-US" sz="1200" dirty="0" err="1">
                <a:latin typeface="Courier New" pitchFamily="49" charset="0"/>
                <a:cs typeface="Courier New" pitchFamily="49" charset="0"/>
              </a:rPr>
              <a:t>coln</a:t>
            </a:r>
            <a:endParaRPr lang="en-US" sz="1200" dirty="0">
              <a:latin typeface="Courier New" pitchFamily="49" charset="0"/>
              <a:cs typeface="Courier New" pitchFamily="49" charset="0"/>
            </a:endParaRPr>
          </a:p>
          <a:p>
            <a:pPr marL="514350" indent="-514350">
              <a:buNone/>
            </a:pPr>
            <a:r>
              <a:rPr lang="en-US" sz="1200" dirty="0">
                <a:latin typeface="Courier New" pitchFamily="49" charset="0"/>
                <a:cs typeface="Courier New" pitchFamily="49" charset="0"/>
              </a:rPr>
              <a:t>     where </a:t>
            </a:r>
            <a:r>
              <a:rPr lang="en-US" sz="1200" dirty="0" err="1">
                <a:latin typeface="Courier New" pitchFamily="49" charset="0"/>
                <a:cs typeface="Courier New" pitchFamily="49" charset="0"/>
              </a:rPr>
              <a:t>dolzina</a:t>
            </a:r>
            <a:r>
              <a:rPr lang="en-US" sz="1200" dirty="0">
                <a:latin typeface="Courier New" pitchFamily="49" charset="0"/>
                <a:cs typeface="Courier New" pitchFamily="49" charset="0"/>
              </a:rPr>
              <a:t>&gt;35)) </a:t>
            </a:r>
          </a:p>
          <a:p>
            <a:pPr marL="514350" indent="-514350">
              <a:buNone/>
            </a:pPr>
            <a:r>
              <a:rPr lang="en-US" sz="1200" dirty="0">
                <a:latin typeface="Courier New" pitchFamily="49" charset="0"/>
                <a:cs typeface="Courier New" pitchFamily="49" charset="0"/>
              </a:rPr>
              <a:t>, "Da", "Ne" ) as "</a:t>
            </a:r>
            <a:r>
              <a:rPr lang="en-US" sz="1200" dirty="0" err="1">
                <a:latin typeface="Courier New" pitchFamily="49" charset="0"/>
                <a:cs typeface="Courier New" pitchFamily="49" charset="0"/>
              </a:rPr>
              <a:t>Vsi</a:t>
            </a: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iste</a:t>
            </a: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barve</a:t>
            </a:r>
            <a:r>
              <a:rPr lang="en-US" sz="1200" dirty="0">
                <a:latin typeface="Courier New" pitchFamily="49" charset="0"/>
                <a:cs typeface="Courier New" pitchFamily="49" charset="0"/>
              </a:rPr>
              <a:t>";</a:t>
            </a:r>
            <a:endParaRPr lang="sl-SI" sz="1200" dirty="0">
              <a:latin typeface="Courier New" pitchFamily="49" charset="0"/>
              <a:cs typeface="Courier New" pitchFamily="49" charset="0"/>
            </a:endParaRPr>
          </a:p>
          <a:p>
            <a:pPr marL="514350" indent="-514350">
              <a:buNone/>
            </a:pPr>
            <a:endParaRPr lang="sl-SI" sz="1200" dirty="0">
              <a:latin typeface="Courier New" pitchFamily="49" charset="0"/>
              <a:cs typeface="Courier New" pitchFamily="49" charset="0"/>
            </a:endParaRPr>
          </a:p>
          <a:p>
            <a:pPr marL="514350" indent="-514350">
              <a:buNone/>
            </a:pPr>
            <a:r>
              <a:rPr lang="sl-SI" sz="1200" dirty="0">
                <a:latin typeface="Courier New" pitchFamily="49" charset="0"/>
                <a:cs typeface="Courier New" pitchFamily="49" charset="0"/>
              </a:rPr>
              <a:t>3.naloga</a:t>
            </a:r>
          </a:p>
          <a:p>
            <a:pPr marL="514350" indent="-514350">
              <a:buNone/>
            </a:pPr>
            <a:r>
              <a:rPr lang="en-US" sz="1200" dirty="0">
                <a:latin typeface="Courier New" pitchFamily="49" charset="0"/>
                <a:cs typeface="Courier New" pitchFamily="49" charset="0"/>
              </a:rPr>
              <a:t>select if (count(distinct</a:t>
            </a:r>
            <a:r>
              <a:rPr lang="sl-SI" sz="1200" dirty="0">
                <a:latin typeface="Courier New" pitchFamily="49" charset="0"/>
                <a:cs typeface="Courier New" pitchFamily="49" charset="0"/>
              </a:rPr>
              <a:t> b</a:t>
            </a:r>
            <a:r>
              <a:rPr lang="en-US" sz="1200" dirty="0" err="1">
                <a:latin typeface="Courier New" pitchFamily="49" charset="0"/>
                <a:cs typeface="Courier New" pitchFamily="49" charset="0"/>
              </a:rPr>
              <a:t>arva</a:t>
            </a:r>
            <a:r>
              <a:rPr lang="en-US" sz="1200" dirty="0">
                <a:latin typeface="Courier New" pitchFamily="49" charset="0"/>
                <a:cs typeface="Courier New" pitchFamily="49" charset="0"/>
              </a:rPr>
              <a:t>)&gt;1,</a:t>
            </a:r>
            <a:endParaRPr lang="sl-SI" sz="1200" dirty="0">
              <a:latin typeface="Courier New" pitchFamily="49" charset="0"/>
              <a:cs typeface="Courier New" pitchFamily="49" charset="0"/>
            </a:endParaRPr>
          </a:p>
          <a:p>
            <a:pPr marL="514350" indent="-514350">
              <a:buNone/>
            </a:pPr>
            <a:r>
              <a:rPr lang="sl-SI" sz="1200" dirty="0">
                <a:latin typeface="Courier New" pitchFamily="49" charset="0"/>
                <a:cs typeface="Courier New" pitchFamily="49" charset="0"/>
              </a:rPr>
              <a:t>		</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Ne","Da</a:t>
            </a:r>
            <a:r>
              <a:rPr lang="en-US" sz="1200" dirty="0">
                <a:latin typeface="Courier New" pitchFamily="49" charset="0"/>
                <a:cs typeface="Courier New" pitchFamily="49" charset="0"/>
              </a:rPr>
              <a:t>") AS "</a:t>
            </a:r>
            <a:r>
              <a:rPr lang="en-US" sz="1200" dirty="0" err="1">
                <a:latin typeface="Courier New" pitchFamily="49" charset="0"/>
                <a:cs typeface="Courier New" pitchFamily="49" charset="0"/>
              </a:rPr>
              <a:t>Vsi</a:t>
            </a: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enaki</a:t>
            </a:r>
            <a:r>
              <a:rPr lang="en-US" sz="1200" dirty="0">
                <a:latin typeface="Courier New" pitchFamily="49" charset="0"/>
                <a:cs typeface="Courier New" pitchFamily="49" charset="0"/>
              </a:rPr>
              <a:t>"</a:t>
            </a:r>
          </a:p>
          <a:p>
            <a:pPr marL="514350" indent="-514350">
              <a:buNone/>
            </a:pPr>
            <a:r>
              <a:rPr lang="en-US" sz="1200" dirty="0">
                <a:latin typeface="Courier New" pitchFamily="49" charset="0"/>
                <a:cs typeface="Courier New" pitchFamily="49" charset="0"/>
              </a:rPr>
              <a:t>from </a:t>
            </a:r>
            <a:r>
              <a:rPr lang="en-US" sz="1200" dirty="0" err="1">
                <a:latin typeface="Courier New" pitchFamily="49" charset="0"/>
                <a:cs typeface="Courier New" pitchFamily="49" charset="0"/>
              </a:rPr>
              <a:t>coln</a:t>
            </a:r>
            <a:endParaRPr lang="en-US" sz="1200" dirty="0">
              <a:latin typeface="Courier New" pitchFamily="49" charset="0"/>
              <a:cs typeface="Courier New" pitchFamily="49" charset="0"/>
            </a:endParaRPr>
          </a:p>
          <a:p>
            <a:pPr marL="514350" indent="-514350">
              <a:buNone/>
            </a:pPr>
            <a:r>
              <a:rPr lang="en-US" sz="1200" dirty="0">
                <a:latin typeface="Courier New" pitchFamily="49" charset="0"/>
                <a:cs typeface="Courier New" pitchFamily="49" charset="0"/>
              </a:rPr>
              <a:t>where </a:t>
            </a:r>
            <a:r>
              <a:rPr lang="en-US" sz="1200" dirty="0" err="1">
                <a:latin typeface="Courier New" pitchFamily="49" charset="0"/>
                <a:cs typeface="Courier New" pitchFamily="49" charset="0"/>
              </a:rPr>
              <a:t>dolzina</a:t>
            </a:r>
            <a:r>
              <a:rPr lang="en-US" sz="1200" dirty="0">
                <a:latin typeface="Courier New" pitchFamily="49" charset="0"/>
                <a:cs typeface="Courier New" pitchFamily="49" charset="0"/>
              </a:rPr>
              <a:t> &gt; 35;</a:t>
            </a:r>
            <a:endParaRPr lang="sl-SI" sz="1200" dirty="0">
              <a:latin typeface="Courier New" pitchFamily="49" charset="0"/>
              <a:cs typeface="Courier New" pitchFamily="49" charset="0"/>
            </a:endParaRPr>
          </a:p>
          <a:p>
            <a:pPr marL="514350" indent="-514350">
              <a:buNone/>
            </a:pPr>
            <a:endParaRPr lang="sl-SI" sz="1200" dirty="0">
              <a:latin typeface="Courier New" pitchFamily="49" charset="0"/>
              <a:cs typeface="Courier New" pitchFamily="49" charset="0"/>
            </a:endParaRPr>
          </a:p>
          <a:p>
            <a:pPr marL="514350" indent="-514350">
              <a:buNone/>
            </a:pPr>
            <a:r>
              <a:rPr lang="sl-SI" sz="1200" dirty="0">
                <a:latin typeface="Courier New" pitchFamily="49" charset="0"/>
                <a:cs typeface="Courier New" pitchFamily="49" charset="0"/>
              </a:rPr>
              <a:t>Opomba: pri 5. in 6. nalogi je izpis nekoliko </a:t>
            </a:r>
            <a:r>
              <a:rPr lang="sl-SI" sz="1200" dirty="0" err="1">
                <a:latin typeface="Courier New" pitchFamily="49" charset="0"/>
                <a:cs typeface="Courier New" pitchFamily="49" charset="0"/>
              </a:rPr>
              <a:t>polepsan</a:t>
            </a:r>
            <a:endParaRPr lang="sl-SI" sz="1200" dirty="0">
              <a:latin typeface="Courier New" pitchFamily="49" charset="0"/>
              <a:cs typeface="Courier New" pitchFamily="49" charset="0"/>
            </a:endParaRPr>
          </a:p>
          <a:p>
            <a:pPr marL="514350" indent="-514350">
              <a:buNone/>
            </a:pPr>
            <a:endParaRPr lang="sl-SI" sz="1200" dirty="0">
              <a:latin typeface="Courier New" pitchFamily="49" charset="0"/>
              <a:cs typeface="Courier New" pitchFamily="49" charset="0"/>
            </a:endParaRPr>
          </a:p>
        </p:txBody>
      </p:sp>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Rešitve</a:t>
            </a:r>
          </a:p>
        </p:txBody>
      </p:sp>
      <p:sp>
        <p:nvSpPr>
          <p:cNvPr id="5" name="Text Placeholder 4"/>
          <p:cNvSpPr>
            <a:spLocks noGrp="1"/>
          </p:cNvSpPr>
          <p:nvPr>
            <p:ph type="body" sz="half" idx="3"/>
          </p:nvPr>
        </p:nvSpPr>
        <p:spPr>
          <a:xfrm>
            <a:off x="762000" y="2227263"/>
            <a:ext cx="7693025" cy="4495800"/>
          </a:xfrm>
        </p:spPr>
        <p:txBody>
          <a:bodyPr numCol="2"/>
          <a:lstStyle/>
          <a:p>
            <a:pPr marL="514350" indent="-514350">
              <a:buNone/>
            </a:pPr>
            <a:r>
              <a:rPr lang="sl-SI" sz="1200" dirty="0">
                <a:latin typeface="Courier New" pitchFamily="49" charset="0"/>
                <a:cs typeface="Courier New" pitchFamily="49" charset="0"/>
              </a:rPr>
              <a:t>4. naloga</a:t>
            </a:r>
          </a:p>
          <a:p>
            <a:pPr marL="514350" indent="-514350">
              <a:buNone/>
            </a:pPr>
            <a:r>
              <a:rPr lang="en-US" sz="1200" dirty="0">
                <a:latin typeface="Courier New" pitchFamily="49" charset="0"/>
                <a:cs typeface="Courier New" pitchFamily="49" charset="0"/>
              </a:rPr>
              <a:t>select </a:t>
            </a:r>
            <a:r>
              <a:rPr lang="en-US" sz="1200" dirty="0" err="1">
                <a:latin typeface="Courier New" pitchFamily="49" charset="0"/>
                <a:cs typeface="Courier New" pitchFamily="49" charset="0"/>
              </a:rPr>
              <a:t>c.cid</a:t>
            </a: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c.ime</a:t>
            </a:r>
            <a:r>
              <a:rPr lang="en-US" sz="1200" dirty="0">
                <a:latin typeface="Courier New" pitchFamily="49" charset="0"/>
                <a:cs typeface="Courier New" pitchFamily="49" charset="0"/>
              </a:rPr>
              <a:t>, count(*) as </a:t>
            </a:r>
            <a:r>
              <a:rPr lang="en-US" sz="1200" dirty="0" err="1">
                <a:latin typeface="Courier New" pitchFamily="49" charset="0"/>
                <a:cs typeface="Courier New" pitchFamily="49" charset="0"/>
              </a:rPr>
              <a:t>StRez</a:t>
            </a:r>
            <a:endParaRPr lang="en-US" sz="1200" dirty="0">
              <a:latin typeface="Courier New" pitchFamily="49" charset="0"/>
              <a:cs typeface="Courier New" pitchFamily="49" charset="0"/>
            </a:endParaRPr>
          </a:p>
          <a:p>
            <a:pPr marL="514350" indent="-514350">
              <a:buNone/>
            </a:pPr>
            <a:r>
              <a:rPr lang="en-US" sz="1200" dirty="0">
                <a:latin typeface="Courier New" pitchFamily="49" charset="0"/>
                <a:cs typeface="Courier New" pitchFamily="49" charset="0"/>
              </a:rPr>
              <a:t>from </a:t>
            </a:r>
            <a:r>
              <a:rPr lang="en-US" sz="1200" dirty="0" err="1">
                <a:latin typeface="Courier New" pitchFamily="49" charset="0"/>
                <a:cs typeface="Courier New" pitchFamily="49" charset="0"/>
              </a:rPr>
              <a:t>coln</a:t>
            </a:r>
            <a:r>
              <a:rPr lang="en-US" sz="1200" dirty="0">
                <a:latin typeface="Courier New" pitchFamily="49" charset="0"/>
                <a:cs typeface="Courier New" pitchFamily="49" charset="0"/>
              </a:rPr>
              <a:t> c join </a:t>
            </a:r>
            <a:r>
              <a:rPr lang="en-US" sz="1200" dirty="0" err="1">
                <a:latin typeface="Courier New" pitchFamily="49" charset="0"/>
                <a:cs typeface="Courier New" pitchFamily="49" charset="0"/>
              </a:rPr>
              <a:t>rezervacija</a:t>
            </a:r>
            <a:r>
              <a:rPr lang="en-US" sz="1200" dirty="0">
                <a:latin typeface="Courier New" pitchFamily="49" charset="0"/>
                <a:cs typeface="Courier New" pitchFamily="49" charset="0"/>
              </a:rPr>
              <a:t> r using(</a:t>
            </a:r>
            <a:r>
              <a:rPr lang="en-US" sz="1200" dirty="0" err="1">
                <a:latin typeface="Courier New" pitchFamily="49" charset="0"/>
                <a:cs typeface="Courier New" pitchFamily="49" charset="0"/>
              </a:rPr>
              <a:t>cid</a:t>
            </a:r>
            <a:r>
              <a:rPr lang="en-US" sz="1200" dirty="0">
                <a:latin typeface="Courier New" pitchFamily="49" charset="0"/>
                <a:cs typeface="Courier New" pitchFamily="49" charset="0"/>
              </a:rPr>
              <a:t>)</a:t>
            </a:r>
          </a:p>
          <a:p>
            <a:pPr marL="514350" indent="-514350">
              <a:buNone/>
            </a:pPr>
            <a:r>
              <a:rPr lang="en-US" sz="1200" dirty="0">
                <a:latin typeface="Courier New" pitchFamily="49" charset="0"/>
                <a:cs typeface="Courier New" pitchFamily="49" charset="0"/>
              </a:rPr>
              <a:t>group by </a:t>
            </a:r>
            <a:r>
              <a:rPr lang="en-US" sz="1200" dirty="0" err="1">
                <a:latin typeface="Courier New" pitchFamily="49" charset="0"/>
                <a:cs typeface="Courier New" pitchFamily="49" charset="0"/>
              </a:rPr>
              <a:t>c.cid</a:t>
            </a: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c.ime</a:t>
            </a:r>
            <a:endParaRPr lang="en-US" sz="1200" dirty="0">
              <a:latin typeface="Courier New" pitchFamily="49" charset="0"/>
              <a:cs typeface="Courier New" pitchFamily="49" charset="0"/>
            </a:endParaRPr>
          </a:p>
          <a:p>
            <a:pPr marL="514350" indent="-514350">
              <a:buNone/>
            </a:pPr>
            <a:r>
              <a:rPr lang="en-US" sz="1200" dirty="0">
                <a:latin typeface="Courier New" pitchFamily="49" charset="0"/>
                <a:cs typeface="Courier New" pitchFamily="49" charset="0"/>
              </a:rPr>
              <a:t>order by </a:t>
            </a:r>
            <a:r>
              <a:rPr lang="en-US" sz="1200" dirty="0" err="1">
                <a:latin typeface="Courier New" pitchFamily="49" charset="0"/>
                <a:cs typeface="Courier New" pitchFamily="49" charset="0"/>
              </a:rPr>
              <a:t>StRez</a:t>
            </a:r>
            <a:r>
              <a:rPr lang="en-US" sz="1200" dirty="0">
                <a:latin typeface="Courier New" pitchFamily="49" charset="0"/>
                <a:cs typeface="Courier New" pitchFamily="49" charset="0"/>
              </a:rPr>
              <a:t> desc;</a:t>
            </a:r>
            <a:endParaRPr lang="sl-SI" sz="1200" dirty="0">
              <a:latin typeface="Courier New" pitchFamily="49" charset="0"/>
              <a:cs typeface="Courier New" pitchFamily="49" charset="0"/>
            </a:endParaRPr>
          </a:p>
          <a:p>
            <a:pPr marL="514350" indent="-514350">
              <a:buNone/>
            </a:pPr>
            <a:endParaRPr lang="sl-SI" sz="1200" dirty="0">
              <a:latin typeface="Courier New" pitchFamily="49" charset="0"/>
              <a:cs typeface="Courier New" pitchFamily="49" charset="0"/>
            </a:endParaRPr>
          </a:p>
          <a:p>
            <a:pPr marL="514350" indent="-514350">
              <a:buNone/>
            </a:pPr>
            <a:r>
              <a:rPr lang="sl-SI" sz="1200" dirty="0">
                <a:latin typeface="Courier New" pitchFamily="49" charset="0"/>
                <a:cs typeface="Courier New" pitchFamily="49" charset="0"/>
              </a:rPr>
              <a:t>5.naloga (COUNT pred stetjem odstrani NULL vrstice)</a:t>
            </a:r>
          </a:p>
          <a:p>
            <a:pPr marL="514350" indent="-514350">
              <a:buNone/>
            </a:pPr>
            <a:r>
              <a:rPr lang="sl-SI" sz="1200" dirty="0" err="1">
                <a:latin typeface="Courier New" pitchFamily="49" charset="0"/>
                <a:cs typeface="Courier New" pitchFamily="49" charset="0"/>
              </a:rPr>
              <a:t>select</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j.jid</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j.ime</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count</a:t>
            </a:r>
            <a:r>
              <a:rPr lang="sl-SI" sz="1200" dirty="0">
                <a:latin typeface="Courier New" pitchFamily="49" charset="0"/>
                <a:cs typeface="Courier New" pitchFamily="49" charset="0"/>
              </a:rPr>
              <a:t>(</a:t>
            </a:r>
            <a:r>
              <a:rPr lang="sl-SI" sz="1200" dirty="0" err="1">
                <a:latin typeface="Courier New" pitchFamily="49" charset="0"/>
                <a:cs typeface="Courier New" pitchFamily="49" charset="0"/>
              </a:rPr>
              <a:t>r.cid</a:t>
            </a:r>
            <a:r>
              <a:rPr lang="sl-SI" sz="1200" dirty="0">
                <a:latin typeface="Courier New" pitchFamily="49" charset="0"/>
                <a:cs typeface="Courier New" pitchFamily="49" charset="0"/>
              </a:rPr>
              <a:t>) as </a:t>
            </a:r>
            <a:r>
              <a:rPr lang="sl-SI" sz="1200" dirty="0" err="1">
                <a:latin typeface="Courier New" pitchFamily="49" charset="0"/>
                <a:cs typeface="Courier New" pitchFamily="49" charset="0"/>
              </a:rPr>
              <a:t>StRez</a:t>
            </a:r>
            <a:endParaRPr lang="sl-SI" sz="1200" dirty="0">
              <a:latin typeface="Courier New" pitchFamily="49" charset="0"/>
              <a:cs typeface="Courier New" pitchFamily="49" charset="0"/>
            </a:endParaRPr>
          </a:p>
          <a:p>
            <a:pPr marL="514350" indent="-514350">
              <a:buNone/>
            </a:pPr>
            <a:r>
              <a:rPr lang="sl-SI" sz="1200" dirty="0" err="1">
                <a:latin typeface="Courier New" pitchFamily="49" charset="0"/>
                <a:cs typeface="Courier New" pitchFamily="49" charset="0"/>
              </a:rPr>
              <a:t>from</a:t>
            </a:r>
            <a:r>
              <a:rPr lang="sl-SI" sz="1200" dirty="0">
                <a:latin typeface="Courier New" pitchFamily="49" charset="0"/>
                <a:cs typeface="Courier New" pitchFamily="49" charset="0"/>
              </a:rPr>
              <a:t> jadralec j </a:t>
            </a:r>
            <a:r>
              <a:rPr lang="sl-SI" sz="1200" dirty="0" err="1">
                <a:latin typeface="Courier New" pitchFamily="49" charset="0"/>
                <a:cs typeface="Courier New" pitchFamily="49" charset="0"/>
              </a:rPr>
              <a:t>left</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join</a:t>
            </a:r>
            <a:r>
              <a:rPr lang="sl-SI" sz="1200" dirty="0">
                <a:latin typeface="Courier New" pitchFamily="49" charset="0"/>
                <a:cs typeface="Courier New" pitchFamily="49" charset="0"/>
              </a:rPr>
              <a:t> rezervacija r </a:t>
            </a:r>
            <a:r>
              <a:rPr lang="sl-SI" sz="1200" dirty="0" err="1">
                <a:latin typeface="Courier New" pitchFamily="49" charset="0"/>
                <a:cs typeface="Courier New" pitchFamily="49" charset="0"/>
              </a:rPr>
              <a:t>using</a:t>
            </a:r>
            <a:r>
              <a:rPr lang="sl-SI" sz="1200" dirty="0">
                <a:latin typeface="Courier New" pitchFamily="49" charset="0"/>
                <a:cs typeface="Courier New" pitchFamily="49" charset="0"/>
              </a:rPr>
              <a:t>(</a:t>
            </a:r>
            <a:r>
              <a:rPr lang="sl-SI" sz="1200" dirty="0" err="1">
                <a:latin typeface="Courier New" pitchFamily="49" charset="0"/>
                <a:cs typeface="Courier New" pitchFamily="49" charset="0"/>
              </a:rPr>
              <a:t>jid</a:t>
            </a:r>
            <a:r>
              <a:rPr lang="sl-SI" sz="1200" dirty="0">
                <a:latin typeface="Courier New" pitchFamily="49" charset="0"/>
                <a:cs typeface="Courier New" pitchFamily="49" charset="0"/>
              </a:rPr>
              <a:t>)</a:t>
            </a:r>
          </a:p>
          <a:p>
            <a:pPr marL="514350" indent="-514350">
              <a:buNone/>
            </a:pPr>
            <a:r>
              <a:rPr lang="sl-SI" sz="1200" dirty="0" err="1">
                <a:latin typeface="Courier New" pitchFamily="49" charset="0"/>
                <a:cs typeface="Courier New" pitchFamily="49" charset="0"/>
              </a:rPr>
              <a:t>group</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by</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j.jid</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j.ime</a:t>
            </a:r>
            <a:endParaRPr lang="sl-SI" sz="1200" dirty="0">
              <a:latin typeface="Courier New" pitchFamily="49" charset="0"/>
              <a:cs typeface="Courier New" pitchFamily="49" charset="0"/>
            </a:endParaRPr>
          </a:p>
          <a:p>
            <a:pPr marL="514350" indent="-514350">
              <a:buNone/>
            </a:pPr>
            <a:r>
              <a:rPr lang="sl-SI" sz="1200" dirty="0" err="1">
                <a:latin typeface="Courier New" pitchFamily="49" charset="0"/>
                <a:cs typeface="Courier New" pitchFamily="49" charset="0"/>
              </a:rPr>
              <a:t>order</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by</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StRez</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desc</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j.ime</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asc</a:t>
            </a:r>
            <a:r>
              <a:rPr lang="sl-SI" sz="1200" dirty="0">
                <a:latin typeface="Courier New" pitchFamily="49" charset="0"/>
                <a:cs typeface="Courier New" pitchFamily="49" charset="0"/>
              </a:rPr>
              <a:t>;</a:t>
            </a:r>
          </a:p>
          <a:p>
            <a:pPr marL="514350" indent="-514350">
              <a:buNone/>
            </a:pPr>
            <a:endParaRPr lang="sl-SI" sz="1200" dirty="0">
              <a:latin typeface="Courier New" pitchFamily="49" charset="0"/>
              <a:cs typeface="Courier New" pitchFamily="49" charset="0"/>
            </a:endParaRPr>
          </a:p>
          <a:p>
            <a:pPr marL="514350" indent="-514350">
              <a:buNone/>
            </a:pPr>
            <a:endParaRPr lang="sl-SI" sz="1200" dirty="0">
              <a:latin typeface="Courier New" pitchFamily="49" charset="0"/>
              <a:cs typeface="Courier New" pitchFamily="49" charset="0"/>
            </a:endParaRPr>
          </a:p>
          <a:p>
            <a:pPr marL="514350" indent="-514350">
              <a:buNone/>
            </a:pPr>
            <a:endParaRPr lang="sl-SI" sz="1200" dirty="0">
              <a:latin typeface="Courier New" pitchFamily="49" charset="0"/>
              <a:cs typeface="Courier New" pitchFamily="49" charset="0"/>
            </a:endParaRPr>
          </a:p>
          <a:p>
            <a:pPr marL="514350" indent="-514350">
              <a:buNone/>
            </a:pPr>
            <a:endParaRPr lang="sl-SI" sz="1200" dirty="0">
              <a:latin typeface="Courier New" pitchFamily="49" charset="0"/>
              <a:cs typeface="Courier New" pitchFamily="49" charset="0"/>
            </a:endParaRPr>
          </a:p>
          <a:p>
            <a:pPr marL="514350" indent="-514350">
              <a:buNone/>
            </a:pPr>
            <a:endParaRPr lang="sl-SI" sz="1200" dirty="0">
              <a:latin typeface="Courier New" pitchFamily="49" charset="0"/>
              <a:cs typeface="Courier New" pitchFamily="49" charset="0"/>
            </a:endParaRPr>
          </a:p>
          <a:p>
            <a:pPr marL="514350" indent="-514350">
              <a:buNone/>
            </a:pPr>
            <a:r>
              <a:rPr lang="sl-SI" sz="1200" dirty="0">
                <a:latin typeface="Courier New" pitchFamily="49" charset="0"/>
                <a:cs typeface="Courier New" pitchFamily="49" charset="0"/>
              </a:rPr>
              <a:t>6. naloga</a:t>
            </a:r>
          </a:p>
          <a:p>
            <a:pPr marL="514350" indent="-514350">
              <a:buNone/>
            </a:pPr>
            <a:r>
              <a:rPr lang="sl-SI" sz="1200" dirty="0" err="1">
                <a:latin typeface="Courier New" pitchFamily="49" charset="0"/>
                <a:cs typeface="Courier New" pitchFamily="49" charset="0"/>
              </a:rPr>
              <a:t>select</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j.jid</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j.ime</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count</a:t>
            </a:r>
            <a:r>
              <a:rPr lang="sl-SI" sz="1200" dirty="0">
                <a:latin typeface="Courier New" pitchFamily="49" charset="0"/>
                <a:cs typeface="Courier New" pitchFamily="49" charset="0"/>
              </a:rPr>
              <a:t>(</a:t>
            </a:r>
            <a:r>
              <a:rPr lang="sl-SI" sz="1200" dirty="0" err="1">
                <a:latin typeface="Courier New" pitchFamily="49" charset="0"/>
                <a:cs typeface="Courier New" pitchFamily="49" charset="0"/>
              </a:rPr>
              <a:t>r.cid</a:t>
            </a:r>
            <a:r>
              <a:rPr lang="sl-SI" sz="1200" dirty="0">
                <a:latin typeface="Courier New" pitchFamily="49" charset="0"/>
                <a:cs typeface="Courier New" pitchFamily="49" charset="0"/>
              </a:rPr>
              <a:t>) as </a:t>
            </a:r>
            <a:r>
              <a:rPr lang="sl-SI" sz="1200" dirty="0" err="1">
                <a:latin typeface="Courier New" pitchFamily="49" charset="0"/>
                <a:cs typeface="Courier New" pitchFamily="49" charset="0"/>
              </a:rPr>
              <a:t>StRez</a:t>
            </a:r>
            <a:endParaRPr lang="sl-SI" sz="1200" dirty="0">
              <a:latin typeface="Courier New" pitchFamily="49" charset="0"/>
              <a:cs typeface="Courier New" pitchFamily="49" charset="0"/>
            </a:endParaRPr>
          </a:p>
          <a:p>
            <a:pPr marL="514350" indent="-514350">
              <a:buNone/>
            </a:pPr>
            <a:r>
              <a:rPr lang="sl-SI" sz="1200" dirty="0" err="1">
                <a:latin typeface="Courier New" pitchFamily="49" charset="0"/>
                <a:cs typeface="Courier New" pitchFamily="49" charset="0"/>
              </a:rPr>
              <a:t>from</a:t>
            </a:r>
            <a:r>
              <a:rPr lang="sl-SI" sz="1200" dirty="0">
                <a:latin typeface="Courier New" pitchFamily="49" charset="0"/>
                <a:cs typeface="Courier New" pitchFamily="49" charset="0"/>
              </a:rPr>
              <a:t> jadralec j </a:t>
            </a:r>
            <a:r>
              <a:rPr lang="sl-SI" sz="1200" dirty="0" err="1">
                <a:latin typeface="Courier New" pitchFamily="49" charset="0"/>
                <a:cs typeface="Courier New" pitchFamily="49" charset="0"/>
              </a:rPr>
              <a:t>left</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join</a:t>
            </a:r>
            <a:r>
              <a:rPr lang="sl-SI" sz="1200" dirty="0">
                <a:latin typeface="Courier New" pitchFamily="49" charset="0"/>
                <a:cs typeface="Courier New" pitchFamily="49" charset="0"/>
              </a:rPr>
              <a:t> rezervacija r </a:t>
            </a:r>
            <a:r>
              <a:rPr lang="sl-SI" sz="1200" dirty="0" err="1">
                <a:latin typeface="Courier New" pitchFamily="49" charset="0"/>
                <a:cs typeface="Courier New" pitchFamily="49" charset="0"/>
              </a:rPr>
              <a:t>using</a:t>
            </a:r>
            <a:r>
              <a:rPr lang="sl-SI" sz="1200" dirty="0">
                <a:latin typeface="Courier New" pitchFamily="49" charset="0"/>
                <a:cs typeface="Courier New" pitchFamily="49" charset="0"/>
              </a:rPr>
              <a:t>(</a:t>
            </a:r>
            <a:r>
              <a:rPr lang="sl-SI" sz="1200" dirty="0" err="1">
                <a:latin typeface="Courier New" pitchFamily="49" charset="0"/>
                <a:cs typeface="Courier New" pitchFamily="49" charset="0"/>
              </a:rPr>
              <a:t>jid</a:t>
            </a:r>
            <a:r>
              <a:rPr lang="sl-SI" sz="1200" dirty="0">
                <a:latin typeface="Courier New" pitchFamily="49" charset="0"/>
                <a:cs typeface="Courier New" pitchFamily="49" charset="0"/>
              </a:rPr>
              <a:t>)</a:t>
            </a:r>
          </a:p>
          <a:p>
            <a:pPr marL="514350" indent="-514350">
              <a:buNone/>
            </a:pPr>
            <a:r>
              <a:rPr lang="sl-SI" sz="1200" dirty="0" err="1">
                <a:latin typeface="Courier New" pitchFamily="49" charset="0"/>
                <a:cs typeface="Courier New" pitchFamily="49" charset="0"/>
              </a:rPr>
              <a:t>group</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by</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j.jid</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j.ime</a:t>
            </a:r>
            <a:endParaRPr lang="sl-SI" sz="1200" dirty="0">
              <a:latin typeface="Courier New" pitchFamily="49" charset="0"/>
              <a:cs typeface="Courier New" pitchFamily="49" charset="0"/>
            </a:endParaRPr>
          </a:p>
          <a:p>
            <a:pPr marL="514350" indent="-514350">
              <a:buNone/>
            </a:pPr>
            <a:r>
              <a:rPr lang="sl-SI" sz="1200" dirty="0" err="1">
                <a:latin typeface="Courier New" pitchFamily="49" charset="0"/>
                <a:cs typeface="Courier New" pitchFamily="49" charset="0"/>
              </a:rPr>
              <a:t>having</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StRez</a:t>
            </a:r>
            <a:r>
              <a:rPr lang="sl-SI" sz="1200" dirty="0">
                <a:latin typeface="Courier New" pitchFamily="49" charset="0"/>
                <a:cs typeface="Courier New" pitchFamily="49" charset="0"/>
              </a:rPr>
              <a:t> &gt; (</a:t>
            </a:r>
          </a:p>
          <a:p>
            <a:pPr marL="514350" indent="-514350">
              <a:buNone/>
            </a:pPr>
            <a:r>
              <a:rPr lang="sl-SI" sz="1200" dirty="0">
                <a:latin typeface="Courier New" pitchFamily="49" charset="0"/>
                <a:cs typeface="Courier New" pitchFamily="49" charset="0"/>
              </a:rPr>
              <a:t>SELECT avg(</a:t>
            </a:r>
            <a:r>
              <a:rPr lang="sl-SI" sz="1200" dirty="0" err="1">
                <a:latin typeface="Courier New" pitchFamily="49" charset="0"/>
                <a:cs typeface="Courier New" pitchFamily="49" charset="0"/>
              </a:rPr>
              <a:t>tmp.strez</a:t>
            </a:r>
            <a:r>
              <a:rPr lang="sl-SI" sz="1200" dirty="0">
                <a:latin typeface="Courier New" pitchFamily="49" charset="0"/>
                <a:cs typeface="Courier New" pitchFamily="49" charset="0"/>
              </a:rPr>
              <a:t>) </a:t>
            </a:r>
          </a:p>
          <a:p>
            <a:pPr marL="514350" indent="-514350">
              <a:buNone/>
            </a:pPr>
            <a:r>
              <a:rPr lang="sl-SI" sz="1200" dirty="0" err="1">
                <a:latin typeface="Courier New" pitchFamily="49" charset="0"/>
                <a:cs typeface="Courier New" pitchFamily="49" charset="0"/>
              </a:rPr>
              <a:t>from</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select</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j.jid</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j.ime</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count</a:t>
            </a:r>
            <a:r>
              <a:rPr lang="sl-SI" sz="1200" dirty="0">
                <a:latin typeface="Courier New" pitchFamily="49" charset="0"/>
                <a:cs typeface="Courier New" pitchFamily="49" charset="0"/>
              </a:rPr>
              <a:t>(</a:t>
            </a:r>
            <a:r>
              <a:rPr lang="sl-SI" sz="1200" dirty="0" err="1">
                <a:latin typeface="Courier New" pitchFamily="49" charset="0"/>
                <a:cs typeface="Courier New" pitchFamily="49" charset="0"/>
              </a:rPr>
              <a:t>r.cid</a:t>
            </a:r>
            <a:r>
              <a:rPr lang="sl-SI" sz="1200" dirty="0">
                <a:latin typeface="Courier New" pitchFamily="49" charset="0"/>
                <a:cs typeface="Courier New" pitchFamily="49" charset="0"/>
              </a:rPr>
              <a:t>) as </a:t>
            </a:r>
            <a:r>
              <a:rPr lang="sl-SI" sz="1200" dirty="0" err="1">
                <a:latin typeface="Courier New" pitchFamily="49" charset="0"/>
                <a:cs typeface="Courier New" pitchFamily="49" charset="0"/>
              </a:rPr>
              <a:t>StRez</a:t>
            </a:r>
            <a:endParaRPr lang="sl-SI" sz="1200" dirty="0">
              <a:latin typeface="Courier New" pitchFamily="49" charset="0"/>
              <a:cs typeface="Courier New" pitchFamily="49" charset="0"/>
            </a:endParaRPr>
          </a:p>
          <a:p>
            <a:pPr marL="514350" indent="-514350">
              <a:buNone/>
            </a:pPr>
            <a:r>
              <a:rPr lang="sl-SI" sz="1200" dirty="0" err="1">
                <a:latin typeface="Courier New" pitchFamily="49" charset="0"/>
                <a:cs typeface="Courier New" pitchFamily="49" charset="0"/>
              </a:rPr>
              <a:t>from</a:t>
            </a:r>
            <a:r>
              <a:rPr lang="sl-SI" sz="1200" dirty="0">
                <a:latin typeface="Courier New" pitchFamily="49" charset="0"/>
                <a:cs typeface="Courier New" pitchFamily="49" charset="0"/>
              </a:rPr>
              <a:t> jadralec j </a:t>
            </a:r>
            <a:r>
              <a:rPr lang="sl-SI" sz="1200" dirty="0" err="1">
                <a:latin typeface="Courier New" pitchFamily="49" charset="0"/>
                <a:cs typeface="Courier New" pitchFamily="49" charset="0"/>
              </a:rPr>
              <a:t>left</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join</a:t>
            </a:r>
            <a:r>
              <a:rPr lang="sl-SI" sz="1200" dirty="0">
                <a:latin typeface="Courier New" pitchFamily="49" charset="0"/>
                <a:cs typeface="Courier New" pitchFamily="49" charset="0"/>
              </a:rPr>
              <a:t> rezervacija r </a:t>
            </a:r>
            <a:r>
              <a:rPr lang="sl-SI" sz="1200" dirty="0" err="1">
                <a:latin typeface="Courier New" pitchFamily="49" charset="0"/>
                <a:cs typeface="Courier New" pitchFamily="49" charset="0"/>
              </a:rPr>
              <a:t>using</a:t>
            </a:r>
            <a:r>
              <a:rPr lang="sl-SI" sz="1200" dirty="0">
                <a:latin typeface="Courier New" pitchFamily="49" charset="0"/>
                <a:cs typeface="Courier New" pitchFamily="49" charset="0"/>
              </a:rPr>
              <a:t>(</a:t>
            </a:r>
            <a:r>
              <a:rPr lang="sl-SI" sz="1200" dirty="0" err="1">
                <a:latin typeface="Courier New" pitchFamily="49" charset="0"/>
                <a:cs typeface="Courier New" pitchFamily="49" charset="0"/>
              </a:rPr>
              <a:t>jid</a:t>
            </a:r>
            <a:r>
              <a:rPr lang="sl-SI" sz="1200" dirty="0">
                <a:latin typeface="Courier New" pitchFamily="49" charset="0"/>
                <a:cs typeface="Courier New" pitchFamily="49" charset="0"/>
              </a:rPr>
              <a:t>)</a:t>
            </a:r>
          </a:p>
          <a:p>
            <a:pPr marL="514350" indent="-514350">
              <a:buNone/>
            </a:pPr>
            <a:r>
              <a:rPr lang="sl-SI" sz="1200" dirty="0" err="1">
                <a:latin typeface="Courier New" pitchFamily="49" charset="0"/>
                <a:cs typeface="Courier New" pitchFamily="49" charset="0"/>
              </a:rPr>
              <a:t>group</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by</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j.jid</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j.ime</a:t>
            </a:r>
            <a:r>
              <a:rPr lang="sl-SI" sz="1200" dirty="0">
                <a:latin typeface="Courier New" pitchFamily="49" charset="0"/>
                <a:cs typeface="Courier New" pitchFamily="49" charset="0"/>
              </a:rPr>
              <a:t>) </a:t>
            </a:r>
            <a:r>
              <a:rPr lang="sl-SI" sz="1200" dirty="0" err="1">
                <a:latin typeface="Courier New" pitchFamily="49" charset="0"/>
                <a:cs typeface="Courier New" pitchFamily="49" charset="0"/>
              </a:rPr>
              <a:t>tmp</a:t>
            </a:r>
            <a:r>
              <a:rPr lang="sl-SI" sz="1200" dirty="0">
                <a:latin typeface="Courier New" pitchFamily="49" charset="0"/>
                <a:cs typeface="Courier New" pitchFamily="49" charset="0"/>
              </a:rPr>
              <a:t>);</a:t>
            </a:r>
          </a:p>
        </p:txBody>
      </p:sp>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a:t>
            </a:r>
            <a:r>
              <a:rPr lang="en-US" err="1"/>
              <a:t>skupine</a:t>
            </a:r>
            <a:r>
              <a:rPr lang="en-US"/>
              <a:t> in </a:t>
            </a:r>
            <a:r>
              <a:rPr lang="sl-SI"/>
              <a:t>skupinski operatorji</a:t>
            </a:r>
          </a:p>
        </p:txBody>
      </p:sp>
      <p:sp>
        <p:nvSpPr>
          <p:cNvPr id="5" name="Text Placeholder 4"/>
          <p:cNvSpPr>
            <a:spLocks noGrp="1"/>
          </p:cNvSpPr>
          <p:nvPr>
            <p:ph type="body" sz="half" idx="3"/>
          </p:nvPr>
        </p:nvSpPr>
        <p:spPr>
          <a:xfrm>
            <a:off x="762000" y="2362200"/>
            <a:ext cx="8001000" cy="4191000"/>
          </a:xfrm>
        </p:spPr>
        <p:txBody>
          <a:bodyPr/>
          <a:lstStyle/>
          <a:p>
            <a:pPr marL="457200" indent="-457200">
              <a:buNone/>
            </a:pPr>
            <a:r>
              <a:rPr lang="sl-SI" sz="2000"/>
              <a:t>Nalogi 1 in 2 sta  </a:t>
            </a:r>
            <a:r>
              <a:rPr lang="en-US" sz="2000"/>
              <a:t>5</a:t>
            </a:r>
            <a:r>
              <a:rPr lang="sl-SI" sz="2000"/>
              <a:t> in </a:t>
            </a:r>
            <a:r>
              <a:rPr lang="en-US" sz="2000"/>
              <a:t>6</a:t>
            </a:r>
            <a:r>
              <a:rPr lang="sl-SI" sz="2000"/>
              <a:t> od prejšnjega tedna.</a:t>
            </a:r>
          </a:p>
          <a:p>
            <a:pPr marL="457200" indent="-457200">
              <a:buFont typeface="+mj-lt"/>
              <a:buAutoNum type="arabicPeriod"/>
            </a:pPr>
            <a:r>
              <a:rPr lang="sl-SI" sz="2000"/>
              <a:t>Preverite, ali so vsi čolni z dolžino nad 35 čevljev iste barve (s </a:t>
            </a:r>
            <a:r>
              <a:rPr lang="sl-SI" sz="2000" err="1"/>
              <a:t>kvantifikatorji</a:t>
            </a:r>
            <a:r>
              <a:rPr lang="sl-SI" sz="2000"/>
              <a:t>).</a:t>
            </a:r>
          </a:p>
          <a:p>
            <a:pPr marL="457200" indent="-457200">
              <a:buFont typeface="+mj-lt"/>
              <a:buAutoNum type="arabicPeriod"/>
            </a:pPr>
            <a:r>
              <a:rPr lang="sl-SI" sz="2000"/>
              <a:t>Preverite, ali so vsi čolni z dolžino nad 35 čevljev iste barve (s skupinskimi operatorji).</a:t>
            </a:r>
            <a:endParaRPr lang="en-US" sz="2000"/>
          </a:p>
          <a:p>
            <a:pPr marL="457200" indent="-457200">
              <a:buFont typeface="+mj-lt"/>
              <a:buAutoNum type="arabicPeriod"/>
            </a:pPr>
            <a:r>
              <a:rPr lang="en-US" sz="2000" err="1"/>
              <a:t>Izpi</a:t>
            </a:r>
            <a:r>
              <a:rPr lang="sl-SI" sz="2000" err="1"/>
              <a:t>šite</a:t>
            </a:r>
            <a:r>
              <a:rPr lang="sl-SI" sz="2000"/>
              <a:t> šifre, imena čolnov in število njihovih rezervacij urejeno v padajočem vrstnem redu.</a:t>
            </a:r>
          </a:p>
          <a:p>
            <a:pPr marL="457200" indent="-457200">
              <a:buFont typeface="+mj-lt"/>
              <a:buAutoNum type="arabicPeriod"/>
            </a:pPr>
            <a:r>
              <a:rPr lang="sl-SI" sz="2000"/>
              <a:t>Izpišite imena, šifre in število rezervacij  vsakega jadralca. Kdor ni rezerviral ničesar, bo imel 0 rezervacij. Izpis uredite padajoče po številu rezervacij in naraščajoče po imenu jadralca.</a:t>
            </a:r>
          </a:p>
          <a:p>
            <a:pPr marL="457200" indent="-457200">
              <a:buFont typeface="+mj-lt"/>
              <a:buAutoNum type="arabicPeriod"/>
            </a:pPr>
            <a:r>
              <a:rPr lang="sl-SI" sz="2000"/>
              <a:t>Izpišite imena in šifre vseh jadralcev, ki so rezervirali nadpovprečno število čolnov.</a:t>
            </a:r>
            <a:endParaRPr lang="en-US" sz="2000"/>
          </a:p>
          <a:p>
            <a:pPr marL="457200" indent="-457200">
              <a:buFont typeface="+mj-lt"/>
              <a:buAutoNum type="arabicPeriod"/>
            </a:pPr>
            <a:endParaRPr lang="sl-SI" sz="2000"/>
          </a:p>
          <a:p>
            <a:pPr marL="457200" indent="-457200">
              <a:buFont typeface="+mj-lt"/>
              <a:buAutoNum type="arabicPeriod"/>
            </a:pPr>
            <a:endParaRPr lang="sl-SI" sz="2000"/>
          </a:p>
          <a:p>
            <a:pPr marL="457200" indent="-457200">
              <a:buFont typeface="+mj-lt"/>
              <a:buAutoNum type="arabicPeriod"/>
            </a:pPr>
            <a:endParaRPr lang="sl-SI" sz="3200"/>
          </a:p>
          <a:p>
            <a:endParaRPr lang="sl-SI"/>
          </a:p>
          <a:p>
            <a:endParaRPr lang="sl-SI"/>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03778" name="AutoShape 2"/>
          <p:cNvSpPr>
            <a:spLocks noGrp="1" noChangeArrowheads="1"/>
          </p:cNvSpPr>
          <p:nvPr>
            <p:ph type="title"/>
          </p:nvPr>
        </p:nvSpPr>
        <p:spPr/>
        <p:txBody>
          <a:bodyPr/>
          <a:lstStyle/>
          <a:p>
            <a:r>
              <a:rPr lang="en-US"/>
              <a:t>Data definition language - DDL</a:t>
            </a:r>
          </a:p>
        </p:txBody>
      </p:sp>
      <p:sp>
        <p:nvSpPr>
          <p:cNvPr id="203779" name="Rectangle 3"/>
          <p:cNvSpPr>
            <a:spLocks noGrp="1" noChangeArrowheads="1"/>
          </p:cNvSpPr>
          <p:nvPr>
            <p:ph type="body" idx="1"/>
          </p:nvPr>
        </p:nvSpPr>
        <p:spPr/>
        <p:txBody>
          <a:bodyPr/>
          <a:lstStyle/>
          <a:p>
            <a:r>
              <a:rPr lang="en-US"/>
              <a:t>Tipi </a:t>
            </a:r>
            <a:r>
              <a:rPr lang="en-US" err="1"/>
              <a:t>atributov</a:t>
            </a:r>
            <a:endParaRPr lang="en-US"/>
          </a:p>
          <a:p>
            <a:r>
              <a:rPr lang="en-US" err="1"/>
              <a:t>Kreiranje</a:t>
            </a:r>
            <a:r>
              <a:rPr lang="en-US"/>
              <a:t> in </a:t>
            </a:r>
            <a:r>
              <a:rPr lang="en-US" err="1"/>
              <a:t>spreminjanje</a:t>
            </a:r>
            <a:r>
              <a:rPr lang="en-US"/>
              <a:t> </a:t>
            </a:r>
            <a:r>
              <a:rPr lang="en-US" err="1"/>
              <a:t>tabel</a:t>
            </a:r>
            <a:endParaRPr lang="en-US"/>
          </a:p>
          <a:p>
            <a:r>
              <a:rPr lang="en-US" err="1"/>
              <a:t>Polnjenje</a:t>
            </a:r>
            <a:r>
              <a:rPr lang="en-US"/>
              <a:t> </a:t>
            </a:r>
            <a:r>
              <a:rPr lang="en-US" err="1"/>
              <a:t>tabel</a:t>
            </a:r>
            <a:endParaRPr lang="en-US"/>
          </a:p>
          <a:p>
            <a:endParaRPr lang="en-US"/>
          </a:p>
          <a:p>
            <a:pPr>
              <a:buFont typeface="Wingdings" pitchFamily="2" charset="2"/>
              <a:buNone/>
            </a:pPr>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04802" name="AutoShape 2"/>
          <p:cNvSpPr>
            <a:spLocks noGrp="1" noChangeArrowheads="1"/>
          </p:cNvSpPr>
          <p:nvPr>
            <p:ph type="title"/>
          </p:nvPr>
        </p:nvSpPr>
        <p:spPr/>
        <p:txBody>
          <a:bodyPr/>
          <a:lstStyle/>
          <a:p>
            <a:r>
              <a:rPr lang="en-US"/>
              <a:t>Tipi atributov</a:t>
            </a:r>
          </a:p>
        </p:txBody>
      </p:sp>
      <p:sp>
        <p:nvSpPr>
          <p:cNvPr id="204803" name="Rectangle 3"/>
          <p:cNvSpPr>
            <a:spLocks noGrp="1" noChangeArrowheads="1"/>
          </p:cNvSpPr>
          <p:nvPr>
            <p:ph type="body" idx="1"/>
          </p:nvPr>
        </p:nvSpPr>
        <p:spPr/>
        <p:txBody>
          <a:bodyPr/>
          <a:lstStyle/>
          <a:p>
            <a:r>
              <a:rPr lang="en-US" dirty="0"/>
              <a:t>Numeri</a:t>
            </a:r>
            <a:r>
              <a:rPr lang="sl-SI" dirty="0" err="1"/>
              <a:t>čni</a:t>
            </a:r>
            <a:r>
              <a:rPr lang="sl-SI" dirty="0"/>
              <a:t> tipi: NUMBER, INTEGER, FLOAT, DOUBLE, DECIMAL, ...</a:t>
            </a:r>
          </a:p>
          <a:p>
            <a:r>
              <a:rPr lang="sl-SI" dirty="0"/>
              <a:t>Znakovni tipi: CHAR, VARCHAR, TEXT, ...</a:t>
            </a:r>
          </a:p>
          <a:p>
            <a:r>
              <a:rPr lang="sl-SI" dirty="0"/>
              <a:t>Datumski tip: DATE</a:t>
            </a:r>
          </a:p>
          <a:p>
            <a:r>
              <a:rPr lang="sl-SI" dirty="0" err="1"/>
              <a:t>Netipizirani</a:t>
            </a:r>
            <a:r>
              <a:rPr lang="sl-SI" dirty="0"/>
              <a:t> tipi: BLOB (</a:t>
            </a:r>
            <a:r>
              <a:rPr lang="sl-SI" dirty="0" err="1"/>
              <a:t>binary</a:t>
            </a:r>
            <a:r>
              <a:rPr lang="sl-SI" dirty="0"/>
              <a:t> large </a:t>
            </a:r>
            <a:r>
              <a:rPr lang="sl-SI" dirty="0" err="1"/>
              <a:t>object</a:t>
            </a:r>
            <a:r>
              <a:rPr lang="sl-SI" dirty="0"/>
              <a:t>), CLOB (</a:t>
            </a:r>
            <a:r>
              <a:rPr lang="sl-SI" dirty="0" err="1"/>
              <a:t>character</a:t>
            </a:r>
            <a:r>
              <a:rPr lang="sl-SI" dirty="0"/>
              <a:t> large </a:t>
            </a:r>
            <a:r>
              <a:rPr lang="sl-SI" dirty="0" err="1"/>
              <a:t>object</a:t>
            </a:r>
            <a:r>
              <a:rPr lang="sl-SI" dirty="0"/>
              <a:t>) ali TEXT, velikost ene vrednosti v </a:t>
            </a:r>
            <a:r>
              <a:rPr lang="sl-SI" dirty="0" err="1"/>
              <a:t>MariaDB</a:t>
            </a:r>
            <a:r>
              <a:rPr lang="sl-SI" dirty="0"/>
              <a:t> do 4GB</a:t>
            </a:r>
          </a:p>
          <a:p>
            <a:pPr>
              <a:buNone/>
            </a:pPr>
            <a:endParaRPr lang="sl-SI" dirty="0"/>
          </a:p>
          <a:p>
            <a:pPr>
              <a:buFont typeface="Wingdings" pitchFamily="2" charset="2"/>
              <a:buNone/>
            </a:pPr>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05826" name="AutoShape 2"/>
          <p:cNvSpPr>
            <a:spLocks noGrp="1" noChangeArrowheads="1"/>
          </p:cNvSpPr>
          <p:nvPr>
            <p:ph type="title"/>
          </p:nvPr>
        </p:nvSpPr>
        <p:spPr/>
        <p:txBody>
          <a:bodyPr/>
          <a:lstStyle/>
          <a:p>
            <a:r>
              <a:rPr lang="sl-SI"/>
              <a:t>Kreiranje tabel</a:t>
            </a:r>
            <a:endParaRPr lang="en-US"/>
          </a:p>
        </p:txBody>
      </p:sp>
      <p:sp>
        <p:nvSpPr>
          <p:cNvPr id="205827" name="Rectangle 3"/>
          <p:cNvSpPr>
            <a:spLocks noGrp="1" noChangeArrowheads="1"/>
          </p:cNvSpPr>
          <p:nvPr>
            <p:ph type="body" idx="1"/>
          </p:nvPr>
        </p:nvSpPr>
        <p:spPr>
          <a:xfrm>
            <a:off x="838200" y="2362200"/>
            <a:ext cx="7693025" cy="4114800"/>
          </a:xfrm>
        </p:spPr>
        <p:txBody>
          <a:bodyPr/>
          <a:lstStyle/>
          <a:p>
            <a:r>
              <a:rPr lang="sl-SI" dirty="0"/>
              <a:t>Sintaksa:</a:t>
            </a:r>
            <a:br>
              <a:rPr lang="sl-SI" dirty="0"/>
            </a:br>
            <a:r>
              <a:rPr lang="sl-SI" sz="2000" b="1" dirty="0">
                <a:latin typeface="Courier New" pitchFamily="49" charset="0"/>
              </a:rPr>
              <a:t>CREATE TABLE </a:t>
            </a:r>
            <a:r>
              <a:rPr lang="sl-SI" sz="2000" dirty="0" err="1">
                <a:latin typeface="Courier New" pitchFamily="49" charset="0"/>
              </a:rPr>
              <a:t>ime_tabele</a:t>
            </a:r>
            <a:br>
              <a:rPr lang="sl-SI" sz="2000" dirty="0">
                <a:latin typeface="Courier New" pitchFamily="49" charset="0"/>
              </a:rPr>
            </a:br>
            <a:r>
              <a:rPr lang="sl-SI" sz="2000" dirty="0">
                <a:latin typeface="Courier New" pitchFamily="49" charset="0"/>
              </a:rPr>
              <a:t>	(atributi in omejitve)</a:t>
            </a:r>
            <a:br>
              <a:rPr lang="sl-SI" sz="2000" dirty="0">
                <a:latin typeface="Courier New" pitchFamily="49" charset="0"/>
              </a:rPr>
            </a:br>
            <a:r>
              <a:rPr lang="sl-SI" sz="2000" dirty="0">
                <a:latin typeface="Courier New" pitchFamily="49" charset="0"/>
              </a:rPr>
              <a:t>	druge opcije;</a:t>
            </a:r>
          </a:p>
          <a:p>
            <a:r>
              <a:rPr lang="sl-SI" dirty="0"/>
              <a:t>Primer:</a:t>
            </a:r>
            <a:br>
              <a:rPr lang="sl-SI" dirty="0"/>
            </a:br>
            <a:r>
              <a:rPr lang="en-US" sz="2000" b="1" dirty="0">
                <a:latin typeface="Courier New" pitchFamily="49" charset="0"/>
              </a:rPr>
              <a:t>CREATE TABLE </a:t>
            </a:r>
            <a:r>
              <a:rPr lang="en-US" sz="2000" dirty="0" err="1">
                <a:latin typeface="Courier New" pitchFamily="49" charset="0"/>
              </a:rPr>
              <a:t>jadralec</a:t>
            </a:r>
            <a:r>
              <a:rPr lang="en-US" sz="2000" b="1" dirty="0">
                <a:latin typeface="Courier New" pitchFamily="49" charset="0"/>
              </a:rPr>
              <a:t> </a:t>
            </a:r>
            <a:br>
              <a:rPr lang="sl-SI" sz="2000" b="1" dirty="0">
                <a:latin typeface="Courier New" pitchFamily="49" charset="0"/>
              </a:rPr>
            </a:br>
            <a:r>
              <a:rPr lang="en-US" sz="2000" dirty="0">
                <a:latin typeface="Courier New" pitchFamily="49" charset="0"/>
              </a:rPr>
              <a:t>(</a:t>
            </a:r>
            <a:r>
              <a:rPr lang="en-US" sz="2000" b="1" dirty="0">
                <a:latin typeface="Courier New" pitchFamily="49" charset="0"/>
              </a:rPr>
              <a:t> </a:t>
            </a:r>
            <a:r>
              <a:rPr lang="en-US" sz="2000" dirty="0" err="1">
                <a:latin typeface="Courier New" pitchFamily="49" charset="0"/>
              </a:rPr>
              <a:t>jid</a:t>
            </a:r>
            <a:r>
              <a:rPr lang="en-US" sz="2000" b="1" dirty="0">
                <a:latin typeface="Courier New" pitchFamily="49" charset="0"/>
              </a:rPr>
              <a:t> </a:t>
            </a:r>
            <a:r>
              <a:rPr lang="sl-SI" sz="2000" b="1" dirty="0">
                <a:latin typeface="Courier New" pitchFamily="49" charset="0"/>
              </a:rPr>
              <a:t>   </a:t>
            </a:r>
            <a:r>
              <a:rPr lang="en-US" sz="2000" b="1" dirty="0">
                <a:latin typeface="Courier New" pitchFamily="49" charset="0"/>
              </a:rPr>
              <a:t>INTEGER, </a:t>
            </a:r>
            <a:r>
              <a:rPr lang="sl-SI" sz="2000" b="1" dirty="0">
                <a:latin typeface="Courier New" pitchFamily="49" charset="0"/>
              </a:rPr>
              <a:t>       </a:t>
            </a:r>
            <a:r>
              <a:rPr lang="en-US" sz="2000" dirty="0">
                <a:latin typeface="Courier New" pitchFamily="49" charset="0"/>
              </a:rPr>
              <a:t>--</a:t>
            </a:r>
            <a:r>
              <a:rPr lang="sl-SI" sz="2000" dirty="0">
                <a:latin typeface="Courier New" pitchFamily="49" charset="0"/>
              </a:rPr>
              <a:t> atributi</a:t>
            </a:r>
            <a:br>
              <a:rPr lang="sl-SI" sz="2000" b="1" dirty="0">
                <a:latin typeface="Courier New" pitchFamily="49" charset="0"/>
              </a:rPr>
            </a:br>
            <a:r>
              <a:rPr lang="sl-SI" sz="2000" b="1" dirty="0">
                <a:latin typeface="Courier New" pitchFamily="49" charset="0"/>
              </a:rPr>
              <a:t>  </a:t>
            </a:r>
            <a:r>
              <a:rPr lang="en-US" sz="2000" dirty="0" err="1">
                <a:latin typeface="Courier New" pitchFamily="49" charset="0"/>
              </a:rPr>
              <a:t>ime</a:t>
            </a:r>
            <a:r>
              <a:rPr lang="en-US" sz="2000" b="1" dirty="0">
                <a:latin typeface="Courier New" pitchFamily="49" charset="0"/>
              </a:rPr>
              <a:t> </a:t>
            </a:r>
            <a:r>
              <a:rPr lang="sl-SI" sz="2000" b="1" dirty="0">
                <a:latin typeface="Courier New" pitchFamily="49" charset="0"/>
              </a:rPr>
              <a:t>   </a:t>
            </a:r>
            <a:r>
              <a:rPr lang="en-US" sz="2000" b="1" dirty="0">
                <a:latin typeface="Courier New" pitchFamily="49" charset="0"/>
              </a:rPr>
              <a:t>VARCHAR</a:t>
            </a:r>
            <a:r>
              <a:rPr lang="en-US" sz="2000" dirty="0">
                <a:latin typeface="Courier New" pitchFamily="49" charset="0"/>
              </a:rPr>
              <a:t>(10)</a:t>
            </a:r>
            <a:r>
              <a:rPr lang="en-US" sz="2000" b="1" dirty="0">
                <a:latin typeface="Courier New" pitchFamily="49" charset="0"/>
              </a:rPr>
              <a:t>, </a:t>
            </a:r>
            <a:br>
              <a:rPr lang="sl-SI" sz="2000" b="1" dirty="0">
                <a:latin typeface="Courier New" pitchFamily="49" charset="0"/>
              </a:rPr>
            </a:br>
            <a:r>
              <a:rPr lang="sl-SI" sz="2000" b="1" dirty="0">
                <a:latin typeface="Courier New" pitchFamily="49" charset="0"/>
              </a:rPr>
              <a:t>  </a:t>
            </a:r>
            <a:r>
              <a:rPr lang="en-US" sz="2000" dirty="0">
                <a:latin typeface="Courier New" pitchFamily="49" charset="0"/>
              </a:rPr>
              <a:t>rating</a:t>
            </a:r>
            <a:r>
              <a:rPr lang="en-US" sz="2000" b="1" dirty="0">
                <a:latin typeface="Courier New" pitchFamily="49" charset="0"/>
              </a:rPr>
              <a:t> INTEGER, </a:t>
            </a:r>
            <a:br>
              <a:rPr lang="sl-SI" sz="2000" b="1" dirty="0">
                <a:latin typeface="Courier New" pitchFamily="49" charset="0"/>
              </a:rPr>
            </a:br>
            <a:r>
              <a:rPr lang="sl-SI" sz="2000" b="1" dirty="0">
                <a:latin typeface="Courier New" pitchFamily="49" charset="0"/>
              </a:rPr>
              <a:t>  </a:t>
            </a:r>
            <a:r>
              <a:rPr lang="en-US" sz="2000" dirty="0">
                <a:latin typeface="Courier New" pitchFamily="49" charset="0"/>
              </a:rPr>
              <a:t>starost</a:t>
            </a:r>
            <a:r>
              <a:rPr lang="en-US" sz="2000" b="1" dirty="0">
                <a:latin typeface="Courier New" pitchFamily="49" charset="0"/>
              </a:rPr>
              <a:t> REAL, </a:t>
            </a:r>
            <a:br>
              <a:rPr lang="sl-SI" sz="2000" b="1" dirty="0">
                <a:latin typeface="Courier New" pitchFamily="49" charset="0"/>
              </a:rPr>
            </a:br>
            <a:r>
              <a:rPr lang="sl-SI" sz="2000" b="1" dirty="0">
                <a:latin typeface="Courier New" pitchFamily="49" charset="0"/>
              </a:rPr>
              <a:t>  </a:t>
            </a:r>
            <a:r>
              <a:rPr lang="en-US" sz="2000" b="1" dirty="0">
                <a:latin typeface="Courier New" pitchFamily="49" charset="0"/>
              </a:rPr>
              <a:t>PRIMARY KEY </a:t>
            </a:r>
            <a:r>
              <a:rPr lang="en-US" sz="2000" dirty="0">
                <a:latin typeface="Courier New" pitchFamily="49" charset="0"/>
              </a:rPr>
              <a:t>(</a:t>
            </a:r>
            <a:r>
              <a:rPr lang="en-US" sz="2000" dirty="0" err="1">
                <a:latin typeface="Courier New" pitchFamily="49" charset="0"/>
              </a:rPr>
              <a:t>jid</a:t>
            </a:r>
            <a:r>
              <a:rPr lang="en-US" sz="2000" dirty="0">
                <a:latin typeface="Courier New" pitchFamily="49" charset="0"/>
              </a:rPr>
              <a:t>),</a:t>
            </a:r>
            <a:r>
              <a:rPr lang="en-US" sz="2000" b="1" dirty="0">
                <a:latin typeface="Courier New" pitchFamily="49" charset="0"/>
              </a:rPr>
              <a:t>     </a:t>
            </a:r>
            <a:r>
              <a:rPr lang="en-US" sz="2000" dirty="0">
                <a:latin typeface="Courier New" pitchFamily="49" charset="0"/>
              </a:rPr>
              <a:t>-- </a:t>
            </a:r>
            <a:r>
              <a:rPr lang="en-US" sz="2000" dirty="0" err="1">
                <a:latin typeface="Courier New" pitchFamily="49" charset="0"/>
              </a:rPr>
              <a:t>omejitve</a:t>
            </a:r>
            <a:r>
              <a:rPr lang="en-US" sz="2000" dirty="0">
                <a:latin typeface="Courier New" pitchFamily="49" charset="0"/>
              </a:rPr>
              <a:t>  </a:t>
            </a:r>
            <a:br>
              <a:rPr lang="sl-SI" sz="2000" b="1" dirty="0">
                <a:latin typeface="Courier New" pitchFamily="49" charset="0"/>
              </a:rPr>
            </a:br>
            <a:r>
              <a:rPr lang="sl-SI" sz="2000" b="1" dirty="0">
                <a:latin typeface="Courier New" pitchFamily="49" charset="0"/>
              </a:rPr>
              <a:t>  </a:t>
            </a:r>
            <a:r>
              <a:rPr lang="en-US" sz="2000" b="1" dirty="0">
                <a:latin typeface="Courier New" pitchFamily="49" charset="0"/>
              </a:rPr>
              <a:t>CHECK </a:t>
            </a:r>
            <a:r>
              <a:rPr lang="en-US" sz="2000" dirty="0">
                <a:latin typeface="Courier New" pitchFamily="49" charset="0"/>
              </a:rPr>
              <a:t>( rating &gt;= 1 </a:t>
            </a:r>
            <a:r>
              <a:rPr lang="en-US" sz="2000" b="1" dirty="0">
                <a:latin typeface="Courier New" pitchFamily="49" charset="0"/>
              </a:rPr>
              <a:t>AND </a:t>
            </a:r>
            <a:r>
              <a:rPr lang="en-US" sz="2000" dirty="0">
                <a:latin typeface="Courier New" pitchFamily="49" charset="0"/>
              </a:rPr>
              <a:t>rating &lt;= 10 )); </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06850" name="AutoShape 2"/>
          <p:cNvSpPr>
            <a:spLocks noGrp="1" noChangeArrowheads="1"/>
          </p:cNvSpPr>
          <p:nvPr>
            <p:ph type="title"/>
          </p:nvPr>
        </p:nvSpPr>
        <p:spPr/>
        <p:txBody>
          <a:bodyPr/>
          <a:lstStyle/>
          <a:p>
            <a:r>
              <a:rPr lang="en-US" err="1"/>
              <a:t>Polnjenje</a:t>
            </a:r>
            <a:r>
              <a:rPr lang="en-US"/>
              <a:t> </a:t>
            </a:r>
            <a:r>
              <a:rPr lang="en-US" err="1"/>
              <a:t>tabel</a:t>
            </a:r>
            <a:r>
              <a:rPr lang="sl-SI"/>
              <a:t> (DML)</a:t>
            </a:r>
            <a:endParaRPr lang="en-US"/>
          </a:p>
        </p:txBody>
      </p:sp>
      <p:sp>
        <p:nvSpPr>
          <p:cNvPr id="206851" name="Rectangle 3"/>
          <p:cNvSpPr>
            <a:spLocks noGrp="1" noChangeArrowheads="1"/>
          </p:cNvSpPr>
          <p:nvPr>
            <p:ph type="body" idx="1"/>
          </p:nvPr>
        </p:nvSpPr>
        <p:spPr/>
        <p:txBody>
          <a:bodyPr/>
          <a:lstStyle/>
          <a:p>
            <a:r>
              <a:rPr lang="en-US" dirty="0" err="1"/>
              <a:t>Sintaksa</a:t>
            </a:r>
            <a:r>
              <a:rPr lang="en-US" dirty="0"/>
              <a:t>:</a:t>
            </a:r>
            <a:br>
              <a:rPr lang="en-US" dirty="0"/>
            </a:br>
            <a:r>
              <a:rPr lang="en-US" sz="2000" b="1" dirty="0"/>
              <a:t>INSERT INTO </a:t>
            </a:r>
            <a:r>
              <a:rPr lang="en-US" sz="2000" dirty="0" err="1"/>
              <a:t>ime_tabele</a:t>
            </a:r>
            <a:r>
              <a:rPr lang="en-US" sz="2000" b="1" dirty="0"/>
              <a:t> VALUES</a:t>
            </a:r>
            <a:r>
              <a:rPr lang="en-US" sz="2000" dirty="0"/>
              <a:t>(v</a:t>
            </a:r>
            <a:r>
              <a:rPr lang="en-US" sz="2000" baseline="-25000" dirty="0"/>
              <a:t>1</a:t>
            </a:r>
            <a:r>
              <a:rPr lang="en-US" sz="2000" dirty="0"/>
              <a:t>, ..., v</a:t>
            </a:r>
            <a:r>
              <a:rPr lang="sl-SI" sz="2000" baseline="-25000" dirty="0"/>
              <a:t>k</a:t>
            </a:r>
            <a:r>
              <a:rPr lang="en-US" sz="2000" dirty="0"/>
              <a:t>);</a:t>
            </a:r>
            <a:br>
              <a:rPr lang="en-US" sz="2000" b="1" dirty="0"/>
            </a:br>
            <a:r>
              <a:rPr lang="en-US" sz="2000" b="1" dirty="0"/>
              <a:t>INSERT INTO </a:t>
            </a:r>
            <a:r>
              <a:rPr lang="en-US" sz="2000" dirty="0" err="1"/>
              <a:t>ime_tabele</a:t>
            </a:r>
            <a:r>
              <a:rPr lang="sl-SI" sz="2000" dirty="0"/>
              <a:t>(ime</a:t>
            </a:r>
            <a:r>
              <a:rPr lang="sl-SI" sz="2000" baseline="-25000" dirty="0"/>
              <a:t>1</a:t>
            </a:r>
            <a:r>
              <a:rPr lang="sl-SI" sz="2000" dirty="0"/>
              <a:t>,...,</a:t>
            </a:r>
            <a:r>
              <a:rPr lang="sl-SI" sz="2000" dirty="0" err="1"/>
              <a:t>ime</a:t>
            </a:r>
            <a:r>
              <a:rPr lang="sl-SI" sz="2000" baseline="-25000" dirty="0" err="1"/>
              <a:t>k</a:t>
            </a:r>
            <a:r>
              <a:rPr lang="sl-SI" sz="2000" dirty="0"/>
              <a:t>)</a:t>
            </a:r>
            <a:r>
              <a:rPr lang="en-US" sz="2000" b="1" dirty="0"/>
              <a:t> VALUES</a:t>
            </a:r>
            <a:r>
              <a:rPr lang="en-US" sz="2000" dirty="0"/>
              <a:t>(v</a:t>
            </a:r>
            <a:r>
              <a:rPr lang="en-US" sz="2000" baseline="-25000" dirty="0"/>
              <a:t>1</a:t>
            </a:r>
            <a:r>
              <a:rPr lang="en-US" sz="2000" dirty="0"/>
              <a:t>, ..., </a:t>
            </a:r>
            <a:r>
              <a:rPr lang="en-US" sz="2000" dirty="0" err="1"/>
              <a:t>v</a:t>
            </a:r>
            <a:r>
              <a:rPr lang="en-US" sz="2000" baseline="-25000" dirty="0" err="1"/>
              <a:t>k</a:t>
            </a:r>
            <a:r>
              <a:rPr lang="en-US" sz="2000" dirty="0"/>
              <a:t>)</a:t>
            </a:r>
            <a:r>
              <a:rPr lang="sl-SI" sz="2000" dirty="0"/>
              <a:t>;</a:t>
            </a:r>
            <a:endParaRPr lang="en-US" sz="2000" dirty="0"/>
          </a:p>
          <a:p>
            <a:r>
              <a:rPr lang="en-US" dirty="0"/>
              <a:t>V </a:t>
            </a:r>
            <a:r>
              <a:rPr lang="en-US" dirty="0" err="1"/>
              <a:t>drugem</a:t>
            </a:r>
            <a:r>
              <a:rPr lang="en-US" dirty="0"/>
              <a:t> </a:t>
            </a:r>
            <a:r>
              <a:rPr lang="en-US" dirty="0" err="1"/>
              <a:t>primeru</a:t>
            </a:r>
            <a:r>
              <a:rPr lang="en-US" dirty="0"/>
              <a:t> </a:t>
            </a:r>
            <a:r>
              <a:rPr lang="en-US" dirty="0" err="1"/>
              <a:t>lahko</a:t>
            </a:r>
            <a:r>
              <a:rPr lang="en-US" dirty="0"/>
              <a:t> </a:t>
            </a:r>
            <a:r>
              <a:rPr lang="en-US" dirty="0" err="1"/>
              <a:t>nekatere</a:t>
            </a:r>
            <a:r>
              <a:rPr lang="en-US" dirty="0"/>
              <a:t> </a:t>
            </a:r>
            <a:r>
              <a:rPr lang="en-US" dirty="0" err="1"/>
              <a:t>vrednosti</a:t>
            </a:r>
            <a:r>
              <a:rPr lang="en-US" dirty="0"/>
              <a:t> </a:t>
            </a:r>
            <a:r>
              <a:rPr lang="en-US" dirty="0" err="1"/>
              <a:t>manjkajo</a:t>
            </a:r>
            <a:r>
              <a:rPr lang="en-US" dirty="0"/>
              <a:t> in </a:t>
            </a:r>
            <a:r>
              <a:rPr lang="en-US" dirty="0" err="1"/>
              <a:t>dobijo</a:t>
            </a:r>
            <a:r>
              <a:rPr lang="en-US" dirty="0"/>
              <a:t> </a:t>
            </a:r>
            <a:r>
              <a:rPr lang="en-US" dirty="0" err="1"/>
              <a:t>vrednost</a:t>
            </a:r>
            <a:r>
              <a:rPr lang="en-US" dirty="0"/>
              <a:t> </a:t>
            </a:r>
            <a:r>
              <a:rPr lang="en-US" b="1" dirty="0"/>
              <a:t>NULL</a:t>
            </a:r>
          </a:p>
          <a:p>
            <a:r>
              <a:rPr lang="en-US" dirty="0"/>
              <a:t>Primer:</a:t>
            </a:r>
            <a:br>
              <a:rPr lang="en-US" dirty="0"/>
            </a:br>
            <a:r>
              <a:rPr lang="en-US" sz="2000" b="1" dirty="0">
                <a:latin typeface="Courier New" pitchFamily="49" charset="0"/>
              </a:rPr>
              <a:t>INSERT INTO </a:t>
            </a:r>
            <a:r>
              <a:rPr lang="en-US" sz="2000" dirty="0" err="1">
                <a:latin typeface="Courier New" pitchFamily="49" charset="0"/>
              </a:rPr>
              <a:t>jadralec</a:t>
            </a:r>
            <a:r>
              <a:rPr lang="en-US" sz="2000" dirty="0">
                <a:latin typeface="Courier New" pitchFamily="49" charset="0"/>
              </a:rPr>
              <a:t> </a:t>
            </a:r>
            <a:br>
              <a:rPr lang="en-US" sz="2000" b="1" dirty="0">
                <a:latin typeface="Courier New" pitchFamily="49" charset="0"/>
              </a:rPr>
            </a:br>
            <a:r>
              <a:rPr lang="en-US" sz="2000" b="1" dirty="0">
                <a:latin typeface="Courier New" pitchFamily="49" charset="0"/>
              </a:rPr>
              <a:t>       VALUES</a:t>
            </a:r>
            <a:r>
              <a:rPr lang="en-US" sz="2000" dirty="0">
                <a:latin typeface="Courier New" pitchFamily="49" charset="0"/>
              </a:rPr>
              <a:t>( 22, 'Darko', 7, 45.0); </a:t>
            </a:r>
            <a:br>
              <a:rPr lang="en-US" sz="2000" b="1" dirty="0">
                <a:latin typeface="Courier New" pitchFamily="49" charset="0"/>
              </a:rPr>
            </a:br>
            <a:r>
              <a:rPr lang="en-US" sz="2000" b="1" dirty="0">
                <a:latin typeface="Courier New" pitchFamily="49" charset="0"/>
              </a:rPr>
              <a:t>INSERT INTO </a:t>
            </a:r>
            <a:r>
              <a:rPr lang="en-US" sz="2000" dirty="0" err="1">
                <a:latin typeface="Courier New" pitchFamily="49" charset="0"/>
              </a:rPr>
              <a:t>jadralec</a:t>
            </a:r>
            <a:r>
              <a:rPr lang="sl-SI" sz="2000" dirty="0">
                <a:latin typeface="Courier New" pitchFamily="49" charset="0"/>
              </a:rPr>
              <a:t>(</a:t>
            </a:r>
            <a:r>
              <a:rPr lang="sl-SI" sz="2000" dirty="0" err="1">
                <a:latin typeface="Courier New" pitchFamily="49" charset="0"/>
              </a:rPr>
              <a:t>jid</a:t>
            </a:r>
            <a:r>
              <a:rPr lang="sl-SI" sz="2000" dirty="0">
                <a:latin typeface="Courier New" pitchFamily="49" charset="0"/>
              </a:rPr>
              <a:t>, ime, rating, starost)</a:t>
            </a:r>
            <a:br>
              <a:rPr lang="en-US" sz="2000" b="1" dirty="0">
                <a:latin typeface="Courier New" pitchFamily="49" charset="0"/>
              </a:rPr>
            </a:br>
            <a:r>
              <a:rPr lang="en-US" sz="2000" b="1" dirty="0">
                <a:latin typeface="Courier New" pitchFamily="49" charset="0"/>
              </a:rPr>
              <a:t>       VALUES</a:t>
            </a:r>
            <a:r>
              <a:rPr lang="en-US" sz="2000" dirty="0">
                <a:latin typeface="Courier New" pitchFamily="49" charset="0"/>
              </a:rPr>
              <a:t>( 29, 'Borut',</a:t>
            </a:r>
            <a:r>
              <a:rPr lang="sl-SI" sz="2000" dirty="0">
                <a:latin typeface="Courier New" pitchFamily="49" charset="0"/>
              </a:rPr>
              <a:t> </a:t>
            </a:r>
            <a:r>
              <a:rPr lang="en-US" sz="2000" dirty="0">
                <a:latin typeface="Courier New" pitchFamily="49" charset="0"/>
              </a:rPr>
              <a:t>1, 33.0);</a:t>
            </a:r>
            <a:endParaRPr lang="en-US" sz="1600" dirty="0">
              <a:latin typeface="Courier New" pitchFamily="49" charset="0"/>
            </a:endParaRPr>
          </a:p>
          <a:p>
            <a:endParaRPr lang="en-US" sz="2000" b="1"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07874" name="AutoShape 2"/>
          <p:cNvSpPr>
            <a:spLocks noGrp="1" noChangeArrowheads="1"/>
          </p:cNvSpPr>
          <p:nvPr>
            <p:ph type="title"/>
          </p:nvPr>
        </p:nvSpPr>
        <p:spPr/>
        <p:txBody>
          <a:bodyPr/>
          <a:lstStyle/>
          <a:p>
            <a:r>
              <a:rPr lang="en-US"/>
              <a:t>Spreminjanje in brisanje tabel</a:t>
            </a:r>
          </a:p>
        </p:txBody>
      </p:sp>
      <p:sp>
        <p:nvSpPr>
          <p:cNvPr id="207875" name="Rectangle 3"/>
          <p:cNvSpPr>
            <a:spLocks noGrp="1" noChangeArrowheads="1"/>
          </p:cNvSpPr>
          <p:nvPr>
            <p:ph type="body" idx="1"/>
          </p:nvPr>
        </p:nvSpPr>
        <p:spPr/>
        <p:txBody>
          <a:bodyPr/>
          <a:lstStyle/>
          <a:p>
            <a:r>
              <a:rPr lang="en-US" dirty="0" err="1"/>
              <a:t>Spreminjanje</a:t>
            </a:r>
            <a:r>
              <a:rPr lang="en-US" dirty="0"/>
              <a:t> </a:t>
            </a:r>
            <a:r>
              <a:rPr lang="en-US" dirty="0" err="1"/>
              <a:t>tabel</a:t>
            </a:r>
            <a:r>
              <a:rPr lang="en-US" dirty="0"/>
              <a:t>:</a:t>
            </a:r>
          </a:p>
          <a:p>
            <a:pPr lvl="1"/>
            <a:r>
              <a:rPr lang="en-US" b="1" dirty="0"/>
              <a:t>ALTER TABLE </a:t>
            </a:r>
            <a:r>
              <a:rPr lang="en-US" dirty="0" err="1"/>
              <a:t>ime_tabele</a:t>
            </a:r>
            <a:r>
              <a:rPr lang="en-US" dirty="0"/>
              <a:t> </a:t>
            </a:r>
            <a:r>
              <a:rPr lang="en-US" dirty="0" err="1"/>
              <a:t>opcije</a:t>
            </a:r>
            <a:r>
              <a:rPr lang="en-US" dirty="0"/>
              <a:t>;</a:t>
            </a:r>
          </a:p>
          <a:p>
            <a:pPr lvl="1"/>
            <a:r>
              <a:rPr lang="en-US" dirty="0" err="1"/>
              <a:t>dodajanje</a:t>
            </a:r>
            <a:r>
              <a:rPr lang="en-US" dirty="0"/>
              <a:t>, </a:t>
            </a:r>
            <a:r>
              <a:rPr lang="en-US" dirty="0" err="1"/>
              <a:t>brisanje</a:t>
            </a:r>
            <a:r>
              <a:rPr lang="en-US" dirty="0"/>
              <a:t>, </a:t>
            </a:r>
            <a:r>
              <a:rPr lang="en-US" dirty="0" err="1"/>
              <a:t>preimenovanje</a:t>
            </a:r>
            <a:r>
              <a:rPr lang="en-US" dirty="0"/>
              <a:t> in </a:t>
            </a:r>
            <a:r>
              <a:rPr lang="en-US" dirty="0" err="1"/>
              <a:t>spreminjanje</a:t>
            </a:r>
            <a:r>
              <a:rPr lang="en-US" dirty="0"/>
              <a:t> </a:t>
            </a:r>
            <a:r>
              <a:rPr lang="en-US" dirty="0" err="1"/>
              <a:t>atributov</a:t>
            </a:r>
            <a:endParaRPr lang="en-US" dirty="0"/>
          </a:p>
          <a:p>
            <a:pPr lvl="1"/>
            <a:r>
              <a:rPr lang="en-US" dirty="0" err="1"/>
              <a:t>dodajanje</a:t>
            </a:r>
            <a:r>
              <a:rPr lang="en-US" dirty="0"/>
              <a:t>, </a:t>
            </a:r>
            <a:r>
              <a:rPr lang="en-US" dirty="0" err="1"/>
              <a:t>brisanje</a:t>
            </a:r>
            <a:r>
              <a:rPr lang="en-US" dirty="0"/>
              <a:t> in </a:t>
            </a:r>
            <a:r>
              <a:rPr lang="en-US" dirty="0" err="1"/>
              <a:t>spreminjanje</a:t>
            </a:r>
            <a:r>
              <a:rPr lang="en-US" dirty="0"/>
              <a:t> </a:t>
            </a:r>
            <a:r>
              <a:rPr lang="en-US" dirty="0" err="1"/>
              <a:t>omejitev</a:t>
            </a:r>
            <a:r>
              <a:rPr lang="en-US" dirty="0"/>
              <a:t>, </a:t>
            </a:r>
            <a:r>
              <a:rPr lang="en-US" dirty="0" err="1"/>
              <a:t>indeksov</a:t>
            </a:r>
            <a:r>
              <a:rPr lang="en-US" dirty="0"/>
              <a:t>, ...</a:t>
            </a:r>
            <a:br>
              <a:rPr lang="en-US" dirty="0"/>
            </a:br>
            <a:endParaRPr lang="en-US" dirty="0"/>
          </a:p>
          <a:p>
            <a:r>
              <a:rPr lang="en-US" dirty="0" err="1"/>
              <a:t>Brisanje</a:t>
            </a:r>
            <a:r>
              <a:rPr lang="en-US" dirty="0"/>
              <a:t> </a:t>
            </a:r>
            <a:r>
              <a:rPr lang="en-US" dirty="0" err="1"/>
              <a:t>tabel</a:t>
            </a:r>
            <a:r>
              <a:rPr lang="en-US" dirty="0"/>
              <a:t>:</a:t>
            </a:r>
          </a:p>
          <a:p>
            <a:pPr lvl="1"/>
            <a:r>
              <a:rPr lang="en-US" b="1" dirty="0"/>
              <a:t>DROP</a:t>
            </a:r>
            <a:r>
              <a:rPr lang="en-US" dirty="0"/>
              <a:t> </a:t>
            </a:r>
            <a:r>
              <a:rPr lang="en-US" b="1" dirty="0"/>
              <a:t>TABLE</a:t>
            </a:r>
            <a:r>
              <a:rPr lang="en-US" dirty="0"/>
              <a:t> </a:t>
            </a:r>
            <a:r>
              <a:rPr lang="en-US" dirty="0" err="1"/>
              <a:t>ime_tabele</a:t>
            </a:r>
            <a:r>
              <a:rPr lang="en-US" dirty="0"/>
              <a:t>;</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Praznjene in posodabljanje tabel (DML)</a:t>
            </a:r>
          </a:p>
        </p:txBody>
      </p:sp>
      <p:sp>
        <p:nvSpPr>
          <p:cNvPr id="4" name="Footer Placeholder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 name="Rectangle 3"/>
          <p:cNvSpPr txBox="1">
            <a:spLocks noChangeArrowheads="1"/>
          </p:cNvSpPr>
          <p:nvPr/>
        </p:nvSpPr>
        <p:spPr bwMode="auto">
          <a:xfrm>
            <a:off x="765175" y="2514600"/>
            <a:ext cx="7693025" cy="3724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cs typeface="+mn-cs"/>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cs typeface="+mn-cs"/>
              </a:defRPr>
            </a:lvl3pPr>
            <a:lvl4pPr marL="1600200" indent="-228600" algn="l" rtl="0" fontAlgn="base">
              <a:spcBef>
                <a:spcPct val="20000"/>
              </a:spcBef>
              <a:spcAft>
                <a:spcPct val="0"/>
              </a:spcAft>
              <a:buClr>
                <a:schemeClr val="tx1"/>
              </a:buClr>
              <a:buSzPct val="80000"/>
              <a:buChar char="–"/>
              <a:defRPr>
                <a:solidFill>
                  <a:schemeClr val="tx1"/>
                </a:solidFill>
                <a:latin typeface="+mn-lt"/>
                <a:cs typeface="+mn-cs"/>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cs typeface="+mn-cs"/>
              </a:defRPr>
            </a:lvl9pPr>
          </a:lstStyle>
          <a:p>
            <a:r>
              <a:rPr lang="sl-SI" kern="0"/>
              <a:t>Praznjen</a:t>
            </a:r>
            <a:r>
              <a:rPr lang="en-GB" kern="0"/>
              <a:t>j</a:t>
            </a:r>
            <a:r>
              <a:rPr lang="sl-SI" kern="0"/>
              <a:t>e</a:t>
            </a:r>
            <a:r>
              <a:rPr lang="en-GB" kern="0"/>
              <a:t>:</a:t>
            </a:r>
            <a:br>
              <a:rPr lang="en-US" kern="0"/>
            </a:br>
            <a:r>
              <a:rPr lang="sl-SI" sz="2000" b="1" kern="0"/>
              <a:t>DELETE FROM </a:t>
            </a:r>
            <a:r>
              <a:rPr lang="en-US" sz="2000" kern="0" err="1"/>
              <a:t>ime_tabele</a:t>
            </a:r>
            <a:r>
              <a:rPr lang="en-US" sz="2000" b="1" kern="0"/>
              <a:t> </a:t>
            </a:r>
            <a:r>
              <a:rPr lang="sl-SI" sz="2000" b="1" kern="0"/>
              <a:t>WHERE </a:t>
            </a:r>
            <a:r>
              <a:rPr lang="sl-SI" sz="2000" kern="0"/>
              <a:t>pogoj</a:t>
            </a:r>
            <a:r>
              <a:rPr lang="en-US" sz="2000" kern="0"/>
              <a:t>;</a:t>
            </a:r>
            <a:br>
              <a:rPr lang="en-US" sz="2000" b="1" kern="0"/>
            </a:br>
            <a:endParaRPr lang="sl-SI" sz="2000" b="1" kern="0"/>
          </a:p>
          <a:p>
            <a:r>
              <a:rPr lang="sl-SI" kern="0"/>
              <a:t>Posodabljanje</a:t>
            </a:r>
            <a:r>
              <a:rPr lang="en-GB" kern="0"/>
              <a:t>:</a:t>
            </a:r>
            <a:br>
              <a:rPr lang="en-US" kern="0"/>
            </a:br>
            <a:r>
              <a:rPr lang="sl-SI" sz="2000" b="1" kern="0"/>
              <a:t>UPDATE </a:t>
            </a:r>
            <a:r>
              <a:rPr lang="sl-SI" sz="2000" kern="0"/>
              <a:t>ime_tabele</a:t>
            </a:r>
            <a:r>
              <a:rPr lang="sl-SI" sz="2000" b="1" kern="0"/>
              <a:t> SET </a:t>
            </a:r>
            <a:r>
              <a:rPr lang="sl-SI" sz="2000" kern="0"/>
              <a:t>atribut=vrednost</a:t>
            </a:r>
            <a:r>
              <a:rPr lang="sl-SI" sz="2000" b="1" kern="0"/>
              <a:t> WHERE </a:t>
            </a:r>
            <a:r>
              <a:rPr lang="sl-SI" sz="2000" kern="0"/>
              <a:t>pogoj</a:t>
            </a:r>
            <a:r>
              <a:rPr lang="sl-SI" sz="2000" b="1" kern="0"/>
              <a:t>;</a:t>
            </a:r>
            <a:endParaRPr lang="sl-SI" b="1" kern="0"/>
          </a:p>
          <a:p>
            <a:r>
              <a:rPr lang="en-US" kern="0"/>
              <a:t>Primer:</a:t>
            </a:r>
            <a:br>
              <a:rPr lang="en-US" kern="0"/>
            </a:br>
            <a:r>
              <a:rPr lang="sl-SI" sz="2000" b="1" kern="0">
                <a:latin typeface="Courier New" pitchFamily="49" charset="0"/>
              </a:rPr>
              <a:t>DELETE FROM coln WHERE barva IS NULL;             UPDATE coln SET dolzina = 40 WHERE cid = 104;</a:t>
            </a:r>
          </a:p>
          <a:p>
            <a:pPr marL="0" indent="0">
              <a:buNone/>
            </a:pPr>
            <a:endParaRPr lang="sl-SI" sz="2000" kern="0">
              <a:latin typeface="Courier New" pitchFamily="49" charset="0"/>
            </a:endParaRPr>
          </a:p>
          <a:p>
            <a:pPr marL="0" indent="0">
              <a:buNone/>
            </a:pPr>
            <a:endParaRPr lang="en-US" sz="1600" b="1" kern="0"/>
          </a:p>
        </p:txBody>
      </p:sp>
    </p:spTree>
    <p:extLst>
      <p:ext uri="{BB962C8B-B14F-4D97-AF65-F5344CB8AC3E}">
        <p14:creationId xmlns:p14="http://schemas.microsoft.com/office/powerpoint/2010/main" val="35340312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Kreiranje začasnih tabel</a:t>
            </a:r>
          </a:p>
        </p:txBody>
      </p:sp>
      <p:sp>
        <p:nvSpPr>
          <p:cNvPr id="3" name="Ograda vsebine 2"/>
          <p:cNvSpPr>
            <a:spLocks noGrp="1"/>
          </p:cNvSpPr>
          <p:nvPr>
            <p:ph idx="1"/>
          </p:nvPr>
        </p:nvSpPr>
        <p:spPr/>
        <p:txBody>
          <a:bodyPr/>
          <a:lstStyle/>
          <a:p>
            <a:r>
              <a:rPr lang="sl-SI" sz="2000"/>
              <a:t>Ustvari začasno tabelo poimenovano </a:t>
            </a:r>
            <a:r>
              <a:rPr lang="sl-SI" sz="2000" err="1"/>
              <a:t>DarkoveRezervacije</a:t>
            </a:r>
            <a:r>
              <a:rPr lang="sl-SI" sz="2000"/>
              <a:t> in jo napolni z njegovimi rezervacijami.</a:t>
            </a:r>
          </a:p>
          <a:p>
            <a:endParaRPr lang="sl-SI" sz="1400">
              <a:latin typeface="Courier New" pitchFamily="49" charset="0"/>
            </a:endParaRPr>
          </a:p>
          <a:p>
            <a:r>
              <a:rPr lang="en-US" sz="1400" b="1">
                <a:latin typeface="Courier New" pitchFamily="49" charset="0"/>
              </a:rPr>
              <a:t>CREATE TEMPORARY TABLE</a:t>
            </a:r>
            <a:r>
              <a:rPr lang="en-US" sz="1400">
                <a:latin typeface="Courier New" pitchFamily="49" charset="0"/>
              </a:rPr>
              <a:t> </a:t>
            </a:r>
            <a:r>
              <a:rPr lang="en-US" sz="1400" err="1">
                <a:latin typeface="Courier New" pitchFamily="49" charset="0"/>
              </a:rPr>
              <a:t>DarkoveRezervacije</a:t>
            </a:r>
            <a:r>
              <a:rPr lang="en-US" sz="1400">
                <a:latin typeface="Courier New" pitchFamily="49" charset="0"/>
              </a:rPr>
              <a:t>(</a:t>
            </a:r>
            <a:r>
              <a:rPr lang="en-US" sz="1400" b="1">
                <a:latin typeface="Courier New" pitchFamily="49" charset="0"/>
              </a:rPr>
              <a:t>   </a:t>
            </a:r>
            <a:br>
              <a:rPr lang="sl-SI" sz="1400" b="1">
                <a:latin typeface="Courier New" pitchFamily="49" charset="0"/>
              </a:rPr>
            </a:br>
            <a:r>
              <a:rPr lang="sl-SI" sz="1400" b="1">
                <a:latin typeface="Courier New" pitchFamily="49" charset="0"/>
              </a:rPr>
              <a:t>	</a:t>
            </a:r>
            <a:r>
              <a:rPr lang="en-US" sz="1400">
                <a:latin typeface="Courier New" pitchFamily="49" charset="0"/>
              </a:rPr>
              <a:t>cid </a:t>
            </a:r>
            <a:r>
              <a:rPr lang="en-US" sz="1400" b="1">
                <a:latin typeface="Courier New" pitchFamily="49" charset="0"/>
              </a:rPr>
              <a:t>INTEGER,   </a:t>
            </a:r>
            <a:br>
              <a:rPr lang="sl-SI" sz="1400" b="1">
                <a:latin typeface="Courier New" pitchFamily="49" charset="0"/>
              </a:rPr>
            </a:br>
            <a:r>
              <a:rPr lang="sl-SI" sz="1400" b="1">
                <a:latin typeface="Courier New" pitchFamily="49" charset="0"/>
              </a:rPr>
              <a:t>	</a:t>
            </a:r>
            <a:r>
              <a:rPr lang="en-US" sz="1400" err="1">
                <a:latin typeface="Courier New" pitchFamily="49" charset="0"/>
              </a:rPr>
              <a:t>dan</a:t>
            </a:r>
            <a:r>
              <a:rPr lang="en-US" sz="1400" b="1">
                <a:latin typeface="Courier New" pitchFamily="49" charset="0"/>
              </a:rPr>
              <a:t> DATE,   </a:t>
            </a:r>
            <a:br>
              <a:rPr lang="sl-SI" sz="1400" b="1">
                <a:latin typeface="Courier New" pitchFamily="49" charset="0"/>
              </a:rPr>
            </a:br>
            <a:r>
              <a:rPr lang="sl-SI" sz="1400" b="1">
                <a:latin typeface="Courier New" pitchFamily="49" charset="0"/>
              </a:rPr>
              <a:t>	</a:t>
            </a:r>
            <a:r>
              <a:rPr lang="en-US" sz="1400" b="1">
                <a:latin typeface="Courier New" pitchFamily="49" charset="0"/>
              </a:rPr>
              <a:t>PRIMARY KEY</a:t>
            </a:r>
            <a:r>
              <a:rPr lang="en-US" sz="1400">
                <a:latin typeface="Courier New" pitchFamily="49" charset="0"/>
              </a:rPr>
              <a:t>(cid, </a:t>
            </a:r>
            <a:r>
              <a:rPr lang="en-US" sz="1400" err="1">
                <a:latin typeface="Courier New" pitchFamily="49" charset="0"/>
              </a:rPr>
              <a:t>dan</a:t>
            </a:r>
            <a:r>
              <a:rPr lang="en-US" sz="1400">
                <a:latin typeface="Courier New" pitchFamily="49" charset="0"/>
              </a:rPr>
              <a:t>))</a:t>
            </a:r>
            <a:r>
              <a:rPr lang="en-US" sz="1400" b="1">
                <a:latin typeface="Courier New" pitchFamily="49" charset="0"/>
              </a:rPr>
              <a:t> </a:t>
            </a:r>
            <a:br>
              <a:rPr lang="sl-SI" sz="1400" b="1">
                <a:latin typeface="Courier New" pitchFamily="49" charset="0"/>
              </a:rPr>
            </a:br>
            <a:r>
              <a:rPr lang="en-US" sz="1400" b="1">
                <a:latin typeface="Courier New" pitchFamily="49" charset="0"/>
              </a:rPr>
              <a:t>AS SELECT</a:t>
            </a:r>
            <a:r>
              <a:rPr lang="en-US" sz="1400">
                <a:latin typeface="Courier New" pitchFamily="49" charset="0"/>
              </a:rPr>
              <a:t> cid, </a:t>
            </a:r>
            <a:r>
              <a:rPr lang="en-US" sz="1400" err="1">
                <a:latin typeface="Courier New" pitchFamily="49" charset="0"/>
              </a:rPr>
              <a:t>dan</a:t>
            </a:r>
            <a:r>
              <a:rPr lang="en-US" sz="1400">
                <a:latin typeface="Courier New" pitchFamily="49" charset="0"/>
              </a:rPr>
              <a:t> 	 </a:t>
            </a:r>
            <a:br>
              <a:rPr lang="sl-SI" sz="1400">
                <a:latin typeface="Courier New" pitchFamily="49" charset="0"/>
              </a:rPr>
            </a:br>
            <a:r>
              <a:rPr lang="sl-SI" sz="1400" b="1">
                <a:latin typeface="Courier New" pitchFamily="49" charset="0"/>
              </a:rPr>
              <a:t>	</a:t>
            </a:r>
            <a:r>
              <a:rPr lang="en-US" sz="1400" b="1">
                <a:latin typeface="Courier New" pitchFamily="49" charset="0"/>
              </a:rPr>
              <a:t>FROM </a:t>
            </a:r>
            <a:r>
              <a:rPr lang="en-US" sz="1400" err="1">
                <a:latin typeface="Courier New" pitchFamily="49" charset="0"/>
              </a:rPr>
              <a:t>rezervacija</a:t>
            </a:r>
            <a:r>
              <a:rPr lang="en-US" sz="1400">
                <a:latin typeface="Courier New" pitchFamily="49" charset="0"/>
              </a:rPr>
              <a:t>     </a:t>
            </a:r>
            <a:br>
              <a:rPr lang="sl-SI" sz="1400">
                <a:latin typeface="Courier New" pitchFamily="49" charset="0"/>
              </a:rPr>
            </a:br>
            <a:r>
              <a:rPr lang="sl-SI" sz="1400" b="1">
                <a:latin typeface="Courier New" pitchFamily="49" charset="0"/>
              </a:rPr>
              <a:t>	</a:t>
            </a:r>
            <a:r>
              <a:rPr lang="en-US" sz="1400" b="1">
                <a:latin typeface="Courier New" pitchFamily="49" charset="0"/>
              </a:rPr>
              <a:t>WHERE </a:t>
            </a:r>
            <a:r>
              <a:rPr lang="en-US" sz="1400" err="1">
                <a:latin typeface="Courier New" pitchFamily="49" charset="0"/>
              </a:rPr>
              <a:t>jid</a:t>
            </a:r>
            <a:r>
              <a:rPr lang="en-US" sz="1400">
                <a:latin typeface="Courier New" pitchFamily="49" charset="0"/>
              </a:rPr>
              <a:t> = 22;</a:t>
            </a:r>
            <a:endParaRPr lang="sl-SI" sz="1400">
              <a:latin typeface="Courier New" pitchFamily="49" charset="0"/>
            </a:endParaRPr>
          </a:p>
          <a:p>
            <a:r>
              <a:rPr lang="sl-SI" sz="2000">
                <a:latin typeface="Arial" pitchFamily="34" charset="0"/>
                <a:cs typeface="Arial" pitchFamily="34" charset="0"/>
              </a:rPr>
              <a:t>Začasna tabela je vidna le do konca vaše seje in samo vam. Obstaja lahko več tabel z istim imenom, če jo naredijo drugi uporabniki.</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87394" name="AutoShape 2"/>
          <p:cNvSpPr>
            <a:spLocks noGrp="1" noChangeArrowheads="1"/>
          </p:cNvSpPr>
          <p:nvPr>
            <p:ph type="title"/>
          </p:nvPr>
        </p:nvSpPr>
        <p:spPr/>
        <p:txBody>
          <a:bodyPr/>
          <a:lstStyle/>
          <a:p>
            <a:r>
              <a:rPr lang="sl-SI"/>
              <a:t>Pogledi (views) v SQL</a:t>
            </a:r>
            <a:endParaRPr lang="en-US"/>
          </a:p>
        </p:txBody>
      </p:sp>
      <p:sp>
        <p:nvSpPr>
          <p:cNvPr id="187395" name="Rectangle 3"/>
          <p:cNvSpPr>
            <a:spLocks noGrp="1" noChangeArrowheads="1"/>
          </p:cNvSpPr>
          <p:nvPr>
            <p:ph type="body" idx="1"/>
          </p:nvPr>
        </p:nvSpPr>
        <p:spPr/>
        <p:txBody>
          <a:bodyPr/>
          <a:lstStyle/>
          <a:p>
            <a:r>
              <a:rPr lang="sl-SI" sz="2400"/>
              <a:t>Pogled (</a:t>
            </a:r>
            <a:r>
              <a:rPr lang="sl-SI" sz="2400" b="1"/>
              <a:t>VIEW</a:t>
            </a:r>
            <a:r>
              <a:rPr lang="sl-SI" sz="2400"/>
              <a:t>) je tabela, </a:t>
            </a:r>
            <a:r>
              <a:rPr lang="sl-SI" sz="2400" err="1"/>
              <a:t>katare</a:t>
            </a:r>
            <a:r>
              <a:rPr lang="sl-SI" sz="2400"/>
              <a:t> vrstice NISO shranjene  podatkovni bazi, ampak se sproti računajo na podlagi </a:t>
            </a:r>
            <a:r>
              <a:rPr lang="sl-SI" sz="2400" i="1"/>
              <a:t>definicije pogleda</a:t>
            </a:r>
            <a:r>
              <a:rPr lang="sl-SI" sz="2400"/>
              <a:t>.</a:t>
            </a:r>
          </a:p>
          <a:p>
            <a:r>
              <a:rPr lang="sl-SI" sz="2400"/>
              <a:t>Uporaba pogledov: pogosto uporabljane poizvedbe, omejitev dostopa do nekaterih stolpcev, izločevanje nepotrebnih detajlov</a:t>
            </a:r>
          </a:p>
          <a:p>
            <a:r>
              <a:rPr lang="sl-SI" sz="2400"/>
              <a:t>Pogledi so definirani s </a:t>
            </a:r>
            <a:r>
              <a:rPr lang="sl-SI" sz="2400" b="1"/>
              <a:t>SELECT</a:t>
            </a:r>
            <a:r>
              <a:rPr lang="sl-SI" sz="2400"/>
              <a:t> stavki</a:t>
            </a:r>
          </a:p>
          <a:p>
            <a:r>
              <a:rPr lang="sl-SI" sz="2400"/>
              <a:t>Vsaka sprememba v bazi se pozna v pogledu in obratno: vsaka sprememba v pogledu se pozna v bazi</a:t>
            </a:r>
            <a:endParaRPr lang="en-US" sz="240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88418" name="AutoShape 2"/>
          <p:cNvSpPr>
            <a:spLocks noGrp="1" noChangeArrowheads="1"/>
          </p:cNvSpPr>
          <p:nvPr>
            <p:ph type="title"/>
          </p:nvPr>
        </p:nvSpPr>
        <p:spPr/>
        <p:txBody>
          <a:bodyPr/>
          <a:lstStyle/>
          <a:p>
            <a:r>
              <a:rPr lang="sl-SI"/>
              <a:t>Kreiranje </a:t>
            </a:r>
            <a:r>
              <a:rPr lang="en-US"/>
              <a:t>in brisanje </a:t>
            </a:r>
            <a:r>
              <a:rPr lang="sl-SI"/>
              <a:t>pogledov</a:t>
            </a:r>
            <a:endParaRPr lang="en-US"/>
          </a:p>
        </p:txBody>
      </p:sp>
      <p:sp>
        <p:nvSpPr>
          <p:cNvPr id="188419" name="Rectangle 3"/>
          <p:cNvSpPr>
            <a:spLocks noGrp="1" noChangeArrowheads="1"/>
          </p:cNvSpPr>
          <p:nvPr>
            <p:ph type="body" idx="1"/>
          </p:nvPr>
        </p:nvSpPr>
        <p:spPr/>
        <p:txBody>
          <a:bodyPr/>
          <a:lstStyle/>
          <a:p>
            <a:r>
              <a:rPr lang="en-US" err="1"/>
              <a:t>Sintaksa</a:t>
            </a:r>
            <a:r>
              <a:rPr lang="en-US"/>
              <a:t> </a:t>
            </a:r>
            <a:r>
              <a:rPr lang="en-US" err="1"/>
              <a:t>za</a:t>
            </a:r>
            <a:r>
              <a:rPr lang="en-US"/>
              <a:t> </a:t>
            </a:r>
            <a:r>
              <a:rPr lang="en-US" err="1"/>
              <a:t>kreiranje</a:t>
            </a:r>
            <a:r>
              <a:rPr lang="en-US"/>
              <a:t>:</a:t>
            </a:r>
          </a:p>
          <a:p>
            <a:pPr lvl="1">
              <a:buFontTx/>
              <a:buNone/>
            </a:pPr>
            <a:r>
              <a:rPr lang="sl-SI" sz="2000" b="1">
                <a:latin typeface="Courier New" pitchFamily="49" charset="0"/>
              </a:rPr>
              <a:t>CREATE VIEW </a:t>
            </a:r>
            <a:r>
              <a:rPr lang="sl-SI" sz="2000">
                <a:latin typeface="Courier New" pitchFamily="49" charset="0"/>
              </a:rPr>
              <a:t>ime</a:t>
            </a:r>
            <a:r>
              <a:rPr lang="en-US" sz="2000">
                <a:latin typeface="Courier New" pitchFamily="49" charset="0"/>
              </a:rPr>
              <a:t>_</a:t>
            </a:r>
            <a:r>
              <a:rPr lang="en-US" sz="2000" err="1">
                <a:latin typeface="Courier New" pitchFamily="49" charset="0"/>
              </a:rPr>
              <a:t>pogleda</a:t>
            </a:r>
            <a:r>
              <a:rPr lang="en-US" sz="2000">
                <a:latin typeface="Courier New" pitchFamily="49" charset="0"/>
              </a:rPr>
              <a:t>(</a:t>
            </a:r>
            <a:r>
              <a:rPr lang="en-US" sz="2000" err="1">
                <a:latin typeface="Courier New" pitchFamily="49" charset="0"/>
              </a:rPr>
              <a:t>imena</a:t>
            </a:r>
            <a:r>
              <a:rPr lang="en-US" sz="2000">
                <a:latin typeface="Courier New" pitchFamily="49" charset="0"/>
              </a:rPr>
              <a:t> </a:t>
            </a:r>
            <a:r>
              <a:rPr lang="en-US" sz="2000" err="1">
                <a:latin typeface="Courier New" pitchFamily="49" charset="0"/>
              </a:rPr>
              <a:t>atributov</a:t>
            </a:r>
            <a:r>
              <a:rPr lang="en-US" sz="2000">
                <a:latin typeface="Courier New" pitchFamily="49" charset="0"/>
              </a:rPr>
              <a:t>)</a:t>
            </a:r>
          </a:p>
          <a:p>
            <a:pPr lvl="1">
              <a:buFontTx/>
              <a:buNone/>
            </a:pPr>
            <a:r>
              <a:rPr lang="en-US" sz="2000" b="1">
                <a:latin typeface="Courier New" pitchFamily="49" charset="0"/>
              </a:rPr>
              <a:t>AS SELECT </a:t>
            </a:r>
            <a:r>
              <a:rPr lang="en-US" sz="2000" err="1">
                <a:latin typeface="Courier New" pitchFamily="49" charset="0"/>
              </a:rPr>
              <a:t>stavek</a:t>
            </a:r>
            <a:r>
              <a:rPr lang="en-US" sz="2000">
                <a:latin typeface="Courier New" pitchFamily="49" charset="0"/>
              </a:rPr>
              <a:t>;</a:t>
            </a:r>
          </a:p>
          <a:p>
            <a:r>
              <a:rPr lang="en-US" sz="2400" err="1"/>
              <a:t>Imena</a:t>
            </a:r>
            <a:r>
              <a:rPr lang="en-US" sz="2400"/>
              <a:t> </a:t>
            </a:r>
            <a:r>
              <a:rPr lang="en-US" sz="2400" err="1"/>
              <a:t>atributov</a:t>
            </a:r>
            <a:r>
              <a:rPr lang="en-US" sz="2400"/>
              <a:t> </a:t>
            </a:r>
            <a:r>
              <a:rPr lang="en-US" sz="2400" err="1"/>
              <a:t>lahko</a:t>
            </a:r>
            <a:r>
              <a:rPr lang="en-US" sz="2400"/>
              <a:t> </a:t>
            </a:r>
            <a:r>
              <a:rPr lang="en-US" sz="2400" err="1"/>
              <a:t>izpustimo</a:t>
            </a:r>
            <a:r>
              <a:rPr lang="en-US" sz="2400"/>
              <a:t>; v tem </a:t>
            </a:r>
            <a:r>
              <a:rPr lang="en-US" sz="2400" err="1"/>
              <a:t>primeru</a:t>
            </a:r>
            <a:r>
              <a:rPr lang="en-US" sz="2400"/>
              <a:t> so v </a:t>
            </a:r>
            <a:r>
              <a:rPr lang="en-US" sz="2400" err="1"/>
              <a:t>pogledu</a:t>
            </a:r>
            <a:r>
              <a:rPr lang="en-US" sz="2400"/>
              <a:t> </a:t>
            </a:r>
            <a:r>
              <a:rPr lang="en-US" sz="2400" err="1"/>
              <a:t>vsi</a:t>
            </a:r>
            <a:r>
              <a:rPr lang="en-US" sz="2400"/>
              <a:t> </a:t>
            </a:r>
            <a:r>
              <a:rPr lang="en-US" sz="2400" err="1"/>
              <a:t>atributi</a:t>
            </a:r>
            <a:r>
              <a:rPr lang="en-US" sz="2400"/>
              <a:t> </a:t>
            </a:r>
            <a:r>
              <a:rPr lang="en-US" sz="2400" err="1"/>
              <a:t>rezultata</a:t>
            </a:r>
            <a:r>
              <a:rPr lang="en-US" sz="2400"/>
              <a:t> </a:t>
            </a:r>
            <a:r>
              <a:rPr lang="en-US" sz="2400" err="1"/>
              <a:t>poizvedbe</a:t>
            </a:r>
            <a:endParaRPr lang="en-US" sz="2400"/>
          </a:p>
          <a:p>
            <a:r>
              <a:rPr lang="en-US" sz="2400" err="1"/>
              <a:t>Paziti</a:t>
            </a:r>
            <a:r>
              <a:rPr lang="en-US" sz="2400"/>
              <a:t> </a:t>
            </a:r>
            <a:r>
              <a:rPr lang="en-US" sz="2400" err="1"/>
              <a:t>moramo</a:t>
            </a:r>
            <a:r>
              <a:rPr lang="en-US" sz="2400"/>
              <a:t> </a:t>
            </a:r>
            <a:r>
              <a:rPr lang="en-US" sz="2400" err="1"/>
              <a:t>na</a:t>
            </a:r>
            <a:r>
              <a:rPr lang="en-US" sz="2400"/>
              <a:t> </a:t>
            </a:r>
            <a:r>
              <a:rPr lang="en-US" sz="2400" err="1"/>
              <a:t>morebitna</a:t>
            </a:r>
            <a:r>
              <a:rPr lang="en-US" sz="2400"/>
              <a:t> </a:t>
            </a:r>
            <a:r>
              <a:rPr lang="en-US" sz="2400" err="1"/>
              <a:t>podvojena</a:t>
            </a:r>
            <a:r>
              <a:rPr lang="en-US" sz="2400"/>
              <a:t> </a:t>
            </a:r>
            <a:r>
              <a:rPr lang="en-US" sz="2400" err="1"/>
              <a:t>imena</a:t>
            </a:r>
            <a:r>
              <a:rPr lang="en-US" sz="2400"/>
              <a:t> </a:t>
            </a:r>
            <a:r>
              <a:rPr lang="en-US" sz="2400" err="1"/>
              <a:t>atributov</a:t>
            </a:r>
            <a:r>
              <a:rPr lang="en-US" sz="2400"/>
              <a:t> in </a:t>
            </a:r>
            <a:r>
              <a:rPr lang="en-US" sz="2400" err="1"/>
              <a:t>jih</a:t>
            </a:r>
            <a:r>
              <a:rPr lang="en-US" sz="2400"/>
              <a:t> </a:t>
            </a:r>
            <a:r>
              <a:rPr lang="en-US" sz="2400" err="1"/>
              <a:t>po</a:t>
            </a:r>
            <a:r>
              <a:rPr lang="en-US" sz="2400"/>
              <a:t> </a:t>
            </a:r>
            <a:r>
              <a:rPr lang="en-US" sz="2400" err="1"/>
              <a:t>potrebi</a:t>
            </a:r>
            <a:r>
              <a:rPr lang="en-US" sz="2400"/>
              <a:t> </a:t>
            </a:r>
            <a:r>
              <a:rPr lang="en-US" sz="2400" err="1"/>
              <a:t>preimenovati</a:t>
            </a:r>
            <a:endParaRPr lang="en-US" sz="2400"/>
          </a:p>
          <a:p>
            <a:r>
              <a:rPr lang="en-US" err="1"/>
              <a:t>Sintaksa</a:t>
            </a:r>
            <a:r>
              <a:rPr lang="en-US"/>
              <a:t> </a:t>
            </a:r>
            <a:r>
              <a:rPr lang="en-US" err="1"/>
              <a:t>za</a:t>
            </a:r>
            <a:r>
              <a:rPr lang="en-US"/>
              <a:t> </a:t>
            </a:r>
            <a:r>
              <a:rPr lang="en-US" err="1"/>
              <a:t>brisanje</a:t>
            </a:r>
            <a:r>
              <a:rPr lang="en-US"/>
              <a:t>:</a:t>
            </a:r>
          </a:p>
          <a:p>
            <a:pPr lvl="1">
              <a:buFontTx/>
              <a:buNone/>
            </a:pPr>
            <a:r>
              <a:rPr lang="en-US" sz="2000" b="1">
                <a:latin typeface="Courier New" pitchFamily="49" charset="0"/>
              </a:rPr>
              <a:t>DROP</a:t>
            </a:r>
            <a:r>
              <a:rPr lang="sl-SI" sz="2000" b="1">
                <a:latin typeface="Courier New" pitchFamily="49" charset="0"/>
              </a:rPr>
              <a:t> VIEW </a:t>
            </a:r>
            <a:r>
              <a:rPr lang="sl-SI" sz="2000">
                <a:latin typeface="Courier New" pitchFamily="49" charset="0"/>
              </a:rPr>
              <a:t>ime</a:t>
            </a:r>
            <a:r>
              <a:rPr lang="en-US" sz="2000">
                <a:latin typeface="Courier New" pitchFamily="49" charset="0"/>
              </a:rPr>
              <a:t>_</a:t>
            </a:r>
            <a:r>
              <a:rPr lang="en-US" sz="2000" err="1">
                <a:latin typeface="Courier New" pitchFamily="49" charset="0"/>
              </a:rPr>
              <a:t>pogleda</a:t>
            </a:r>
            <a:r>
              <a:rPr lang="en-US" sz="2000">
                <a:latin typeface="Courier New" pitchFamily="49" charset="0"/>
              </a:rPr>
              <a:t>;</a:t>
            </a:r>
          </a:p>
          <a:p>
            <a:endParaRPr lang="en-US" sz="240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89442" name="AutoShape 2"/>
          <p:cNvSpPr>
            <a:spLocks noGrp="1" noChangeArrowheads="1"/>
          </p:cNvSpPr>
          <p:nvPr>
            <p:ph type="title"/>
          </p:nvPr>
        </p:nvSpPr>
        <p:spPr/>
        <p:txBody>
          <a:bodyPr/>
          <a:lstStyle/>
          <a:p>
            <a:r>
              <a:rPr lang="en-US"/>
              <a:t>Pogledi: rezervacija z barvo</a:t>
            </a:r>
          </a:p>
        </p:txBody>
      </p:sp>
      <p:sp>
        <p:nvSpPr>
          <p:cNvPr id="189443" name="Rectangle 3"/>
          <p:cNvSpPr>
            <a:spLocks noGrp="1" noChangeArrowheads="1"/>
          </p:cNvSpPr>
          <p:nvPr>
            <p:ph type="body" idx="1"/>
          </p:nvPr>
        </p:nvSpPr>
        <p:spPr/>
        <p:txBody>
          <a:bodyPr/>
          <a:lstStyle/>
          <a:p>
            <a:pPr>
              <a:buFont typeface="Wingdings" pitchFamily="2" charset="2"/>
              <a:buNone/>
            </a:pPr>
            <a:r>
              <a:rPr lang="en-US" sz="2000" b="1">
                <a:latin typeface="Courier New" pitchFamily="49" charset="0"/>
              </a:rPr>
              <a:t>CREATE VIEW </a:t>
            </a:r>
            <a:r>
              <a:rPr lang="en-US" sz="2000" err="1">
                <a:latin typeface="Courier New" pitchFamily="49" charset="0"/>
              </a:rPr>
              <a:t>barv_rez</a:t>
            </a:r>
            <a:endParaRPr lang="en-US" sz="2000">
              <a:latin typeface="Courier New" pitchFamily="49" charset="0"/>
            </a:endParaRPr>
          </a:p>
          <a:p>
            <a:pPr>
              <a:buFont typeface="Wingdings" pitchFamily="2" charset="2"/>
              <a:buNone/>
            </a:pPr>
            <a:r>
              <a:rPr lang="en-US" sz="2000" b="1">
                <a:latin typeface="Courier New" pitchFamily="49" charset="0"/>
              </a:rPr>
              <a:t>AS SELECT </a:t>
            </a:r>
            <a:r>
              <a:rPr lang="en-US" sz="2000">
                <a:latin typeface="Courier New" pitchFamily="49" charset="0"/>
              </a:rPr>
              <a:t>r.*, </a:t>
            </a:r>
            <a:r>
              <a:rPr lang="en-US" sz="2000" err="1">
                <a:latin typeface="Courier New" pitchFamily="49" charset="0"/>
              </a:rPr>
              <a:t>c.barva</a:t>
            </a:r>
            <a:r>
              <a:rPr lang="en-US" sz="2000">
                <a:latin typeface="Courier New" pitchFamily="49" charset="0"/>
              </a:rPr>
              <a:t> </a:t>
            </a:r>
          </a:p>
          <a:p>
            <a:pPr>
              <a:buFont typeface="Wingdings" pitchFamily="2" charset="2"/>
              <a:buNone/>
            </a:pPr>
            <a:r>
              <a:rPr lang="en-US" sz="2000">
                <a:latin typeface="Courier New" pitchFamily="49" charset="0"/>
              </a:rPr>
              <a:t>   </a:t>
            </a:r>
            <a:r>
              <a:rPr lang="en-US" sz="2000" b="1">
                <a:latin typeface="Courier New" pitchFamily="49" charset="0"/>
              </a:rPr>
              <a:t>FROM</a:t>
            </a:r>
            <a:r>
              <a:rPr lang="en-US" sz="2000">
                <a:latin typeface="Courier New" pitchFamily="49" charset="0"/>
              </a:rPr>
              <a:t> </a:t>
            </a:r>
            <a:r>
              <a:rPr lang="en-US" sz="2000" err="1">
                <a:latin typeface="Courier New" pitchFamily="49" charset="0"/>
              </a:rPr>
              <a:t>coln</a:t>
            </a:r>
            <a:r>
              <a:rPr lang="en-US" sz="2000">
                <a:latin typeface="Courier New" pitchFamily="49" charset="0"/>
              </a:rPr>
              <a:t> c, </a:t>
            </a:r>
            <a:r>
              <a:rPr lang="en-US" sz="2000" err="1">
                <a:latin typeface="Courier New" pitchFamily="49" charset="0"/>
              </a:rPr>
              <a:t>rezervacija</a:t>
            </a:r>
            <a:r>
              <a:rPr lang="en-US" sz="2000">
                <a:latin typeface="Courier New" pitchFamily="49" charset="0"/>
              </a:rPr>
              <a:t> r</a:t>
            </a:r>
          </a:p>
          <a:p>
            <a:pPr>
              <a:buFont typeface="Wingdings" pitchFamily="2" charset="2"/>
              <a:buNone/>
            </a:pPr>
            <a:r>
              <a:rPr lang="en-US" sz="2000">
                <a:latin typeface="Courier New" pitchFamily="49" charset="0"/>
              </a:rPr>
              <a:t>   </a:t>
            </a:r>
            <a:r>
              <a:rPr lang="en-US" sz="2000" b="1">
                <a:latin typeface="Courier New" pitchFamily="49" charset="0"/>
              </a:rPr>
              <a:t>WHERE</a:t>
            </a:r>
            <a:r>
              <a:rPr lang="en-US" sz="2000">
                <a:latin typeface="Courier New" pitchFamily="49" charset="0"/>
              </a:rPr>
              <a:t> c.cid = r.cid;</a:t>
            </a:r>
          </a:p>
          <a:p>
            <a:pPr>
              <a:buFont typeface="Wingdings" pitchFamily="2" charset="2"/>
              <a:buNone/>
            </a:pPr>
            <a:endParaRPr lang="en-US" sz="2000">
              <a:latin typeface="Courier New" pitchFamily="49" charset="0"/>
            </a:endParaRPr>
          </a:p>
          <a:p>
            <a:pPr>
              <a:buFont typeface="Wingdings" pitchFamily="2" charset="2"/>
              <a:buNone/>
            </a:pPr>
            <a:r>
              <a:rPr lang="en-US" sz="2000" b="1">
                <a:latin typeface="Courier New" pitchFamily="49" charset="0"/>
              </a:rPr>
              <a:t>SELECT</a:t>
            </a:r>
            <a:r>
              <a:rPr lang="en-US" sz="2000">
                <a:latin typeface="Courier New" pitchFamily="49" charset="0"/>
              </a:rPr>
              <a:t> * </a:t>
            </a:r>
          </a:p>
          <a:p>
            <a:pPr>
              <a:buFont typeface="Wingdings" pitchFamily="2" charset="2"/>
              <a:buNone/>
            </a:pPr>
            <a:r>
              <a:rPr lang="en-US" sz="2000" b="1">
                <a:latin typeface="Courier New" pitchFamily="49" charset="0"/>
              </a:rPr>
              <a:t>FROM</a:t>
            </a:r>
            <a:r>
              <a:rPr lang="en-US" sz="2000">
                <a:latin typeface="Courier New" pitchFamily="49" charset="0"/>
              </a:rPr>
              <a:t> </a:t>
            </a:r>
            <a:r>
              <a:rPr lang="en-US" sz="2000" err="1">
                <a:latin typeface="Courier New" pitchFamily="49" charset="0"/>
              </a:rPr>
              <a:t>barv_rez</a:t>
            </a:r>
            <a:r>
              <a:rPr lang="en-US" sz="2000">
                <a:latin typeface="Courier New" pitchFamily="49" charset="0"/>
              </a:rPr>
              <a:t>;</a:t>
            </a:r>
          </a:p>
        </p:txBody>
      </p:sp>
      <p:sp>
        <p:nvSpPr>
          <p:cNvPr id="189444" name="Text Box 4"/>
          <p:cNvSpPr txBox="1">
            <a:spLocks noChangeArrowheads="1"/>
          </p:cNvSpPr>
          <p:nvPr/>
        </p:nvSpPr>
        <p:spPr bwMode="auto">
          <a:xfrm>
            <a:off x="4495800" y="3343275"/>
            <a:ext cx="4462463" cy="3514725"/>
          </a:xfrm>
          <a:prstGeom prst="rect">
            <a:avLst/>
          </a:prstGeom>
          <a:noFill/>
          <a:ln w="9525">
            <a:noFill/>
            <a:miter lim="800000"/>
            <a:headEnd/>
            <a:tailEnd/>
          </a:ln>
          <a:effectLst/>
        </p:spPr>
        <p:txBody>
          <a:bodyPr wrap="none">
            <a:spAutoFit/>
          </a:bodyPr>
          <a:lstStyle/>
          <a:p>
            <a:pPr algn="l"/>
            <a:r>
              <a:rPr lang="en-US" sz="1600">
                <a:latin typeface="Courier New" pitchFamily="49" charset="0"/>
              </a:rPr>
              <a:t>+-----+-----+------------+--------+</a:t>
            </a:r>
          </a:p>
          <a:p>
            <a:pPr algn="l"/>
            <a:r>
              <a:rPr lang="en-US" sz="1600">
                <a:latin typeface="Courier New" pitchFamily="49" charset="0"/>
              </a:rPr>
              <a:t>| jid | cid | dan        | barva  |</a:t>
            </a:r>
          </a:p>
          <a:p>
            <a:pPr algn="l"/>
            <a:r>
              <a:rPr lang="en-US" sz="1600">
                <a:latin typeface="Courier New" pitchFamily="49" charset="0"/>
              </a:rPr>
              <a:t>+-----+-----+------------+--------+</a:t>
            </a:r>
          </a:p>
          <a:p>
            <a:pPr algn="l"/>
            <a:r>
              <a:rPr lang="en-US" sz="1600">
                <a:latin typeface="Courier New" pitchFamily="49" charset="0"/>
              </a:rPr>
              <a:t>|  22 | 101 | 2006-10-10 | modra  |</a:t>
            </a:r>
          </a:p>
          <a:p>
            <a:pPr algn="l"/>
            <a:r>
              <a:rPr lang="en-US" sz="1600">
                <a:latin typeface="Courier New" pitchFamily="49" charset="0"/>
              </a:rPr>
              <a:t>|  64 | 101 | 2006-09-05 | modra  |</a:t>
            </a:r>
          </a:p>
          <a:p>
            <a:pPr algn="l"/>
            <a:r>
              <a:rPr lang="en-US" sz="1600">
                <a:latin typeface="Courier New" pitchFamily="49" charset="0"/>
              </a:rPr>
              <a:t>|  22 | 102 | 2006-10-10 | rdeca  |</a:t>
            </a:r>
          </a:p>
          <a:p>
            <a:pPr algn="l"/>
            <a:r>
              <a:rPr lang="en-US" sz="1600">
                <a:latin typeface="Courier New" pitchFamily="49" charset="0"/>
              </a:rPr>
              <a:t>|  31 | 102 | 2006-11-10 | rdeca  |</a:t>
            </a:r>
          </a:p>
          <a:p>
            <a:pPr algn="l"/>
            <a:r>
              <a:rPr lang="en-US" sz="1600">
                <a:latin typeface="Courier New" pitchFamily="49" charset="0"/>
              </a:rPr>
              <a:t>|  64 | 102 | 2006-09-08 | rdeca  |</a:t>
            </a:r>
          </a:p>
          <a:p>
            <a:pPr algn="l"/>
            <a:r>
              <a:rPr lang="en-US" sz="1600">
                <a:latin typeface="Courier New" pitchFamily="49" charset="0"/>
              </a:rPr>
              <a:t>|  22 | 103 | 2006-10-08 | zelena |</a:t>
            </a:r>
          </a:p>
          <a:p>
            <a:pPr algn="l"/>
            <a:r>
              <a:rPr lang="en-US" sz="1600">
                <a:latin typeface="Courier New" pitchFamily="49" charset="0"/>
              </a:rPr>
              <a:t>|  31 | 103 | 2006-11-06 | zelena |</a:t>
            </a:r>
          </a:p>
          <a:p>
            <a:pPr algn="l"/>
            <a:r>
              <a:rPr lang="en-US" sz="1600">
                <a:latin typeface="Courier New" pitchFamily="49" charset="0"/>
              </a:rPr>
              <a:t>|  74 | 103 | 2006-09-08 | zelena |</a:t>
            </a:r>
          </a:p>
          <a:p>
            <a:pPr algn="l"/>
            <a:r>
              <a:rPr lang="en-US" sz="1600">
                <a:latin typeface="Courier New" pitchFamily="49" charset="0"/>
              </a:rPr>
              <a:t>|  22 | 104 | 2006-10-07 | rdeca  |</a:t>
            </a:r>
          </a:p>
          <a:p>
            <a:pPr algn="l"/>
            <a:r>
              <a:rPr lang="en-US" sz="1600">
                <a:latin typeface="Courier New" pitchFamily="49" charset="0"/>
              </a:rPr>
              <a:t>|  31 | 104 | 2006-11-12 | rdeca  |</a:t>
            </a:r>
          </a:p>
          <a:p>
            <a:pPr algn="l"/>
            <a:r>
              <a:rPr lang="en-US" sz="160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9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0466" name="AutoShape 2"/>
          <p:cNvSpPr>
            <a:spLocks noGrp="1" noChangeArrowheads="1"/>
          </p:cNvSpPr>
          <p:nvPr>
            <p:ph type="title"/>
          </p:nvPr>
        </p:nvSpPr>
        <p:spPr/>
        <p:txBody>
          <a:bodyPr/>
          <a:lstStyle/>
          <a:p>
            <a:r>
              <a:rPr lang="en-US"/>
              <a:t>Pogledi: coln z rezervacijo (1)</a:t>
            </a:r>
          </a:p>
        </p:txBody>
      </p:sp>
      <p:sp>
        <p:nvSpPr>
          <p:cNvPr id="190467" name="Rectangle 3"/>
          <p:cNvSpPr>
            <a:spLocks noGrp="1" noChangeArrowheads="1"/>
          </p:cNvSpPr>
          <p:nvPr>
            <p:ph type="body" idx="1"/>
          </p:nvPr>
        </p:nvSpPr>
        <p:spPr>
          <a:xfrm>
            <a:off x="838200" y="2362200"/>
            <a:ext cx="7693025" cy="1676400"/>
          </a:xfrm>
        </p:spPr>
        <p:txBody>
          <a:bodyPr/>
          <a:lstStyle/>
          <a:p>
            <a:pPr>
              <a:buFont typeface="Wingdings" pitchFamily="2" charset="2"/>
              <a:buNone/>
            </a:pPr>
            <a:r>
              <a:rPr lang="en-US" sz="2000" b="1">
                <a:latin typeface="Courier New" pitchFamily="49" charset="0"/>
              </a:rPr>
              <a:t>CREATE</a:t>
            </a:r>
            <a:r>
              <a:rPr lang="en-US" sz="2000">
                <a:latin typeface="Courier New" pitchFamily="49" charset="0"/>
              </a:rPr>
              <a:t> </a:t>
            </a:r>
            <a:r>
              <a:rPr lang="en-US" sz="2000" b="1">
                <a:latin typeface="Courier New" pitchFamily="49" charset="0"/>
              </a:rPr>
              <a:t>VIEW</a:t>
            </a:r>
            <a:r>
              <a:rPr lang="en-US" sz="2000">
                <a:latin typeface="Courier New" pitchFamily="49" charset="0"/>
              </a:rPr>
              <a:t> </a:t>
            </a:r>
            <a:r>
              <a:rPr lang="sl-SI" sz="2000" err="1">
                <a:latin typeface="Courier New" pitchFamily="49" charset="0"/>
              </a:rPr>
              <a:t>coln</a:t>
            </a:r>
            <a:r>
              <a:rPr lang="en-US" sz="2000">
                <a:latin typeface="Courier New" pitchFamily="49" charset="0"/>
              </a:rPr>
              <a:t>_</a:t>
            </a:r>
            <a:r>
              <a:rPr lang="en-US" sz="2000" err="1">
                <a:latin typeface="Courier New" pitchFamily="49" charset="0"/>
              </a:rPr>
              <a:t>rez</a:t>
            </a:r>
            <a:endParaRPr lang="en-US" sz="2000">
              <a:latin typeface="Courier New" pitchFamily="49" charset="0"/>
            </a:endParaRPr>
          </a:p>
          <a:p>
            <a:pPr>
              <a:buFont typeface="Wingdings" pitchFamily="2" charset="2"/>
              <a:buNone/>
            </a:pPr>
            <a:r>
              <a:rPr lang="en-US" sz="2000" b="1">
                <a:latin typeface="Courier New" pitchFamily="49" charset="0"/>
              </a:rPr>
              <a:t>AS</a:t>
            </a:r>
            <a:r>
              <a:rPr lang="en-US" sz="2000">
                <a:latin typeface="Courier New" pitchFamily="49" charset="0"/>
              </a:rPr>
              <a:t> </a:t>
            </a:r>
            <a:r>
              <a:rPr lang="en-US" sz="2000" b="1">
                <a:latin typeface="Courier New" pitchFamily="49" charset="0"/>
              </a:rPr>
              <a:t>SELECT</a:t>
            </a:r>
            <a:r>
              <a:rPr lang="en-US" sz="2000">
                <a:latin typeface="Courier New" pitchFamily="49" charset="0"/>
              </a:rPr>
              <a:t> * </a:t>
            </a:r>
          </a:p>
          <a:p>
            <a:pPr>
              <a:buFont typeface="Wingdings" pitchFamily="2" charset="2"/>
              <a:buNone/>
            </a:pPr>
            <a:r>
              <a:rPr lang="en-US" sz="2000">
                <a:latin typeface="Courier New" pitchFamily="49" charset="0"/>
              </a:rPr>
              <a:t>   </a:t>
            </a:r>
            <a:r>
              <a:rPr lang="en-US" sz="2000" b="1">
                <a:latin typeface="Courier New" pitchFamily="49" charset="0"/>
              </a:rPr>
              <a:t>FROM</a:t>
            </a:r>
            <a:r>
              <a:rPr lang="en-US" sz="2000">
                <a:latin typeface="Courier New" pitchFamily="49" charset="0"/>
              </a:rPr>
              <a:t> </a:t>
            </a:r>
            <a:r>
              <a:rPr lang="en-US" sz="2000" err="1">
                <a:latin typeface="Courier New" pitchFamily="49" charset="0"/>
              </a:rPr>
              <a:t>coln</a:t>
            </a:r>
            <a:r>
              <a:rPr lang="en-US" sz="2000">
                <a:latin typeface="Courier New" pitchFamily="49" charset="0"/>
              </a:rPr>
              <a:t> c, </a:t>
            </a:r>
            <a:r>
              <a:rPr lang="en-US" sz="2000" err="1">
                <a:latin typeface="Courier New" pitchFamily="49" charset="0"/>
              </a:rPr>
              <a:t>rezervacija</a:t>
            </a:r>
            <a:r>
              <a:rPr lang="en-US" sz="2000">
                <a:latin typeface="Courier New" pitchFamily="49" charset="0"/>
              </a:rPr>
              <a:t> r</a:t>
            </a:r>
          </a:p>
          <a:p>
            <a:pPr>
              <a:buFont typeface="Wingdings" pitchFamily="2" charset="2"/>
              <a:buNone/>
            </a:pPr>
            <a:r>
              <a:rPr lang="en-US" sz="2000">
                <a:latin typeface="Courier New" pitchFamily="49" charset="0"/>
              </a:rPr>
              <a:t>   </a:t>
            </a:r>
            <a:r>
              <a:rPr lang="en-US" sz="2000" b="1">
                <a:latin typeface="Courier New" pitchFamily="49" charset="0"/>
              </a:rPr>
              <a:t>WHERE</a:t>
            </a:r>
            <a:r>
              <a:rPr lang="en-US" sz="2000">
                <a:latin typeface="Courier New" pitchFamily="49" charset="0"/>
              </a:rPr>
              <a:t> c.cid = r.cid;</a:t>
            </a:r>
          </a:p>
          <a:p>
            <a:pPr>
              <a:buFont typeface="Wingdings" pitchFamily="2" charset="2"/>
              <a:buNone/>
            </a:pPr>
            <a:endParaRPr lang="en-US" sz="2000">
              <a:latin typeface="Courier New" pitchFamily="49" charset="0"/>
            </a:endParaRPr>
          </a:p>
        </p:txBody>
      </p:sp>
      <p:sp>
        <p:nvSpPr>
          <p:cNvPr id="190469" name="Rectangle 5"/>
          <p:cNvSpPr>
            <a:spLocks noChangeArrowheads="1"/>
          </p:cNvSpPr>
          <p:nvPr/>
        </p:nvSpPr>
        <p:spPr bwMode="auto">
          <a:xfrm>
            <a:off x="914400" y="3962400"/>
            <a:ext cx="7693025" cy="2057400"/>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r>
              <a:rPr lang="en-US" sz="2000"/>
              <a:t>Problem: dva stolpca z istim imenom (cid)</a:t>
            </a:r>
          </a:p>
          <a:p>
            <a:pPr marL="342900" indent="-342900" algn="l">
              <a:spcBef>
                <a:spcPct val="20000"/>
              </a:spcBef>
              <a:buClr>
                <a:schemeClr val="tx1"/>
              </a:buClr>
              <a:buSzPct val="75000"/>
              <a:buFont typeface="Wingdings" pitchFamily="2" charset="2"/>
              <a:buChar char="l"/>
            </a:pPr>
            <a:r>
              <a:rPr lang="en-US" sz="2000"/>
              <a:t>Lahko re</a:t>
            </a:r>
            <a:r>
              <a:rPr lang="sl-SI" sz="2000"/>
              <a:t>šimo na tri načine:</a:t>
            </a:r>
          </a:p>
          <a:p>
            <a:pPr marL="742950" lvl="1" indent="-285750" algn="l">
              <a:spcBef>
                <a:spcPct val="20000"/>
              </a:spcBef>
              <a:buClr>
                <a:schemeClr val="tx1"/>
              </a:buClr>
              <a:buSzPct val="75000"/>
              <a:buFontTx/>
              <a:buChar char="–"/>
            </a:pPr>
            <a:r>
              <a:rPr lang="sl-SI"/>
              <a:t>preimenujemo v SELECT stavku</a:t>
            </a:r>
          </a:p>
          <a:p>
            <a:pPr marL="742950" lvl="1" indent="-285750" algn="l">
              <a:spcBef>
                <a:spcPct val="20000"/>
              </a:spcBef>
              <a:buClr>
                <a:schemeClr val="tx1"/>
              </a:buClr>
              <a:buSzPct val="75000"/>
              <a:buFontTx/>
              <a:buChar char="–"/>
            </a:pPr>
            <a:r>
              <a:rPr lang="sl-SI"/>
              <a:t>preimenujemo v CREATE VIEW stavku</a:t>
            </a:r>
          </a:p>
          <a:p>
            <a:pPr marL="742950" lvl="1" indent="-285750" algn="l">
              <a:spcBef>
                <a:spcPct val="20000"/>
              </a:spcBef>
              <a:buClr>
                <a:schemeClr val="tx1"/>
              </a:buClr>
              <a:buSzPct val="75000"/>
              <a:buFontTx/>
              <a:buChar char="–"/>
            </a:pPr>
            <a:r>
              <a:rPr lang="sl-SI"/>
              <a:t>izločimo podvojene atribute</a:t>
            </a:r>
            <a:endParaRPr lang="en-US"/>
          </a:p>
        </p:txBody>
      </p:sp>
      <p:sp>
        <p:nvSpPr>
          <p:cNvPr id="190470" name="Line 6"/>
          <p:cNvSpPr>
            <a:spLocks noChangeShapeType="1"/>
          </p:cNvSpPr>
          <p:nvPr/>
        </p:nvSpPr>
        <p:spPr bwMode="auto">
          <a:xfrm flipV="1">
            <a:off x="914400" y="2438400"/>
            <a:ext cx="4038600" cy="1371600"/>
          </a:xfrm>
          <a:prstGeom prst="line">
            <a:avLst/>
          </a:prstGeom>
          <a:noFill/>
          <a:ln w="50800">
            <a:solidFill>
              <a:srgbClr val="FF0000"/>
            </a:solidFill>
            <a:round/>
            <a:headEnd/>
            <a:tailEn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04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9" grpId="0"/>
      <p:bldP spid="190470"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1490" name="AutoShape 2"/>
          <p:cNvSpPr>
            <a:spLocks noGrp="1" noChangeArrowheads="1"/>
          </p:cNvSpPr>
          <p:nvPr>
            <p:ph type="title"/>
          </p:nvPr>
        </p:nvSpPr>
        <p:spPr/>
        <p:txBody>
          <a:bodyPr/>
          <a:lstStyle/>
          <a:p>
            <a:r>
              <a:rPr lang="en-US"/>
              <a:t>Pogledi: </a:t>
            </a:r>
            <a:r>
              <a:rPr lang="sl-SI"/>
              <a:t>coln z rezervacijo</a:t>
            </a:r>
            <a:r>
              <a:rPr lang="en-US"/>
              <a:t> (2)</a:t>
            </a:r>
          </a:p>
        </p:txBody>
      </p:sp>
      <p:sp>
        <p:nvSpPr>
          <p:cNvPr id="191491" name="Rectangle 3"/>
          <p:cNvSpPr>
            <a:spLocks noGrp="1" noChangeArrowheads="1"/>
          </p:cNvSpPr>
          <p:nvPr>
            <p:ph type="body" idx="1"/>
          </p:nvPr>
        </p:nvSpPr>
        <p:spPr>
          <a:xfrm>
            <a:off x="838200" y="2362200"/>
            <a:ext cx="8153400" cy="3724275"/>
          </a:xfrm>
        </p:spPr>
        <p:txBody>
          <a:bodyPr/>
          <a:lstStyle/>
          <a:p>
            <a:pPr>
              <a:buFont typeface="Wingdings" pitchFamily="2" charset="2"/>
              <a:buNone/>
            </a:pPr>
            <a:r>
              <a:rPr lang="en-US" sz="1800" b="1">
                <a:latin typeface="Courier New" pitchFamily="49" charset="0"/>
              </a:rPr>
              <a:t>CREATE VIEW </a:t>
            </a:r>
            <a:r>
              <a:rPr lang="sl-SI" sz="1800" err="1">
                <a:latin typeface="Courier New" pitchFamily="49" charset="0"/>
              </a:rPr>
              <a:t>coln</a:t>
            </a:r>
            <a:r>
              <a:rPr lang="en-US" sz="1800">
                <a:latin typeface="Courier New" pitchFamily="49" charset="0"/>
              </a:rPr>
              <a:t>_</a:t>
            </a:r>
            <a:r>
              <a:rPr lang="en-US" sz="1800" err="1">
                <a:latin typeface="Courier New" pitchFamily="49" charset="0"/>
              </a:rPr>
              <a:t>rez</a:t>
            </a:r>
            <a:endParaRPr lang="en-US" sz="1800">
              <a:latin typeface="Courier New" pitchFamily="49" charset="0"/>
            </a:endParaRPr>
          </a:p>
          <a:p>
            <a:pPr>
              <a:buFont typeface="Wingdings" pitchFamily="2" charset="2"/>
              <a:buNone/>
            </a:pPr>
            <a:r>
              <a:rPr lang="en-US" sz="1800" b="1">
                <a:latin typeface="Courier New" pitchFamily="49" charset="0"/>
              </a:rPr>
              <a:t>AS SELECT </a:t>
            </a:r>
            <a:r>
              <a:rPr lang="en-US" sz="1800">
                <a:latin typeface="Courier New" pitchFamily="49" charset="0"/>
              </a:rPr>
              <a:t>r.*, </a:t>
            </a:r>
            <a:r>
              <a:rPr lang="sl-SI" sz="1800" err="1">
                <a:latin typeface="Courier New" pitchFamily="49" charset="0"/>
              </a:rPr>
              <a:t>c.cid</a:t>
            </a:r>
            <a:r>
              <a:rPr lang="sl-SI" sz="1800">
                <a:latin typeface="Courier New" pitchFamily="49" charset="0"/>
              </a:rPr>
              <a:t> </a:t>
            </a:r>
            <a:r>
              <a:rPr lang="sl-SI" sz="1800" b="1">
                <a:latin typeface="Courier New" pitchFamily="49" charset="0"/>
              </a:rPr>
              <a:t>AS</a:t>
            </a:r>
            <a:r>
              <a:rPr lang="sl-SI" sz="1800">
                <a:latin typeface="Courier New" pitchFamily="49" charset="0"/>
              </a:rPr>
              <a:t> </a:t>
            </a:r>
            <a:r>
              <a:rPr lang="sl-SI" sz="1800" err="1">
                <a:latin typeface="Courier New" pitchFamily="49" charset="0"/>
              </a:rPr>
              <a:t>ccid</a:t>
            </a:r>
            <a:r>
              <a:rPr lang="sl-SI" sz="1800">
                <a:latin typeface="Courier New" pitchFamily="49" charset="0"/>
              </a:rPr>
              <a:t>, </a:t>
            </a:r>
            <a:r>
              <a:rPr lang="en-US" sz="1800">
                <a:latin typeface="Courier New" pitchFamily="49" charset="0"/>
              </a:rPr>
              <a:t>c.</a:t>
            </a:r>
            <a:r>
              <a:rPr lang="sl-SI" sz="1800">
                <a:latin typeface="Courier New" pitchFamily="49" charset="0"/>
              </a:rPr>
              <a:t>ime, </a:t>
            </a:r>
            <a:r>
              <a:rPr lang="sl-SI" sz="1800" err="1">
                <a:latin typeface="Courier New" pitchFamily="49" charset="0"/>
              </a:rPr>
              <a:t>c.barva</a:t>
            </a:r>
            <a:r>
              <a:rPr lang="sl-SI" sz="1800">
                <a:latin typeface="Courier New" pitchFamily="49" charset="0"/>
              </a:rPr>
              <a:t>, </a:t>
            </a:r>
            <a:r>
              <a:rPr lang="sl-SI" sz="1800" err="1">
                <a:latin typeface="Courier New" pitchFamily="49" charset="0"/>
              </a:rPr>
              <a:t>c.dolzina</a:t>
            </a:r>
            <a:endParaRPr lang="en-US" sz="1800">
              <a:latin typeface="Courier New" pitchFamily="49" charset="0"/>
            </a:endParaRPr>
          </a:p>
          <a:p>
            <a:pPr>
              <a:buFont typeface="Wingdings" pitchFamily="2" charset="2"/>
              <a:buNone/>
            </a:pPr>
            <a:r>
              <a:rPr lang="en-US" sz="1800">
                <a:latin typeface="Courier New" pitchFamily="49" charset="0"/>
              </a:rPr>
              <a:t>   </a:t>
            </a:r>
            <a:r>
              <a:rPr lang="en-US" sz="1800" b="1">
                <a:latin typeface="Courier New" pitchFamily="49" charset="0"/>
              </a:rPr>
              <a:t>FROM</a:t>
            </a:r>
            <a:r>
              <a:rPr lang="en-US" sz="1800">
                <a:latin typeface="Courier New" pitchFamily="49" charset="0"/>
              </a:rPr>
              <a:t> </a:t>
            </a:r>
            <a:r>
              <a:rPr lang="en-US" sz="1800" err="1">
                <a:latin typeface="Courier New" pitchFamily="49" charset="0"/>
              </a:rPr>
              <a:t>coln</a:t>
            </a:r>
            <a:r>
              <a:rPr lang="en-US" sz="1800">
                <a:latin typeface="Courier New" pitchFamily="49" charset="0"/>
              </a:rPr>
              <a:t> c, </a:t>
            </a:r>
            <a:r>
              <a:rPr lang="en-US" sz="1800" err="1">
                <a:latin typeface="Courier New" pitchFamily="49" charset="0"/>
              </a:rPr>
              <a:t>rezervacija</a:t>
            </a:r>
            <a:r>
              <a:rPr lang="en-US" sz="1800">
                <a:latin typeface="Courier New" pitchFamily="49" charset="0"/>
              </a:rPr>
              <a:t> r</a:t>
            </a:r>
          </a:p>
          <a:p>
            <a:pPr>
              <a:buFont typeface="Wingdings" pitchFamily="2" charset="2"/>
              <a:buNone/>
            </a:pPr>
            <a:r>
              <a:rPr lang="en-US" sz="1800">
                <a:latin typeface="Courier New" pitchFamily="49" charset="0"/>
              </a:rPr>
              <a:t>   </a:t>
            </a:r>
            <a:r>
              <a:rPr lang="en-US" sz="1800" b="1">
                <a:latin typeface="Courier New" pitchFamily="49" charset="0"/>
              </a:rPr>
              <a:t>WHERE</a:t>
            </a:r>
            <a:r>
              <a:rPr lang="en-US" sz="1800">
                <a:latin typeface="Courier New" pitchFamily="49" charset="0"/>
              </a:rPr>
              <a:t> c.cid = r.cid;</a:t>
            </a:r>
          </a:p>
          <a:p>
            <a:pPr>
              <a:buFont typeface="Wingdings" pitchFamily="2" charset="2"/>
              <a:buNone/>
            </a:pPr>
            <a:r>
              <a:rPr lang="en-US" sz="1800" b="1">
                <a:latin typeface="Courier New" pitchFamily="49" charset="0"/>
              </a:rPr>
              <a:t>SELECT</a:t>
            </a:r>
            <a:r>
              <a:rPr lang="en-US" sz="1800">
                <a:latin typeface="Courier New" pitchFamily="49" charset="0"/>
              </a:rPr>
              <a:t> * </a:t>
            </a:r>
            <a:r>
              <a:rPr lang="en-US" sz="1800" b="1">
                <a:latin typeface="Courier New" pitchFamily="49" charset="0"/>
              </a:rPr>
              <a:t>FROM</a:t>
            </a:r>
            <a:r>
              <a:rPr lang="en-US" sz="1800">
                <a:latin typeface="Courier New" pitchFamily="49" charset="0"/>
              </a:rPr>
              <a:t> </a:t>
            </a:r>
            <a:r>
              <a:rPr lang="sl-SI" sz="1800" err="1">
                <a:latin typeface="Courier New" pitchFamily="49" charset="0"/>
              </a:rPr>
              <a:t>coln</a:t>
            </a:r>
            <a:r>
              <a:rPr lang="en-US" sz="1800">
                <a:latin typeface="Courier New" pitchFamily="49" charset="0"/>
              </a:rPr>
              <a:t>_</a:t>
            </a:r>
            <a:r>
              <a:rPr lang="en-US" sz="1800" err="1">
                <a:latin typeface="Courier New" pitchFamily="49" charset="0"/>
              </a:rPr>
              <a:t>rez</a:t>
            </a:r>
            <a:r>
              <a:rPr lang="en-US" sz="1800">
                <a:latin typeface="Courier New" pitchFamily="49" charset="0"/>
              </a:rPr>
              <a:t>;</a:t>
            </a:r>
          </a:p>
        </p:txBody>
      </p:sp>
      <p:sp>
        <p:nvSpPr>
          <p:cNvPr id="191492" name="Text Box 4"/>
          <p:cNvSpPr txBox="1">
            <a:spLocks noChangeArrowheads="1"/>
          </p:cNvSpPr>
          <p:nvPr/>
        </p:nvSpPr>
        <p:spPr bwMode="auto">
          <a:xfrm>
            <a:off x="762000" y="4038600"/>
            <a:ext cx="7794625" cy="2647950"/>
          </a:xfrm>
          <a:prstGeom prst="rect">
            <a:avLst/>
          </a:prstGeom>
          <a:noFill/>
          <a:ln w="9525">
            <a:noFill/>
            <a:miter lim="800000"/>
            <a:headEnd/>
            <a:tailEnd/>
          </a:ln>
          <a:effectLst/>
        </p:spPr>
        <p:txBody>
          <a:bodyPr>
            <a:spAutoFit/>
          </a:bodyPr>
          <a:lstStyle/>
          <a:p>
            <a:pPr algn="l"/>
            <a:r>
              <a:rPr lang="en-US" sz="1200">
                <a:latin typeface="Courier New" pitchFamily="49" charset="0"/>
              </a:rPr>
              <a:t>+-----+-----+------------+------+-------------+--------+---------+</a:t>
            </a:r>
          </a:p>
          <a:p>
            <a:pPr algn="l"/>
            <a:r>
              <a:rPr lang="en-US" sz="1200">
                <a:latin typeface="Courier New" pitchFamily="49" charset="0"/>
              </a:rPr>
              <a:t>| jid | cid | dan        | ccid | ime         | barva  | dolzina |</a:t>
            </a:r>
          </a:p>
          <a:p>
            <a:pPr algn="l"/>
            <a:r>
              <a:rPr lang="en-US" sz="1200">
                <a:latin typeface="Courier New" pitchFamily="49" charset="0"/>
              </a:rPr>
              <a:t>+-----+-----+------------+------+-------------+--------+---------+</a:t>
            </a:r>
          </a:p>
          <a:p>
            <a:pPr algn="l"/>
            <a:r>
              <a:rPr lang="en-US" sz="1200">
                <a:latin typeface="Courier New" pitchFamily="49" charset="0"/>
              </a:rPr>
              <a:t>|  22 | 101 | 2006-10-10 |  101 | Elan        | modra  |      34 |</a:t>
            </a:r>
          </a:p>
          <a:p>
            <a:pPr algn="l"/>
            <a:r>
              <a:rPr lang="en-US" sz="1200">
                <a:latin typeface="Courier New" pitchFamily="49" charset="0"/>
              </a:rPr>
              <a:t>|  64 | 101 | 2006-09-05 |  101 | Elan        | modra  |      34 |</a:t>
            </a:r>
          </a:p>
          <a:p>
            <a:pPr algn="l"/>
            <a:r>
              <a:rPr lang="en-US" sz="1200">
                <a:latin typeface="Courier New" pitchFamily="49" charset="0"/>
              </a:rPr>
              <a:t>|  22 | 102 | 2006-10-10 |  102 | Elan        | rdeca  |      34 |</a:t>
            </a:r>
          </a:p>
          <a:p>
            <a:pPr algn="l"/>
            <a:r>
              <a:rPr lang="en-US" sz="1200">
                <a:latin typeface="Courier New" pitchFamily="49" charset="0"/>
              </a:rPr>
              <a:t>|  31 | 102 | 2006-11-10 |  102 | Elan        | rdeca  |      34 |</a:t>
            </a:r>
          </a:p>
          <a:p>
            <a:pPr algn="l"/>
            <a:r>
              <a:rPr lang="en-US" sz="1200">
                <a:latin typeface="Courier New" pitchFamily="49" charset="0"/>
              </a:rPr>
              <a:t>|  64 | 102 | 2006-09-08 |  102 | Elan        | rdeca  |      34 |</a:t>
            </a:r>
          </a:p>
          <a:p>
            <a:pPr algn="l"/>
            <a:r>
              <a:rPr lang="en-US" sz="1200">
                <a:latin typeface="Courier New" pitchFamily="49" charset="0"/>
              </a:rPr>
              <a:t>|  22 | 103 | 2006-10-08 |  103 | Sun Odyssey | zelena |      37 |</a:t>
            </a:r>
          </a:p>
          <a:p>
            <a:pPr algn="l"/>
            <a:r>
              <a:rPr lang="en-US" sz="1200">
                <a:latin typeface="Courier New" pitchFamily="49" charset="0"/>
              </a:rPr>
              <a:t>|  31 | 103 | 2006-11-06 |  103 | Sun Odyssey | zelena |      37 |</a:t>
            </a:r>
          </a:p>
          <a:p>
            <a:pPr algn="l"/>
            <a:r>
              <a:rPr lang="en-US" sz="1200">
                <a:latin typeface="Courier New" pitchFamily="49" charset="0"/>
              </a:rPr>
              <a:t>|  74 | 103 | 2006-09-08 |  103 | Sun Odyssey | zelena |      37 |</a:t>
            </a:r>
          </a:p>
          <a:p>
            <a:pPr algn="l"/>
            <a:r>
              <a:rPr lang="en-US" sz="1200">
                <a:latin typeface="Courier New" pitchFamily="49" charset="0"/>
              </a:rPr>
              <a:t>|  22 | 104 | 2006-10-07 |  104 | Bavaria     | rdeca  |      50 |</a:t>
            </a:r>
          </a:p>
          <a:p>
            <a:pPr algn="l"/>
            <a:r>
              <a:rPr lang="en-US" sz="1200">
                <a:latin typeface="Courier New" pitchFamily="49" charset="0"/>
              </a:rPr>
              <a:t>|  31 | 104 | 2006-11-12 |  104 | Bavaria     | rdeca  |      50 |</a:t>
            </a:r>
          </a:p>
          <a:p>
            <a:pPr algn="l"/>
            <a:r>
              <a:rPr lang="en-US" sz="120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14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2514" name="AutoShape 2"/>
          <p:cNvSpPr>
            <a:spLocks noGrp="1" noChangeArrowheads="1"/>
          </p:cNvSpPr>
          <p:nvPr>
            <p:ph type="title"/>
          </p:nvPr>
        </p:nvSpPr>
        <p:spPr/>
        <p:txBody>
          <a:bodyPr/>
          <a:lstStyle/>
          <a:p>
            <a:r>
              <a:rPr lang="en-US"/>
              <a:t>Pogledi: </a:t>
            </a:r>
            <a:r>
              <a:rPr lang="sl-SI"/>
              <a:t>coln z rezervacijo</a:t>
            </a:r>
            <a:r>
              <a:rPr lang="en-US"/>
              <a:t> (3)</a:t>
            </a:r>
          </a:p>
        </p:txBody>
      </p:sp>
      <p:sp>
        <p:nvSpPr>
          <p:cNvPr id="192515" name="Rectangle 3"/>
          <p:cNvSpPr>
            <a:spLocks noGrp="1" noChangeArrowheads="1"/>
          </p:cNvSpPr>
          <p:nvPr>
            <p:ph type="body" idx="1"/>
          </p:nvPr>
        </p:nvSpPr>
        <p:spPr>
          <a:xfrm>
            <a:off x="838200" y="2362200"/>
            <a:ext cx="8153400" cy="3724275"/>
          </a:xfrm>
        </p:spPr>
        <p:txBody>
          <a:bodyPr/>
          <a:lstStyle/>
          <a:p>
            <a:pPr>
              <a:buFont typeface="Wingdings" pitchFamily="2" charset="2"/>
              <a:buNone/>
            </a:pPr>
            <a:r>
              <a:rPr lang="en-US" sz="1800" b="1">
                <a:latin typeface="Courier New" pitchFamily="49" charset="0"/>
              </a:rPr>
              <a:t>CREATE</a:t>
            </a:r>
            <a:r>
              <a:rPr lang="en-US" sz="1800">
                <a:latin typeface="Courier New" pitchFamily="49" charset="0"/>
              </a:rPr>
              <a:t> </a:t>
            </a:r>
            <a:r>
              <a:rPr lang="en-US" sz="1800" b="1">
                <a:latin typeface="Courier New" pitchFamily="49" charset="0"/>
              </a:rPr>
              <a:t>VIEW</a:t>
            </a:r>
            <a:r>
              <a:rPr lang="en-US" sz="1800">
                <a:latin typeface="Courier New" pitchFamily="49" charset="0"/>
              </a:rPr>
              <a:t> </a:t>
            </a:r>
            <a:r>
              <a:rPr lang="sl-SI" sz="1800" err="1">
                <a:latin typeface="Courier New" pitchFamily="49" charset="0"/>
              </a:rPr>
              <a:t>coln</a:t>
            </a:r>
            <a:r>
              <a:rPr lang="en-US" sz="1800">
                <a:latin typeface="Courier New" pitchFamily="49" charset="0"/>
              </a:rPr>
              <a:t>_</a:t>
            </a:r>
            <a:r>
              <a:rPr lang="en-US" sz="1800" err="1">
                <a:latin typeface="Courier New" pitchFamily="49" charset="0"/>
              </a:rPr>
              <a:t>rez</a:t>
            </a:r>
            <a:r>
              <a:rPr lang="sl-SI" sz="1800">
                <a:latin typeface="Courier New" pitchFamily="49" charset="0"/>
              </a:rPr>
              <a:t>(</a:t>
            </a:r>
            <a:r>
              <a:rPr lang="sl-SI" sz="1800" err="1">
                <a:latin typeface="Courier New" pitchFamily="49" charset="0"/>
              </a:rPr>
              <a:t>jid</a:t>
            </a:r>
            <a:r>
              <a:rPr lang="sl-SI" sz="1800">
                <a:latin typeface="Courier New" pitchFamily="49" charset="0"/>
              </a:rPr>
              <a:t>,</a:t>
            </a:r>
            <a:r>
              <a:rPr lang="sl-SI" sz="1800" err="1">
                <a:latin typeface="Courier New" pitchFamily="49" charset="0"/>
              </a:rPr>
              <a:t>cid</a:t>
            </a:r>
            <a:r>
              <a:rPr lang="sl-SI" sz="1800">
                <a:latin typeface="Courier New" pitchFamily="49" charset="0"/>
              </a:rPr>
              <a:t>,dan,</a:t>
            </a:r>
            <a:r>
              <a:rPr lang="sl-SI" sz="1800" err="1">
                <a:latin typeface="Courier New" pitchFamily="49" charset="0"/>
              </a:rPr>
              <a:t>ccid</a:t>
            </a:r>
            <a:r>
              <a:rPr lang="sl-SI" sz="1800">
                <a:latin typeface="Courier New" pitchFamily="49" charset="0"/>
              </a:rPr>
              <a:t>,ime,barva,</a:t>
            </a:r>
            <a:r>
              <a:rPr lang="sl-SI" sz="1800" err="1">
                <a:latin typeface="Courier New" pitchFamily="49" charset="0"/>
              </a:rPr>
              <a:t>dolzina</a:t>
            </a:r>
            <a:r>
              <a:rPr lang="sl-SI" sz="1800">
                <a:latin typeface="Courier New" pitchFamily="49" charset="0"/>
              </a:rPr>
              <a:t>)</a:t>
            </a:r>
            <a:endParaRPr lang="en-US" sz="1800">
              <a:latin typeface="Courier New" pitchFamily="49" charset="0"/>
            </a:endParaRPr>
          </a:p>
          <a:p>
            <a:pPr>
              <a:buFont typeface="Wingdings" pitchFamily="2" charset="2"/>
              <a:buNone/>
            </a:pPr>
            <a:r>
              <a:rPr lang="en-US" sz="1800" b="1">
                <a:latin typeface="Courier New" pitchFamily="49" charset="0"/>
              </a:rPr>
              <a:t>AS</a:t>
            </a:r>
            <a:r>
              <a:rPr lang="en-US" sz="1800">
                <a:latin typeface="Courier New" pitchFamily="49" charset="0"/>
              </a:rPr>
              <a:t> </a:t>
            </a:r>
            <a:r>
              <a:rPr lang="en-US" sz="1800" b="1">
                <a:latin typeface="Courier New" pitchFamily="49" charset="0"/>
              </a:rPr>
              <a:t>SELECT</a:t>
            </a:r>
            <a:r>
              <a:rPr lang="en-US" sz="1800">
                <a:latin typeface="Courier New" pitchFamily="49" charset="0"/>
              </a:rPr>
              <a:t> *</a:t>
            </a:r>
          </a:p>
          <a:p>
            <a:pPr>
              <a:buFont typeface="Wingdings" pitchFamily="2" charset="2"/>
              <a:buNone/>
            </a:pPr>
            <a:r>
              <a:rPr lang="en-US" sz="1800">
                <a:latin typeface="Courier New" pitchFamily="49" charset="0"/>
              </a:rPr>
              <a:t>   </a:t>
            </a:r>
            <a:r>
              <a:rPr lang="en-US" sz="1800" b="1">
                <a:latin typeface="Courier New" pitchFamily="49" charset="0"/>
              </a:rPr>
              <a:t>FROM</a:t>
            </a:r>
            <a:r>
              <a:rPr lang="en-US" sz="1800">
                <a:latin typeface="Courier New" pitchFamily="49" charset="0"/>
              </a:rPr>
              <a:t> </a:t>
            </a:r>
            <a:r>
              <a:rPr lang="en-US" sz="1800" err="1">
                <a:latin typeface="Courier New" pitchFamily="49" charset="0"/>
              </a:rPr>
              <a:t>coln</a:t>
            </a:r>
            <a:r>
              <a:rPr lang="en-US" sz="1800">
                <a:latin typeface="Courier New" pitchFamily="49" charset="0"/>
              </a:rPr>
              <a:t> c, </a:t>
            </a:r>
            <a:r>
              <a:rPr lang="en-US" sz="1800" err="1">
                <a:latin typeface="Courier New" pitchFamily="49" charset="0"/>
              </a:rPr>
              <a:t>rezervacija</a:t>
            </a:r>
            <a:r>
              <a:rPr lang="en-US" sz="1800">
                <a:latin typeface="Courier New" pitchFamily="49" charset="0"/>
              </a:rPr>
              <a:t> r</a:t>
            </a:r>
          </a:p>
          <a:p>
            <a:pPr>
              <a:buFont typeface="Wingdings" pitchFamily="2" charset="2"/>
              <a:buNone/>
            </a:pPr>
            <a:r>
              <a:rPr lang="en-US" sz="1800">
                <a:latin typeface="Courier New" pitchFamily="49" charset="0"/>
              </a:rPr>
              <a:t>   </a:t>
            </a:r>
            <a:r>
              <a:rPr lang="en-US" sz="1800" b="1">
                <a:latin typeface="Courier New" pitchFamily="49" charset="0"/>
              </a:rPr>
              <a:t>WHERE</a:t>
            </a:r>
            <a:r>
              <a:rPr lang="en-US" sz="1800">
                <a:latin typeface="Courier New" pitchFamily="49" charset="0"/>
              </a:rPr>
              <a:t> c.cid = r.cid;</a:t>
            </a:r>
          </a:p>
          <a:p>
            <a:pPr>
              <a:buFont typeface="Wingdings" pitchFamily="2" charset="2"/>
              <a:buNone/>
            </a:pPr>
            <a:r>
              <a:rPr lang="en-US" sz="1800" b="1">
                <a:latin typeface="Courier New" pitchFamily="49" charset="0"/>
              </a:rPr>
              <a:t>SELECT</a:t>
            </a:r>
            <a:r>
              <a:rPr lang="en-US" sz="1800">
                <a:latin typeface="Courier New" pitchFamily="49" charset="0"/>
              </a:rPr>
              <a:t> * </a:t>
            </a:r>
            <a:r>
              <a:rPr lang="en-US" sz="1800" b="1">
                <a:latin typeface="Courier New" pitchFamily="49" charset="0"/>
              </a:rPr>
              <a:t>FROM</a:t>
            </a:r>
            <a:r>
              <a:rPr lang="en-US" sz="1800">
                <a:latin typeface="Courier New" pitchFamily="49" charset="0"/>
              </a:rPr>
              <a:t> </a:t>
            </a:r>
            <a:r>
              <a:rPr lang="sl-SI" sz="1800" err="1">
                <a:latin typeface="Courier New" pitchFamily="49" charset="0"/>
              </a:rPr>
              <a:t>coln</a:t>
            </a:r>
            <a:r>
              <a:rPr lang="en-US" sz="1800">
                <a:latin typeface="Courier New" pitchFamily="49" charset="0"/>
              </a:rPr>
              <a:t>_</a:t>
            </a:r>
            <a:r>
              <a:rPr lang="en-US" sz="1800" err="1">
                <a:latin typeface="Courier New" pitchFamily="49" charset="0"/>
              </a:rPr>
              <a:t>rez</a:t>
            </a:r>
            <a:r>
              <a:rPr lang="en-US" sz="1800">
                <a:latin typeface="Courier New" pitchFamily="49" charset="0"/>
              </a:rPr>
              <a:t>;</a:t>
            </a:r>
          </a:p>
        </p:txBody>
      </p:sp>
      <p:sp>
        <p:nvSpPr>
          <p:cNvPr id="192516" name="Text Box 4"/>
          <p:cNvSpPr txBox="1">
            <a:spLocks noChangeArrowheads="1"/>
          </p:cNvSpPr>
          <p:nvPr/>
        </p:nvSpPr>
        <p:spPr bwMode="auto">
          <a:xfrm>
            <a:off x="762000" y="4038600"/>
            <a:ext cx="7794625" cy="2647950"/>
          </a:xfrm>
          <a:prstGeom prst="rect">
            <a:avLst/>
          </a:prstGeom>
          <a:noFill/>
          <a:ln w="9525">
            <a:noFill/>
            <a:miter lim="800000"/>
            <a:headEnd/>
            <a:tailEnd/>
          </a:ln>
          <a:effectLst/>
        </p:spPr>
        <p:txBody>
          <a:bodyPr>
            <a:spAutoFit/>
          </a:bodyPr>
          <a:lstStyle/>
          <a:p>
            <a:pPr algn="l"/>
            <a:r>
              <a:rPr lang="en-US" sz="1200">
                <a:latin typeface="Courier New" pitchFamily="49" charset="0"/>
              </a:rPr>
              <a:t>+-----+-----+------------+------+-------------+--------+---------+</a:t>
            </a:r>
          </a:p>
          <a:p>
            <a:pPr algn="l"/>
            <a:r>
              <a:rPr lang="en-US" sz="1200">
                <a:latin typeface="Courier New" pitchFamily="49" charset="0"/>
              </a:rPr>
              <a:t>| </a:t>
            </a:r>
            <a:r>
              <a:rPr lang="en-US" sz="1200" err="1">
                <a:latin typeface="Courier New" pitchFamily="49" charset="0"/>
              </a:rPr>
              <a:t>jid</a:t>
            </a:r>
            <a:r>
              <a:rPr lang="en-US" sz="1200">
                <a:latin typeface="Courier New" pitchFamily="49" charset="0"/>
              </a:rPr>
              <a:t> | </a:t>
            </a:r>
            <a:r>
              <a:rPr lang="en-US" sz="1200" err="1">
                <a:latin typeface="Courier New" pitchFamily="49" charset="0"/>
              </a:rPr>
              <a:t>cid</a:t>
            </a:r>
            <a:r>
              <a:rPr lang="en-US" sz="1200">
                <a:latin typeface="Courier New" pitchFamily="49" charset="0"/>
              </a:rPr>
              <a:t> | </a:t>
            </a:r>
            <a:r>
              <a:rPr lang="en-US" sz="1200" err="1">
                <a:latin typeface="Courier New" pitchFamily="49" charset="0"/>
              </a:rPr>
              <a:t>dan</a:t>
            </a:r>
            <a:r>
              <a:rPr lang="en-US" sz="1200">
                <a:latin typeface="Courier New" pitchFamily="49" charset="0"/>
              </a:rPr>
              <a:t>        | </a:t>
            </a:r>
            <a:r>
              <a:rPr lang="en-US" sz="1200" err="1">
                <a:latin typeface="Courier New" pitchFamily="49" charset="0"/>
              </a:rPr>
              <a:t>ccid</a:t>
            </a:r>
            <a:r>
              <a:rPr lang="en-US" sz="1200">
                <a:latin typeface="Courier New" pitchFamily="49" charset="0"/>
              </a:rPr>
              <a:t> | </a:t>
            </a:r>
            <a:r>
              <a:rPr lang="en-US" sz="1200" err="1">
                <a:latin typeface="Courier New" pitchFamily="49" charset="0"/>
              </a:rPr>
              <a:t>ime</a:t>
            </a:r>
            <a:r>
              <a:rPr lang="en-US" sz="1200">
                <a:latin typeface="Courier New" pitchFamily="49" charset="0"/>
              </a:rPr>
              <a:t>         | </a:t>
            </a:r>
            <a:r>
              <a:rPr lang="en-US" sz="1200" err="1">
                <a:latin typeface="Courier New" pitchFamily="49" charset="0"/>
              </a:rPr>
              <a:t>barva</a:t>
            </a:r>
            <a:r>
              <a:rPr lang="en-US" sz="1200">
                <a:latin typeface="Courier New" pitchFamily="49" charset="0"/>
              </a:rPr>
              <a:t>  | </a:t>
            </a:r>
            <a:r>
              <a:rPr lang="en-US" sz="1200" err="1">
                <a:latin typeface="Courier New" pitchFamily="49" charset="0"/>
              </a:rPr>
              <a:t>dolzina</a:t>
            </a:r>
            <a:r>
              <a:rPr lang="en-US" sz="1200">
                <a:latin typeface="Courier New" pitchFamily="49" charset="0"/>
              </a:rPr>
              <a:t> |</a:t>
            </a:r>
          </a:p>
          <a:p>
            <a:pPr algn="l"/>
            <a:r>
              <a:rPr lang="en-US" sz="1200">
                <a:latin typeface="Courier New" pitchFamily="49" charset="0"/>
              </a:rPr>
              <a:t>+-----+-----+------------+------+-------------+--------+---------+</a:t>
            </a:r>
          </a:p>
          <a:p>
            <a:pPr algn="l"/>
            <a:r>
              <a:rPr lang="en-US" sz="1200">
                <a:latin typeface="Courier New" pitchFamily="49" charset="0"/>
              </a:rPr>
              <a:t>|  22 | 101 | 2006-10-10 |  101 | Elan        | </a:t>
            </a:r>
            <a:r>
              <a:rPr lang="en-US" sz="1200" err="1">
                <a:latin typeface="Courier New" pitchFamily="49" charset="0"/>
              </a:rPr>
              <a:t>modra</a:t>
            </a:r>
            <a:r>
              <a:rPr lang="en-US" sz="1200">
                <a:latin typeface="Courier New" pitchFamily="49" charset="0"/>
              </a:rPr>
              <a:t>  |      34 |</a:t>
            </a:r>
          </a:p>
          <a:p>
            <a:pPr algn="l"/>
            <a:r>
              <a:rPr lang="en-US" sz="1200">
                <a:latin typeface="Courier New" pitchFamily="49" charset="0"/>
              </a:rPr>
              <a:t>|  64 | 101 | 2006-09-05 |  101 | Elan        | </a:t>
            </a:r>
            <a:r>
              <a:rPr lang="en-US" sz="1200" err="1">
                <a:latin typeface="Courier New" pitchFamily="49" charset="0"/>
              </a:rPr>
              <a:t>modra</a:t>
            </a:r>
            <a:r>
              <a:rPr lang="en-US" sz="1200">
                <a:latin typeface="Courier New" pitchFamily="49" charset="0"/>
              </a:rPr>
              <a:t>  |      34 |</a:t>
            </a:r>
          </a:p>
          <a:p>
            <a:pPr algn="l"/>
            <a:r>
              <a:rPr lang="en-US" sz="1200">
                <a:latin typeface="Courier New" pitchFamily="49" charset="0"/>
              </a:rPr>
              <a:t>|  22 | 102 | 2006-10-10 |  102 | Elan        | </a:t>
            </a:r>
            <a:r>
              <a:rPr lang="en-US" sz="1200" err="1">
                <a:latin typeface="Courier New" pitchFamily="49" charset="0"/>
              </a:rPr>
              <a:t>rdeca</a:t>
            </a:r>
            <a:r>
              <a:rPr lang="en-US" sz="1200">
                <a:latin typeface="Courier New" pitchFamily="49" charset="0"/>
              </a:rPr>
              <a:t>  |      34 |</a:t>
            </a:r>
          </a:p>
          <a:p>
            <a:pPr algn="l"/>
            <a:r>
              <a:rPr lang="en-US" sz="1200">
                <a:latin typeface="Courier New" pitchFamily="49" charset="0"/>
              </a:rPr>
              <a:t>|  31 | 102 | 2006-11-10 |  102 | Elan        | </a:t>
            </a:r>
            <a:r>
              <a:rPr lang="en-US" sz="1200" err="1">
                <a:latin typeface="Courier New" pitchFamily="49" charset="0"/>
              </a:rPr>
              <a:t>rdeca</a:t>
            </a:r>
            <a:r>
              <a:rPr lang="en-US" sz="1200">
                <a:latin typeface="Courier New" pitchFamily="49" charset="0"/>
              </a:rPr>
              <a:t>  |      34 |</a:t>
            </a:r>
          </a:p>
          <a:p>
            <a:pPr algn="l"/>
            <a:r>
              <a:rPr lang="en-US" sz="1200">
                <a:latin typeface="Courier New" pitchFamily="49" charset="0"/>
              </a:rPr>
              <a:t>|  64 | 102 | 2006-09-08 |  102 | Elan        | </a:t>
            </a:r>
            <a:r>
              <a:rPr lang="en-US" sz="1200" err="1">
                <a:latin typeface="Courier New" pitchFamily="49" charset="0"/>
              </a:rPr>
              <a:t>rdeca</a:t>
            </a:r>
            <a:r>
              <a:rPr lang="en-US" sz="1200">
                <a:latin typeface="Courier New" pitchFamily="49" charset="0"/>
              </a:rPr>
              <a:t>  |      34 |</a:t>
            </a:r>
          </a:p>
          <a:p>
            <a:pPr algn="l"/>
            <a:r>
              <a:rPr lang="en-US" sz="1200">
                <a:latin typeface="Courier New" pitchFamily="49" charset="0"/>
              </a:rPr>
              <a:t>|  22 | 103 | 2006-10-08 |  103 | Sun Odyssey | </a:t>
            </a:r>
            <a:r>
              <a:rPr lang="en-US" sz="1200" err="1">
                <a:latin typeface="Courier New" pitchFamily="49" charset="0"/>
              </a:rPr>
              <a:t>zelena</a:t>
            </a:r>
            <a:r>
              <a:rPr lang="en-US" sz="1200">
                <a:latin typeface="Courier New" pitchFamily="49" charset="0"/>
              </a:rPr>
              <a:t> |      37 |</a:t>
            </a:r>
          </a:p>
          <a:p>
            <a:pPr algn="l"/>
            <a:r>
              <a:rPr lang="en-US" sz="1200">
                <a:latin typeface="Courier New" pitchFamily="49" charset="0"/>
              </a:rPr>
              <a:t>|  31 | 103 | 2006-11-06 |  103 | Sun Odyssey | </a:t>
            </a:r>
            <a:r>
              <a:rPr lang="en-US" sz="1200" err="1">
                <a:latin typeface="Courier New" pitchFamily="49" charset="0"/>
              </a:rPr>
              <a:t>zelena</a:t>
            </a:r>
            <a:r>
              <a:rPr lang="en-US" sz="1200">
                <a:latin typeface="Courier New" pitchFamily="49" charset="0"/>
              </a:rPr>
              <a:t> |      37 |</a:t>
            </a:r>
          </a:p>
          <a:p>
            <a:pPr algn="l"/>
            <a:r>
              <a:rPr lang="en-US" sz="1200">
                <a:latin typeface="Courier New" pitchFamily="49" charset="0"/>
              </a:rPr>
              <a:t>|  74 | 103 | 2006-09-08 |  103 | Sun Odyssey | </a:t>
            </a:r>
            <a:r>
              <a:rPr lang="en-US" sz="1200" err="1">
                <a:latin typeface="Courier New" pitchFamily="49" charset="0"/>
              </a:rPr>
              <a:t>zelena</a:t>
            </a:r>
            <a:r>
              <a:rPr lang="en-US" sz="1200">
                <a:latin typeface="Courier New" pitchFamily="49" charset="0"/>
              </a:rPr>
              <a:t> |      37 |</a:t>
            </a:r>
          </a:p>
          <a:p>
            <a:pPr algn="l"/>
            <a:r>
              <a:rPr lang="en-US" sz="1200">
                <a:latin typeface="Courier New" pitchFamily="49" charset="0"/>
              </a:rPr>
              <a:t>|  22 | 104 | 2006-10-07 |  104 | Bavaria     | </a:t>
            </a:r>
            <a:r>
              <a:rPr lang="en-US" sz="1200" err="1">
                <a:latin typeface="Courier New" pitchFamily="49" charset="0"/>
              </a:rPr>
              <a:t>rdeca</a:t>
            </a:r>
            <a:r>
              <a:rPr lang="en-US" sz="1200">
                <a:latin typeface="Courier New" pitchFamily="49" charset="0"/>
              </a:rPr>
              <a:t>  |      50 |</a:t>
            </a:r>
          </a:p>
          <a:p>
            <a:pPr algn="l"/>
            <a:r>
              <a:rPr lang="en-US" sz="1200">
                <a:latin typeface="Courier New" pitchFamily="49" charset="0"/>
              </a:rPr>
              <a:t>|  31 | 104 | 2006-11-12 |  104 | Bavaria     | </a:t>
            </a:r>
            <a:r>
              <a:rPr lang="en-US" sz="1200" err="1">
                <a:latin typeface="Courier New" pitchFamily="49" charset="0"/>
              </a:rPr>
              <a:t>rdeca</a:t>
            </a:r>
            <a:r>
              <a:rPr lang="en-US" sz="1200">
                <a:latin typeface="Courier New" pitchFamily="49" charset="0"/>
              </a:rPr>
              <a:t>  |      50 |</a:t>
            </a:r>
          </a:p>
          <a:p>
            <a:pPr algn="l"/>
            <a:r>
              <a:rPr lang="en-US" sz="120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25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6"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4562" name="AutoShape 2"/>
          <p:cNvSpPr>
            <a:spLocks noGrp="1" noChangeArrowheads="1"/>
          </p:cNvSpPr>
          <p:nvPr>
            <p:ph type="title"/>
          </p:nvPr>
        </p:nvSpPr>
        <p:spPr/>
        <p:txBody>
          <a:bodyPr/>
          <a:lstStyle/>
          <a:p>
            <a:r>
              <a:rPr lang="sl-SI"/>
              <a:t>Indeksiranje v SQL</a:t>
            </a:r>
            <a:endParaRPr lang="en-US"/>
          </a:p>
        </p:txBody>
      </p:sp>
      <p:sp>
        <p:nvSpPr>
          <p:cNvPr id="194563" name="Rectangle 3"/>
          <p:cNvSpPr>
            <a:spLocks noGrp="1" noChangeArrowheads="1"/>
          </p:cNvSpPr>
          <p:nvPr>
            <p:ph type="body" idx="1"/>
          </p:nvPr>
        </p:nvSpPr>
        <p:spPr/>
        <p:txBody>
          <a:bodyPr/>
          <a:lstStyle/>
          <a:p>
            <a:r>
              <a:rPr lang="sl-SI" sz="2400"/>
              <a:t>Indeks je za uporabnika nevidna podatkovna struktura, ki bistveno pospeši dostop do vrstic tabele; </a:t>
            </a:r>
            <a:r>
              <a:rPr lang="en-US" sz="2400" err="1"/>
              <a:t>preiskovanje</a:t>
            </a:r>
            <a:r>
              <a:rPr lang="sl-SI" sz="2400"/>
              <a:t> </a:t>
            </a:r>
            <a:r>
              <a:rPr lang="sl-SI" sz="2400" i="1"/>
              <a:t>n</a:t>
            </a:r>
            <a:r>
              <a:rPr lang="sl-SI" sz="2400"/>
              <a:t> vrstic: </a:t>
            </a:r>
            <a:r>
              <a:rPr lang="en-US" sz="2400"/>
              <a:t>s</a:t>
            </a:r>
            <a:r>
              <a:rPr lang="sl-SI" sz="2400"/>
              <a:t> </a:t>
            </a:r>
            <a:r>
              <a:rPr lang="en-US" sz="2400" i="1"/>
              <a:t>t</a:t>
            </a:r>
            <a:r>
              <a:rPr lang="en-US" sz="2400" i="1" baseline="-25000"/>
              <a:t>1</a:t>
            </a:r>
            <a:r>
              <a:rPr lang="en-US" sz="2400" i="1"/>
              <a:t>=</a:t>
            </a:r>
            <a:r>
              <a:rPr lang="sl-SI" sz="2400" i="1"/>
              <a:t>O(n)</a:t>
            </a:r>
            <a:r>
              <a:rPr lang="sl-SI" sz="2400"/>
              <a:t> na </a:t>
            </a:r>
            <a:r>
              <a:rPr lang="en-US" sz="2400" i="1"/>
              <a:t>t</a:t>
            </a:r>
            <a:r>
              <a:rPr lang="en-US" sz="2400" i="1" baseline="-25000"/>
              <a:t>2</a:t>
            </a:r>
            <a:r>
              <a:rPr lang="en-US" sz="2400" i="1"/>
              <a:t>=</a:t>
            </a:r>
            <a:r>
              <a:rPr lang="sl-SI" sz="2400" i="1"/>
              <a:t>O(log n)</a:t>
            </a:r>
            <a:r>
              <a:rPr lang="en-US" sz="2400" i="1"/>
              <a:t>; </a:t>
            </a:r>
          </a:p>
          <a:p>
            <a:r>
              <a:rPr lang="en-US" sz="2400"/>
              <a:t>pr</a:t>
            </a:r>
            <a:r>
              <a:rPr lang="sl-SI" sz="2400"/>
              <a:t>i n</a:t>
            </a:r>
            <a:r>
              <a:rPr lang="en-US" sz="2400"/>
              <a:t>=1 </a:t>
            </a:r>
            <a:r>
              <a:rPr lang="en-US" sz="2400" err="1"/>
              <a:t>milijon</a:t>
            </a:r>
            <a:r>
              <a:rPr lang="en-US" sz="2400"/>
              <a:t> je </a:t>
            </a:r>
            <a:r>
              <a:rPr lang="en-US" sz="2400" i="1"/>
              <a:t>t</a:t>
            </a:r>
            <a:r>
              <a:rPr lang="en-US" sz="2400" i="1" baseline="-25000"/>
              <a:t>1</a:t>
            </a:r>
            <a:r>
              <a:rPr lang="en-US" sz="2400" i="1"/>
              <a:t>=</a:t>
            </a:r>
            <a:r>
              <a:rPr lang="sl-SI" sz="2400" i="1"/>
              <a:t> </a:t>
            </a:r>
            <a:r>
              <a:rPr lang="en-US" sz="2400" i="1"/>
              <a:t>10000</a:t>
            </a:r>
            <a:r>
              <a:rPr lang="sl-SI" sz="2400" i="1"/>
              <a:t>0</a:t>
            </a:r>
            <a:r>
              <a:rPr lang="en-US" sz="2400" i="1"/>
              <a:t>0, t</a:t>
            </a:r>
            <a:r>
              <a:rPr lang="en-US" sz="2400" i="1" baseline="-25000"/>
              <a:t>2</a:t>
            </a:r>
            <a:r>
              <a:rPr lang="en-US" sz="2400"/>
              <a:t>=</a:t>
            </a:r>
            <a:r>
              <a:rPr lang="sl-SI" sz="2400"/>
              <a:t> </a:t>
            </a:r>
            <a:r>
              <a:rPr lang="en-US" sz="2400"/>
              <a:t>6</a:t>
            </a:r>
            <a:r>
              <a:rPr lang="sl-SI" sz="2400"/>
              <a:t> (število korakov)</a:t>
            </a:r>
            <a:endParaRPr lang="en-US" sz="2400"/>
          </a:p>
          <a:p>
            <a:r>
              <a:rPr lang="sl-SI" sz="2400"/>
              <a:t>Indeksiramo po enem ali več stolpcih </a:t>
            </a:r>
            <a:endParaRPr lang="en-US" sz="2400" b="1" i="1"/>
          </a:p>
          <a:p>
            <a:r>
              <a:rPr lang="sl-SI" sz="2400"/>
              <a:t>Zakaj vedno ne indeksiramo celotne tabele:</a:t>
            </a:r>
          </a:p>
          <a:p>
            <a:pPr lvl="1"/>
            <a:r>
              <a:rPr lang="sl-SI" sz="2000"/>
              <a:t>za </a:t>
            </a:r>
            <a:r>
              <a:rPr lang="sl-SI" sz="2000" i="1"/>
              <a:t>k</a:t>
            </a:r>
            <a:r>
              <a:rPr lang="sl-SI" sz="2000"/>
              <a:t> atributov je možnih </a:t>
            </a:r>
            <a:r>
              <a:rPr lang="sl-SI" sz="2000" i="1"/>
              <a:t>2</a:t>
            </a:r>
            <a:r>
              <a:rPr lang="sl-SI" sz="2000" i="1" baseline="30000"/>
              <a:t>k</a:t>
            </a:r>
            <a:r>
              <a:rPr lang="sl-SI" sz="2000"/>
              <a:t> indeksov (vse podmnožice)</a:t>
            </a:r>
          </a:p>
          <a:p>
            <a:pPr lvl="1"/>
            <a:r>
              <a:rPr lang="sl-SI" sz="2000"/>
              <a:t>vsak indeks zahteva prostor na disku in čas za njegovo gradnjo in posodabljanje ob spremembah tabele</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5586" name="AutoShape 2"/>
          <p:cNvSpPr>
            <a:spLocks noGrp="1" noChangeArrowheads="1"/>
          </p:cNvSpPr>
          <p:nvPr>
            <p:ph type="title"/>
          </p:nvPr>
        </p:nvSpPr>
        <p:spPr/>
        <p:txBody>
          <a:bodyPr/>
          <a:lstStyle/>
          <a:p>
            <a:r>
              <a:rPr lang="en-US"/>
              <a:t>Kdaj zgraditi indeks na podmno</a:t>
            </a:r>
            <a:r>
              <a:rPr lang="sl-SI"/>
              <a:t>žici atributo</a:t>
            </a:r>
            <a:r>
              <a:rPr lang="en-US"/>
              <a:t>v?</a:t>
            </a:r>
          </a:p>
        </p:txBody>
      </p:sp>
      <p:sp>
        <p:nvSpPr>
          <p:cNvPr id="195587" name="Rectangle 3"/>
          <p:cNvSpPr>
            <a:spLocks noGrp="1" noChangeArrowheads="1"/>
          </p:cNvSpPr>
          <p:nvPr>
            <p:ph type="body" idx="1"/>
          </p:nvPr>
        </p:nvSpPr>
        <p:spPr/>
        <p:txBody>
          <a:bodyPr/>
          <a:lstStyle/>
          <a:p>
            <a:r>
              <a:rPr lang="sl-SI"/>
              <a:t>Ključi in ostali enolični (UNIQUE) atributi: pogosto avtomatsko generiranje</a:t>
            </a:r>
          </a:p>
          <a:p>
            <a:r>
              <a:rPr lang="sl-SI"/>
              <a:t>Pogostost preiskovanja in urejanja</a:t>
            </a:r>
          </a:p>
          <a:p>
            <a:r>
              <a:rPr lang="sl-SI"/>
              <a:t>Velikost tabele</a:t>
            </a:r>
          </a:p>
          <a:p>
            <a:r>
              <a:rPr lang="sl-SI"/>
              <a:t>Porazdelitev podatkov</a:t>
            </a:r>
          </a:p>
          <a:p>
            <a:r>
              <a:rPr lang="sl-SI" err="1"/>
              <a:t>Prostors</a:t>
            </a:r>
            <a:r>
              <a:rPr lang="en-US" err="1"/>
              <a:t>ko</a:t>
            </a:r>
            <a:r>
              <a:rPr lang="en-US"/>
              <a:t>-</a:t>
            </a:r>
            <a:r>
              <a:rPr lang="sl-SI"/>
              <a:t>časovne omejitve: prostor na voljo v PB, pogostost spreminjanja tabele</a:t>
            </a:r>
          </a:p>
          <a:p>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6610" name="AutoShape 2"/>
          <p:cNvSpPr>
            <a:spLocks noGrp="1" noChangeArrowheads="1"/>
          </p:cNvSpPr>
          <p:nvPr>
            <p:ph type="title"/>
          </p:nvPr>
        </p:nvSpPr>
        <p:spPr/>
        <p:txBody>
          <a:bodyPr/>
          <a:lstStyle/>
          <a:p>
            <a:r>
              <a:rPr lang="sl-SI"/>
              <a:t>Ustvarjanje in brisanje indeksov</a:t>
            </a:r>
            <a:endParaRPr lang="en-US"/>
          </a:p>
        </p:txBody>
      </p:sp>
      <p:sp>
        <p:nvSpPr>
          <p:cNvPr id="196611" name="Rectangle 3"/>
          <p:cNvSpPr>
            <a:spLocks noGrp="1" noChangeArrowheads="1"/>
          </p:cNvSpPr>
          <p:nvPr>
            <p:ph type="body" idx="1"/>
          </p:nvPr>
        </p:nvSpPr>
        <p:spPr>
          <a:xfrm>
            <a:off x="838200" y="2362200"/>
            <a:ext cx="8001000" cy="3724275"/>
          </a:xfrm>
        </p:spPr>
        <p:txBody>
          <a:bodyPr/>
          <a:lstStyle/>
          <a:p>
            <a:r>
              <a:rPr lang="sl-SI" sz="2400"/>
              <a:t>Ustvarjanje </a:t>
            </a:r>
            <a:r>
              <a:rPr lang="en-US" sz="2400" err="1"/>
              <a:t>indeksov</a:t>
            </a:r>
            <a:r>
              <a:rPr lang="sl-SI" sz="2400"/>
              <a:t>:</a:t>
            </a:r>
            <a:br>
              <a:rPr lang="sl-SI" sz="2400"/>
            </a:br>
            <a:r>
              <a:rPr lang="sl-SI" sz="1800" b="1">
                <a:latin typeface="Courier New" pitchFamily="49" charset="0"/>
              </a:rPr>
              <a:t>CREATE </a:t>
            </a:r>
            <a:r>
              <a:rPr lang="en-US" sz="1800" b="1">
                <a:latin typeface="Courier New" pitchFamily="49" charset="0"/>
              </a:rPr>
              <a:t>[UNIQUE] INDEX </a:t>
            </a:r>
            <a:r>
              <a:rPr lang="en-US" sz="1800" err="1">
                <a:latin typeface="Courier New" pitchFamily="49" charset="0"/>
              </a:rPr>
              <a:t>ime_indeksa</a:t>
            </a:r>
            <a:br>
              <a:rPr lang="en-US" sz="1800" b="1">
                <a:latin typeface="Courier New" pitchFamily="49" charset="0"/>
              </a:rPr>
            </a:br>
            <a:r>
              <a:rPr lang="en-US" sz="1800" b="1">
                <a:latin typeface="Courier New" pitchFamily="49" charset="0"/>
              </a:rPr>
              <a:t>ON </a:t>
            </a:r>
            <a:r>
              <a:rPr lang="en-US" sz="1800" err="1">
                <a:latin typeface="Courier New" pitchFamily="49" charset="0"/>
              </a:rPr>
              <a:t>ime_tabele</a:t>
            </a:r>
            <a:r>
              <a:rPr lang="en-US" sz="1800">
                <a:latin typeface="Courier New" pitchFamily="49" charset="0"/>
              </a:rPr>
              <a:t> (ime_atributa1 </a:t>
            </a:r>
            <a:r>
              <a:rPr lang="en-US" sz="1800" b="1">
                <a:latin typeface="Courier New" pitchFamily="49" charset="0"/>
              </a:rPr>
              <a:t>[ASC|DESC],</a:t>
            </a:r>
            <a:br>
              <a:rPr lang="en-US" sz="1800" b="1">
                <a:latin typeface="Courier New" pitchFamily="49" charset="0"/>
              </a:rPr>
            </a:br>
            <a:r>
              <a:rPr lang="en-US" sz="1800" b="1">
                <a:latin typeface="Courier New" pitchFamily="49" charset="0"/>
              </a:rPr>
              <a:t>               </a:t>
            </a:r>
            <a:r>
              <a:rPr lang="en-US" sz="1800">
                <a:latin typeface="Courier New" pitchFamily="49" charset="0"/>
              </a:rPr>
              <a:t>ime_atributa2</a:t>
            </a:r>
            <a:r>
              <a:rPr lang="en-US" sz="1800" b="1">
                <a:latin typeface="Courier New" pitchFamily="49" charset="0"/>
              </a:rPr>
              <a:t> [ASC|DESC],</a:t>
            </a:r>
            <a:br>
              <a:rPr lang="en-US" sz="1800" b="1">
                <a:latin typeface="Courier New" pitchFamily="49" charset="0"/>
              </a:rPr>
            </a:br>
            <a:r>
              <a:rPr lang="en-US" sz="1800" b="1">
                <a:latin typeface="Courier New" pitchFamily="49" charset="0"/>
              </a:rPr>
              <a:t>               </a:t>
            </a:r>
            <a:r>
              <a:rPr lang="en-US" sz="1800">
                <a:latin typeface="Courier New" pitchFamily="49" charset="0"/>
              </a:rPr>
              <a:t>... );</a:t>
            </a:r>
          </a:p>
          <a:p>
            <a:r>
              <a:rPr lang="en-US" sz="2400" err="1"/>
              <a:t>Indeks</a:t>
            </a:r>
            <a:r>
              <a:rPr lang="en-US" sz="2400"/>
              <a:t> se  </a:t>
            </a:r>
            <a:r>
              <a:rPr lang="en-US" sz="2400" err="1"/>
              <a:t>gradi</a:t>
            </a:r>
            <a:r>
              <a:rPr lang="en-US" sz="2400"/>
              <a:t> </a:t>
            </a:r>
            <a:r>
              <a:rPr lang="en-US" sz="2400" err="1"/>
              <a:t>po</a:t>
            </a:r>
            <a:r>
              <a:rPr lang="en-US" sz="2400"/>
              <a:t> </a:t>
            </a:r>
            <a:r>
              <a:rPr lang="en-US" sz="2400" err="1"/>
              <a:t>kombinaciji</a:t>
            </a:r>
            <a:r>
              <a:rPr lang="en-US" sz="2400"/>
              <a:t> </a:t>
            </a:r>
            <a:r>
              <a:rPr lang="en-US" sz="2400" err="1"/>
              <a:t>vrednosti</a:t>
            </a:r>
            <a:r>
              <a:rPr lang="en-US" sz="2400"/>
              <a:t> </a:t>
            </a:r>
            <a:r>
              <a:rPr lang="en-US" sz="2400" err="1"/>
              <a:t>atributov</a:t>
            </a:r>
            <a:r>
              <a:rPr lang="en-US" sz="2400"/>
              <a:t>; </a:t>
            </a:r>
            <a:r>
              <a:rPr lang="en-US" sz="2400" err="1"/>
              <a:t>za</a:t>
            </a:r>
            <a:r>
              <a:rPr lang="en-US" sz="2400"/>
              <a:t> </a:t>
            </a:r>
            <a:r>
              <a:rPr lang="en-US" sz="2400" err="1"/>
              <a:t>vsako</a:t>
            </a:r>
            <a:r>
              <a:rPr lang="en-US" sz="2400"/>
              <a:t> </a:t>
            </a:r>
            <a:r>
              <a:rPr lang="en-US" sz="2400" err="1"/>
              <a:t>kombinacijo</a:t>
            </a:r>
            <a:r>
              <a:rPr lang="en-US" sz="2400"/>
              <a:t> </a:t>
            </a:r>
            <a:r>
              <a:rPr lang="en-US" sz="2400" err="1"/>
              <a:t>atributov</a:t>
            </a:r>
            <a:r>
              <a:rPr lang="en-US" sz="2400"/>
              <a:t> </a:t>
            </a:r>
            <a:r>
              <a:rPr lang="en-US" sz="2400" err="1"/>
              <a:t>potrebujemo</a:t>
            </a:r>
            <a:r>
              <a:rPr lang="en-US" sz="2400"/>
              <a:t> </a:t>
            </a:r>
            <a:r>
              <a:rPr lang="en-US" sz="2400" err="1"/>
              <a:t>svoj</a:t>
            </a:r>
            <a:r>
              <a:rPr lang="en-US" sz="2400"/>
              <a:t> </a:t>
            </a:r>
            <a:r>
              <a:rPr lang="en-US" sz="2400" err="1"/>
              <a:t>indeks</a:t>
            </a:r>
            <a:endParaRPr lang="en-US" sz="2400"/>
          </a:p>
          <a:p>
            <a:r>
              <a:rPr lang="en-US" sz="2400"/>
              <a:t>Mo</a:t>
            </a:r>
            <a:r>
              <a:rPr lang="sl-SI" sz="2400" err="1"/>
              <a:t>žna</a:t>
            </a:r>
            <a:r>
              <a:rPr lang="en-US" sz="2400"/>
              <a:t> </a:t>
            </a:r>
            <a:r>
              <a:rPr lang="en-US" sz="2400" err="1"/>
              <a:t>specifi</a:t>
            </a:r>
            <a:r>
              <a:rPr lang="sl-SI" sz="2400" err="1"/>
              <a:t>kacija</a:t>
            </a:r>
            <a:r>
              <a:rPr lang="en-US" sz="2400"/>
              <a:t> tip</a:t>
            </a:r>
            <a:r>
              <a:rPr lang="sl-SI" sz="2400"/>
              <a:t>a</a:t>
            </a:r>
            <a:r>
              <a:rPr lang="en-US" sz="2400"/>
              <a:t> </a:t>
            </a:r>
            <a:r>
              <a:rPr lang="en-US" sz="2400" err="1"/>
              <a:t>indeksa</a:t>
            </a:r>
            <a:r>
              <a:rPr lang="en-US" sz="2400"/>
              <a:t> (</a:t>
            </a:r>
            <a:r>
              <a:rPr lang="en-US" sz="2400" err="1"/>
              <a:t>npr</a:t>
            </a:r>
            <a:r>
              <a:rPr lang="en-US" sz="2400"/>
              <a:t>. BTREE</a:t>
            </a:r>
            <a:r>
              <a:rPr lang="sl-SI" sz="2400"/>
              <a:t>, HASH</a:t>
            </a:r>
            <a:r>
              <a:rPr lang="en-US" sz="2400"/>
              <a:t>)</a:t>
            </a:r>
          </a:p>
          <a:p>
            <a:r>
              <a:rPr lang="en-US" sz="2400" err="1"/>
              <a:t>Brisanje</a:t>
            </a:r>
            <a:r>
              <a:rPr lang="en-US" sz="2400"/>
              <a:t> </a:t>
            </a:r>
            <a:r>
              <a:rPr lang="en-US" sz="2400" err="1"/>
              <a:t>nepotrebnih</a:t>
            </a:r>
            <a:r>
              <a:rPr lang="en-US" sz="2400"/>
              <a:t> </a:t>
            </a:r>
            <a:r>
              <a:rPr lang="en-US" sz="2400" err="1"/>
              <a:t>indeksov</a:t>
            </a:r>
            <a:r>
              <a:rPr lang="en-US" sz="2400"/>
              <a:t>:</a:t>
            </a:r>
            <a:br>
              <a:rPr lang="en-US" sz="2400"/>
            </a:br>
            <a:r>
              <a:rPr lang="en-US" sz="1800" b="1">
                <a:latin typeface="Courier New" pitchFamily="49" charset="0"/>
              </a:rPr>
              <a:t>DROP INDEX </a:t>
            </a:r>
            <a:r>
              <a:rPr lang="en-US" sz="1800" err="1">
                <a:latin typeface="Courier New" pitchFamily="49" charset="0"/>
              </a:rPr>
              <a:t>ime_indeksa</a:t>
            </a:r>
            <a:r>
              <a:rPr lang="en-US" sz="1800" b="1">
                <a:latin typeface="Courier New" pitchFamily="49" charset="0"/>
              </a:rPr>
              <a:t> ON </a:t>
            </a:r>
            <a:r>
              <a:rPr lang="en-US" sz="1800" err="1">
                <a:latin typeface="Courier New" pitchFamily="49" charset="0"/>
              </a:rPr>
              <a:t>ime_tabele</a:t>
            </a:r>
            <a:r>
              <a:rPr lang="en-US" sz="1800">
                <a:latin typeface="Courier New" pitchFamily="49" charset="0"/>
              </a:rPr>
              <a:t>;</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7634" name="AutoShape 2"/>
          <p:cNvSpPr>
            <a:spLocks noGrp="1" noChangeArrowheads="1"/>
          </p:cNvSpPr>
          <p:nvPr>
            <p:ph type="title"/>
          </p:nvPr>
        </p:nvSpPr>
        <p:spPr/>
        <p:txBody>
          <a:bodyPr/>
          <a:lstStyle/>
          <a:p>
            <a:r>
              <a:rPr lang="en-US"/>
              <a:t>Primer indeksiranja</a:t>
            </a:r>
          </a:p>
        </p:txBody>
      </p:sp>
      <p:sp>
        <p:nvSpPr>
          <p:cNvPr id="197635" name="Rectangle 3"/>
          <p:cNvSpPr>
            <a:spLocks noGrp="1" noChangeArrowheads="1"/>
          </p:cNvSpPr>
          <p:nvPr>
            <p:ph type="body" idx="1"/>
          </p:nvPr>
        </p:nvSpPr>
        <p:spPr/>
        <p:txBody>
          <a:bodyPr/>
          <a:lstStyle/>
          <a:p>
            <a:r>
              <a:rPr lang="en-US" err="1"/>
              <a:t>Indeksiraj</a:t>
            </a:r>
            <a:r>
              <a:rPr lang="en-US"/>
              <a:t> </a:t>
            </a:r>
            <a:r>
              <a:rPr lang="sl-SI"/>
              <a:t>čolne po barvi!</a:t>
            </a:r>
            <a:br>
              <a:rPr lang="sl-SI"/>
            </a:br>
            <a:r>
              <a:rPr lang="sl-SI" sz="2400" b="1">
                <a:latin typeface="Courier New" pitchFamily="49" charset="0"/>
              </a:rPr>
              <a:t>CREATE INDEX </a:t>
            </a:r>
            <a:r>
              <a:rPr lang="sl-SI" sz="2400">
                <a:latin typeface="Courier New" pitchFamily="49" charset="0"/>
              </a:rPr>
              <a:t>po</a:t>
            </a:r>
            <a:r>
              <a:rPr lang="en-US" sz="2400">
                <a:latin typeface="Courier New" pitchFamily="49" charset="0"/>
              </a:rPr>
              <a:t>_</a:t>
            </a:r>
            <a:r>
              <a:rPr lang="en-US" sz="2400" err="1">
                <a:latin typeface="Courier New" pitchFamily="49" charset="0"/>
              </a:rPr>
              <a:t>barvi</a:t>
            </a:r>
            <a:r>
              <a:rPr lang="en-US" sz="2400" b="1">
                <a:latin typeface="Courier New" pitchFamily="49" charset="0"/>
              </a:rPr>
              <a:t> </a:t>
            </a:r>
            <a:br>
              <a:rPr lang="en-US" sz="2400" b="1">
                <a:latin typeface="Courier New" pitchFamily="49" charset="0"/>
              </a:rPr>
            </a:br>
            <a:r>
              <a:rPr lang="en-US" sz="2400" b="1">
                <a:latin typeface="Courier New" pitchFamily="49" charset="0"/>
              </a:rPr>
              <a:t>ON </a:t>
            </a:r>
            <a:r>
              <a:rPr lang="en-US" sz="2400" err="1">
                <a:latin typeface="Courier New" pitchFamily="49" charset="0"/>
              </a:rPr>
              <a:t>coln</a:t>
            </a:r>
            <a:r>
              <a:rPr lang="en-US" sz="2400">
                <a:latin typeface="Courier New" pitchFamily="49" charset="0"/>
              </a:rPr>
              <a:t>(</a:t>
            </a:r>
            <a:r>
              <a:rPr lang="en-US" sz="2400" err="1">
                <a:latin typeface="Courier New" pitchFamily="49" charset="0"/>
              </a:rPr>
              <a:t>barva</a:t>
            </a:r>
            <a:r>
              <a:rPr lang="en-US" sz="2400">
                <a:latin typeface="Courier New" pitchFamily="49" charset="0"/>
              </a:rPr>
              <a:t>);</a:t>
            </a:r>
          </a:p>
          <a:p>
            <a:r>
              <a:rPr lang="en-US" err="1"/>
              <a:t>Indeksiraj</a:t>
            </a:r>
            <a:r>
              <a:rPr lang="en-US"/>
              <a:t> </a:t>
            </a:r>
            <a:r>
              <a:rPr lang="sl-SI"/>
              <a:t>rezervacije ločeno po datumih ter šifrah jadralcev in čolnov skupaj!</a:t>
            </a:r>
            <a:br>
              <a:rPr lang="sl-SI"/>
            </a:br>
            <a:r>
              <a:rPr lang="sl-SI" sz="2400" b="1">
                <a:latin typeface="Courier New" pitchFamily="49" charset="0"/>
              </a:rPr>
              <a:t>CREATE INDEX </a:t>
            </a:r>
            <a:r>
              <a:rPr lang="sl-SI" sz="2400">
                <a:latin typeface="Courier New" pitchFamily="49" charset="0"/>
              </a:rPr>
              <a:t>po</a:t>
            </a:r>
            <a:r>
              <a:rPr lang="en-US" sz="2400">
                <a:latin typeface="Courier New" pitchFamily="49" charset="0"/>
              </a:rPr>
              <a:t>_</a:t>
            </a:r>
            <a:r>
              <a:rPr lang="sl-SI" sz="2400">
                <a:latin typeface="Courier New" pitchFamily="49" charset="0"/>
              </a:rPr>
              <a:t>dnevih</a:t>
            </a:r>
            <a:br>
              <a:rPr lang="sl-SI" sz="2400" b="1">
                <a:latin typeface="Courier New" pitchFamily="49" charset="0"/>
              </a:rPr>
            </a:br>
            <a:r>
              <a:rPr lang="en-US" sz="2400" b="1">
                <a:latin typeface="Courier New" pitchFamily="49" charset="0"/>
              </a:rPr>
              <a:t>ON </a:t>
            </a:r>
            <a:r>
              <a:rPr lang="sl-SI" sz="2400">
                <a:latin typeface="Courier New" pitchFamily="49" charset="0"/>
              </a:rPr>
              <a:t>rezervacija</a:t>
            </a:r>
            <a:r>
              <a:rPr lang="en-US" sz="2400">
                <a:latin typeface="Courier New" pitchFamily="49" charset="0"/>
              </a:rPr>
              <a:t>(</a:t>
            </a:r>
            <a:r>
              <a:rPr lang="sl-SI" sz="2400">
                <a:latin typeface="Courier New" pitchFamily="49" charset="0"/>
              </a:rPr>
              <a:t>dan</a:t>
            </a:r>
            <a:r>
              <a:rPr lang="en-US" sz="2400">
                <a:latin typeface="Courier New" pitchFamily="49" charset="0"/>
              </a:rPr>
              <a:t>);</a:t>
            </a:r>
            <a:br>
              <a:rPr lang="sl-SI" sz="2400">
                <a:latin typeface="Courier New" pitchFamily="49" charset="0"/>
              </a:rPr>
            </a:br>
            <a:br>
              <a:rPr lang="en-US" sz="2400">
                <a:latin typeface="Courier New" pitchFamily="49" charset="0"/>
              </a:rPr>
            </a:br>
            <a:r>
              <a:rPr lang="sl-SI" sz="2400" b="1">
                <a:latin typeface="Courier New" pitchFamily="49" charset="0"/>
              </a:rPr>
              <a:t>CREATE INDEX </a:t>
            </a:r>
            <a:r>
              <a:rPr lang="sl-SI" sz="2400">
                <a:latin typeface="Courier New" pitchFamily="49" charset="0"/>
              </a:rPr>
              <a:t>po</a:t>
            </a:r>
            <a:r>
              <a:rPr lang="en-US" sz="2400">
                <a:latin typeface="Courier New" pitchFamily="49" charset="0"/>
              </a:rPr>
              <a:t>_</a:t>
            </a:r>
            <a:r>
              <a:rPr lang="sl-SI" sz="2400" err="1">
                <a:latin typeface="Courier New" pitchFamily="49" charset="0"/>
              </a:rPr>
              <a:t>jid</a:t>
            </a:r>
            <a:r>
              <a:rPr lang="en-US" sz="2400">
                <a:latin typeface="Courier New" pitchFamily="49" charset="0"/>
              </a:rPr>
              <a:t>_cid </a:t>
            </a:r>
            <a:br>
              <a:rPr lang="en-US" sz="2400" b="1">
                <a:latin typeface="Courier New" pitchFamily="49" charset="0"/>
              </a:rPr>
            </a:br>
            <a:r>
              <a:rPr lang="en-US" sz="2400" b="1">
                <a:latin typeface="Courier New" pitchFamily="49" charset="0"/>
              </a:rPr>
              <a:t>ON </a:t>
            </a:r>
            <a:r>
              <a:rPr lang="sl-SI" sz="2400">
                <a:latin typeface="Courier New" pitchFamily="49" charset="0"/>
              </a:rPr>
              <a:t>rezervacija</a:t>
            </a:r>
            <a:r>
              <a:rPr lang="en-US" sz="2400">
                <a:latin typeface="Courier New" pitchFamily="49" charset="0"/>
              </a:rPr>
              <a:t>(</a:t>
            </a:r>
            <a:r>
              <a:rPr lang="en-US" sz="2400" err="1">
                <a:latin typeface="Courier New" pitchFamily="49" charset="0"/>
              </a:rPr>
              <a:t>jid,cid</a:t>
            </a:r>
            <a:r>
              <a:rPr lang="en-US" sz="2400">
                <a:latin typeface="Courier New" pitchFamily="49" charset="0"/>
              </a:rPr>
              <a:t>);</a:t>
            </a:r>
          </a:p>
          <a:p>
            <a:endParaRPr lang="en-US" sz="2400">
              <a:latin typeface="Courier New" pitchFamily="49" charset="0"/>
            </a:endParaRPr>
          </a:p>
          <a:p>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8658" name="AutoShape 2"/>
          <p:cNvSpPr>
            <a:spLocks noGrp="1" noChangeArrowheads="1"/>
          </p:cNvSpPr>
          <p:nvPr>
            <p:ph type="title"/>
          </p:nvPr>
        </p:nvSpPr>
        <p:spPr/>
        <p:txBody>
          <a:bodyPr/>
          <a:lstStyle/>
          <a:p>
            <a:r>
              <a:rPr lang="en-US"/>
              <a:t>Uporaba indeksov</a:t>
            </a:r>
          </a:p>
        </p:txBody>
      </p:sp>
      <p:sp>
        <p:nvSpPr>
          <p:cNvPr id="198659" name="Rectangle 3"/>
          <p:cNvSpPr>
            <a:spLocks noGrp="1" noChangeArrowheads="1"/>
          </p:cNvSpPr>
          <p:nvPr>
            <p:ph type="body" idx="1"/>
          </p:nvPr>
        </p:nvSpPr>
        <p:spPr>
          <a:xfrm>
            <a:off x="838200" y="2362200"/>
            <a:ext cx="8153400" cy="3724275"/>
          </a:xfrm>
        </p:spPr>
        <p:txBody>
          <a:bodyPr/>
          <a:lstStyle/>
          <a:p>
            <a:r>
              <a:rPr lang="en-US" err="1"/>
              <a:t>Indeksi</a:t>
            </a:r>
            <a:r>
              <a:rPr lang="en-US"/>
              <a:t> se </a:t>
            </a:r>
            <a:r>
              <a:rPr lang="en-US" err="1"/>
              <a:t>uporabljajo</a:t>
            </a:r>
            <a:r>
              <a:rPr lang="en-US"/>
              <a:t> </a:t>
            </a:r>
            <a:r>
              <a:rPr lang="en-US" err="1"/>
              <a:t>avtomatsko</a:t>
            </a:r>
            <a:r>
              <a:rPr lang="en-US"/>
              <a:t>, </a:t>
            </a:r>
            <a:r>
              <a:rPr lang="en-US" err="1"/>
              <a:t>ko</a:t>
            </a:r>
            <a:r>
              <a:rPr lang="en-US"/>
              <a:t> </a:t>
            </a:r>
            <a:r>
              <a:rPr lang="en-US" err="1"/>
              <a:t>jih</a:t>
            </a:r>
            <a:r>
              <a:rPr lang="en-US"/>
              <a:t> </a:t>
            </a:r>
            <a:r>
              <a:rPr lang="en-US" err="1"/>
              <a:t>enkrat</a:t>
            </a:r>
            <a:r>
              <a:rPr lang="en-US"/>
              <a:t> </a:t>
            </a:r>
            <a:r>
              <a:rPr lang="en-US" err="1"/>
              <a:t>kreiramo</a:t>
            </a:r>
            <a:r>
              <a:rPr lang="sl-SI"/>
              <a:t>; sistem izbere, katerega od potencialno več možnih obstoječih bo uporabil.</a:t>
            </a:r>
            <a:endParaRPr lang="en-US"/>
          </a:p>
          <a:p>
            <a:r>
              <a:rPr lang="en-US" err="1"/>
              <a:t>Eksplicitna</a:t>
            </a:r>
            <a:r>
              <a:rPr lang="en-US"/>
              <a:t> </a:t>
            </a:r>
            <a:r>
              <a:rPr lang="sl-SI"/>
              <a:t>(ne)</a:t>
            </a:r>
            <a:r>
              <a:rPr lang="en-US" err="1"/>
              <a:t>uporaba</a:t>
            </a:r>
            <a:r>
              <a:rPr lang="en-US"/>
              <a:t> </a:t>
            </a:r>
            <a:r>
              <a:rPr lang="en-US" err="1"/>
              <a:t>indeksov</a:t>
            </a:r>
            <a:r>
              <a:rPr lang="sl-SI"/>
              <a:t>: dosežemo s specialnimi komentarji ali ukazi - namigi (</a:t>
            </a:r>
            <a:r>
              <a:rPr lang="sl-SI" err="1"/>
              <a:t>hints</a:t>
            </a:r>
            <a:r>
              <a:rPr lang="sl-SI"/>
              <a:t>)</a:t>
            </a:r>
          </a:p>
          <a:p>
            <a:r>
              <a:rPr lang="sl-SI"/>
              <a:t>Zakaj namigi</a:t>
            </a:r>
            <a:r>
              <a:rPr lang="en-US"/>
              <a:t>? Ker </a:t>
            </a:r>
            <a:r>
              <a:rPr lang="en-US" err="1"/>
              <a:t>vnaprej</a:t>
            </a:r>
            <a:r>
              <a:rPr lang="en-US"/>
              <a:t> </a:t>
            </a:r>
            <a:r>
              <a:rPr lang="en-US" err="1"/>
              <a:t>vemo</a:t>
            </a:r>
            <a:r>
              <a:rPr lang="en-US"/>
              <a:t> </a:t>
            </a:r>
            <a:r>
              <a:rPr lang="sl-SI"/>
              <a:t>več kot sistem o tem, kako se bodo podatki uporabljali.</a:t>
            </a:r>
            <a:endParaRPr lang="en-US"/>
          </a:p>
          <a:p>
            <a:r>
              <a:rPr lang="en-US" err="1"/>
              <a:t>Namigi</a:t>
            </a:r>
            <a:r>
              <a:rPr lang="en-US"/>
              <a:t> so NESTANDARDNA </a:t>
            </a:r>
            <a:r>
              <a:rPr lang="en-US" err="1"/>
              <a:t>raz</a:t>
            </a:r>
            <a:r>
              <a:rPr lang="sl-SI"/>
              <a:t>širitev SQL.</a:t>
            </a:r>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01730" name="AutoShape 2"/>
          <p:cNvSpPr>
            <a:spLocks noGrp="1" noChangeArrowheads="1"/>
          </p:cNvSpPr>
          <p:nvPr>
            <p:ph type="title"/>
          </p:nvPr>
        </p:nvSpPr>
        <p:spPr/>
        <p:txBody>
          <a:bodyPr/>
          <a:lstStyle/>
          <a:p>
            <a:r>
              <a:rPr lang="sl-SI"/>
              <a:t>Namigi za indeksiranje v MariaDB</a:t>
            </a:r>
            <a:endParaRPr lang="en-US"/>
          </a:p>
        </p:txBody>
      </p:sp>
      <p:sp>
        <p:nvSpPr>
          <p:cNvPr id="201731" name="Rectangle 3"/>
          <p:cNvSpPr>
            <a:spLocks noGrp="1" noChangeArrowheads="1"/>
          </p:cNvSpPr>
          <p:nvPr>
            <p:ph type="body" idx="1"/>
          </p:nvPr>
        </p:nvSpPr>
        <p:spPr>
          <a:xfrm>
            <a:off x="838200" y="2362200"/>
            <a:ext cx="7693025" cy="4038600"/>
          </a:xfrm>
        </p:spPr>
        <p:txBody>
          <a:bodyPr/>
          <a:lstStyle/>
          <a:p>
            <a:r>
              <a:rPr lang="sl-SI"/>
              <a:t>Namig: dodana ključna beseda v SELECT stavku za imenom tabele v FROM vrstici.</a:t>
            </a:r>
          </a:p>
          <a:p>
            <a:pPr lvl="1">
              <a:buFontTx/>
              <a:buNone/>
            </a:pPr>
            <a:endParaRPr lang="sl-SI" sz="1050" b="1">
              <a:latin typeface="Courier New" pitchFamily="49" charset="0"/>
            </a:endParaRPr>
          </a:p>
          <a:p>
            <a:pPr lvl="1">
              <a:buFontTx/>
              <a:buNone/>
            </a:pPr>
            <a:r>
              <a:rPr lang="sl-SI" sz="2000" b="1">
                <a:latin typeface="Courier New" pitchFamily="49" charset="0"/>
              </a:rPr>
              <a:t>-- Uporabi samo naštete indekse</a:t>
            </a:r>
          </a:p>
          <a:p>
            <a:pPr lvl="1">
              <a:buFontTx/>
              <a:buNone/>
            </a:pPr>
            <a:r>
              <a:rPr lang="sl-SI" sz="2000" b="1">
                <a:latin typeface="Courier New" pitchFamily="49" charset="0"/>
              </a:rPr>
              <a:t>USE INDEX</a:t>
            </a:r>
            <a:r>
              <a:rPr lang="en-US" sz="2000">
                <a:latin typeface="Courier New" pitchFamily="49" charset="0"/>
              </a:rPr>
              <a:t>(ime_indeksa1, ime_indeksa2, ...)</a:t>
            </a:r>
            <a:endParaRPr lang="sl-SI" sz="2000">
              <a:latin typeface="Courier New" pitchFamily="49" charset="0"/>
            </a:endParaRPr>
          </a:p>
          <a:p>
            <a:pPr lvl="1">
              <a:buFontTx/>
              <a:buNone/>
            </a:pPr>
            <a:endParaRPr lang="sl-SI" sz="1050" b="1">
              <a:latin typeface="Courier New" pitchFamily="49" charset="0"/>
            </a:endParaRPr>
          </a:p>
          <a:p>
            <a:pPr lvl="1">
              <a:buNone/>
            </a:pPr>
            <a:r>
              <a:rPr lang="sl-SI" sz="2000" b="1">
                <a:latin typeface="Courier New" pitchFamily="49" charset="0"/>
              </a:rPr>
              <a:t>-- Ne uporabi nobenega indeksa</a:t>
            </a:r>
          </a:p>
          <a:p>
            <a:pPr lvl="1">
              <a:buFontTx/>
              <a:buNone/>
            </a:pPr>
            <a:r>
              <a:rPr lang="sl-SI" sz="2000" b="1">
                <a:latin typeface="Courier New" pitchFamily="49" charset="0"/>
              </a:rPr>
              <a:t>USE INDEX</a:t>
            </a:r>
            <a:r>
              <a:rPr lang="en-US" sz="2000" b="1">
                <a:latin typeface="Courier New" pitchFamily="49" charset="0"/>
              </a:rPr>
              <a:t>(</a:t>
            </a:r>
            <a:r>
              <a:rPr lang="sl-SI" sz="2000" b="1">
                <a:latin typeface="Courier New" pitchFamily="49" charset="0"/>
              </a:rPr>
              <a:t>)</a:t>
            </a:r>
          </a:p>
          <a:p>
            <a:pPr lvl="1">
              <a:buFontTx/>
              <a:buNone/>
            </a:pPr>
            <a:endParaRPr lang="sl-SI" sz="1050" b="1">
              <a:latin typeface="Courier New" pitchFamily="49" charset="0"/>
            </a:endParaRPr>
          </a:p>
          <a:p>
            <a:pPr lvl="1">
              <a:buNone/>
            </a:pPr>
            <a:r>
              <a:rPr lang="sl-SI" sz="2000" b="1">
                <a:latin typeface="Courier New" pitchFamily="49" charset="0"/>
              </a:rPr>
              <a:t>-- Ignoriraj naštete indekse</a:t>
            </a:r>
          </a:p>
          <a:p>
            <a:pPr lvl="1">
              <a:buFontTx/>
              <a:buNone/>
            </a:pPr>
            <a:r>
              <a:rPr lang="sl-SI" sz="2000" b="1">
                <a:latin typeface="Courier New" pitchFamily="49" charset="0"/>
              </a:rPr>
              <a:t>IGNORE INDEX</a:t>
            </a:r>
            <a:r>
              <a:rPr lang="en-US" sz="2000">
                <a:latin typeface="Courier New" pitchFamily="49" charset="0"/>
              </a:rPr>
              <a:t>(ime_indeksa1, ime_indeksa2, ...)</a:t>
            </a:r>
            <a:endParaRPr lang="sl-SI" sz="2000">
              <a:latin typeface="Courier New" pitchFamily="49" charset="0"/>
            </a:endParaRPr>
          </a:p>
          <a:p>
            <a:endParaRPr lang="en-US" sz="2400" b="1">
              <a:latin typeface="Courier New" pitchFamily="49" charset="0"/>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02754" name="AutoShape 2"/>
          <p:cNvSpPr>
            <a:spLocks noGrp="1" noChangeArrowheads="1"/>
          </p:cNvSpPr>
          <p:nvPr>
            <p:ph type="title"/>
          </p:nvPr>
        </p:nvSpPr>
        <p:spPr>
          <a:xfrm>
            <a:off x="762000" y="762000"/>
            <a:ext cx="8229600" cy="1143000"/>
          </a:xfrm>
        </p:spPr>
        <p:txBody>
          <a:bodyPr/>
          <a:lstStyle/>
          <a:p>
            <a:r>
              <a:rPr lang="sl-SI"/>
              <a:t>Primeri </a:t>
            </a:r>
            <a:r>
              <a:rPr lang="en-US" err="1"/>
              <a:t>nekaterih</a:t>
            </a:r>
            <a:r>
              <a:rPr lang="en-US"/>
              <a:t> </a:t>
            </a:r>
            <a:r>
              <a:rPr lang="sl-SI"/>
              <a:t>namigov v </a:t>
            </a:r>
            <a:r>
              <a:rPr lang="en-US" err="1"/>
              <a:t>MariaDB</a:t>
            </a:r>
            <a:endParaRPr lang="en-US"/>
          </a:p>
        </p:txBody>
      </p:sp>
      <p:sp>
        <p:nvSpPr>
          <p:cNvPr id="202755" name="Rectangle 3"/>
          <p:cNvSpPr>
            <a:spLocks noGrp="1" noChangeArrowheads="1"/>
          </p:cNvSpPr>
          <p:nvPr>
            <p:ph type="body" idx="1"/>
          </p:nvPr>
        </p:nvSpPr>
        <p:spPr>
          <a:xfrm>
            <a:off x="838200" y="2362200"/>
            <a:ext cx="8001000" cy="3724275"/>
          </a:xfrm>
        </p:spPr>
        <p:txBody>
          <a:bodyPr/>
          <a:lstStyle/>
          <a:p>
            <a:r>
              <a:rPr lang="en-US" sz="2000" err="1"/>
              <a:t>Denimo</a:t>
            </a:r>
            <a:r>
              <a:rPr lang="en-US" sz="2000"/>
              <a:t>, </a:t>
            </a:r>
            <a:r>
              <a:rPr lang="en-US" sz="2000" err="1"/>
              <a:t>da</a:t>
            </a:r>
            <a:r>
              <a:rPr lang="en-US" sz="2000"/>
              <a:t> </a:t>
            </a:r>
            <a:r>
              <a:rPr lang="en-US" sz="2000" err="1"/>
              <a:t>smo</a:t>
            </a:r>
            <a:r>
              <a:rPr lang="en-US" sz="2000"/>
              <a:t> </a:t>
            </a:r>
            <a:r>
              <a:rPr lang="en-US" sz="2000" err="1"/>
              <a:t>vnaprej</a:t>
            </a:r>
            <a:r>
              <a:rPr lang="en-US" sz="2000"/>
              <a:t> </a:t>
            </a:r>
            <a:r>
              <a:rPr lang="en-US" sz="2000" err="1"/>
              <a:t>kreirali</a:t>
            </a:r>
            <a:r>
              <a:rPr lang="en-US" sz="2000"/>
              <a:t> </a:t>
            </a:r>
            <a:r>
              <a:rPr lang="en-US" sz="2000" err="1"/>
              <a:t>indekse</a:t>
            </a:r>
            <a:r>
              <a:rPr lang="en-US" sz="2000"/>
              <a:t> </a:t>
            </a:r>
            <a:r>
              <a:rPr lang="en-US" sz="2000">
                <a:latin typeface="Courier New" pitchFamily="49" charset="0"/>
              </a:rPr>
              <a:t>jad_index1(</a:t>
            </a:r>
            <a:r>
              <a:rPr lang="en-US" sz="2000" err="1">
                <a:latin typeface="Courier New" pitchFamily="49" charset="0"/>
              </a:rPr>
              <a:t>jid,ime</a:t>
            </a:r>
            <a:r>
              <a:rPr lang="en-US" sz="2000">
                <a:latin typeface="Courier New" pitchFamily="49" charset="0"/>
              </a:rPr>
              <a:t>), jad_index2(</a:t>
            </a:r>
            <a:r>
              <a:rPr lang="en-US" sz="2000" err="1">
                <a:latin typeface="Courier New" pitchFamily="49" charset="0"/>
              </a:rPr>
              <a:t>jid</a:t>
            </a:r>
            <a:r>
              <a:rPr lang="en-US" sz="2000">
                <a:latin typeface="Courier New" pitchFamily="49" charset="0"/>
              </a:rPr>
              <a:t>), jad_index3(</a:t>
            </a:r>
            <a:r>
              <a:rPr lang="en-US" sz="2000" err="1">
                <a:latin typeface="Courier New" pitchFamily="49" charset="0"/>
              </a:rPr>
              <a:t>ime</a:t>
            </a:r>
            <a:r>
              <a:rPr lang="en-US" sz="2000">
                <a:latin typeface="Courier New" pitchFamily="49" charset="0"/>
              </a:rPr>
              <a:t>)</a:t>
            </a:r>
            <a:r>
              <a:rPr lang="en-US" sz="2400"/>
              <a:t>.</a:t>
            </a:r>
            <a:br>
              <a:rPr lang="en-US" sz="2400"/>
            </a:br>
            <a:endParaRPr lang="en-US" sz="1050"/>
          </a:p>
          <a:p>
            <a:pPr>
              <a:buFont typeface="Wingdings" pitchFamily="2" charset="2"/>
              <a:buNone/>
            </a:pPr>
            <a:r>
              <a:rPr lang="sl-SI" sz="1800" b="1">
                <a:latin typeface="Courier New" pitchFamily="49" charset="0"/>
              </a:rPr>
              <a:t>SELECT </a:t>
            </a:r>
            <a:r>
              <a:rPr lang="en-US" sz="1800">
                <a:latin typeface="Courier New" pitchFamily="49" charset="0"/>
              </a:rPr>
              <a:t>*</a:t>
            </a:r>
          </a:p>
          <a:p>
            <a:pPr>
              <a:buFont typeface="Wingdings" pitchFamily="2" charset="2"/>
              <a:buNone/>
            </a:pPr>
            <a:r>
              <a:rPr lang="en-US" sz="1800" b="1">
                <a:latin typeface="Courier New" pitchFamily="49" charset="0"/>
              </a:rPr>
              <a:t>FROM </a:t>
            </a:r>
            <a:r>
              <a:rPr lang="en-US" sz="1800" err="1">
                <a:latin typeface="Courier New" pitchFamily="49" charset="0"/>
              </a:rPr>
              <a:t>jadralec</a:t>
            </a:r>
            <a:endParaRPr lang="en-US" sz="1800">
              <a:latin typeface="Courier New" pitchFamily="49" charset="0"/>
            </a:endParaRPr>
          </a:p>
          <a:p>
            <a:pPr>
              <a:buFont typeface="Wingdings" pitchFamily="2" charset="2"/>
              <a:buNone/>
            </a:pPr>
            <a:r>
              <a:rPr lang="sl-SI" sz="1800" b="1">
                <a:latin typeface="Courier New" pitchFamily="49" charset="0"/>
              </a:rPr>
              <a:t>	</a:t>
            </a:r>
            <a:r>
              <a:rPr lang="en-US" sz="1800" b="1">
                <a:latin typeface="Courier New" pitchFamily="49" charset="0"/>
              </a:rPr>
              <a:t>USE INDEX</a:t>
            </a:r>
            <a:r>
              <a:rPr lang="en-US" sz="1800">
                <a:latin typeface="Courier New" pitchFamily="49" charset="0"/>
              </a:rPr>
              <a:t>(jad_index1)</a:t>
            </a:r>
            <a:r>
              <a:rPr lang="en-US" sz="1800" b="1">
                <a:latin typeface="Courier New" pitchFamily="49" charset="0"/>
              </a:rPr>
              <a:t>    </a:t>
            </a:r>
            <a:r>
              <a:rPr lang="sl-SI" sz="1800" b="1">
                <a:latin typeface="Courier New" pitchFamily="49" charset="0"/>
              </a:rPr>
              <a:t> </a:t>
            </a:r>
            <a:r>
              <a:rPr lang="en-US" sz="1800">
                <a:latin typeface="Courier New" pitchFamily="49" charset="0"/>
              </a:rPr>
              <a:t>-- </a:t>
            </a:r>
            <a:r>
              <a:rPr lang="en-US" sz="1800" err="1">
                <a:latin typeface="Courier New" pitchFamily="49" charset="0"/>
              </a:rPr>
              <a:t>uporabi</a:t>
            </a:r>
            <a:r>
              <a:rPr lang="en-US" sz="1800">
                <a:latin typeface="Courier New" pitchFamily="49" charset="0"/>
              </a:rPr>
              <a:t> </a:t>
            </a:r>
            <a:r>
              <a:rPr lang="en-US" sz="1800" err="1">
                <a:latin typeface="Courier New" pitchFamily="49" charset="0"/>
              </a:rPr>
              <a:t>indeks</a:t>
            </a:r>
            <a:r>
              <a:rPr lang="en-US" sz="1800">
                <a:latin typeface="Courier New" pitchFamily="49" charset="0"/>
              </a:rPr>
              <a:t> </a:t>
            </a:r>
          </a:p>
          <a:p>
            <a:pPr>
              <a:buFont typeface="Wingdings" pitchFamily="2" charset="2"/>
              <a:buNone/>
            </a:pPr>
            <a:r>
              <a:rPr lang="en-US" sz="1800" b="1">
                <a:latin typeface="Courier New" pitchFamily="49" charset="0"/>
              </a:rPr>
              <a:t>ORDER BY </a:t>
            </a:r>
            <a:r>
              <a:rPr lang="en-US" sz="1800" err="1">
                <a:latin typeface="Courier New" pitchFamily="49" charset="0"/>
              </a:rPr>
              <a:t>ime</a:t>
            </a:r>
            <a:r>
              <a:rPr lang="en-US" sz="1800">
                <a:latin typeface="Courier New" pitchFamily="49" charset="0"/>
              </a:rPr>
              <a:t>, </a:t>
            </a:r>
            <a:r>
              <a:rPr lang="en-US" sz="1800" err="1">
                <a:latin typeface="Courier New" pitchFamily="49" charset="0"/>
              </a:rPr>
              <a:t>jid</a:t>
            </a:r>
            <a:r>
              <a:rPr lang="en-US" sz="1800" b="1">
                <a:latin typeface="Courier New" pitchFamily="49" charset="0"/>
              </a:rPr>
              <a:t>;          </a:t>
            </a:r>
            <a:r>
              <a:rPr lang="en-US" sz="1800">
                <a:latin typeface="Courier New" pitchFamily="49" charset="0"/>
              </a:rPr>
              <a:t>-- </a:t>
            </a:r>
            <a:r>
              <a:rPr lang="en-US" sz="1800" err="1">
                <a:latin typeface="Courier New" pitchFamily="49" charset="0"/>
              </a:rPr>
              <a:t>po</a:t>
            </a:r>
            <a:r>
              <a:rPr lang="en-US" sz="1800">
                <a:latin typeface="Courier New" pitchFamily="49" charset="0"/>
              </a:rPr>
              <a:t> </a:t>
            </a:r>
            <a:r>
              <a:rPr lang="en-US" sz="1800" err="1">
                <a:latin typeface="Courier New" pitchFamily="49" charset="0"/>
              </a:rPr>
              <a:t>jid</a:t>
            </a:r>
            <a:r>
              <a:rPr lang="en-US" sz="1800">
                <a:latin typeface="Courier New" pitchFamily="49" charset="0"/>
              </a:rPr>
              <a:t> in </a:t>
            </a:r>
            <a:r>
              <a:rPr lang="en-US" sz="1800" err="1">
                <a:latin typeface="Courier New" pitchFamily="49" charset="0"/>
              </a:rPr>
              <a:t>imenu</a:t>
            </a:r>
            <a:endParaRPr lang="en-US" sz="1800">
              <a:latin typeface="Courier New" pitchFamily="49" charset="0"/>
            </a:endParaRPr>
          </a:p>
          <a:p>
            <a:pPr>
              <a:buFont typeface="Wingdings" pitchFamily="2" charset="2"/>
              <a:buNone/>
            </a:pPr>
            <a:endParaRPr lang="en-US" sz="900" b="1">
              <a:latin typeface="Courier New" pitchFamily="49" charset="0"/>
            </a:endParaRPr>
          </a:p>
          <a:p>
            <a:pPr>
              <a:buFont typeface="Wingdings" pitchFamily="2" charset="2"/>
              <a:buNone/>
            </a:pPr>
            <a:r>
              <a:rPr lang="sl-SI" sz="1800" b="1">
                <a:latin typeface="Courier New" pitchFamily="49" charset="0"/>
              </a:rPr>
              <a:t>SELECT </a:t>
            </a:r>
            <a:r>
              <a:rPr lang="en-US" sz="1800">
                <a:latin typeface="Courier New" pitchFamily="49" charset="0"/>
              </a:rPr>
              <a:t>*</a:t>
            </a:r>
            <a:r>
              <a:rPr lang="en-US" sz="1800" b="1">
                <a:latin typeface="Courier New" pitchFamily="49" charset="0"/>
              </a:rPr>
              <a:t> </a:t>
            </a:r>
          </a:p>
          <a:p>
            <a:pPr>
              <a:buFont typeface="Wingdings" pitchFamily="2" charset="2"/>
              <a:buNone/>
            </a:pPr>
            <a:r>
              <a:rPr lang="en-US" sz="1800" b="1">
                <a:latin typeface="Courier New" pitchFamily="49" charset="0"/>
              </a:rPr>
              <a:t>FROM </a:t>
            </a:r>
            <a:r>
              <a:rPr lang="en-US" sz="1800" err="1">
                <a:latin typeface="Courier New" pitchFamily="49" charset="0"/>
              </a:rPr>
              <a:t>jadralec</a:t>
            </a:r>
            <a:r>
              <a:rPr lang="en-US" sz="1800">
                <a:latin typeface="Courier New" pitchFamily="49" charset="0"/>
              </a:rPr>
              <a:t> </a:t>
            </a:r>
          </a:p>
          <a:p>
            <a:pPr>
              <a:buFont typeface="Wingdings" pitchFamily="2" charset="2"/>
              <a:buNone/>
            </a:pPr>
            <a:r>
              <a:rPr lang="sl-SI" sz="1800" b="1">
                <a:latin typeface="Courier New" pitchFamily="49" charset="0"/>
              </a:rPr>
              <a:t>	</a:t>
            </a:r>
            <a:r>
              <a:rPr lang="en-US" sz="1800" b="1">
                <a:latin typeface="Courier New" pitchFamily="49" charset="0"/>
              </a:rPr>
              <a:t>IGNORE INDEX</a:t>
            </a:r>
            <a:r>
              <a:rPr lang="en-US" sz="1800">
                <a:latin typeface="Courier New" pitchFamily="49" charset="0"/>
              </a:rPr>
              <a:t>(jad_index1, jad_index2, jad_index3)</a:t>
            </a:r>
          </a:p>
          <a:p>
            <a:pPr>
              <a:buFont typeface="Wingdings" pitchFamily="2" charset="2"/>
              <a:buNone/>
            </a:pPr>
            <a:r>
              <a:rPr lang="en-US" sz="1800" b="1">
                <a:latin typeface="Courier New" pitchFamily="49" charset="0"/>
              </a:rPr>
              <a:t>ORDER BY </a:t>
            </a:r>
            <a:r>
              <a:rPr lang="en-US" sz="1800" err="1">
                <a:latin typeface="Courier New" pitchFamily="49" charset="0"/>
              </a:rPr>
              <a:t>ime</a:t>
            </a:r>
            <a:r>
              <a:rPr lang="en-US" sz="1800">
                <a:latin typeface="Courier New" pitchFamily="49" charset="0"/>
              </a:rPr>
              <a:t>, </a:t>
            </a:r>
            <a:r>
              <a:rPr lang="en-US" sz="1800" err="1">
                <a:latin typeface="Courier New" pitchFamily="49" charset="0"/>
              </a:rPr>
              <a:t>jid</a:t>
            </a:r>
            <a:r>
              <a:rPr lang="en-US" sz="1800">
                <a:latin typeface="Courier New" pitchFamily="49" charset="0"/>
              </a:rPr>
              <a:t>;  -- ne </a:t>
            </a:r>
            <a:r>
              <a:rPr lang="en-US" sz="1800" err="1">
                <a:latin typeface="Courier New" pitchFamily="49" charset="0"/>
              </a:rPr>
              <a:t>uporabi</a:t>
            </a:r>
            <a:r>
              <a:rPr lang="en-US" sz="1800">
                <a:latin typeface="Courier New" pitchFamily="49" charset="0"/>
              </a:rPr>
              <a:t> </a:t>
            </a:r>
            <a:r>
              <a:rPr lang="en-US" sz="1800" err="1">
                <a:latin typeface="Courier New" pitchFamily="49" charset="0"/>
              </a:rPr>
              <a:t>nobenega</a:t>
            </a:r>
            <a:r>
              <a:rPr lang="en-US" sz="1800">
                <a:latin typeface="Courier New" pitchFamily="49" charset="0"/>
              </a:rPr>
              <a:t> </a:t>
            </a:r>
            <a:r>
              <a:rPr lang="sl-SI" sz="1800" err="1">
                <a:latin typeface="Courier New" pitchFamily="49" charset="0"/>
              </a:rPr>
              <a:t>nastetega</a:t>
            </a:r>
            <a:endParaRPr lang="sl-SI" sz="1800">
              <a:latin typeface="Courier New" pitchFamily="49" charset="0"/>
            </a:endParaRPr>
          </a:p>
          <a:p>
            <a:pPr>
              <a:buFont typeface="Wingdings" pitchFamily="2" charset="2"/>
              <a:buNone/>
            </a:pPr>
            <a:r>
              <a:rPr lang="sl-SI" sz="1800" b="1">
                <a:latin typeface="Courier New" pitchFamily="49" charset="0"/>
              </a:rPr>
              <a:t>				</a:t>
            </a:r>
            <a:r>
              <a:rPr lang="sl-SI" sz="1800">
                <a:latin typeface="Courier New" pitchFamily="49" charset="0"/>
              </a:rPr>
              <a:t>-- </a:t>
            </a:r>
            <a:r>
              <a:rPr lang="en-US" sz="1800" err="1">
                <a:latin typeface="Courier New" pitchFamily="49" charset="0"/>
              </a:rPr>
              <a:t>indeksa</a:t>
            </a:r>
            <a:r>
              <a:rPr lang="en-US" sz="1800">
                <a:latin typeface="Courier New" pitchFamily="49" charset="0"/>
              </a:rPr>
              <a:t> </a:t>
            </a:r>
          </a:p>
          <a:p>
            <a:pPr>
              <a:buFont typeface="Wingdings" pitchFamily="2" charset="2"/>
              <a:buNone/>
            </a:pPr>
            <a:endParaRPr lang="en-US" sz="1800" b="1">
              <a:latin typeface="Courier New" pitchFamily="49" charset="0"/>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ponovitev snovi in DDL</a:t>
            </a:r>
          </a:p>
        </p:txBody>
      </p:sp>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 name="TextBox 6"/>
          <p:cNvSpPr txBox="1"/>
          <p:nvPr/>
        </p:nvSpPr>
        <p:spPr>
          <a:xfrm>
            <a:off x="1066800" y="2667000"/>
            <a:ext cx="7239000" cy="2862322"/>
          </a:xfrm>
          <a:prstGeom prst="rect">
            <a:avLst/>
          </a:prstGeom>
          <a:noFill/>
        </p:spPr>
        <p:txBody>
          <a:bodyPr wrap="square" rtlCol="0">
            <a:spAutoFit/>
          </a:bodyPr>
          <a:lstStyle/>
          <a:p>
            <a:pPr marL="342900" indent="-342900" algn="l">
              <a:buAutoNum type="arabicPeriod"/>
            </a:pPr>
            <a:r>
              <a:rPr lang="sl-SI"/>
              <a:t>Kolikšen je delež igralcev brez alianse (aid = 0)?</a:t>
            </a:r>
          </a:p>
          <a:p>
            <a:pPr marL="342900" indent="-342900" algn="l">
              <a:buAutoNum type="arabicPeriod"/>
            </a:pPr>
            <a:r>
              <a:rPr lang="sl-SI"/>
              <a:t>Ustvarite začasno tabelo StatistikaIgralcev, ki vsebuje imena igralcev, imena njihovih alians ter število igralčevih naselji in skupno število prebivalcev. Če igralec nima alianse, naj se za ime alianse izpiše „Brez alianse“.</a:t>
            </a:r>
          </a:p>
          <a:p>
            <a:pPr marL="342900" indent="-342900" algn="l">
              <a:buAutoNum type="arabicPeriod"/>
            </a:pPr>
            <a:r>
              <a:rPr lang="sl-SI"/>
              <a:t>Za vsakega igralca izpiši ime njegovega največjega mesta.</a:t>
            </a:r>
          </a:p>
          <a:p>
            <a:pPr marL="342900" indent="-342900" algn="l">
              <a:buAutoNum type="arabicPeriod"/>
            </a:pPr>
            <a:r>
              <a:rPr lang="sl-SI"/>
              <a:t>Začasni tabeli </a:t>
            </a:r>
            <a:r>
              <a:rPr lang="sl-SI" err="1"/>
              <a:t>StatistikaIgralcev</a:t>
            </a:r>
            <a:r>
              <a:rPr lang="sl-SI"/>
              <a:t> dodajte atribut z imenom “Največje mesto”.</a:t>
            </a:r>
          </a:p>
          <a:p>
            <a:pPr marL="342900" indent="-342900" algn="l">
              <a:buAutoNum type="arabicPeriod"/>
            </a:pPr>
            <a:r>
              <a:rPr lang="sl-SI"/>
              <a:t>Napolnite stolpec iz prejšnje naloge*!</a:t>
            </a:r>
          </a:p>
          <a:p>
            <a:pPr marL="342900" indent="-342900" algn="l">
              <a:buAutoNum type="arabicPeriod"/>
            </a:pPr>
            <a:endParaRPr lang="sl-SI"/>
          </a:p>
        </p:txBody>
      </p:sp>
      <p:sp>
        <p:nvSpPr>
          <p:cNvPr id="5" name="Text Box 5"/>
          <p:cNvSpPr txBox="1">
            <a:spLocks noChangeArrowheads="1"/>
          </p:cNvSpPr>
          <p:nvPr/>
        </p:nvSpPr>
        <p:spPr bwMode="auto">
          <a:xfrm>
            <a:off x="1271016" y="300335"/>
            <a:ext cx="7568327" cy="923330"/>
          </a:xfrm>
          <a:prstGeom prst="rect">
            <a:avLst/>
          </a:prstGeom>
          <a:noFill/>
          <a:ln w="9525">
            <a:noFill/>
            <a:miter lim="800000"/>
            <a:headEnd/>
            <a:tailEnd/>
          </a:ln>
          <a:effectLst/>
        </p:spPr>
        <p:txBody>
          <a:bodyPr wrap="square">
            <a:spAutoFit/>
          </a:bodyPr>
          <a:lstStyle/>
          <a:p>
            <a:pPr lvl="1" algn="l"/>
            <a:r>
              <a:rPr lang="sl-SI" b="1">
                <a:latin typeface="Courier New" pitchFamily="49" charset="0"/>
              </a:rPr>
              <a:t>Aliansa(</a:t>
            </a:r>
            <a:r>
              <a:rPr lang="sl-SI" b="1" u="sng" err="1">
                <a:latin typeface="Courier New" pitchFamily="49" charset="0"/>
              </a:rPr>
              <a:t>aid</a:t>
            </a:r>
            <a:r>
              <a:rPr lang="sl-SI" b="1">
                <a:latin typeface="Courier New" pitchFamily="49" charset="0"/>
              </a:rPr>
              <a:t>, </a:t>
            </a:r>
            <a:r>
              <a:rPr lang="sl-SI" b="1" err="1">
                <a:latin typeface="Courier New" pitchFamily="49" charset="0"/>
              </a:rPr>
              <a:t>alliance</a:t>
            </a:r>
            <a:r>
              <a:rPr lang="sl-SI" b="1">
                <a:latin typeface="Courier New" pitchFamily="49" charset="0"/>
              </a:rPr>
              <a:t>), 	Pleme(</a:t>
            </a:r>
            <a:r>
              <a:rPr lang="sl-SI" b="1" u="sng" err="1">
                <a:latin typeface="Courier New" pitchFamily="49" charset="0"/>
              </a:rPr>
              <a:t>tid</a:t>
            </a:r>
            <a:r>
              <a:rPr lang="sl-SI" b="1">
                <a:latin typeface="Courier New" pitchFamily="49" charset="0"/>
              </a:rPr>
              <a:t>, </a:t>
            </a:r>
            <a:r>
              <a:rPr lang="sl-SI" b="1" err="1">
                <a:latin typeface="Courier New" pitchFamily="49" charset="0"/>
              </a:rPr>
              <a:t>tribe</a:t>
            </a:r>
            <a:r>
              <a:rPr lang="sl-SI" b="1">
                <a:latin typeface="Courier New" pitchFamily="49" charset="0"/>
              </a:rPr>
              <a:t>)</a:t>
            </a:r>
          </a:p>
          <a:p>
            <a:pPr lvl="1" algn="l"/>
            <a:r>
              <a:rPr lang="sl-SI" b="1">
                <a:latin typeface="Courier New" pitchFamily="49" charset="0"/>
              </a:rPr>
              <a:t>Igralec(</a:t>
            </a:r>
            <a:r>
              <a:rPr lang="sl-SI" b="1" u="sng">
                <a:latin typeface="Courier New" pitchFamily="49" charset="0"/>
              </a:rPr>
              <a:t>pid</a:t>
            </a:r>
            <a:r>
              <a:rPr lang="sl-SI" b="1">
                <a:latin typeface="Courier New" pitchFamily="49" charset="0"/>
              </a:rPr>
              <a:t>, </a:t>
            </a:r>
            <a:r>
              <a:rPr lang="sl-SI" b="1" err="1">
                <a:latin typeface="Courier New" pitchFamily="49" charset="0"/>
              </a:rPr>
              <a:t>player</a:t>
            </a:r>
            <a:r>
              <a:rPr lang="sl-SI" b="1">
                <a:latin typeface="Courier New" pitchFamily="49" charset="0"/>
              </a:rPr>
              <a:t>, #</a:t>
            </a:r>
            <a:r>
              <a:rPr lang="sl-SI" b="1" err="1">
                <a:latin typeface="Courier New" pitchFamily="49" charset="0"/>
              </a:rPr>
              <a:t>tid</a:t>
            </a:r>
            <a:r>
              <a:rPr lang="sl-SI" b="1">
                <a:latin typeface="Courier New" pitchFamily="49" charset="0"/>
              </a:rPr>
              <a:t>, #</a:t>
            </a:r>
            <a:r>
              <a:rPr lang="sl-SI" b="1" err="1">
                <a:latin typeface="Courier New" pitchFamily="49" charset="0"/>
              </a:rPr>
              <a:t>aid</a:t>
            </a:r>
            <a:r>
              <a:rPr lang="sl-SI" b="1">
                <a:latin typeface="Courier New" pitchFamily="49" charset="0"/>
              </a:rPr>
              <a:t>)</a:t>
            </a:r>
          </a:p>
          <a:p>
            <a:pPr lvl="1" algn="l"/>
            <a:r>
              <a:rPr lang="sl-SI" b="1">
                <a:latin typeface="Courier New" pitchFamily="49" charset="0"/>
              </a:rPr>
              <a:t>Naselje(</a:t>
            </a:r>
            <a:r>
              <a:rPr lang="sl-SI" b="1" u="sng">
                <a:latin typeface="Courier New" pitchFamily="49" charset="0"/>
              </a:rPr>
              <a:t>id</a:t>
            </a:r>
            <a:r>
              <a:rPr lang="sl-SI" b="1">
                <a:latin typeface="Courier New" pitchFamily="49" charset="0"/>
              </a:rPr>
              <a:t>, vid, </a:t>
            </a:r>
            <a:r>
              <a:rPr lang="sl-SI" b="1" err="1">
                <a:latin typeface="Courier New" pitchFamily="49" charset="0"/>
              </a:rPr>
              <a:t>village</a:t>
            </a:r>
            <a:r>
              <a:rPr lang="sl-SI" b="1">
                <a:latin typeface="Courier New" pitchFamily="49" charset="0"/>
              </a:rPr>
              <a:t>, x, y, </a:t>
            </a:r>
            <a:r>
              <a:rPr lang="sl-SI" b="1" err="1">
                <a:latin typeface="Courier New" pitchFamily="49" charset="0"/>
              </a:rPr>
              <a:t>population</a:t>
            </a:r>
            <a:r>
              <a:rPr lang="sl-SI" b="1">
                <a:latin typeface="Courier New" pitchFamily="49" charset="0"/>
              </a:rPr>
              <a:t>, #pid)</a:t>
            </a:r>
            <a:endParaRPr lang="en-US" b="1">
              <a:latin typeface="Courier New" pitchFamily="49" charset="0"/>
            </a:endParaRPr>
          </a:p>
        </p:txBody>
      </p:sp>
    </p:spTree>
    <p:extLst>
      <p:ext uri="{BB962C8B-B14F-4D97-AF65-F5344CB8AC3E}">
        <p14:creationId xmlns:p14="http://schemas.microsoft.com/office/powerpoint/2010/main" val="63041342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a:t>
            </a:r>
            <a:r>
              <a:rPr lang="en-GB" err="1"/>
              <a:t>Indeksi</a:t>
            </a:r>
            <a:r>
              <a:rPr lang="en-GB"/>
              <a:t> in </a:t>
            </a:r>
            <a:r>
              <a:rPr lang="en-GB" err="1"/>
              <a:t>pogledi</a:t>
            </a:r>
            <a:endParaRPr lang="sl-SI"/>
          </a:p>
        </p:txBody>
      </p:sp>
      <p:sp>
        <p:nvSpPr>
          <p:cNvPr id="5" name="Text Placeholder 4"/>
          <p:cNvSpPr>
            <a:spLocks noGrp="1"/>
          </p:cNvSpPr>
          <p:nvPr>
            <p:ph type="body" sz="half" idx="3"/>
          </p:nvPr>
        </p:nvSpPr>
        <p:spPr>
          <a:xfrm>
            <a:off x="762000" y="2362200"/>
            <a:ext cx="8001000" cy="4495800"/>
          </a:xfrm>
        </p:spPr>
        <p:txBody>
          <a:bodyPr/>
          <a:lstStyle/>
          <a:p>
            <a:pPr marL="457200" indent="-457200" algn="just">
              <a:buFont typeface="+mj-lt"/>
              <a:buAutoNum type="arabicPeriod"/>
            </a:pPr>
            <a:r>
              <a:rPr lang="sl-SI" sz="1800"/>
              <a:t>Po tabeli </a:t>
            </a:r>
            <a:r>
              <a:rPr lang="en-GB" sz="1800" err="1"/>
              <a:t>Naselje</a:t>
            </a:r>
            <a:r>
              <a:rPr lang="sl-SI" sz="1800"/>
              <a:t> pogosto preiskujemo po atributih </a:t>
            </a:r>
            <a:r>
              <a:rPr lang="en-GB" sz="1800"/>
              <a:t>village</a:t>
            </a:r>
            <a:r>
              <a:rPr lang="sl-SI" sz="1800"/>
              <a:t> in </a:t>
            </a:r>
            <a:r>
              <a:rPr lang="en-GB" sz="1800" err="1"/>
              <a:t>populacija</a:t>
            </a:r>
            <a:r>
              <a:rPr lang="sl-SI" sz="1800"/>
              <a:t> posamezno, ter  po (</a:t>
            </a:r>
            <a:r>
              <a:rPr lang="en-GB" sz="1800"/>
              <a:t>x</a:t>
            </a:r>
            <a:r>
              <a:rPr lang="sl-SI" sz="1800"/>
              <a:t>, </a:t>
            </a:r>
            <a:r>
              <a:rPr lang="en-GB" sz="1800"/>
              <a:t>y</a:t>
            </a:r>
            <a:r>
              <a:rPr lang="sl-SI" sz="1800"/>
              <a:t>) skupaj. Kreirajte ustrezne indekse glede na besedilo!</a:t>
            </a:r>
            <a:endParaRPr lang="en-GB" sz="1800"/>
          </a:p>
          <a:p>
            <a:pPr marL="457200" indent="-457200" algn="just">
              <a:buFont typeface="+mj-lt"/>
              <a:buAutoNum type="arabicPeriod"/>
            </a:pPr>
            <a:r>
              <a:rPr lang="sl-SI" sz="1800"/>
              <a:t>Definirajte začasno tabelo PolnoletniJadralci, ki vsebuje samo polnoletne jadralce, nato dodajte v tabelo jadralca Tineta, starega 18 let, ki ima rating 8.</a:t>
            </a:r>
          </a:p>
          <a:p>
            <a:pPr marL="457200" indent="-457200" algn="just">
              <a:buFont typeface="+mj-lt"/>
              <a:buAutoNum type="arabicPeriod"/>
            </a:pPr>
            <a:r>
              <a:rPr lang="sl-SI" sz="1800"/>
              <a:t>Definirajte </a:t>
            </a:r>
            <a:r>
              <a:rPr lang="en-GB" sz="1800" err="1"/>
              <a:t>pogled</a:t>
            </a:r>
            <a:r>
              <a:rPr lang="en-GB" sz="1800"/>
              <a:t> </a:t>
            </a:r>
            <a:r>
              <a:rPr lang="sl-SI" sz="1800"/>
              <a:t>StatistikaColnov, ki bo za vsak čoln izpisal osnovne podatke (šifra, ime, dolžina), število rezervacij,  število različnih jadralcev, ki so ga rezervirali in povprečni rating jadralcev, ki so ga rezervirali.</a:t>
            </a:r>
          </a:p>
          <a:p>
            <a:pPr marL="457200" indent="-457200" algn="just">
              <a:buFont typeface="+mj-lt"/>
              <a:buAutoNum type="arabicPeriod"/>
            </a:pPr>
            <a:r>
              <a:rPr lang="sl-SI" sz="1800"/>
              <a:t>Definirajte </a:t>
            </a:r>
            <a:r>
              <a:rPr lang="en-GB" sz="1800" err="1"/>
              <a:t>pogled</a:t>
            </a:r>
            <a:r>
              <a:rPr lang="en-GB" sz="1800"/>
              <a:t> </a:t>
            </a:r>
            <a:r>
              <a:rPr lang="sl-SI" sz="1800"/>
              <a:t>StatistikaJadralcev, ki bo za vsakega jadralca poleg njegovih podatkov (šifra in ime) vseboval tudi število rezervacij čolnov, povprečno dolžino in </a:t>
            </a:r>
            <a:r>
              <a:rPr lang="sl-SI" sz="1800" b="1"/>
              <a:t>prevladujočo barvo* </a:t>
            </a:r>
            <a:r>
              <a:rPr lang="sl-SI" sz="1800"/>
              <a:t>rezerviranih čolnov </a:t>
            </a:r>
            <a:endParaRPr lang="sl-SI" sz="3200"/>
          </a:p>
          <a:p>
            <a:endParaRPr lang="sl-SI"/>
          </a:p>
          <a:p>
            <a:endParaRPr lang="sl-SI"/>
          </a:p>
        </p:txBody>
      </p:sp>
      <p:sp>
        <p:nvSpPr>
          <p:cNvPr id="4" name="Text Box 5"/>
          <p:cNvSpPr txBox="1">
            <a:spLocks noChangeArrowheads="1"/>
          </p:cNvSpPr>
          <p:nvPr/>
        </p:nvSpPr>
        <p:spPr bwMode="auto">
          <a:xfrm>
            <a:off x="3343275"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09444684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pogledi in delo s skupinami</a:t>
            </a:r>
          </a:p>
        </p:txBody>
      </p:sp>
      <p:sp>
        <p:nvSpPr>
          <p:cNvPr id="5" name="Text Placeholder 4"/>
          <p:cNvSpPr>
            <a:spLocks noGrp="1"/>
          </p:cNvSpPr>
          <p:nvPr>
            <p:ph type="body" sz="half" idx="3"/>
          </p:nvPr>
        </p:nvSpPr>
        <p:spPr>
          <a:xfrm>
            <a:off x="762000" y="2362200"/>
            <a:ext cx="8001000" cy="4495800"/>
          </a:xfrm>
        </p:spPr>
        <p:txBody>
          <a:bodyPr/>
          <a:lstStyle/>
          <a:p>
            <a:pPr marL="457200" indent="-457200" algn="just">
              <a:buFont typeface="+mj-lt"/>
              <a:buAutoNum type="arabicPeriod"/>
            </a:pPr>
            <a:r>
              <a:rPr lang="sl-SI" sz="1800"/>
              <a:t>Definirajte pogled </a:t>
            </a:r>
            <a:r>
              <a:rPr lang="sl-SI" sz="1800" err="1"/>
              <a:t>ElanoviColni</a:t>
            </a:r>
            <a:r>
              <a:rPr lang="sl-SI" sz="1800"/>
              <a:t>, ki vsebuje vse podatke o </a:t>
            </a:r>
            <a:r>
              <a:rPr lang="sl-SI" sz="1800" err="1"/>
              <a:t>colnih</a:t>
            </a:r>
            <a:r>
              <a:rPr lang="sl-SI" sz="1800"/>
              <a:t> znamke Elan. </a:t>
            </a:r>
            <a:r>
              <a:rPr lang="sl-SI" sz="1800" err="1"/>
              <a:t>Colni</a:t>
            </a:r>
            <a:r>
              <a:rPr lang="sl-SI" sz="1800"/>
              <a:t> naj bodo v pogledu razvrščeni od tistega z največ rezervacija, do tistega z najmanj.</a:t>
            </a:r>
          </a:p>
          <a:p>
            <a:pPr marL="457200" indent="-457200">
              <a:buFont typeface="+mj-lt"/>
              <a:buAutoNum type="arabicPeriod"/>
            </a:pPr>
            <a:r>
              <a:rPr lang="sl-SI" sz="1800"/>
              <a:t>Definirajte pogled </a:t>
            </a:r>
            <a:r>
              <a:rPr lang="sl-SI" sz="1800" err="1"/>
              <a:t>DobriJadralci</a:t>
            </a:r>
            <a:r>
              <a:rPr lang="sl-SI" sz="1800"/>
              <a:t>, ki vam vrne vse podatke o jadralcih z ratingom 8 ali več. Izpiše naj tudi število njihovih rezervacij in datum njihove prve rezervacije.</a:t>
            </a:r>
          </a:p>
          <a:p>
            <a:pPr marL="457200" indent="-457200">
              <a:buFont typeface="+mj-lt"/>
              <a:buAutoNum type="arabicPeriod"/>
            </a:pPr>
            <a:r>
              <a:rPr lang="sl-SI" sz="1800"/>
              <a:t>Definirajte pogled Coln2, ki bo za vsak čoln izpisal njegovo šifro in vse podatke jadralcev, ki so ta čoln rezervirali, vendar bo vsak par (</a:t>
            </a:r>
            <a:r>
              <a:rPr lang="sl-SI" sz="1800" err="1"/>
              <a:t>coln</a:t>
            </a:r>
            <a:r>
              <a:rPr lang="sl-SI" sz="1800"/>
              <a:t>, jadralec) izpisal le enkrat. Izpis uredite naraščajoče po šifrah čolnov in nato jadralcev.</a:t>
            </a:r>
          </a:p>
          <a:p>
            <a:pPr marL="457200" indent="-457200">
              <a:buFont typeface="+mj-lt"/>
              <a:buAutoNum type="arabicPeriod"/>
            </a:pPr>
            <a:r>
              <a:rPr lang="sl-SI" sz="1800"/>
              <a:t>Definirajte pogled :</a:t>
            </a:r>
          </a:p>
          <a:p>
            <a:pPr marL="857250" lvl="1" indent="-457200">
              <a:buFont typeface="+mj-lt"/>
              <a:buAutoNum type="arabicPeriod"/>
            </a:pPr>
            <a:r>
              <a:rPr lang="sl-SI" sz="1400"/>
              <a:t> </a:t>
            </a:r>
            <a:r>
              <a:rPr lang="sl-SI" sz="1400" err="1"/>
              <a:t>LeviStik</a:t>
            </a:r>
            <a:r>
              <a:rPr lang="sl-SI" sz="1400"/>
              <a:t>, ki naredi levi stik med čolni in rezervacijami.</a:t>
            </a:r>
          </a:p>
          <a:p>
            <a:pPr marL="857250" lvl="1" indent="-457200">
              <a:buFont typeface="+mj-lt"/>
              <a:buAutoNum type="arabicPeriod"/>
            </a:pPr>
            <a:r>
              <a:rPr lang="sl-SI" sz="1400" err="1"/>
              <a:t>SimuliranLeviStik</a:t>
            </a:r>
            <a:r>
              <a:rPr lang="sl-SI" sz="1400"/>
              <a:t>, ki to operacijo simulira brez uporabe LEFT JOIN.</a:t>
            </a:r>
          </a:p>
          <a:p>
            <a:pPr marL="857250" lvl="1" indent="-457200">
              <a:buFont typeface="+mj-lt"/>
              <a:buAutoNum type="arabicPeriod"/>
            </a:pPr>
            <a:r>
              <a:rPr lang="sl-SI" sz="1400"/>
              <a:t>Z uporabo pogledov preverite, če sta rezultata obeh pogledov enaka.</a:t>
            </a:r>
          </a:p>
          <a:p>
            <a:pPr>
              <a:buNone/>
            </a:pPr>
            <a:endParaRPr lang="sl-SI"/>
          </a:p>
          <a:p>
            <a:endParaRPr lang="sl-SI"/>
          </a:p>
        </p:txBody>
      </p:sp>
      <p:sp>
        <p:nvSpPr>
          <p:cNvPr id="4" name="Text Box 5"/>
          <p:cNvSpPr txBox="1">
            <a:spLocks noChangeArrowheads="1"/>
          </p:cNvSpPr>
          <p:nvPr/>
        </p:nvSpPr>
        <p:spPr bwMode="auto">
          <a:xfrm>
            <a:off x="3193923" y="304006"/>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09444684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pogledi in DDL</a:t>
            </a:r>
          </a:p>
        </p:txBody>
      </p:sp>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 name="TextBox 6"/>
          <p:cNvSpPr txBox="1"/>
          <p:nvPr/>
        </p:nvSpPr>
        <p:spPr>
          <a:xfrm>
            <a:off x="1066800" y="2667000"/>
            <a:ext cx="7239000" cy="3139321"/>
          </a:xfrm>
          <a:prstGeom prst="rect">
            <a:avLst/>
          </a:prstGeom>
          <a:noFill/>
        </p:spPr>
        <p:txBody>
          <a:bodyPr wrap="square" rtlCol="0">
            <a:spAutoFit/>
          </a:bodyPr>
          <a:lstStyle/>
          <a:p>
            <a:pPr marL="342900" indent="-342900" algn="l">
              <a:buAutoNum type="arabicPeriod"/>
            </a:pPr>
            <a:r>
              <a:rPr lang="sl-SI"/>
              <a:t>Naredite pogled </a:t>
            </a:r>
            <a:r>
              <a:rPr lang="sl-SI" err="1"/>
              <a:t>PogledMPX</a:t>
            </a:r>
            <a:r>
              <a:rPr lang="sl-SI"/>
              <a:t>, ki izpiše vse podatke igralcev v aliansi MPX.</a:t>
            </a:r>
          </a:p>
          <a:p>
            <a:pPr marL="342900" indent="-342900" algn="l">
              <a:buAutoNum type="arabicPeriod"/>
            </a:pPr>
            <a:r>
              <a:rPr lang="sl-SI"/>
              <a:t>Aliansi MPX se pridruži igralec janko98. Kaj morate storiti, da bo tudi on viden v pogledu </a:t>
            </a:r>
            <a:r>
              <a:rPr lang="sl-SI" err="1"/>
              <a:t>PogledMPX</a:t>
            </a:r>
            <a:r>
              <a:rPr lang="sl-SI"/>
              <a:t>.</a:t>
            </a:r>
          </a:p>
          <a:p>
            <a:pPr marL="342900" indent="-342900" algn="l">
              <a:buAutoNum type="arabicPeriod"/>
            </a:pPr>
            <a:r>
              <a:rPr lang="sl-SI"/>
              <a:t>Igri se pridruži novi igralec </a:t>
            </a:r>
            <a:r>
              <a:rPr lang="sl-SI" err="1"/>
              <a:t>novIgralec</a:t>
            </a:r>
            <a:r>
              <a:rPr lang="sl-SI"/>
              <a:t>. Ali ga lahko v bazo ustavite preko pogleda? Kako?</a:t>
            </a:r>
          </a:p>
          <a:p>
            <a:pPr marL="342900" indent="-342900" algn="l">
              <a:buAutoNum type="arabicPeriod"/>
            </a:pPr>
            <a:r>
              <a:rPr lang="sl-SI"/>
              <a:t>Definirajte pogled </a:t>
            </a:r>
            <a:r>
              <a:rPr lang="sl-SI" err="1"/>
              <a:t>StatistikaAlians</a:t>
            </a:r>
            <a:r>
              <a:rPr lang="sl-SI"/>
              <a:t>, ki vam za vsako alianso izpiše njeno šifro, ime, število članov, število naselji, povprečno velikost naselja, center alianse (x,y), standardni odklon naselji od centra in prevladujoče pleme igralcev v aliansi. Funkcija za izračun </a:t>
            </a:r>
            <a:r>
              <a:rPr lang="sl-SI" err="1"/>
              <a:t>standarnega</a:t>
            </a:r>
            <a:r>
              <a:rPr lang="sl-SI"/>
              <a:t> odklona je STD().</a:t>
            </a:r>
          </a:p>
        </p:txBody>
      </p:sp>
      <p:sp>
        <p:nvSpPr>
          <p:cNvPr id="5" name="Text Box 5"/>
          <p:cNvSpPr txBox="1">
            <a:spLocks noChangeArrowheads="1"/>
          </p:cNvSpPr>
          <p:nvPr/>
        </p:nvSpPr>
        <p:spPr bwMode="auto">
          <a:xfrm>
            <a:off x="1252728" y="300335"/>
            <a:ext cx="7568327" cy="923330"/>
          </a:xfrm>
          <a:prstGeom prst="rect">
            <a:avLst/>
          </a:prstGeom>
          <a:noFill/>
          <a:ln w="9525">
            <a:noFill/>
            <a:miter lim="800000"/>
            <a:headEnd/>
            <a:tailEnd/>
          </a:ln>
          <a:effectLst/>
        </p:spPr>
        <p:txBody>
          <a:bodyPr wrap="square">
            <a:spAutoFit/>
          </a:bodyPr>
          <a:lstStyle/>
          <a:p>
            <a:pPr lvl="1" algn="l"/>
            <a:r>
              <a:rPr lang="sl-SI" b="1" dirty="0">
                <a:latin typeface="Courier New" pitchFamily="49" charset="0"/>
              </a:rPr>
              <a:t>Aliansa(</a:t>
            </a:r>
            <a:r>
              <a:rPr lang="sl-SI" b="1" u="sng" dirty="0" err="1">
                <a:latin typeface="Courier New" pitchFamily="49" charset="0"/>
              </a:rPr>
              <a:t>aid</a:t>
            </a:r>
            <a:r>
              <a:rPr lang="sl-SI" b="1" dirty="0">
                <a:latin typeface="Courier New" pitchFamily="49" charset="0"/>
              </a:rPr>
              <a:t>, </a:t>
            </a:r>
            <a:r>
              <a:rPr lang="sl-SI" b="1" dirty="0" err="1">
                <a:latin typeface="Courier New" pitchFamily="49" charset="0"/>
              </a:rPr>
              <a:t>alliance</a:t>
            </a:r>
            <a:r>
              <a:rPr lang="sl-SI" b="1" dirty="0">
                <a:latin typeface="Courier New" pitchFamily="49" charset="0"/>
              </a:rPr>
              <a:t>), 	Pleme(</a:t>
            </a:r>
            <a:r>
              <a:rPr lang="sl-SI" b="1" u="sng" dirty="0" err="1">
                <a:latin typeface="Courier New" pitchFamily="49" charset="0"/>
              </a:rPr>
              <a:t>tid</a:t>
            </a:r>
            <a:r>
              <a:rPr lang="sl-SI" b="1" dirty="0">
                <a:latin typeface="Courier New" pitchFamily="49" charset="0"/>
              </a:rPr>
              <a:t>, </a:t>
            </a:r>
            <a:r>
              <a:rPr lang="sl-SI" b="1" dirty="0" err="1">
                <a:latin typeface="Courier New" pitchFamily="49" charset="0"/>
              </a:rPr>
              <a:t>tribe</a:t>
            </a:r>
            <a:r>
              <a:rPr lang="sl-SI" b="1" dirty="0">
                <a:latin typeface="Courier New" pitchFamily="49" charset="0"/>
              </a:rPr>
              <a:t>)</a:t>
            </a:r>
          </a:p>
          <a:p>
            <a:pPr lvl="1" algn="l"/>
            <a:r>
              <a:rPr lang="sl-SI" b="1" dirty="0">
                <a:latin typeface="Courier New" pitchFamily="49" charset="0"/>
              </a:rPr>
              <a:t>Igralec(</a:t>
            </a:r>
            <a:r>
              <a:rPr lang="sl-SI" b="1" u="sng" dirty="0">
                <a:latin typeface="Courier New" pitchFamily="49" charset="0"/>
              </a:rPr>
              <a:t>pid</a:t>
            </a:r>
            <a:r>
              <a:rPr lang="sl-SI" b="1" dirty="0">
                <a:latin typeface="Courier New" pitchFamily="49" charset="0"/>
              </a:rPr>
              <a:t>, </a:t>
            </a:r>
            <a:r>
              <a:rPr lang="sl-SI" b="1" dirty="0" err="1">
                <a:latin typeface="Courier New" pitchFamily="49" charset="0"/>
              </a:rPr>
              <a:t>player</a:t>
            </a:r>
            <a:r>
              <a:rPr lang="sl-SI" b="1" dirty="0">
                <a:latin typeface="Courier New" pitchFamily="49" charset="0"/>
              </a:rPr>
              <a:t>, #tid, #aid)</a:t>
            </a:r>
          </a:p>
          <a:p>
            <a:pPr lvl="1" algn="l"/>
            <a:r>
              <a:rPr lang="sl-SI" b="1" dirty="0">
                <a:latin typeface="Courier New" pitchFamily="49" charset="0"/>
              </a:rPr>
              <a:t>Naselje(</a:t>
            </a:r>
            <a:r>
              <a:rPr lang="sl-SI" b="1" u="sng" dirty="0">
                <a:latin typeface="Courier New" pitchFamily="49" charset="0"/>
              </a:rPr>
              <a:t>id</a:t>
            </a:r>
            <a:r>
              <a:rPr lang="sl-SI" b="1" dirty="0">
                <a:latin typeface="Courier New" pitchFamily="49" charset="0"/>
              </a:rPr>
              <a:t>, vid, </a:t>
            </a:r>
            <a:r>
              <a:rPr lang="sl-SI" b="1" dirty="0" err="1">
                <a:latin typeface="Courier New" pitchFamily="49" charset="0"/>
              </a:rPr>
              <a:t>village</a:t>
            </a:r>
            <a:r>
              <a:rPr lang="sl-SI" b="1" dirty="0">
                <a:latin typeface="Courier New" pitchFamily="49" charset="0"/>
              </a:rPr>
              <a:t>, x, y, </a:t>
            </a:r>
            <a:r>
              <a:rPr lang="sl-SI" b="1" dirty="0" err="1">
                <a:latin typeface="Courier New" pitchFamily="49" charset="0"/>
              </a:rPr>
              <a:t>population</a:t>
            </a:r>
            <a:r>
              <a:rPr lang="sl-SI" b="1" dirty="0">
                <a:latin typeface="Courier New" pitchFamily="49" charset="0"/>
              </a:rPr>
              <a:t>, #pid)</a:t>
            </a:r>
            <a:endParaRPr lang="en-US" b="1" dirty="0">
              <a:latin typeface="Courier New" pitchFamily="49" charset="0"/>
            </a:endParaRPr>
          </a:p>
        </p:txBody>
      </p:sp>
    </p:spTree>
    <p:extLst>
      <p:ext uri="{BB962C8B-B14F-4D97-AF65-F5344CB8AC3E}">
        <p14:creationId xmlns:p14="http://schemas.microsoft.com/office/powerpoint/2010/main" val="63041342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Rešitve: DDL</a:t>
            </a:r>
          </a:p>
        </p:txBody>
      </p:sp>
      <p:sp>
        <p:nvSpPr>
          <p:cNvPr id="5" name="Text Placeholder 4"/>
          <p:cNvSpPr>
            <a:spLocks noGrp="1"/>
          </p:cNvSpPr>
          <p:nvPr>
            <p:ph type="body" sz="half" idx="3"/>
          </p:nvPr>
        </p:nvSpPr>
        <p:spPr>
          <a:xfrm>
            <a:off x="762000" y="2215896"/>
            <a:ext cx="7693025" cy="4495800"/>
          </a:xfrm>
        </p:spPr>
        <p:txBody>
          <a:bodyPr numCol="2"/>
          <a:lstStyle/>
          <a:p>
            <a:pPr marL="514350" indent="-514350">
              <a:buNone/>
            </a:pPr>
            <a:r>
              <a:rPr lang="sl-SI" sz="1100" dirty="0">
                <a:latin typeface="Courier New" pitchFamily="49" charset="0"/>
                <a:cs typeface="Courier New" pitchFamily="49" charset="0"/>
              </a:rPr>
              <a:t>1. naloga</a:t>
            </a:r>
          </a:p>
          <a:p>
            <a:pPr marL="514350" indent="-514350">
              <a:buNone/>
            </a:pPr>
            <a:r>
              <a:rPr lang="sl-SI" sz="1100" dirty="0">
                <a:latin typeface="Courier New" pitchFamily="49" charset="0"/>
                <a:cs typeface="Courier New" pitchFamily="49" charset="0"/>
              </a:rPr>
              <a:t>CREATE VIEW </a:t>
            </a:r>
            <a:r>
              <a:rPr lang="sl-SI" sz="1100" dirty="0" err="1">
                <a:latin typeface="Courier New" pitchFamily="49" charset="0"/>
                <a:cs typeface="Courier New" pitchFamily="49" charset="0"/>
              </a:rPr>
              <a:t>MladJad</a:t>
            </a:r>
            <a:r>
              <a:rPr lang="sl-SI" sz="1100" dirty="0">
                <a:latin typeface="Courier New" pitchFamily="49" charset="0"/>
                <a:cs typeface="Courier New" pitchFamily="49" charset="0"/>
              </a:rPr>
              <a:t> AS</a:t>
            </a:r>
          </a:p>
          <a:p>
            <a:pPr marL="514350" indent="-514350">
              <a:buNone/>
            </a:pPr>
            <a:r>
              <a:rPr lang="sl-SI" sz="1100" dirty="0">
                <a:latin typeface="Courier New" pitchFamily="49" charset="0"/>
                <a:cs typeface="Courier New" pitchFamily="49" charset="0"/>
              </a:rPr>
              <a:t>SELECT </a:t>
            </a:r>
            <a:r>
              <a:rPr lang="en-US" sz="1100" dirty="0">
                <a:latin typeface="Courier New" pitchFamily="49" charset="0"/>
                <a:cs typeface="Courier New" pitchFamily="49" charset="0"/>
              </a:rPr>
              <a:t>*</a:t>
            </a:r>
          </a:p>
          <a:p>
            <a:pPr marL="514350" indent="-514350">
              <a:buNone/>
            </a:pPr>
            <a:r>
              <a:rPr lang="en-US" sz="1100" dirty="0">
                <a:latin typeface="Courier New" pitchFamily="49" charset="0"/>
                <a:cs typeface="Courier New" pitchFamily="49" charset="0"/>
              </a:rPr>
              <a:t>FROM </a:t>
            </a:r>
            <a:r>
              <a:rPr lang="en-US" sz="1100" dirty="0" err="1">
                <a:latin typeface="Courier New" pitchFamily="49" charset="0"/>
                <a:cs typeface="Courier New" pitchFamily="49" charset="0"/>
              </a:rPr>
              <a:t>jadralec</a:t>
            </a: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WHERE starost &lt;18;</a:t>
            </a:r>
          </a:p>
          <a:p>
            <a:pPr marL="514350" indent="-514350">
              <a:buNone/>
            </a:pP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2. </a:t>
            </a:r>
            <a:r>
              <a:rPr lang="en-US" sz="1100" dirty="0" err="1">
                <a:latin typeface="Courier New" pitchFamily="49" charset="0"/>
                <a:cs typeface="Courier New" pitchFamily="49" charset="0"/>
              </a:rPr>
              <a:t>naloga</a:t>
            </a: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CREATE VIEW </a:t>
            </a:r>
            <a:r>
              <a:rPr lang="en-US" sz="1100" dirty="0" err="1">
                <a:latin typeface="Courier New" pitchFamily="49" charset="0"/>
                <a:cs typeface="Courier New" pitchFamily="49" charset="0"/>
              </a:rPr>
              <a:t>StatColn</a:t>
            </a:r>
            <a:r>
              <a:rPr lang="en-US" sz="1100" dirty="0">
                <a:latin typeface="Courier New" pitchFamily="49" charset="0"/>
                <a:cs typeface="Courier New" pitchFamily="49" charset="0"/>
              </a:rPr>
              <a:t> AS</a:t>
            </a:r>
          </a:p>
          <a:p>
            <a:pPr marL="514350" indent="-514350">
              <a:buNone/>
            </a:pPr>
            <a:r>
              <a:rPr lang="en-US" sz="1100" dirty="0">
                <a:latin typeface="Courier New" pitchFamily="49" charset="0"/>
                <a:cs typeface="Courier New" pitchFamily="49" charset="0"/>
              </a:rPr>
              <a:t>SELECT </a:t>
            </a:r>
            <a:r>
              <a:rPr lang="en-US" sz="1100" dirty="0" err="1">
                <a:latin typeface="Courier New" pitchFamily="49" charset="0"/>
                <a:cs typeface="Courier New" pitchFamily="49" charset="0"/>
              </a:rPr>
              <a:t>c.cid</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c.ime</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c.dolzina</a:t>
            </a:r>
            <a:r>
              <a:rPr lang="en-US" sz="1100" dirty="0">
                <a:latin typeface="Courier New" pitchFamily="49" charset="0"/>
                <a:cs typeface="Courier New" pitchFamily="49" charset="0"/>
              </a:rPr>
              <a:t>, COUNT(*), COUNT(DISTINCT </a:t>
            </a:r>
            <a:r>
              <a:rPr lang="en-US" sz="1100" dirty="0" err="1">
                <a:latin typeface="Courier New" pitchFamily="49" charset="0"/>
                <a:cs typeface="Courier New" pitchFamily="49" charset="0"/>
              </a:rPr>
              <a:t>jid</a:t>
            </a:r>
            <a:r>
              <a:rPr lang="en-US" sz="1100" dirty="0">
                <a:latin typeface="Courier New" pitchFamily="49" charset="0"/>
                <a:cs typeface="Courier New" pitchFamily="49" charset="0"/>
              </a:rPr>
              <a:t>), AVG(rating)</a:t>
            </a:r>
          </a:p>
          <a:p>
            <a:pPr marL="514350" indent="-514350">
              <a:buNone/>
            </a:pPr>
            <a:r>
              <a:rPr lang="en-US" sz="1100" dirty="0">
                <a:latin typeface="Courier New" pitchFamily="49" charset="0"/>
                <a:cs typeface="Courier New" pitchFamily="49" charset="0"/>
              </a:rPr>
              <a:t>FROM </a:t>
            </a:r>
            <a:r>
              <a:rPr lang="en-US" sz="1100" dirty="0" err="1">
                <a:latin typeface="Courier New" pitchFamily="49" charset="0"/>
                <a:cs typeface="Courier New" pitchFamily="49" charset="0"/>
              </a:rPr>
              <a:t>jadralec</a:t>
            </a:r>
            <a:r>
              <a:rPr lang="en-US" sz="1100" dirty="0">
                <a:latin typeface="Courier New" pitchFamily="49" charset="0"/>
                <a:cs typeface="Courier New" pitchFamily="49" charset="0"/>
              </a:rPr>
              <a:t> JOIN </a:t>
            </a:r>
            <a:r>
              <a:rPr lang="en-US" sz="1100" dirty="0" err="1">
                <a:latin typeface="Courier New" pitchFamily="49" charset="0"/>
                <a:cs typeface="Courier New" pitchFamily="49" charset="0"/>
              </a:rPr>
              <a:t>rezervacija</a:t>
            </a:r>
            <a:r>
              <a:rPr lang="en-US" sz="1100" dirty="0">
                <a:latin typeface="Courier New" pitchFamily="49" charset="0"/>
                <a:cs typeface="Courier New" pitchFamily="49" charset="0"/>
              </a:rPr>
              <a:t> USING(</a:t>
            </a:r>
            <a:r>
              <a:rPr lang="en-US" sz="1100" dirty="0" err="1">
                <a:latin typeface="Courier New" pitchFamily="49" charset="0"/>
                <a:cs typeface="Courier New" pitchFamily="49" charset="0"/>
              </a:rPr>
              <a:t>jid</a:t>
            </a:r>
            <a:r>
              <a:rPr lang="en-US" sz="1100" dirty="0">
                <a:latin typeface="Courier New" pitchFamily="49" charset="0"/>
                <a:cs typeface="Courier New" pitchFamily="49" charset="0"/>
              </a:rPr>
              <a:t>) JOIN </a:t>
            </a:r>
            <a:r>
              <a:rPr lang="en-US" sz="1100" dirty="0" err="1">
                <a:latin typeface="Courier New" pitchFamily="49" charset="0"/>
                <a:cs typeface="Courier New" pitchFamily="49" charset="0"/>
              </a:rPr>
              <a:t>coln</a:t>
            </a:r>
            <a:r>
              <a:rPr lang="en-US" sz="1100" dirty="0">
                <a:latin typeface="Courier New" pitchFamily="49" charset="0"/>
                <a:cs typeface="Courier New" pitchFamily="49" charset="0"/>
              </a:rPr>
              <a:t> c USING(</a:t>
            </a:r>
            <a:r>
              <a:rPr lang="en-US" sz="1100" dirty="0" err="1">
                <a:latin typeface="Courier New" pitchFamily="49" charset="0"/>
                <a:cs typeface="Courier New" pitchFamily="49" charset="0"/>
              </a:rPr>
              <a:t>cid</a:t>
            </a:r>
            <a:r>
              <a:rPr lang="en-US" sz="1100" dirty="0">
                <a:latin typeface="Courier New" pitchFamily="49" charset="0"/>
                <a:cs typeface="Courier New" pitchFamily="49" charset="0"/>
              </a:rPr>
              <a:t>)</a:t>
            </a:r>
          </a:p>
          <a:p>
            <a:pPr marL="514350" indent="-514350">
              <a:buNone/>
            </a:pPr>
            <a:r>
              <a:rPr lang="en-US" sz="1100" dirty="0">
                <a:latin typeface="Courier New" pitchFamily="49" charset="0"/>
                <a:cs typeface="Courier New" pitchFamily="49" charset="0"/>
              </a:rPr>
              <a:t>GROUP BY </a:t>
            </a:r>
            <a:r>
              <a:rPr lang="en-US" sz="1100" dirty="0" err="1">
                <a:latin typeface="Courier New" pitchFamily="49" charset="0"/>
                <a:cs typeface="Courier New" pitchFamily="49" charset="0"/>
              </a:rPr>
              <a:t>c.cid</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c.ime</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c.dolzina</a:t>
            </a:r>
            <a:r>
              <a:rPr lang="en-US" sz="1100" dirty="0">
                <a:latin typeface="Courier New" pitchFamily="49" charset="0"/>
                <a:cs typeface="Courier New" pitchFamily="49" charset="0"/>
              </a:rPr>
              <a:t>;</a:t>
            </a:r>
          </a:p>
          <a:p>
            <a:pPr marL="514350" indent="-514350">
              <a:buNone/>
            </a:pP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3.naloga (tricky, </a:t>
            </a:r>
            <a:r>
              <a:rPr lang="en-US" sz="1100" dirty="0" err="1">
                <a:latin typeface="Courier New" pitchFamily="49" charset="0"/>
                <a:cs typeface="Courier New" pitchFamily="49" charset="0"/>
              </a:rPr>
              <a:t>resitev</a:t>
            </a:r>
            <a:r>
              <a:rPr lang="en-US" sz="1100" dirty="0">
                <a:latin typeface="Courier New" pitchFamily="49" charset="0"/>
                <a:cs typeface="Courier New" pitchFamily="49" charset="0"/>
              </a:rPr>
              <a:t> za MariaDB)</a:t>
            </a:r>
          </a:p>
          <a:p>
            <a:pPr marL="514350" indent="-514350">
              <a:buNone/>
            </a:pPr>
            <a:r>
              <a:rPr lang="sl-SI" sz="1100" dirty="0">
                <a:latin typeface="Courier New" pitchFamily="49" charset="0"/>
                <a:cs typeface="Courier New" pitchFamily="49" charset="0"/>
              </a:rPr>
              <a:t>SELECT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count</a:t>
            </a:r>
            <a:r>
              <a:rPr lang="sl-SI" sz="1100" dirty="0">
                <a:latin typeface="Courier New" pitchFamily="49" charset="0"/>
                <a:cs typeface="Courier New" pitchFamily="49" charset="0"/>
              </a:rPr>
              <a:t>(*) AS </a:t>
            </a:r>
            <a:r>
              <a:rPr lang="sl-SI" sz="1100" dirty="0" err="1">
                <a:latin typeface="Courier New" pitchFamily="49" charset="0"/>
                <a:cs typeface="Courier New" pitchFamily="49" charset="0"/>
              </a:rPr>
              <a:t>StRez</a:t>
            </a:r>
            <a:r>
              <a:rPr lang="sl-SI" sz="1100" dirty="0">
                <a:latin typeface="Courier New" pitchFamily="49" charset="0"/>
                <a:cs typeface="Courier New" pitchFamily="49" charset="0"/>
              </a:rPr>
              <a:t>, avg(</a:t>
            </a:r>
            <a:r>
              <a:rPr lang="sl-SI" sz="1100" dirty="0" err="1">
                <a:latin typeface="Courier New" pitchFamily="49" charset="0"/>
                <a:cs typeface="Courier New" pitchFamily="49" charset="0"/>
              </a:rPr>
              <a:t>dolzina</a:t>
            </a:r>
            <a:r>
              <a:rPr lang="sl-SI" sz="1100" dirty="0">
                <a:latin typeface="Courier New" pitchFamily="49" charset="0"/>
                <a:cs typeface="Courier New" pitchFamily="49" charset="0"/>
              </a:rPr>
              <a:t>) as </a:t>
            </a:r>
            <a:r>
              <a:rPr lang="sl-SI" sz="1100" dirty="0" err="1">
                <a:latin typeface="Courier New" pitchFamily="49" charset="0"/>
                <a:cs typeface="Courier New" pitchFamily="49" charset="0"/>
              </a:rPr>
              <a:t>PovpDolz</a:t>
            </a:r>
            <a:r>
              <a:rPr lang="sl-SI" sz="1100" dirty="0">
                <a:latin typeface="Courier New" pitchFamily="49" charset="0"/>
                <a:cs typeface="Courier New" pitchFamily="49" charset="0"/>
              </a:rPr>
              <a:t>,</a:t>
            </a: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(SELECT barva</a:t>
            </a:r>
          </a:p>
          <a:p>
            <a:pPr marL="514350" indent="-514350">
              <a:buNone/>
            </a:pPr>
            <a:r>
              <a:rPr lang="sl-SI" sz="1100" dirty="0">
                <a:latin typeface="Courier New" pitchFamily="49" charset="0"/>
                <a:cs typeface="Courier New" pitchFamily="49" charset="0"/>
              </a:rPr>
              <a:t>FROM rezervacija JOIN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USING(</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=j1.jid</a:t>
            </a:r>
          </a:p>
          <a:p>
            <a:pPr marL="514350" indent="-514350">
              <a:buNone/>
            </a:pPr>
            <a:r>
              <a:rPr lang="sl-SI" sz="1100" dirty="0">
                <a:latin typeface="Courier New" pitchFamily="49" charset="0"/>
                <a:cs typeface="Courier New" pitchFamily="49" charset="0"/>
              </a:rPr>
              <a:t>GROUP BY barva</a:t>
            </a:r>
          </a:p>
          <a:p>
            <a:pPr marL="514350" indent="-514350">
              <a:buNone/>
            </a:pPr>
            <a:r>
              <a:rPr lang="sl-SI" sz="1100" dirty="0">
                <a:latin typeface="Courier New" pitchFamily="49" charset="0"/>
                <a:cs typeface="Courier New" pitchFamily="49" charset="0"/>
              </a:rPr>
              <a:t>ORDER BY COUNT(*) DESC</a:t>
            </a:r>
          </a:p>
          <a:p>
            <a:pPr marL="514350" indent="-514350">
              <a:buNone/>
            </a:pPr>
            <a:r>
              <a:rPr lang="sl-SI" sz="1100" dirty="0">
                <a:latin typeface="Courier New" pitchFamily="49" charset="0"/>
                <a:cs typeface="Courier New" pitchFamily="49" charset="0"/>
              </a:rPr>
              <a:t>LIMIT 1) AS barva,</a:t>
            </a: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(SELECT COUNT(*)</a:t>
            </a:r>
          </a:p>
          <a:p>
            <a:pPr marL="514350" indent="-514350">
              <a:buNone/>
            </a:pPr>
            <a:r>
              <a:rPr lang="sl-SI" sz="1100" dirty="0">
                <a:latin typeface="Courier New" pitchFamily="49" charset="0"/>
                <a:cs typeface="Courier New" pitchFamily="49" charset="0"/>
              </a:rPr>
              <a:t>FROM rezervacija JOIN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USING(</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=j1.jid</a:t>
            </a:r>
          </a:p>
          <a:p>
            <a:pPr marL="514350" indent="-514350">
              <a:buNone/>
            </a:pPr>
            <a:r>
              <a:rPr lang="sl-SI" sz="1100" dirty="0">
                <a:latin typeface="Courier New" pitchFamily="49" charset="0"/>
                <a:cs typeface="Courier New" pitchFamily="49" charset="0"/>
              </a:rPr>
              <a:t>GROUP BY barva</a:t>
            </a:r>
          </a:p>
          <a:p>
            <a:pPr marL="514350" indent="-514350">
              <a:buNone/>
            </a:pPr>
            <a:r>
              <a:rPr lang="sl-SI" sz="1100" dirty="0">
                <a:latin typeface="Courier New" pitchFamily="49" charset="0"/>
                <a:cs typeface="Courier New" pitchFamily="49" charset="0"/>
              </a:rPr>
              <a:t>ORDER BY COUNT(*) DESC</a:t>
            </a:r>
          </a:p>
          <a:p>
            <a:pPr marL="514350" indent="-514350">
              <a:buNone/>
            </a:pPr>
            <a:r>
              <a:rPr lang="sl-SI" sz="1100" dirty="0">
                <a:latin typeface="Courier New" pitchFamily="49" charset="0"/>
                <a:cs typeface="Courier New" pitchFamily="49" charset="0"/>
              </a:rPr>
              <a:t>LIMIT 1) AS </a:t>
            </a:r>
            <a:r>
              <a:rPr lang="sl-SI" sz="1100" dirty="0" err="1">
                <a:latin typeface="Courier New" pitchFamily="49" charset="0"/>
                <a:cs typeface="Courier New" pitchFamily="49" charset="0"/>
              </a:rPr>
              <a:t>stevilo</a:t>
            </a:r>
            <a:endParaRPr lang="sl-SI" sz="1100" dirty="0">
              <a:latin typeface="Courier New" pitchFamily="49" charset="0"/>
              <a:cs typeface="Courier New" pitchFamily="49" charset="0"/>
            </a:endParaRP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FROM jadralec j1 JOIN rezervacija r1 USING(</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join</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USING(</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GROUP BY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a:t>
            </a:r>
            <a:endParaRPr lang="en-US" sz="1100" dirty="0">
              <a:latin typeface="Courier New" pitchFamily="49" charset="0"/>
              <a:cs typeface="Courier New" pitchFamily="49" charset="0"/>
            </a:endParaRPr>
          </a:p>
          <a:p>
            <a:pPr marL="514350" indent="-514350">
              <a:buNone/>
            </a:pP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4. </a:t>
            </a:r>
            <a:r>
              <a:rPr lang="en-US" sz="1100" dirty="0" err="1">
                <a:latin typeface="Courier New" pitchFamily="49" charset="0"/>
                <a:cs typeface="Courier New" pitchFamily="49" charset="0"/>
              </a:rPr>
              <a:t>naloga</a:t>
            </a:r>
            <a:endParaRPr lang="en-US"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CREATE INDEX </a:t>
            </a:r>
            <a:r>
              <a:rPr lang="en-US" sz="1100" dirty="0" err="1">
                <a:latin typeface="Courier New" pitchFamily="49" charset="0"/>
                <a:cs typeface="Courier New" pitchFamily="49" charset="0"/>
              </a:rPr>
              <a:t>ind</a:t>
            </a:r>
            <a:r>
              <a:rPr lang="sl-SI" sz="1100" dirty="0">
                <a:latin typeface="Courier New" pitchFamily="49" charset="0"/>
                <a:cs typeface="Courier New" pitchFamily="49" charset="0"/>
              </a:rPr>
              <a:t>_</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 </a:t>
            </a:r>
            <a:br>
              <a:rPr lang="sl-SI" sz="1100" dirty="0">
                <a:latin typeface="Courier New" pitchFamily="49" charset="0"/>
                <a:cs typeface="Courier New" pitchFamily="49" charset="0"/>
              </a:rPr>
            </a:br>
            <a:r>
              <a:rPr lang="sl-SI" sz="1100" dirty="0">
                <a:latin typeface="Courier New" pitchFamily="49" charset="0"/>
                <a:cs typeface="Courier New" pitchFamily="49" charset="0"/>
              </a:rPr>
              <a:t>ON rezervacija(</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CREATE INDEX </a:t>
            </a:r>
            <a:r>
              <a:rPr lang="en-US" sz="1100" dirty="0" err="1">
                <a:latin typeface="Courier New" pitchFamily="49" charset="0"/>
                <a:cs typeface="Courier New" pitchFamily="49" charset="0"/>
              </a:rPr>
              <a:t>ind</a:t>
            </a:r>
            <a:r>
              <a:rPr lang="sl-SI" sz="1100" dirty="0">
                <a:latin typeface="Courier New" pitchFamily="49" charset="0"/>
                <a:cs typeface="Courier New" pitchFamily="49" charset="0"/>
              </a:rPr>
              <a:t>_</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 </a:t>
            </a:r>
            <a:br>
              <a:rPr lang="sl-SI" sz="1100" dirty="0">
                <a:latin typeface="Courier New" pitchFamily="49" charset="0"/>
                <a:cs typeface="Courier New" pitchFamily="49" charset="0"/>
              </a:rPr>
            </a:br>
            <a:r>
              <a:rPr lang="sl-SI" sz="1100" dirty="0">
                <a:latin typeface="Courier New" pitchFamily="49" charset="0"/>
                <a:cs typeface="Courier New" pitchFamily="49" charset="0"/>
              </a:rPr>
              <a:t>ON rezervacija(</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CREATE INDEX </a:t>
            </a:r>
            <a:r>
              <a:rPr lang="en-US" sz="1100" dirty="0" err="1">
                <a:latin typeface="Courier New" pitchFamily="49" charset="0"/>
                <a:cs typeface="Courier New" pitchFamily="49" charset="0"/>
              </a:rPr>
              <a:t>ind</a:t>
            </a:r>
            <a:r>
              <a:rPr lang="sl-SI" sz="1100" dirty="0">
                <a:latin typeface="Courier New" pitchFamily="49" charset="0"/>
                <a:cs typeface="Courier New" pitchFamily="49" charset="0"/>
              </a:rPr>
              <a:t>_</a:t>
            </a:r>
            <a:r>
              <a:rPr lang="sl-SI" sz="1100" dirty="0" err="1">
                <a:latin typeface="Courier New" pitchFamily="49" charset="0"/>
                <a:cs typeface="Courier New" pitchFamily="49" charset="0"/>
              </a:rPr>
              <a:t>jid_cid</a:t>
            </a:r>
            <a:r>
              <a:rPr lang="sl-SI" sz="1100" dirty="0">
                <a:latin typeface="Courier New" pitchFamily="49" charset="0"/>
                <a:cs typeface="Courier New" pitchFamily="49" charset="0"/>
              </a:rPr>
              <a:t> </a:t>
            </a:r>
            <a:br>
              <a:rPr lang="sl-SI" sz="1100" dirty="0">
                <a:latin typeface="Courier New" pitchFamily="49" charset="0"/>
                <a:cs typeface="Courier New" pitchFamily="49" charset="0"/>
              </a:rPr>
            </a:br>
            <a:r>
              <a:rPr lang="sl-SI" sz="1100" dirty="0">
                <a:latin typeface="Courier New" pitchFamily="49" charset="0"/>
                <a:cs typeface="Courier New" pitchFamily="49" charset="0"/>
              </a:rPr>
              <a:t>ON rezervacija(</a:t>
            </a:r>
            <a:r>
              <a:rPr lang="sl-SI" sz="1100" dirty="0" err="1">
                <a:latin typeface="Courier New" pitchFamily="49" charset="0"/>
                <a:cs typeface="Courier New" pitchFamily="49" charset="0"/>
              </a:rPr>
              <a:t>jid,cid</a:t>
            </a:r>
            <a:r>
              <a:rPr lang="sl-SI" sz="1100" dirty="0">
                <a:latin typeface="Courier New" pitchFamily="49" charset="0"/>
                <a:cs typeface="Courier New" pitchFamily="49" charset="0"/>
              </a:rPr>
              <a:t>);</a:t>
            </a:r>
          </a:p>
        </p:txBody>
      </p:sp>
      <p:sp>
        <p:nvSpPr>
          <p:cNvPr id="6" name="Footer Placeholder 5"/>
          <p:cNvSpPr>
            <a:spLocks noGrp="1"/>
          </p:cNvSpPr>
          <p:nvPr>
            <p:ph type="ftr" sz="quarter" idx="11"/>
          </p:nvPr>
        </p:nvSpPr>
        <p:spPr>
          <a:xfrm>
            <a:off x="7924800" y="6383337"/>
            <a:ext cx="1219200" cy="474663"/>
          </a:xfrm>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1263937678"/>
      </p:ext>
    </p:extLst>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Rešitve: Drugačno razumevanje povprečja</a:t>
            </a:r>
          </a:p>
        </p:txBody>
      </p:sp>
      <p:sp>
        <p:nvSpPr>
          <p:cNvPr id="5" name="Text Placeholder 4"/>
          <p:cNvSpPr>
            <a:spLocks noGrp="1"/>
          </p:cNvSpPr>
          <p:nvPr>
            <p:ph type="body" sz="half" idx="3"/>
          </p:nvPr>
        </p:nvSpPr>
        <p:spPr>
          <a:xfrm>
            <a:off x="762000" y="2252472"/>
            <a:ext cx="7693025" cy="4495800"/>
          </a:xfrm>
        </p:spPr>
        <p:txBody>
          <a:bodyPr numCol="2"/>
          <a:lstStyle/>
          <a:p>
            <a:pPr marL="514350" indent="-514350">
              <a:buNone/>
            </a:pPr>
            <a:r>
              <a:rPr lang="en-US" sz="1100" dirty="0">
                <a:latin typeface="Courier New" pitchFamily="49" charset="0"/>
                <a:cs typeface="Courier New" pitchFamily="49" charset="0"/>
              </a:rPr>
              <a:t>2. </a:t>
            </a:r>
            <a:r>
              <a:rPr lang="en-US" sz="1100" dirty="0" err="1">
                <a:latin typeface="Courier New" pitchFamily="49" charset="0"/>
                <a:cs typeface="Courier New" pitchFamily="49" charset="0"/>
              </a:rPr>
              <a:t>naloga</a:t>
            </a: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CREATE VIEW </a:t>
            </a:r>
            <a:r>
              <a:rPr lang="en-US" sz="1100" dirty="0" err="1">
                <a:latin typeface="Courier New" pitchFamily="49" charset="0"/>
                <a:cs typeface="Courier New" pitchFamily="49" charset="0"/>
              </a:rPr>
              <a:t>StatColn</a:t>
            </a:r>
            <a:r>
              <a:rPr lang="en-US" sz="1100" dirty="0">
                <a:latin typeface="Courier New" pitchFamily="49" charset="0"/>
                <a:cs typeface="Courier New" pitchFamily="49" charset="0"/>
              </a:rPr>
              <a:t> AS</a:t>
            </a:r>
          </a:p>
          <a:p>
            <a:pPr marL="514350" indent="-514350">
              <a:buNone/>
            </a:pPr>
            <a:r>
              <a:rPr lang="en-US" sz="1100" dirty="0">
                <a:latin typeface="Courier New" pitchFamily="49" charset="0"/>
                <a:cs typeface="Courier New" pitchFamily="49" charset="0"/>
              </a:rPr>
              <a:t>SELECT </a:t>
            </a:r>
            <a:r>
              <a:rPr lang="en-US" sz="1100" dirty="0" err="1">
                <a:latin typeface="Courier New" pitchFamily="49" charset="0"/>
                <a:cs typeface="Courier New" pitchFamily="49" charset="0"/>
              </a:rPr>
              <a:t>c.cid</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c.ime</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c.dolzina</a:t>
            </a:r>
            <a:r>
              <a:rPr lang="en-US" sz="1100" dirty="0">
                <a:latin typeface="Courier New" pitchFamily="49" charset="0"/>
                <a:cs typeface="Courier New" pitchFamily="49" charset="0"/>
              </a:rPr>
              <a:t>, COUNT(*), COUNT(DISTINCT </a:t>
            </a:r>
            <a:r>
              <a:rPr lang="en-US" sz="1100" dirty="0" err="1">
                <a:latin typeface="Courier New" pitchFamily="49" charset="0"/>
                <a:cs typeface="Courier New" pitchFamily="49" charset="0"/>
              </a:rPr>
              <a:t>jid</a:t>
            </a:r>
            <a:r>
              <a:rPr lang="en-US" sz="1100" dirty="0">
                <a:latin typeface="Courier New" pitchFamily="49" charset="0"/>
                <a:cs typeface="Courier New" pitchFamily="49" charset="0"/>
              </a:rPr>
              <a:t>), </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	SELECT AVG(rating)</a:t>
            </a:r>
          </a:p>
          <a:p>
            <a:pPr marL="514350" indent="-514350">
              <a:buNone/>
            </a:pPr>
            <a:r>
              <a:rPr lang="sl-SI" sz="1100" dirty="0">
                <a:latin typeface="Courier New" pitchFamily="49" charset="0"/>
                <a:cs typeface="Courier New" pitchFamily="49" charset="0"/>
              </a:rPr>
              <a:t>	FROM jadralec</a:t>
            </a:r>
          </a:p>
          <a:p>
            <a:pPr marL="514350" indent="-514350">
              <a:buNone/>
            </a:pPr>
            <a:r>
              <a:rPr lang="sl-SI" sz="1100" dirty="0">
                <a:latin typeface="Courier New" pitchFamily="49" charset="0"/>
                <a:cs typeface="Courier New" pitchFamily="49" charset="0"/>
              </a:rPr>
              <a:t>	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 IN(SELECT r2.jid FROM rezervacija</a:t>
            </a:r>
          </a:p>
          <a:p>
            <a:pPr marL="514350" indent="-514350">
              <a:buNone/>
            </a:pPr>
            <a:r>
              <a:rPr lang="sl-SI" sz="1100" dirty="0">
                <a:latin typeface="Courier New" pitchFamily="49" charset="0"/>
                <a:cs typeface="Courier New" pitchFamily="49" charset="0"/>
              </a:rPr>
              <a:t>	WHERE r2.cid = </a:t>
            </a:r>
            <a:r>
              <a:rPr lang="sl-SI" sz="1100" dirty="0" err="1">
                <a:latin typeface="Courier New" pitchFamily="49" charset="0"/>
                <a:cs typeface="Courier New" pitchFamily="49" charset="0"/>
              </a:rPr>
              <a:t>c.cid</a:t>
            </a:r>
            <a:r>
              <a:rPr lang="sl-SI" sz="1100" dirty="0">
                <a:latin typeface="Courier New" pitchFamily="49" charset="0"/>
                <a:cs typeface="Courier New" pitchFamily="49" charset="0"/>
              </a:rPr>
              <a:t>) ) AS avg</a:t>
            </a: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FROM </a:t>
            </a:r>
            <a:r>
              <a:rPr lang="en-US" sz="1100" dirty="0" err="1">
                <a:latin typeface="Courier New" pitchFamily="49" charset="0"/>
                <a:cs typeface="Courier New" pitchFamily="49" charset="0"/>
              </a:rPr>
              <a:t>jadralec</a:t>
            </a:r>
            <a:r>
              <a:rPr lang="sl-SI" sz="1100" dirty="0">
                <a:latin typeface="Courier New" pitchFamily="49" charset="0"/>
                <a:cs typeface="Courier New" pitchFamily="49" charset="0"/>
              </a:rPr>
              <a:t> j</a:t>
            </a:r>
            <a:r>
              <a:rPr lang="en-US" sz="1100" dirty="0">
                <a:latin typeface="Courier New" pitchFamily="49" charset="0"/>
                <a:cs typeface="Courier New" pitchFamily="49" charset="0"/>
              </a:rPr>
              <a:t> JOIN </a:t>
            </a:r>
            <a:r>
              <a:rPr lang="en-US" sz="1100" dirty="0" err="1">
                <a:latin typeface="Courier New" pitchFamily="49" charset="0"/>
                <a:cs typeface="Courier New" pitchFamily="49" charset="0"/>
              </a:rPr>
              <a:t>rezervacija</a:t>
            </a:r>
            <a:r>
              <a:rPr lang="en-US" sz="1100" dirty="0">
                <a:latin typeface="Courier New" pitchFamily="49" charset="0"/>
                <a:cs typeface="Courier New" pitchFamily="49" charset="0"/>
              </a:rPr>
              <a:t> USING(</a:t>
            </a:r>
            <a:r>
              <a:rPr lang="en-US" sz="1100" dirty="0" err="1">
                <a:latin typeface="Courier New" pitchFamily="49" charset="0"/>
                <a:cs typeface="Courier New" pitchFamily="49" charset="0"/>
              </a:rPr>
              <a:t>jid</a:t>
            </a:r>
            <a:r>
              <a:rPr lang="en-US" sz="1100" dirty="0">
                <a:latin typeface="Courier New" pitchFamily="49" charset="0"/>
                <a:cs typeface="Courier New" pitchFamily="49" charset="0"/>
              </a:rPr>
              <a:t>) JOIN </a:t>
            </a:r>
            <a:r>
              <a:rPr lang="en-US" sz="1100" dirty="0" err="1">
                <a:latin typeface="Courier New" pitchFamily="49" charset="0"/>
                <a:cs typeface="Courier New" pitchFamily="49" charset="0"/>
              </a:rPr>
              <a:t>coln</a:t>
            </a:r>
            <a:r>
              <a:rPr lang="en-US" sz="1100" dirty="0">
                <a:latin typeface="Courier New" pitchFamily="49" charset="0"/>
                <a:cs typeface="Courier New" pitchFamily="49" charset="0"/>
              </a:rPr>
              <a:t> c USING(</a:t>
            </a:r>
            <a:r>
              <a:rPr lang="en-US" sz="1100" dirty="0" err="1">
                <a:latin typeface="Courier New" pitchFamily="49" charset="0"/>
                <a:cs typeface="Courier New" pitchFamily="49" charset="0"/>
              </a:rPr>
              <a:t>cid</a:t>
            </a:r>
            <a:r>
              <a:rPr lang="en-US" sz="1100" dirty="0">
                <a:latin typeface="Courier New" pitchFamily="49" charset="0"/>
                <a:cs typeface="Courier New" pitchFamily="49" charset="0"/>
              </a:rPr>
              <a:t>)</a:t>
            </a:r>
          </a:p>
          <a:p>
            <a:pPr marL="514350" indent="-514350">
              <a:buNone/>
            </a:pPr>
            <a:r>
              <a:rPr lang="en-US" sz="1100" dirty="0">
                <a:latin typeface="Courier New" pitchFamily="49" charset="0"/>
                <a:cs typeface="Courier New" pitchFamily="49" charset="0"/>
              </a:rPr>
              <a:t>GROUP BY </a:t>
            </a:r>
            <a:r>
              <a:rPr lang="en-US" sz="1100" dirty="0" err="1">
                <a:latin typeface="Courier New" pitchFamily="49" charset="0"/>
                <a:cs typeface="Courier New" pitchFamily="49" charset="0"/>
              </a:rPr>
              <a:t>c.cid</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c.ime</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c.dolzina</a:t>
            </a:r>
            <a:r>
              <a:rPr lang="en-US" sz="1100" dirty="0">
                <a:latin typeface="Courier New" pitchFamily="49" charset="0"/>
                <a:cs typeface="Courier New" pitchFamily="49" charset="0"/>
              </a:rPr>
              <a:t>;</a:t>
            </a:r>
          </a:p>
          <a:p>
            <a:pPr marL="514350" indent="-514350">
              <a:buNone/>
            </a:pP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3.naloga (tricky, </a:t>
            </a:r>
            <a:r>
              <a:rPr lang="en-US" sz="1100" dirty="0" err="1">
                <a:latin typeface="Courier New" pitchFamily="49" charset="0"/>
                <a:cs typeface="Courier New" pitchFamily="49" charset="0"/>
              </a:rPr>
              <a:t>resitev</a:t>
            </a:r>
            <a:r>
              <a:rPr lang="en-US" sz="1100" dirty="0">
                <a:latin typeface="Courier New" pitchFamily="49" charset="0"/>
                <a:cs typeface="Courier New" pitchFamily="49" charset="0"/>
              </a:rPr>
              <a:t> za MariaDB)</a:t>
            </a:r>
          </a:p>
          <a:p>
            <a:pPr marL="514350" indent="-514350">
              <a:buNone/>
            </a:pPr>
            <a:r>
              <a:rPr lang="sl-SI" sz="1100" dirty="0">
                <a:latin typeface="Courier New" pitchFamily="49" charset="0"/>
                <a:cs typeface="Courier New" pitchFamily="49" charset="0"/>
              </a:rPr>
              <a:t>SELECT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count</a:t>
            </a:r>
            <a:r>
              <a:rPr lang="sl-SI" sz="1100" dirty="0">
                <a:latin typeface="Courier New" pitchFamily="49" charset="0"/>
                <a:cs typeface="Courier New" pitchFamily="49" charset="0"/>
              </a:rPr>
              <a:t>(*) AS </a:t>
            </a:r>
            <a:r>
              <a:rPr lang="sl-SI" sz="1100" dirty="0" err="1">
                <a:latin typeface="Courier New" pitchFamily="49" charset="0"/>
                <a:cs typeface="Courier New" pitchFamily="49" charset="0"/>
              </a:rPr>
              <a:t>StRez</a:t>
            </a:r>
            <a:r>
              <a:rPr lang="sl-SI" sz="1100" dirty="0">
                <a:latin typeface="Courier New" pitchFamily="49" charset="0"/>
                <a:cs typeface="Courier New" pitchFamily="49" charset="0"/>
              </a:rPr>
              <a:t>, (</a:t>
            </a:r>
          </a:p>
          <a:p>
            <a:pPr marL="514350" indent="-514350">
              <a:buNone/>
            </a:pPr>
            <a:r>
              <a:rPr lang="sl-SI" sz="1100" dirty="0">
                <a:latin typeface="Courier New" pitchFamily="49" charset="0"/>
                <a:cs typeface="Courier New" pitchFamily="49" charset="0"/>
              </a:rPr>
              <a:t>	SELECT AVG(</a:t>
            </a:r>
            <a:r>
              <a:rPr lang="sl-SI" sz="1100" dirty="0" err="1">
                <a:latin typeface="Courier New" pitchFamily="49" charset="0"/>
                <a:cs typeface="Courier New" pitchFamily="49" charset="0"/>
              </a:rPr>
              <a:t>dolzina</a:t>
            </a:r>
            <a:r>
              <a:rPr lang="sl-SI" sz="1100" dirty="0">
                <a:latin typeface="Courier New" pitchFamily="49" charset="0"/>
                <a:cs typeface="Courier New" pitchFamily="49" charset="0"/>
              </a:rPr>
              <a:t>) </a:t>
            </a:r>
          </a:p>
          <a:p>
            <a:pPr marL="514350" indent="-514350">
              <a:buNone/>
            </a:pPr>
            <a:r>
              <a:rPr lang="sl-SI" sz="1100" dirty="0">
                <a:latin typeface="Courier New" pitchFamily="49" charset="0"/>
                <a:cs typeface="Courier New" pitchFamily="49" charset="0"/>
              </a:rPr>
              <a:t>	FROM </a:t>
            </a:r>
            <a:r>
              <a:rPr lang="sl-SI" sz="1100" dirty="0" err="1">
                <a:latin typeface="Courier New" pitchFamily="49" charset="0"/>
                <a:cs typeface="Courier New" pitchFamily="49" charset="0"/>
              </a:rPr>
              <a:t>coln</a:t>
            </a: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	WHERE </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 IN(SELECT r2.cid</a:t>
            </a:r>
          </a:p>
          <a:p>
            <a:pPr marL="514350" indent="-514350">
              <a:buNone/>
            </a:pPr>
            <a:r>
              <a:rPr lang="sl-SI" sz="1100" dirty="0">
                <a:latin typeface="Courier New" pitchFamily="49" charset="0"/>
                <a:cs typeface="Courier New" pitchFamily="49" charset="0"/>
              </a:rPr>
              <a:t>	FROM rezervacija r2</a:t>
            </a:r>
          </a:p>
          <a:p>
            <a:pPr marL="514350" indent="-514350">
              <a:buNone/>
            </a:pPr>
            <a:r>
              <a:rPr lang="sl-SI" sz="1100" dirty="0">
                <a:latin typeface="Courier New" pitchFamily="49" charset="0"/>
                <a:cs typeface="Courier New" pitchFamily="49" charset="0"/>
              </a:rPr>
              <a:t>	WHERE r2.jid = c1.jid</a:t>
            </a:r>
          </a:p>
          <a:p>
            <a:pPr marL="514350" indent="-514350">
              <a:buNone/>
            </a:pPr>
            <a:r>
              <a:rPr lang="sl-SI" sz="1100" dirty="0">
                <a:latin typeface="Courier New" pitchFamily="49" charset="0"/>
                <a:cs typeface="Courier New" pitchFamily="49" charset="0"/>
              </a:rPr>
              <a:t>	) as </a:t>
            </a:r>
            <a:r>
              <a:rPr lang="sl-SI" sz="1100" dirty="0" err="1">
                <a:latin typeface="Courier New" pitchFamily="49" charset="0"/>
                <a:cs typeface="Courier New" pitchFamily="49" charset="0"/>
              </a:rPr>
              <a:t>PovpDolz</a:t>
            </a:r>
            <a:r>
              <a:rPr lang="sl-SI" sz="1100" dirty="0">
                <a:latin typeface="Courier New" pitchFamily="49" charset="0"/>
                <a:cs typeface="Courier New" pitchFamily="49" charset="0"/>
              </a:rPr>
              <a:t>,</a:t>
            </a: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(SELECT barva</a:t>
            </a:r>
          </a:p>
          <a:p>
            <a:pPr marL="514350" indent="-514350">
              <a:buNone/>
            </a:pPr>
            <a:r>
              <a:rPr lang="sl-SI" sz="1100" dirty="0">
                <a:latin typeface="Courier New" pitchFamily="49" charset="0"/>
                <a:cs typeface="Courier New" pitchFamily="49" charset="0"/>
              </a:rPr>
              <a:t>FROM rezervacija JOIN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USING(</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=j1.jid</a:t>
            </a:r>
          </a:p>
          <a:p>
            <a:pPr marL="514350" indent="-514350">
              <a:buNone/>
            </a:pPr>
            <a:r>
              <a:rPr lang="sl-SI" sz="1100" dirty="0">
                <a:latin typeface="Courier New" pitchFamily="49" charset="0"/>
                <a:cs typeface="Courier New" pitchFamily="49" charset="0"/>
              </a:rPr>
              <a:t>GROUP BY barva</a:t>
            </a:r>
          </a:p>
          <a:p>
            <a:pPr marL="514350" indent="-514350">
              <a:buNone/>
            </a:pPr>
            <a:r>
              <a:rPr lang="sl-SI" sz="1100" dirty="0">
                <a:latin typeface="Courier New" pitchFamily="49" charset="0"/>
                <a:cs typeface="Courier New" pitchFamily="49" charset="0"/>
              </a:rPr>
              <a:t>ORDER BY COUNT(*) DESC</a:t>
            </a:r>
          </a:p>
          <a:p>
            <a:pPr marL="514350" indent="-514350">
              <a:buNone/>
            </a:pPr>
            <a:r>
              <a:rPr lang="sl-SI" sz="1100" dirty="0">
                <a:latin typeface="Courier New" pitchFamily="49" charset="0"/>
                <a:cs typeface="Courier New" pitchFamily="49" charset="0"/>
              </a:rPr>
              <a:t>LIMIT 1) AS barva,</a:t>
            </a: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(SELECT COUNT(*)</a:t>
            </a:r>
          </a:p>
          <a:p>
            <a:pPr marL="514350" indent="-514350">
              <a:buNone/>
            </a:pPr>
            <a:r>
              <a:rPr lang="sl-SI" sz="1100" dirty="0">
                <a:latin typeface="Courier New" pitchFamily="49" charset="0"/>
                <a:cs typeface="Courier New" pitchFamily="49" charset="0"/>
              </a:rPr>
              <a:t>FROM rezervacija JOIN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USING(</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=j1.jid</a:t>
            </a:r>
          </a:p>
          <a:p>
            <a:pPr marL="514350" indent="-514350">
              <a:buNone/>
            </a:pPr>
            <a:r>
              <a:rPr lang="sl-SI" sz="1100" dirty="0">
                <a:latin typeface="Courier New" pitchFamily="49" charset="0"/>
                <a:cs typeface="Courier New" pitchFamily="49" charset="0"/>
              </a:rPr>
              <a:t>GROUP BY barva</a:t>
            </a:r>
          </a:p>
          <a:p>
            <a:pPr marL="514350" indent="-514350">
              <a:buNone/>
            </a:pPr>
            <a:r>
              <a:rPr lang="sl-SI" sz="1100" dirty="0">
                <a:latin typeface="Courier New" pitchFamily="49" charset="0"/>
                <a:cs typeface="Courier New" pitchFamily="49" charset="0"/>
              </a:rPr>
              <a:t>ORDER BY COUNT(*) DESC</a:t>
            </a:r>
          </a:p>
          <a:p>
            <a:pPr marL="514350" indent="-514350">
              <a:buNone/>
            </a:pPr>
            <a:r>
              <a:rPr lang="sl-SI" sz="1100" dirty="0">
                <a:latin typeface="Courier New" pitchFamily="49" charset="0"/>
                <a:cs typeface="Courier New" pitchFamily="49" charset="0"/>
              </a:rPr>
              <a:t>LIMIT 1) AS </a:t>
            </a:r>
            <a:r>
              <a:rPr lang="sl-SI" sz="1100" dirty="0" err="1">
                <a:latin typeface="Courier New" pitchFamily="49" charset="0"/>
                <a:cs typeface="Courier New" pitchFamily="49" charset="0"/>
              </a:rPr>
              <a:t>stevilo</a:t>
            </a:r>
            <a:endParaRPr lang="sl-SI" sz="1100" dirty="0">
              <a:latin typeface="Courier New" pitchFamily="49" charset="0"/>
              <a:cs typeface="Courier New" pitchFamily="49" charset="0"/>
            </a:endParaRP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FROM jadralec j1 JOIN rezervacija r1 USING(</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 JOIN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c1 USING(</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GROUP BY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a:t>
            </a:r>
          </a:p>
          <a:p>
            <a:pPr marL="514350" indent="-514350">
              <a:buNone/>
            </a:pPr>
            <a:endParaRPr lang="sl-SI" sz="1100" dirty="0">
              <a:latin typeface="Courier New" pitchFamily="49" charset="0"/>
              <a:cs typeface="Courier New" pitchFamily="49" charset="0"/>
            </a:endParaRPr>
          </a:p>
          <a:p>
            <a:pPr marL="514350" indent="-514350">
              <a:buNone/>
            </a:pPr>
            <a:endParaRPr lang="en-US" sz="1100" dirty="0">
              <a:latin typeface="Courier New" pitchFamily="49" charset="0"/>
              <a:cs typeface="Courier New" pitchFamily="49" charset="0"/>
            </a:endParaRPr>
          </a:p>
        </p:txBody>
      </p:sp>
      <p:sp>
        <p:nvSpPr>
          <p:cNvPr id="6" name="Footer Placeholder 5"/>
          <p:cNvSpPr>
            <a:spLocks noGrp="1"/>
          </p:cNvSpPr>
          <p:nvPr>
            <p:ph type="ftr" sz="quarter" idx="11"/>
          </p:nvPr>
        </p:nvSpPr>
        <p:spPr>
          <a:xfrm>
            <a:off x="7924800" y="6383337"/>
            <a:ext cx="1219200" cy="474663"/>
          </a:xfrm>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3993322662"/>
      </p:ext>
    </p:extLst>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Rešitve	</a:t>
            </a:r>
          </a:p>
        </p:txBody>
      </p:sp>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 name="TextBox 6"/>
          <p:cNvSpPr txBox="1"/>
          <p:nvPr/>
        </p:nvSpPr>
        <p:spPr>
          <a:xfrm>
            <a:off x="1219200" y="2667000"/>
            <a:ext cx="6705600" cy="2862322"/>
          </a:xfrm>
          <a:prstGeom prst="rect">
            <a:avLst/>
          </a:prstGeom>
          <a:noFill/>
        </p:spPr>
        <p:txBody>
          <a:bodyPr wrap="square" rtlCol="0">
            <a:spAutoFit/>
          </a:bodyPr>
          <a:lstStyle/>
          <a:p>
            <a:pPr algn="l"/>
            <a:r>
              <a:rPr lang="sl-SI" sz="1000" dirty="0"/>
              <a:t>1.</a:t>
            </a:r>
          </a:p>
          <a:p>
            <a:pPr algn="l"/>
            <a:r>
              <a:rPr lang="en-US" sz="1000" dirty="0"/>
              <a:t>SELECT count(*) / (SELECT COUNT(*) FROM </a:t>
            </a:r>
            <a:r>
              <a:rPr lang="en-US" sz="1000" dirty="0" err="1"/>
              <a:t>igralec</a:t>
            </a:r>
            <a:r>
              <a:rPr lang="en-US" sz="1000" dirty="0"/>
              <a:t>) AS </a:t>
            </a:r>
            <a:r>
              <a:rPr lang="en-US" sz="1000" dirty="0" err="1"/>
              <a:t>delež</a:t>
            </a:r>
            <a:r>
              <a:rPr lang="sl-SI" sz="1000" dirty="0"/>
              <a:t> </a:t>
            </a:r>
            <a:r>
              <a:rPr lang="en-US" sz="1000" dirty="0"/>
              <a:t>FROM </a:t>
            </a:r>
            <a:r>
              <a:rPr lang="en-US" sz="1000" dirty="0" err="1"/>
              <a:t>igralec</a:t>
            </a:r>
            <a:r>
              <a:rPr lang="sl-SI" sz="1000" dirty="0"/>
              <a:t> </a:t>
            </a:r>
            <a:r>
              <a:rPr lang="en-US" sz="1000" dirty="0"/>
              <a:t>WHERE aid = 0;</a:t>
            </a:r>
            <a:endParaRPr lang="sl-SI" sz="1000" dirty="0"/>
          </a:p>
          <a:p>
            <a:pPr algn="l"/>
            <a:r>
              <a:rPr lang="sl-SI" sz="1000" dirty="0"/>
              <a:t>2.</a:t>
            </a:r>
          </a:p>
          <a:p>
            <a:pPr algn="l"/>
            <a:r>
              <a:rPr lang="sl-SI" sz="1000" dirty="0"/>
              <a:t>SELECT </a:t>
            </a:r>
            <a:r>
              <a:rPr lang="sl-SI" sz="1000" dirty="0" err="1"/>
              <a:t>i.player</a:t>
            </a:r>
            <a:r>
              <a:rPr lang="sl-SI" sz="1000" dirty="0"/>
              <a:t>, IF(</a:t>
            </a:r>
            <a:r>
              <a:rPr lang="sl-SI" sz="1000" dirty="0" err="1"/>
              <a:t>aid</a:t>
            </a:r>
            <a:r>
              <a:rPr lang="sl-SI" sz="1000" dirty="0"/>
              <a:t> = 0, "Brez alianse", </a:t>
            </a:r>
            <a:r>
              <a:rPr lang="sl-SI" sz="1000" dirty="0" err="1"/>
              <a:t>a.alliance</a:t>
            </a:r>
            <a:r>
              <a:rPr lang="sl-SI" sz="1000" dirty="0"/>
              <a:t>) AS "Aliansa", COUNT(*) as </a:t>
            </a:r>
            <a:r>
              <a:rPr lang="sl-SI" sz="1000" dirty="0" err="1"/>
              <a:t>Stevilo_NaseljiFROM</a:t>
            </a:r>
            <a:r>
              <a:rPr lang="sl-SI" sz="1000" dirty="0"/>
              <a:t> igralec i JOIN naselje n USING(pid) JOIN aliansa a USING(</a:t>
            </a:r>
            <a:r>
              <a:rPr lang="sl-SI" sz="1000" dirty="0" err="1"/>
              <a:t>aid</a:t>
            </a:r>
            <a:r>
              <a:rPr lang="sl-SI" sz="1000" dirty="0"/>
              <a:t>)GROUP BY </a:t>
            </a:r>
            <a:r>
              <a:rPr lang="sl-SI" sz="1000" dirty="0" err="1"/>
              <a:t>i.pid</a:t>
            </a:r>
            <a:r>
              <a:rPr lang="sl-SI" sz="1000" dirty="0"/>
              <a:t>, </a:t>
            </a:r>
            <a:r>
              <a:rPr lang="sl-SI" sz="1000" dirty="0" err="1"/>
              <a:t>i.player</a:t>
            </a:r>
            <a:r>
              <a:rPr lang="sl-SI" sz="1000" dirty="0"/>
              <a:t>, </a:t>
            </a:r>
            <a:r>
              <a:rPr lang="sl-SI" sz="1000" dirty="0" err="1"/>
              <a:t>a.allianceORDER</a:t>
            </a:r>
            <a:r>
              <a:rPr lang="sl-SI" sz="1000" dirty="0"/>
              <a:t> BY </a:t>
            </a:r>
            <a:r>
              <a:rPr lang="sl-SI" sz="1000" dirty="0" err="1"/>
              <a:t>Stevilo_Naselji</a:t>
            </a:r>
            <a:r>
              <a:rPr lang="sl-SI" sz="1000" dirty="0"/>
              <a:t> DESC;</a:t>
            </a:r>
          </a:p>
          <a:p>
            <a:pPr algn="l"/>
            <a:r>
              <a:rPr lang="sl-SI" sz="1000" dirty="0"/>
              <a:t>3.</a:t>
            </a:r>
          </a:p>
          <a:p>
            <a:pPr algn="l"/>
            <a:r>
              <a:rPr lang="sl-SI" sz="1000" dirty="0"/>
              <a:t>SELECT </a:t>
            </a:r>
            <a:r>
              <a:rPr lang="sl-SI" sz="1000" dirty="0" err="1"/>
              <a:t>n.village</a:t>
            </a:r>
            <a:r>
              <a:rPr lang="sl-SI" sz="1000" dirty="0"/>
              <a:t>, </a:t>
            </a:r>
            <a:r>
              <a:rPr lang="sl-SI" sz="1000" dirty="0" err="1"/>
              <a:t>n.population</a:t>
            </a:r>
            <a:r>
              <a:rPr lang="sl-SI" sz="1000" dirty="0"/>
              <a:t> </a:t>
            </a:r>
          </a:p>
          <a:p>
            <a:pPr algn="l"/>
            <a:r>
              <a:rPr lang="sl-SI" sz="1000" dirty="0"/>
              <a:t>FROM naselje n JOIN igralec i USING(pid)</a:t>
            </a:r>
          </a:p>
          <a:p>
            <a:pPr algn="l"/>
            <a:r>
              <a:rPr lang="sl-SI" sz="1000" dirty="0"/>
              <a:t>WHERE </a:t>
            </a:r>
            <a:r>
              <a:rPr lang="sl-SI" sz="1000" dirty="0" err="1"/>
              <a:t>n.population</a:t>
            </a:r>
            <a:r>
              <a:rPr lang="sl-SI" sz="1000" dirty="0"/>
              <a:t> = (	SELECT MAX(n2.population)	FROM naselje n2 JOIN igralec i2 USING(pid)	WHERE i2.pid = </a:t>
            </a:r>
            <a:r>
              <a:rPr lang="sl-SI" sz="1000" dirty="0" err="1"/>
              <a:t>i.pid</a:t>
            </a:r>
            <a:r>
              <a:rPr lang="sl-SI" sz="1000" dirty="0"/>
              <a:t>) LIMIT 1, 1000000;</a:t>
            </a:r>
          </a:p>
          <a:p>
            <a:pPr algn="l"/>
            <a:r>
              <a:rPr lang="sl-SI" sz="1000" dirty="0"/>
              <a:t>4.</a:t>
            </a:r>
          </a:p>
          <a:p>
            <a:pPr algn="l"/>
            <a:r>
              <a:rPr lang="sl-SI" sz="1000" dirty="0"/>
              <a:t>SELECT </a:t>
            </a:r>
            <a:r>
              <a:rPr lang="sl-SI" sz="1000" dirty="0" err="1"/>
              <a:t>i.player</a:t>
            </a:r>
            <a:r>
              <a:rPr lang="sl-SI" sz="1000" dirty="0"/>
              <a:t>, IF(</a:t>
            </a:r>
            <a:r>
              <a:rPr lang="sl-SI" sz="1000" dirty="0" err="1"/>
              <a:t>aid</a:t>
            </a:r>
            <a:r>
              <a:rPr lang="sl-SI" sz="1000" dirty="0"/>
              <a:t> = 0, "Brez alianse", </a:t>
            </a:r>
            <a:r>
              <a:rPr lang="sl-SI" sz="1000" dirty="0" err="1"/>
              <a:t>a.alliance</a:t>
            </a:r>
            <a:r>
              <a:rPr lang="sl-SI" sz="1000" dirty="0"/>
              <a:t>) AS "Aliansa", COUNT(*) as </a:t>
            </a:r>
            <a:r>
              <a:rPr lang="sl-SI" sz="1000" dirty="0" err="1"/>
              <a:t>Stevilo_Naselji</a:t>
            </a:r>
            <a:r>
              <a:rPr lang="sl-SI" sz="1000" dirty="0"/>
              <a:t>, (SELECT n2.village						FROM naselje n2 JOIN igralec i2 USING(pid)						WHERE i2.pid = </a:t>
            </a:r>
            <a:r>
              <a:rPr lang="sl-SI" sz="1000" dirty="0" err="1"/>
              <a:t>i.pid</a:t>
            </a:r>
            <a:r>
              <a:rPr lang="sl-SI" sz="1000" dirty="0"/>
              <a:t> AND n2.population = (	SELECT MAX(n3.population)	FROM naselje n3 JOIN igralec i3 USING(pid)	WHERE i3.pid = </a:t>
            </a:r>
            <a:r>
              <a:rPr lang="sl-SI" sz="1000" dirty="0" err="1"/>
              <a:t>i.pid</a:t>
            </a:r>
            <a:r>
              <a:rPr lang="sl-SI" sz="1000" dirty="0"/>
              <a:t>) limit 0,1) as "največje </a:t>
            </a:r>
            <a:r>
              <a:rPr lang="sl-SI" sz="1000" dirty="0" err="1"/>
              <a:t>naselje"FROM</a:t>
            </a:r>
            <a:r>
              <a:rPr lang="sl-SI" sz="1000" dirty="0"/>
              <a:t> igralec i JOIN naselje n USING(pid) JOIN aliansa a USING(</a:t>
            </a:r>
            <a:r>
              <a:rPr lang="sl-SI" sz="1000" dirty="0" err="1"/>
              <a:t>aid</a:t>
            </a:r>
            <a:r>
              <a:rPr lang="sl-SI" sz="1000" dirty="0"/>
              <a:t>)GROUP BY </a:t>
            </a:r>
            <a:r>
              <a:rPr lang="sl-SI" sz="1000" dirty="0" err="1"/>
              <a:t>i.pid</a:t>
            </a:r>
            <a:r>
              <a:rPr lang="sl-SI" sz="1000" dirty="0"/>
              <a:t>, </a:t>
            </a:r>
            <a:r>
              <a:rPr lang="sl-SI" sz="1000" dirty="0" err="1"/>
              <a:t>i.player</a:t>
            </a:r>
            <a:r>
              <a:rPr lang="sl-SI" sz="1000" dirty="0"/>
              <a:t>, </a:t>
            </a:r>
            <a:r>
              <a:rPr lang="sl-SI" sz="1000" dirty="0" err="1"/>
              <a:t>a.allianceORDER</a:t>
            </a:r>
            <a:r>
              <a:rPr lang="sl-SI" sz="1000" dirty="0"/>
              <a:t> BY </a:t>
            </a:r>
            <a:r>
              <a:rPr lang="sl-SI" sz="1000" dirty="0" err="1"/>
              <a:t>Stevilo_Naselji</a:t>
            </a:r>
            <a:r>
              <a:rPr lang="sl-SI" sz="1000" dirty="0"/>
              <a:t> DESC;</a:t>
            </a:r>
          </a:p>
        </p:txBody>
      </p:sp>
    </p:spTree>
    <p:extLst>
      <p:ext uri="{BB962C8B-B14F-4D97-AF65-F5344CB8AC3E}">
        <p14:creationId xmlns:p14="http://schemas.microsoft.com/office/powerpoint/2010/main" val="517406476"/>
      </p:ext>
    </p:extLst>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3538" name="AutoShape 2"/>
          <p:cNvSpPr>
            <a:spLocks noGrp="1" noChangeArrowheads="1"/>
          </p:cNvSpPr>
          <p:nvPr>
            <p:ph type="title"/>
          </p:nvPr>
        </p:nvSpPr>
        <p:spPr/>
        <p:txBody>
          <a:bodyPr/>
          <a:lstStyle/>
          <a:p>
            <a:r>
              <a:rPr lang="en-US"/>
              <a:t>Materializirani pogledi (ORACLE)</a:t>
            </a:r>
          </a:p>
        </p:txBody>
      </p:sp>
      <p:sp>
        <p:nvSpPr>
          <p:cNvPr id="193539" name="Rectangle 3"/>
          <p:cNvSpPr>
            <a:spLocks noGrp="1" noChangeArrowheads="1"/>
          </p:cNvSpPr>
          <p:nvPr>
            <p:ph type="body" idx="1"/>
          </p:nvPr>
        </p:nvSpPr>
        <p:spPr/>
        <p:txBody>
          <a:bodyPr/>
          <a:lstStyle/>
          <a:p>
            <a:r>
              <a:rPr lang="en-US" err="1"/>
              <a:t>Posnetek</a:t>
            </a:r>
            <a:r>
              <a:rPr lang="en-US"/>
              <a:t> </a:t>
            </a:r>
            <a:r>
              <a:rPr lang="en-US" err="1"/>
              <a:t>rezultatov</a:t>
            </a:r>
            <a:r>
              <a:rPr lang="en-US"/>
              <a:t> poi</a:t>
            </a:r>
            <a:r>
              <a:rPr lang="sl-SI" err="1"/>
              <a:t>zvedbe</a:t>
            </a:r>
            <a:r>
              <a:rPr lang="sl-SI"/>
              <a:t>, ki definira pogled</a:t>
            </a:r>
          </a:p>
          <a:p>
            <a:r>
              <a:rPr lang="sl-SI"/>
              <a:t>Problem: ažuriranje posnetka</a:t>
            </a:r>
          </a:p>
          <a:p>
            <a:r>
              <a:rPr lang="sl-SI"/>
              <a:t>Zahteva posebne privilegije </a:t>
            </a:r>
          </a:p>
          <a:p>
            <a:r>
              <a:rPr lang="sl-SI"/>
              <a:t>Lahko ga indeksiramo</a:t>
            </a:r>
          </a:p>
          <a:p>
            <a:pPr>
              <a:buFont typeface="Wingdings" pitchFamily="2" charset="2"/>
              <a:buNone/>
            </a:pPr>
            <a:r>
              <a:rPr lang="sl-SI" sz="2400"/>
              <a:t>ORACLE:</a:t>
            </a:r>
            <a:br>
              <a:rPr lang="sl-SI" sz="2400"/>
            </a:br>
            <a:r>
              <a:rPr lang="sl-SI" sz="2400" b="1">
                <a:latin typeface="Courier New" pitchFamily="49" charset="0"/>
              </a:rPr>
              <a:t>CREATE MATERIALIZED VIEW </a:t>
            </a:r>
            <a:r>
              <a:rPr lang="sl-SI" sz="2400">
                <a:latin typeface="Courier New" pitchFamily="49" charset="0"/>
              </a:rPr>
              <a:t>...</a:t>
            </a:r>
          </a:p>
          <a:p>
            <a:endParaRPr lang="en-US" sz="2400">
              <a:latin typeface="Courier New" pitchFamily="49" charset="0"/>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199682" name="AutoShape 2"/>
          <p:cNvSpPr>
            <a:spLocks noGrp="1" noChangeArrowheads="1"/>
          </p:cNvSpPr>
          <p:nvPr>
            <p:ph type="title"/>
          </p:nvPr>
        </p:nvSpPr>
        <p:spPr/>
        <p:txBody>
          <a:bodyPr/>
          <a:lstStyle/>
          <a:p>
            <a:r>
              <a:rPr lang="sl-SI"/>
              <a:t>Namigi za indeksiranje v Oraclu</a:t>
            </a:r>
            <a:endParaRPr lang="en-US"/>
          </a:p>
        </p:txBody>
      </p:sp>
      <p:sp>
        <p:nvSpPr>
          <p:cNvPr id="199683" name="Rectangle 3"/>
          <p:cNvSpPr>
            <a:spLocks noGrp="1" noChangeArrowheads="1"/>
          </p:cNvSpPr>
          <p:nvPr>
            <p:ph type="body" idx="1"/>
          </p:nvPr>
        </p:nvSpPr>
        <p:spPr>
          <a:xfrm>
            <a:off x="838200" y="2362200"/>
            <a:ext cx="8153400" cy="3724275"/>
          </a:xfrm>
        </p:spPr>
        <p:txBody>
          <a:bodyPr/>
          <a:lstStyle/>
          <a:p>
            <a:r>
              <a:rPr lang="sl-SI"/>
              <a:t>Namig: dodan komentar k SELECT stavku</a:t>
            </a:r>
          </a:p>
          <a:p>
            <a:r>
              <a:rPr lang="sl-SI"/>
              <a:t>Sintaksa: </a:t>
            </a:r>
            <a:r>
              <a:rPr lang="en-US" sz="2400" b="1">
                <a:latin typeface="Courier New" pitchFamily="49" charset="0"/>
              </a:rPr>
              <a:t>/*+ NAMIG(parametri)</a:t>
            </a:r>
            <a:r>
              <a:rPr lang="sl-SI" sz="2400" b="1">
                <a:latin typeface="Courier New" pitchFamily="49" charset="0"/>
              </a:rPr>
              <a:t> </a:t>
            </a:r>
            <a:r>
              <a:rPr lang="en-US" sz="2400" b="1">
                <a:latin typeface="Courier New" pitchFamily="49" charset="0"/>
              </a:rPr>
              <a:t>*/ </a:t>
            </a:r>
          </a:p>
          <a:p>
            <a:r>
              <a:rPr lang="en-US"/>
              <a:t>Namigi za indeksiranje so naslednji:</a:t>
            </a:r>
          </a:p>
          <a:p>
            <a:pPr lvl="1"/>
            <a:r>
              <a:rPr lang="en-US"/>
              <a:t>INDEX(atributi): uporabi indeks </a:t>
            </a:r>
            <a:r>
              <a:rPr lang="sl-SI"/>
              <a:t>po specificiranih </a:t>
            </a:r>
            <a:r>
              <a:rPr lang="en-US"/>
              <a:t>				   atributih</a:t>
            </a:r>
          </a:p>
          <a:p>
            <a:pPr lvl="1"/>
            <a:r>
              <a:rPr lang="en-US"/>
              <a:t>INDEX_ASC(atributi): uporabi nara</a:t>
            </a:r>
            <a:r>
              <a:rPr lang="sl-SI"/>
              <a:t>ščajoči </a:t>
            </a:r>
            <a:r>
              <a:rPr lang="en-US"/>
              <a:t>indeks </a:t>
            </a:r>
          </a:p>
          <a:p>
            <a:pPr lvl="1"/>
            <a:r>
              <a:rPr lang="en-US"/>
              <a:t>INDEX_DESC(atributi)</a:t>
            </a:r>
            <a:r>
              <a:rPr lang="sl-SI"/>
              <a:t>: uporabi padajoči indeks</a:t>
            </a:r>
            <a:endParaRPr lang="en-US"/>
          </a:p>
          <a:p>
            <a:pPr lvl="1"/>
            <a:r>
              <a:rPr lang="en-US"/>
              <a:t>NO_INDEX(atributi)</a:t>
            </a:r>
            <a:r>
              <a:rPr lang="sl-SI"/>
              <a:t>: ne uporabi speciranega indeksa</a:t>
            </a:r>
            <a:endParaRPr lang="en-US"/>
          </a:p>
          <a:p>
            <a:pPr lvl="1"/>
            <a:r>
              <a:rPr lang="en-US"/>
              <a:t>FULL(tabela)</a:t>
            </a:r>
            <a:r>
              <a:rPr lang="sl-SI"/>
              <a:t>: ne uporabi nobenega indeksa</a:t>
            </a:r>
            <a:r>
              <a:rPr lang="en-US"/>
              <a:t> tabele</a:t>
            </a:r>
          </a:p>
        </p:txBody>
      </p:sp>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00706" name="AutoShape 2"/>
          <p:cNvSpPr>
            <a:spLocks noGrp="1" noChangeArrowheads="1"/>
          </p:cNvSpPr>
          <p:nvPr>
            <p:ph type="title"/>
          </p:nvPr>
        </p:nvSpPr>
        <p:spPr>
          <a:xfrm>
            <a:off x="762000" y="762000"/>
            <a:ext cx="8153400" cy="1143000"/>
          </a:xfrm>
        </p:spPr>
        <p:txBody>
          <a:bodyPr/>
          <a:lstStyle/>
          <a:p>
            <a:r>
              <a:rPr lang="sl-SI"/>
              <a:t>Primeri </a:t>
            </a:r>
            <a:r>
              <a:rPr lang="en-US"/>
              <a:t>nekaterih </a:t>
            </a:r>
            <a:r>
              <a:rPr lang="sl-SI"/>
              <a:t>namigov v Oraclu</a:t>
            </a:r>
            <a:endParaRPr lang="en-US"/>
          </a:p>
        </p:txBody>
      </p:sp>
      <p:sp>
        <p:nvSpPr>
          <p:cNvPr id="200707" name="Rectangle 3"/>
          <p:cNvSpPr>
            <a:spLocks noGrp="1" noChangeArrowheads="1"/>
          </p:cNvSpPr>
          <p:nvPr>
            <p:ph type="body" idx="1"/>
          </p:nvPr>
        </p:nvSpPr>
        <p:spPr>
          <a:xfrm>
            <a:off x="838200" y="2362200"/>
            <a:ext cx="8001000" cy="3724275"/>
          </a:xfrm>
        </p:spPr>
        <p:txBody>
          <a:bodyPr/>
          <a:lstStyle/>
          <a:p>
            <a:pPr>
              <a:buFont typeface="Wingdings" pitchFamily="2" charset="2"/>
              <a:buNone/>
            </a:pPr>
            <a:r>
              <a:rPr lang="sl-SI" sz="2000" b="1">
                <a:latin typeface="Courier New" pitchFamily="49" charset="0"/>
              </a:rPr>
              <a:t>SELECT</a:t>
            </a:r>
            <a:r>
              <a:rPr lang="sl-SI" sz="2000">
                <a:latin typeface="Courier New" pitchFamily="49" charset="0"/>
              </a:rPr>
              <a:t> </a:t>
            </a:r>
            <a:r>
              <a:rPr lang="en-US" sz="2000">
                <a:latin typeface="Courier New" pitchFamily="49" charset="0"/>
              </a:rPr>
              <a:t>/*+ </a:t>
            </a:r>
            <a:r>
              <a:rPr lang="en-US" sz="2000" b="1">
                <a:latin typeface="Courier New" pitchFamily="49" charset="0"/>
              </a:rPr>
              <a:t>INDEX</a:t>
            </a:r>
            <a:r>
              <a:rPr lang="en-US" sz="2000">
                <a:latin typeface="Courier New" pitchFamily="49" charset="0"/>
              </a:rPr>
              <a:t>(</a:t>
            </a:r>
            <a:r>
              <a:rPr lang="en-US" sz="2000" err="1">
                <a:latin typeface="Courier New" pitchFamily="49" charset="0"/>
              </a:rPr>
              <a:t>jid</a:t>
            </a:r>
            <a:r>
              <a:rPr lang="en-US" sz="2000" b="1">
                <a:latin typeface="Courier New" pitchFamily="49" charset="0"/>
              </a:rPr>
              <a:t>,</a:t>
            </a:r>
            <a:r>
              <a:rPr lang="en-US" sz="2000">
                <a:latin typeface="Courier New" pitchFamily="49" charset="0"/>
              </a:rPr>
              <a:t> </a:t>
            </a:r>
            <a:r>
              <a:rPr lang="en-US" sz="2000" err="1">
                <a:latin typeface="Courier New" pitchFamily="49" charset="0"/>
              </a:rPr>
              <a:t>ime</a:t>
            </a:r>
            <a:r>
              <a:rPr lang="en-US" sz="2000">
                <a:latin typeface="Courier New" pitchFamily="49" charset="0"/>
              </a:rPr>
              <a:t>) */ *  -- </a:t>
            </a:r>
            <a:r>
              <a:rPr lang="en-US" sz="2000" err="1">
                <a:latin typeface="Courier New" pitchFamily="49" charset="0"/>
              </a:rPr>
              <a:t>uporabi</a:t>
            </a:r>
            <a:r>
              <a:rPr lang="en-US" sz="2000">
                <a:latin typeface="Courier New" pitchFamily="49" charset="0"/>
              </a:rPr>
              <a:t> </a:t>
            </a:r>
            <a:r>
              <a:rPr lang="en-US" sz="2000" err="1">
                <a:latin typeface="Courier New" pitchFamily="49" charset="0"/>
              </a:rPr>
              <a:t>indeks</a:t>
            </a:r>
            <a:endParaRPr lang="en-US" sz="2000">
              <a:latin typeface="Courier New" pitchFamily="49" charset="0"/>
            </a:endParaRPr>
          </a:p>
          <a:p>
            <a:pPr>
              <a:buFont typeface="Wingdings" pitchFamily="2" charset="2"/>
              <a:buNone/>
            </a:pPr>
            <a:r>
              <a:rPr lang="en-US" sz="2000" b="1">
                <a:latin typeface="Courier New" pitchFamily="49" charset="0"/>
              </a:rPr>
              <a:t>FROM</a:t>
            </a:r>
            <a:r>
              <a:rPr lang="en-US" sz="2000">
                <a:latin typeface="Courier New" pitchFamily="49" charset="0"/>
              </a:rPr>
              <a:t> </a:t>
            </a:r>
            <a:r>
              <a:rPr lang="en-US" sz="2000" err="1">
                <a:latin typeface="Courier New" pitchFamily="49" charset="0"/>
              </a:rPr>
              <a:t>jadralec</a:t>
            </a:r>
            <a:r>
              <a:rPr lang="en-US" sz="2000">
                <a:latin typeface="Courier New" pitchFamily="49" charset="0"/>
              </a:rPr>
              <a:t>                    -- </a:t>
            </a:r>
            <a:r>
              <a:rPr lang="en-US" sz="2000" err="1">
                <a:latin typeface="Courier New" pitchFamily="49" charset="0"/>
              </a:rPr>
              <a:t>po</a:t>
            </a:r>
            <a:r>
              <a:rPr lang="en-US" sz="2000">
                <a:latin typeface="Courier New" pitchFamily="49" charset="0"/>
              </a:rPr>
              <a:t> </a:t>
            </a:r>
            <a:r>
              <a:rPr lang="en-US" sz="2000" err="1">
                <a:latin typeface="Courier New" pitchFamily="49" charset="0"/>
              </a:rPr>
              <a:t>jid</a:t>
            </a:r>
            <a:r>
              <a:rPr lang="en-US" sz="2000">
                <a:latin typeface="Courier New" pitchFamily="49" charset="0"/>
              </a:rPr>
              <a:t> in </a:t>
            </a:r>
            <a:r>
              <a:rPr lang="en-US" sz="2000" err="1">
                <a:latin typeface="Courier New" pitchFamily="49" charset="0"/>
              </a:rPr>
              <a:t>imenu</a:t>
            </a:r>
            <a:endParaRPr lang="en-US" sz="2000">
              <a:latin typeface="Courier New" pitchFamily="49" charset="0"/>
            </a:endParaRPr>
          </a:p>
          <a:p>
            <a:pPr>
              <a:buFont typeface="Wingdings" pitchFamily="2" charset="2"/>
              <a:buNone/>
            </a:pPr>
            <a:r>
              <a:rPr lang="en-US" sz="2000" b="1">
                <a:latin typeface="Courier New" pitchFamily="49" charset="0"/>
              </a:rPr>
              <a:t>ORDER BY </a:t>
            </a:r>
            <a:r>
              <a:rPr lang="en-US" sz="2000" err="1">
                <a:latin typeface="Courier New" pitchFamily="49" charset="0"/>
              </a:rPr>
              <a:t>ime</a:t>
            </a:r>
            <a:r>
              <a:rPr lang="en-US" sz="2000">
                <a:latin typeface="Courier New" pitchFamily="49" charset="0"/>
              </a:rPr>
              <a:t>, </a:t>
            </a:r>
            <a:r>
              <a:rPr lang="en-US" sz="2000" err="1">
                <a:latin typeface="Courier New" pitchFamily="49" charset="0"/>
              </a:rPr>
              <a:t>jid</a:t>
            </a:r>
            <a:r>
              <a:rPr lang="en-US" sz="2000">
                <a:latin typeface="Courier New" pitchFamily="49" charset="0"/>
              </a:rPr>
              <a:t>;</a:t>
            </a:r>
          </a:p>
          <a:p>
            <a:pPr>
              <a:buFont typeface="Wingdings" pitchFamily="2" charset="2"/>
              <a:buNone/>
            </a:pPr>
            <a:endParaRPr lang="en-US" sz="2000">
              <a:latin typeface="Courier New" pitchFamily="49" charset="0"/>
            </a:endParaRPr>
          </a:p>
          <a:p>
            <a:pPr>
              <a:buFont typeface="Wingdings" pitchFamily="2" charset="2"/>
              <a:buNone/>
            </a:pPr>
            <a:r>
              <a:rPr lang="sl-SI" sz="2000" b="1">
                <a:latin typeface="Courier New" pitchFamily="49" charset="0"/>
              </a:rPr>
              <a:t>SELECT</a:t>
            </a:r>
            <a:r>
              <a:rPr lang="sl-SI" sz="2000">
                <a:latin typeface="Courier New" pitchFamily="49" charset="0"/>
              </a:rPr>
              <a:t> </a:t>
            </a:r>
            <a:r>
              <a:rPr lang="en-US" sz="2000">
                <a:latin typeface="Courier New" pitchFamily="49" charset="0"/>
              </a:rPr>
              <a:t>/*+ </a:t>
            </a:r>
            <a:r>
              <a:rPr lang="en-US" sz="2000" b="1">
                <a:latin typeface="Courier New" pitchFamily="49" charset="0"/>
              </a:rPr>
              <a:t>FULL</a:t>
            </a:r>
            <a:r>
              <a:rPr lang="en-US" sz="2000">
                <a:latin typeface="Courier New" pitchFamily="49" charset="0"/>
              </a:rPr>
              <a:t>(</a:t>
            </a:r>
            <a:r>
              <a:rPr lang="en-US" sz="2000" err="1">
                <a:latin typeface="Courier New" pitchFamily="49" charset="0"/>
              </a:rPr>
              <a:t>jadralec</a:t>
            </a:r>
            <a:r>
              <a:rPr lang="en-US" sz="2000">
                <a:latin typeface="Courier New" pitchFamily="49" charset="0"/>
              </a:rPr>
              <a:t>) */  *  -- full search</a:t>
            </a:r>
          </a:p>
          <a:p>
            <a:pPr>
              <a:buFont typeface="Wingdings" pitchFamily="2" charset="2"/>
              <a:buNone/>
            </a:pPr>
            <a:r>
              <a:rPr lang="en-US" sz="2000" b="1">
                <a:latin typeface="Courier New" pitchFamily="49" charset="0"/>
              </a:rPr>
              <a:t>FROM</a:t>
            </a:r>
            <a:r>
              <a:rPr lang="en-US" sz="2000">
                <a:latin typeface="Courier New" pitchFamily="49" charset="0"/>
              </a:rPr>
              <a:t> </a:t>
            </a:r>
            <a:r>
              <a:rPr lang="en-US" sz="2000" err="1">
                <a:latin typeface="Courier New" pitchFamily="49" charset="0"/>
              </a:rPr>
              <a:t>jadralec</a:t>
            </a:r>
            <a:r>
              <a:rPr lang="en-US" sz="2000">
                <a:latin typeface="Courier New" pitchFamily="49" charset="0"/>
              </a:rPr>
              <a:t>          -- </a:t>
            </a:r>
            <a:r>
              <a:rPr lang="en-US" sz="2000" err="1">
                <a:latin typeface="Courier New" pitchFamily="49" charset="0"/>
              </a:rPr>
              <a:t>po</a:t>
            </a:r>
            <a:r>
              <a:rPr lang="en-US" sz="2000">
                <a:latin typeface="Courier New" pitchFamily="49" charset="0"/>
              </a:rPr>
              <a:t> </a:t>
            </a:r>
            <a:r>
              <a:rPr lang="en-US" sz="2000" err="1">
                <a:latin typeface="Courier New" pitchFamily="49" charset="0"/>
              </a:rPr>
              <a:t>tabeli</a:t>
            </a:r>
            <a:r>
              <a:rPr lang="en-US" sz="2000">
                <a:latin typeface="Courier New" pitchFamily="49" charset="0"/>
              </a:rPr>
              <a:t> </a:t>
            </a:r>
            <a:r>
              <a:rPr lang="en-US" sz="2000" err="1">
                <a:latin typeface="Courier New" pitchFamily="49" charset="0"/>
              </a:rPr>
              <a:t>jadralec</a:t>
            </a:r>
            <a:r>
              <a:rPr lang="en-US" sz="2000">
                <a:latin typeface="Courier New" pitchFamily="49" charset="0"/>
              </a:rPr>
              <a:t>: ne</a:t>
            </a:r>
          </a:p>
          <a:p>
            <a:pPr>
              <a:buFont typeface="Wingdings" pitchFamily="2" charset="2"/>
              <a:buNone/>
            </a:pPr>
            <a:r>
              <a:rPr lang="en-US" sz="2000" b="1">
                <a:latin typeface="Courier New" pitchFamily="49" charset="0"/>
              </a:rPr>
              <a:t>ORDER BY</a:t>
            </a:r>
            <a:r>
              <a:rPr lang="en-US" sz="2000">
                <a:latin typeface="Courier New" pitchFamily="49" charset="0"/>
              </a:rPr>
              <a:t> </a:t>
            </a:r>
            <a:r>
              <a:rPr lang="en-US" sz="2000" err="1">
                <a:latin typeface="Courier New" pitchFamily="49" charset="0"/>
              </a:rPr>
              <a:t>ime</a:t>
            </a:r>
            <a:r>
              <a:rPr lang="en-US" sz="2000">
                <a:latin typeface="Courier New" pitchFamily="49" charset="0"/>
              </a:rPr>
              <a:t>, </a:t>
            </a:r>
            <a:r>
              <a:rPr lang="en-US" sz="2000" err="1">
                <a:latin typeface="Courier New" pitchFamily="49" charset="0"/>
              </a:rPr>
              <a:t>jid</a:t>
            </a:r>
            <a:r>
              <a:rPr lang="en-US" sz="2000">
                <a:latin typeface="Courier New" pitchFamily="49" charset="0"/>
              </a:rPr>
              <a:t>;     -- </a:t>
            </a:r>
            <a:r>
              <a:rPr lang="en-US" sz="2000" err="1">
                <a:latin typeface="Courier New" pitchFamily="49" charset="0"/>
              </a:rPr>
              <a:t>uporabi</a:t>
            </a:r>
            <a:r>
              <a:rPr lang="en-US" sz="2000">
                <a:latin typeface="Courier New" pitchFamily="49" charset="0"/>
              </a:rPr>
              <a:t> </a:t>
            </a:r>
            <a:r>
              <a:rPr lang="en-US" sz="2000" err="1">
                <a:latin typeface="Courier New" pitchFamily="49" charset="0"/>
              </a:rPr>
              <a:t>nobenega</a:t>
            </a:r>
            <a:r>
              <a:rPr lang="en-US" sz="2000">
                <a:latin typeface="Courier New" pitchFamily="49" charset="0"/>
              </a:rPr>
              <a:t> </a:t>
            </a:r>
            <a:r>
              <a:rPr lang="en-US" sz="2000" err="1">
                <a:latin typeface="Courier New" pitchFamily="49" charset="0"/>
              </a:rPr>
              <a:t>indeksa</a:t>
            </a:r>
            <a:r>
              <a:rPr lang="en-US" sz="2000">
                <a:latin typeface="Courier New" pitchFamily="49" charset="0"/>
              </a:rPr>
              <a:t> </a:t>
            </a:r>
          </a:p>
          <a:p>
            <a:pPr>
              <a:buFont typeface="Wingdings" pitchFamily="2" charset="2"/>
              <a:buNone/>
            </a:pPr>
            <a:endParaRPr lang="en-US" sz="2000">
              <a:latin typeface="Courier New" pitchFamily="49" charset="0"/>
            </a:endParaRPr>
          </a:p>
        </p:txBody>
      </p:sp>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76486" name="Text Box 6"/>
          <p:cNvSpPr txBox="1">
            <a:spLocks noChangeArrowheads="1"/>
          </p:cNvSpPr>
          <p:nvPr/>
        </p:nvSpPr>
        <p:spPr bwMode="auto">
          <a:xfrm>
            <a:off x="746125" y="2319338"/>
            <a:ext cx="3902075" cy="3560762"/>
          </a:xfrm>
          <a:prstGeom prst="rect">
            <a:avLst/>
          </a:prstGeom>
          <a:noFill/>
          <a:ln w="9525">
            <a:noFill/>
            <a:miter lim="800000"/>
            <a:headEnd/>
            <a:tailEnd/>
          </a:ln>
          <a:effectLst/>
        </p:spPr>
        <p:txBody>
          <a:bodyPr>
            <a:spAutoFit/>
          </a:bodyPr>
          <a:lstStyle/>
          <a:p>
            <a:pPr algn="l"/>
            <a:r>
              <a:rPr lang="en-US" sz="1200"/>
              <a:t>SKRIPTA ZA BRISANJE VSEH INDEKSOV:</a:t>
            </a:r>
            <a:br>
              <a:rPr lang="en-US" sz="1200"/>
            </a:br>
            <a:endParaRPr lang="en-US" sz="1200"/>
          </a:p>
          <a:p>
            <a:pPr algn="l"/>
            <a:r>
              <a:rPr lang="en-US" sz="1200"/>
              <a:t>set linesize 132</a:t>
            </a:r>
          </a:p>
          <a:p>
            <a:pPr algn="l"/>
            <a:r>
              <a:rPr lang="en-US" sz="1200"/>
              <a:t>set pagesize 0</a:t>
            </a:r>
          </a:p>
          <a:p>
            <a:pPr algn="l"/>
            <a:r>
              <a:rPr lang="en-US" sz="1200"/>
              <a:t>set heading off</a:t>
            </a:r>
          </a:p>
          <a:p>
            <a:pPr algn="l"/>
            <a:r>
              <a:rPr lang="en-US" sz="1200"/>
              <a:t>set verify off</a:t>
            </a:r>
          </a:p>
          <a:p>
            <a:pPr algn="l"/>
            <a:r>
              <a:rPr lang="en-US" sz="1200"/>
              <a:t>set echo off</a:t>
            </a:r>
          </a:p>
          <a:p>
            <a:pPr algn="l"/>
            <a:r>
              <a:rPr lang="en-US" sz="1200"/>
              <a:t>set feedback off</a:t>
            </a:r>
          </a:p>
          <a:p>
            <a:pPr algn="l"/>
            <a:r>
              <a:rPr lang="en-US" sz="1200"/>
              <a:t>set termout off</a:t>
            </a:r>
          </a:p>
          <a:p>
            <a:pPr algn="l"/>
            <a:r>
              <a:rPr lang="en-US" sz="1200"/>
              <a:t>spool drop_indexxx.sql</a:t>
            </a:r>
          </a:p>
          <a:p>
            <a:pPr algn="l"/>
            <a:r>
              <a:rPr lang="en-US" sz="1200"/>
              <a:t>prompt spool drop_indexx.lis</a:t>
            </a:r>
          </a:p>
          <a:p>
            <a:pPr algn="l"/>
            <a:endParaRPr lang="en-US" sz="1200"/>
          </a:p>
          <a:p>
            <a:pPr algn="l"/>
            <a:r>
              <a:rPr lang="en-US" sz="1200"/>
              <a:t>SELECT ' DROP INDEX '|| index_name ||';'</a:t>
            </a:r>
          </a:p>
          <a:p>
            <a:pPr algn="l"/>
            <a:r>
              <a:rPr lang="en-US" sz="1200"/>
              <a:t>FROM user_indexes;</a:t>
            </a:r>
          </a:p>
          <a:p>
            <a:pPr algn="l"/>
            <a:endParaRPr lang="en-US" sz="1200"/>
          </a:p>
          <a:p>
            <a:pPr algn="l"/>
            <a:r>
              <a:rPr lang="en-US" sz="1200"/>
              <a:t>prompt spool off</a:t>
            </a:r>
          </a:p>
          <a:p>
            <a:pPr algn="l"/>
            <a:r>
              <a:rPr lang="en-US" sz="1200"/>
              <a:t>spool off</a:t>
            </a:r>
          </a:p>
          <a:p>
            <a:pPr algn="l"/>
            <a:r>
              <a:rPr lang="en-US" sz="1200"/>
              <a:t>@drop_indexxx.sql</a:t>
            </a:r>
          </a:p>
          <a:p>
            <a:pPr algn="l"/>
            <a:r>
              <a:rPr lang="en-US" sz="1200"/>
              <a:t>prompt Check drop_indexx.lis</a:t>
            </a:r>
          </a:p>
        </p:txBody>
      </p:sp>
      <p:sp>
        <p:nvSpPr>
          <p:cNvPr id="276482" name="AutoShape 2"/>
          <p:cNvSpPr>
            <a:spLocks noGrp="1" noChangeArrowheads="1"/>
          </p:cNvSpPr>
          <p:nvPr>
            <p:ph type="title"/>
          </p:nvPr>
        </p:nvSpPr>
        <p:spPr/>
        <p:txBody>
          <a:bodyPr/>
          <a:lstStyle/>
          <a:p>
            <a:r>
              <a:rPr lang="en-US"/>
              <a:t>SQL*Plus:</a:t>
            </a:r>
            <a:br>
              <a:rPr lang="en-US"/>
            </a:br>
            <a:r>
              <a:rPr lang="en-US"/>
              <a:t>nekaj uporabnih napotkov	</a:t>
            </a:r>
          </a:p>
        </p:txBody>
      </p:sp>
      <p:sp>
        <p:nvSpPr>
          <p:cNvPr id="276483" name="Rectangle 3"/>
          <p:cNvSpPr>
            <a:spLocks noGrp="1" noChangeArrowheads="1"/>
          </p:cNvSpPr>
          <p:nvPr>
            <p:ph type="body" sz="half" idx="3"/>
          </p:nvPr>
        </p:nvSpPr>
        <p:spPr>
          <a:xfrm>
            <a:off x="838200" y="6019800"/>
            <a:ext cx="7693025" cy="600075"/>
          </a:xfrm>
        </p:spPr>
        <p:txBody>
          <a:bodyPr/>
          <a:lstStyle/>
          <a:p>
            <a:endParaRPr lang="en-US" sz="2000"/>
          </a:p>
          <a:p>
            <a:pPr>
              <a:buFont typeface="Wingdings" pitchFamily="2" charset="2"/>
              <a:buNone/>
            </a:pPr>
            <a:r>
              <a:rPr lang="en-US" sz="2000"/>
              <a:t>Merjenje </a:t>
            </a:r>
            <a:r>
              <a:rPr lang="sl-SI" sz="2000"/>
              <a:t>časa v SQL</a:t>
            </a:r>
            <a:r>
              <a:rPr lang="en-US" sz="2000"/>
              <a:t>*Plus: SET TIMING ON</a:t>
            </a:r>
          </a:p>
        </p:txBody>
      </p:sp>
      <p:sp>
        <p:nvSpPr>
          <p:cNvPr id="276487" name="Text Box 7"/>
          <p:cNvSpPr txBox="1">
            <a:spLocks noChangeArrowheads="1"/>
          </p:cNvSpPr>
          <p:nvPr/>
        </p:nvSpPr>
        <p:spPr bwMode="auto">
          <a:xfrm>
            <a:off x="4556125" y="2319338"/>
            <a:ext cx="3260725" cy="3560762"/>
          </a:xfrm>
          <a:prstGeom prst="rect">
            <a:avLst/>
          </a:prstGeom>
          <a:noFill/>
          <a:ln w="9525">
            <a:noFill/>
            <a:miter lim="800000"/>
            <a:headEnd/>
            <a:tailEnd/>
          </a:ln>
          <a:effectLst/>
        </p:spPr>
        <p:txBody>
          <a:bodyPr wrap="none">
            <a:spAutoFit/>
          </a:bodyPr>
          <a:lstStyle/>
          <a:p>
            <a:pPr algn="l"/>
            <a:r>
              <a:rPr lang="en-US" sz="1200"/>
              <a:t>SKRIPTA ZA BRISANJE VSEH POGLEDOV:</a:t>
            </a:r>
          </a:p>
          <a:p>
            <a:pPr algn="l"/>
            <a:endParaRPr lang="en-US" sz="1200"/>
          </a:p>
          <a:p>
            <a:pPr algn="l"/>
            <a:r>
              <a:rPr lang="en-US" sz="1200"/>
              <a:t>set linesize 132</a:t>
            </a:r>
          </a:p>
          <a:p>
            <a:pPr algn="l"/>
            <a:r>
              <a:rPr lang="en-US" sz="1200"/>
              <a:t>set pagesize 0</a:t>
            </a:r>
          </a:p>
          <a:p>
            <a:pPr algn="l"/>
            <a:r>
              <a:rPr lang="en-US" sz="1200"/>
              <a:t>set heading off</a:t>
            </a:r>
          </a:p>
          <a:p>
            <a:pPr algn="l"/>
            <a:r>
              <a:rPr lang="en-US" sz="1200"/>
              <a:t>set verify off</a:t>
            </a:r>
          </a:p>
          <a:p>
            <a:pPr algn="l"/>
            <a:r>
              <a:rPr lang="en-US" sz="1200"/>
              <a:t>set echo off</a:t>
            </a:r>
          </a:p>
          <a:p>
            <a:pPr algn="l"/>
            <a:r>
              <a:rPr lang="en-US" sz="1200"/>
              <a:t>set feedback off</a:t>
            </a:r>
          </a:p>
          <a:p>
            <a:pPr algn="l"/>
            <a:r>
              <a:rPr lang="en-US" sz="1200"/>
              <a:t>set termout off</a:t>
            </a:r>
          </a:p>
          <a:p>
            <a:pPr algn="l"/>
            <a:r>
              <a:rPr lang="en-US" sz="1200"/>
              <a:t>spool drop_viewsss.sql</a:t>
            </a:r>
          </a:p>
          <a:p>
            <a:pPr algn="l"/>
            <a:r>
              <a:rPr lang="en-US" sz="1200"/>
              <a:t>prompt spool drop_viewsss.lis</a:t>
            </a:r>
          </a:p>
          <a:p>
            <a:pPr algn="l"/>
            <a:endParaRPr lang="en-US" sz="1200"/>
          </a:p>
          <a:p>
            <a:pPr algn="l"/>
            <a:r>
              <a:rPr lang="en-US" sz="1200"/>
              <a:t>SELECT ' DROP VIEW '|| view_name ||';'</a:t>
            </a:r>
          </a:p>
          <a:p>
            <a:pPr algn="l"/>
            <a:r>
              <a:rPr lang="en-US" sz="1200"/>
              <a:t>FROM user_views;</a:t>
            </a:r>
          </a:p>
          <a:p>
            <a:pPr algn="l"/>
            <a:endParaRPr lang="en-US" sz="1200"/>
          </a:p>
          <a:p>
            <a:pPr algn="l"/>
            <a:r>
              <a:rPr lang="en-US" sz="1200"/>
              <a:t>prompt spool off</a:t>
            </a:r>
          </a:p>
          <a:p>
            <a:pPr algn="l"/>
            <a:r>
              <a:rPr lang="en-US" sz="1200"/>
              <a:t>spool off</a:t>
            </a:r>
          </a:p>
          <a:p>
            <a:pPr algn="l"/>
            <a:r>
              <a:rPr lang="en-US" sz="1200"/>
              <a:t>@drop_viewsss.sql</a:t>
            </a:r>
          </a:p>
          <a:p>
            <a:pPr algn="l"/>
            <a:r>
              <a:rPr lang="en-US" sz="1200"/>
              <a:t>prompt Check drop_viewsss.lis</a:t>
            </a:r>
          </a:p>
        </p:txBody>
      </p:sp>
    </p:spTree>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Rešitve: DDL</a:t>
            </a:r>
          </a:p>
        </p:txBody>
      </p:sp>
      <p:sp>
        <p:nvSpPr>
          <p:cNvPr id="5" name="Text Placeholder 4"/>
          <p:cNvSpPr>
            <a:spLocks noGrp="1"/>
          </p:cNvSpPr>
          <p:nvPr>
            <p:ph type="body" sz="half" idx="3"/>
          </p:nvPr>
        </p:nvSpPr>
        <p:spPr>
          <a:xfrm>
            <a:off x="838200" y="2362200"/>
            <a:ext cx="7693025" cy="4495800"/>
          </a:xfrm>
        </p:spPr>
        <p:txBody>
          <a:bodyPr numCol="2"/>
          <a:lstStyle/>
          <a:p>
            <a:pPr marL="514350" indent="-514350">
              <a:buNone/>
            </a:pPr>
            <a:r>
              <a:rPr lang="sl-SI" sz="1100" dirty="0">
                <a:latin typeface="Courier New" pitchFamily="49" charset="0"/>
                <a:cs typeface="Courier New" pitchFamily="49" charset="0"/>
              </a:rPr>
              <a:t>1. naloga</a:t>
            </a:r>
          </a:p>
          <a:p>
            <a:pPr marL="514350" indent="-514350">
              <a:buNone/>
            </a:pPr>
            <a:r>
              <a:rPr lang="sl-SI" sz="1100" dirty="0">
                <a:latin typeface="Courier New" pitchFamily="49" charset="0"/>
                <a:cs typeface="Courier New" pitchFamily="49" charset="0"/>
              </a:rPr>
              <a:t>CREATE VIEW </a:t>
            </a:r>
            <a:r>
              <a:rPr lang="sl-SI" sz="1100" dirty="0" err="1">
                <a:latin typeface="Courier New" pitchFamily="49" charset="0"/>
                <a:cs typeface="Courier New" pitchFamily="49" charset="0"/>
              </a:rPr>
              <a:t>MladJad</a:t>
            </a:r>
            <a:r>
              <a:rPr lang="sl-SI" sz="1100" dirty="0">
                <a:latin typeface="Courier New" pitchFamily="49" charset="0"/>
                <a:cs typeface="Courier New" pitchFamily="49" charset="0"/>
              </a:rPr>
              <a:t> AS</a:t>
            </a:r>
          </a:p>
          <a:p>
            <a:pPr marL="514350" indent="-514350">
              <a:buNone/>
            </a:pPr>
            <a:r>
              <a:rPr lang="sl-SI" sz="1100" dirty="0">
                <a:latin typeface="Courier New" pitchFamily="49" charset="0"/>
                <a:cs typeface="Courier New" pitchFamily="49" charset="0"/>
              </a:rPr>
              <a:t>SELECT </a:t>
            </a:r>
            <a:r>
              <a:rPr lang="en-US" sz="1100" dirty="0">
                <a:latin typeface="Courier New" pitchFamily="49" charset="0"/>
                <a:cs typeface="Courier New" pitchFamily="49" charset="0"/>
              </a:rPr>
              <a:t>*</a:t>
            </a:r>
          </a:p>
          <a:p>
            <a:pPr marL="514350" indent="-514350">
              <a:buNone/>
            </a:pPr>
            <a:r>
              <a:rPr lang="en-US" sz="1100" dirty="0">
                <a:latin typeface="Courier New" pitchFamily="49" charset="0"/>
                <a:cs typeface="Courier New" pitchFamily="49" charset="0"/>
              </a:rPr>
              <a:t>FROM </a:t>
            </a:r>
            <a:r>
              <a:rPr lang="en-US" sz="1100" dirty="0" err="1">
                <a:latin typeface="Courier New" pitchFamily="49" charset="0"/>
                <a:cs typeface="Courier New" pitchFamily="49" charset="0"/>
              </a:rPr>
              <a:t>jadralec</a:t>
            </a: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WHERE starost &lt;18;</a:t>
            </a:r>
          </a:p>
          <a:p>
            <a:pPr marL="514350" indent="-514350">
              <a:buNone/>
            </a:pP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2. </a:t>
            </a:r>
            <a:r>
              <a:rPr lang="en-US" sz="1100" dirty="0" err="1">
                <a:latin typeface="Courier New" pitchFamily="49" charset="0"/>
                <a:cs typeface="Courier New" pitchFamily="49" charset="0"/>
              </a:rPr>
              <a:t>naloga</a:t>
            </a: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CREATE VIEW </a:t>
            </a:r>
            <a:r>
              <a:rPr lang="en-US" sz="1100" dirty="0" err="1">
                <a:latin typeface="Courier New" pitchFamily="49" charset="0"/>
                <a:cs typeface="Courier New" pitchFamily="49" charset="0"/>
              </a:rPr>
              <a:t>StatColn</a:t>
            </a:r>
            <a:r>
              <a:rPr lang="en-US" sz="1100" dirty="0">
                <a:latin typeface="Courier New" pitchFamily="49" charset="0"/>
                <a:cs typeface="Courier New" pitchFamily="49" charset="0"/>
              </a:rPr>
              <a:t> AS</a:t>
            </a:r>
          </a:p>
          <a:p>
            <a:pPr marL="514350" indent="-514350">
              <a:buNone/>
            </a:pPr>
            <a:r>
              <a:rPr lang="en-US" sz="1100" dirty="0">
                <a:latin typeface="Courier New" pitchFamily="49" charset="0"/>
                <a:cs typeface="Courier New" pitchFamily="49" charset="0"/>
              </a:rPr>
              <a:t>SELECT </a:t>
            </a:r>
            <a:r>
              <a:rPr lang="en-US" sz="1100" dirty="0" err="1">
                <a:latin typeface="Courier New" pitchFamily="49" charset="0"/>
                <a:cs typeface="Courier New" pitchFamily="49" charset="0"/>
              </a:rPr>
              <a:t>c.cid</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c.ime</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c.dolzina</a:t>
            </a:r>
            <a:r>
              <a:rPr lang="en-US" sz="1100" dirty="0">
                <a:latin typeface="Courier New" pitchFamily="49" charset="0"/>
                <a:cs typeface="Courier New" pitchFamily="49" charset="0"/>
              </a:rPr>
              <a:t>, COUNT(*), COUNT(DISTINCT </a:t>
            </a:r>
            <a:r>
              <a:rPr lang="en-US" sz="1100" dirty="0" err="1">
                <a:latin typeface="Courier New" pitchFamily="49" charset="0"/>
                <a:cs typeface="Courier New" pitchFamily="49" charset="0"/>
              </a:rPr>
              <a:t>jid</a:t>
            </a:r>
            <a:r>
              <a:rPr lang="en-US" sz="1100" dirty="0">
                <a:latin typeface="Courier New" pitchFamily="49" charset="0"/>
                <a:cs typeface="Courier New" pitchFamily="49" charset="0"/>
              </a:rPr>
              <a:t>), AVG(rating)</a:t>
            </a:r>
          </a:p>
          <a:p>
            <a:pPr marL="514350" indent="-514350">
              <a:buNone/>
            </a:pPr>
            <a:r>
              <a:rPr lang="en-US" sz="1100" dirty="0">
                <a:latin typeface="Courier New" pitchFamily="49" charset="0"/>
                <a:cs typeface="Courier New" pitchFamily="49" charset="0"/>
              </a:rPr>
              <a:t>FROM </a:t>
            </a:r>
            <a:r>
              <a:rPr lang="en-US" sz="1100" dirty="0" err="1">
                <a:latin typeface="Courier New" pitchFamily="49" charset="0"/>
                <a:cs typeface="Courier New" pitchFamily="49" charset="0"/>
              </a:rPr>
              <a:t>jadralec</a:t>
            </a:r>
            <a:r>
              <a:rPr lang="en-US" sz="1100" dirty="0">
                <a:latin typeface="Courier New" pitchFamily="49" charset="0"/>
                <a:cs typeface="Courier New" pitchFamily="49" charset="0"/>
              </a:rPr>
              <a:t> JOIN </a:t>
            </a:r>
            <a:r>
              <a:rPr lang="en-US" sz="1100" dirty="0" err="1">
                <a:latin typeface="Courier New" pitchFamily="49" charset="0"/>
                <a:cs typeface="Courier New" pitchFamily="49" charset="0"/>
              </a:rPr>
              <a:t>rezervacija</a:t>
            </a:r>
            <a:r>
              <a:rPr lang="en-US" sz="1100" dirty="0">
                <a:latin typeface="Courier New" pitchFamily="49" charset="0"/>
                <a:cs typeface="Courier New" pitchFamily="49" charset="0"/>
              </a:rPr>
              <a:t> USING(</a:t>
            </a:r>
            <a:r>
              <a:rPr lang="en-US" sz="1100" dirty="0" err="1">
                <a:latin typeface="Courier New" pitchFamily="49" charset="0"/>
                <a:cs typeface="Courier New" pitchFamily="49" charset="0"/>
              </a:rPr>
              <a:t>jid</a:t>
            </a:r>
            <a:r>
              <a:rPr lang="en-US" sz="1100" dirty="0">
                <a:latin typeface="Courier New" pitchFamily="49" charset="0"/>
                <a:cs typeface="Courier New" pitchFamily="49" charset="0"/>
              </a:rPr>
              <a:t>) JOIN </a:t>
            </a:r>
            <a:r>
              <a:rPr lang="en-US" sz="1100" dirty="0" err="1">
                <a:latin typeface="Courier New" pitchFamily="49" charset="0"/>
                <a:cs typeface="Courier New" pitchFamily="49" charset="0"/>
              </a:rPr>
              <a:t>coln</a:t>
            </a:r>
            <a:r>
              <a:rPr lang="en-US" sz="1100" dirty="0">
                <a:latin typeface="Courier New" pitchFamily="49" charset="0"/>
                <a:cs typeface="Courier New" pitchFamily="49" charset="0"/>
              </a:rPr>
              <a:t> c USING(</a:t>
            </a:r>
            <a:r>
              <a:rPr lang="en-US" sz="1100" dirty="0" err="1">
                <a:latin typeface="Courier New" pitchFamily="49" charset="0"/>
                <a:cs typeface="Courier New" pitchFamily="49" charset="0"/>
              </a:rPr>
              <a:t>cid</a:t>
            </a:r>
            <a:r>
              <a:rPr lang="en-US" sz="1100" dirty="0">
                <a:latin typeface="Courier New" pitchFamily="49" charset="0"/>
                <a:cs typeface="Courier New" pitchFamily="49" charset="0"/>
              </a:rPr>
              <a:t>)</a:t>
            </a:r>
          </a:p>
          <a:p>
            <a:pPr marL="514350" indent="-514350">
              <a:buNone/>
            </a:pPr>
            <a:r>
              <a:rPr lang="en-US" sz="1100" dirty="0">
                <a:latin typeface="Courier New" pitchFamily="49" charset="0"/>
                <a:cs typeface="Courier New" pitchFamily="49" charset="0"/>
              </a:rPr>
              <a:t>GROUP BY </a:t>
            </a:r>
            <a:r>
              <a:rPr lang="en-US" sz="1100" dirty="0" err="1">
                <a:latin typeface="Courier New" pitchFamily="49" charset="0"/>
                <a:cs typeface="Courier New" pitchFamily="49" charset="0"/>
              </a:rPr>
              <a:t>c.cid</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c.ime</a:t>
            </a:r>
            <a:r>
              <a:rPr lang="en-US" sz="1100" dirty="0">
                <a:latin typeface="Courier New" pitchFamily="49" charset="0"/>
                <a:cs typeface="Courier New" pitchFamily="49" charset="0"/>
              </a:rPr>
              <a:t>, </a:t>
            </a:r>
            <a:r>
              <a:rPr lang="en-US" sz="1100" dirty="0" err="1">
                <a:latin typeface="Courier New" pitchFamily="49" charset="0"/>
                <a:cs typeface="Courier New" pitchFamily="49" charset="0"/>
              </a:rPr>
              <a:t>c.dolzina</a:t>
            </a:r>
            <a:r>
              <a:rPr lang="en-US" sz="1100" dirty="0">
                <a:latin typeface="Courier New" pitchFamily="49" charset="0"/>
                <a:cs typeface="Courier New" pitchFamily="49" charset="0"/>
              </a:rPr>
              <a:t>;</a:t>
            </a:r>
          </a:p>
          <a:p>
            <a:pPr marL="514350" indent="-514350">
              <a:buNone/>
            </a:pP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3.naloga (tricky, </a:t>
            </a:r>
            <a:r>
              <a:rPr lang="en-US" sz="1100" dirty="0" err="1">
                <a:latin typeface="Courier New" pitchFamily="49" charset="0"/>
                <a:cs typeface="Courier New" pitchFamily="49" charset="0"/>
              </a:rPr>
              <a:t>resitev</a:t>
            </a:r>
            <a:r>
              <a:rPr lang="en-US" sz="1100" dirty="0">
                <a:latin typeface="Courier New" pitchFamily="49" charset="0"/>
                <a:cs typeface="Courier New" pitchFamily="49" charset="0"/>
              </a:rPr>
              <a:t> za MariaDB)</a:t>
            </a:r>
          </a:p>
          <a:p>
            <a:pPr marL="514350" indent="-514350">
              <a:buNone/>
            </a:pPr>
            <a:r>
              <a:rPr lang="sl-SI" sz="1100" dirty="0">
                <a:latin typeface="Courier New" pitchFamily="49" charset="0"/>
                <a:cs typeface="Courier New" pitchFamily="49" charset="0"/>
              </a:rPr>
              <a:t>SELECT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count</a:t>
            </a:r>
            <a:r>
              <a:rPr lang="sl-SI" sz="1100" dirty="0">
                <a:latin typeface="Courier New" pitchFamily="49" charset="0"/>
                <a:cs typeface="Courier New" pitchFamily="49" charset="0"/>
              </a:rPr>
              <a:t>(*) AS </a:t>
            </a:r>
            <a:r>
              <a:rPr lang="sl-SI" sz="1100" dirty="0" err="1">
                <a:latin typeface="Courier New" pitchFamily="49" charset="0"/>
                <a:cs typeface="Courier New" pitchFamily="49" charset="0"/>
              </a:rPr>
              <a:t>StRez</a:t>
            </a:r>
            <a:r>
              <a:rPr lang="sl-SI" sz="1100" dirty="0">
                <a:latin typeface="Courier New" pitchFamily="49" charset="0"/>
                <a:cs typeface="Courier New" pitchFamily="49" charset="0"/>
              </a:rPr>
              <a:t>, avg(</a:t>
            </a:r>
            <a:r>
              <a:rPr lang="sl-SI" sz="1100" dirty="0" err="1">
                <a:latin typeface="Courier New" pitchFamily="49" charset="0"/>
                <a:cs typeface="Courier New" pitchFamily="49" charset="0"/>
              </a:rPr>
              <a:t>dolzina</a:t>
            </a:r>
            <a:r>
              <a:rPr lang="sl-SI" sz="1100" dirty="0">
                <a:latin typeface="Courier New" pitchFamily="49" charset="0"/>
                <a:cs typeface="Courier New" pitchFamily="49" charset="0"/>
              </a:rPr>
              <a:t>) as </a:t>
            </a:r>
            <a:r>
              <a:rPr lang="sl-SI" sz="1100" dirty="0" err="1">
                <a:latin typeface="Courier New" pitchFamily="49" charset="0"/>
                <a:cs typeface="Courier New" pitchFamily="49" charset="0"/>
              </a:rPr>
              <a:t>PovpDolz</a:t>
            </a:r>
            <a:r>
              <a:rPr lang="sl-SI" sz="1100" dirty="0">
                <a:latin typeface="Courier New" pitchFamily="49" charset="0"/>
                <a:cs typeface="Courier New" pitchFamily="49" charset="0"/>
              </a:rPr>
              <a:t>,</a:t>
            </a: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(SELECT barva</a:t>
            </a:r>
          </a:p>
          <a:p>
            <a:pPr marL="514350" indent="-514350">
              <a:buNone/>
            </a:pPr>
            <a:r>
              <a:rPr lang="sl-SI" sz="1100" dirty="0">
                <a:latin typeface="Courier New" pitchFamily="49" charset="0"/>
                <a:cs typeface="Courier New" pitchFamily="49" charset="0"/>
              </a:rPr>
              <a:t>FROM rezervacija JOIN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USING(</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=j1.jid</a:t>
            </a:r>
          </a:p>
          <a:p>
            <a:pPr marL="514350" indent="-514350">
              <a:buNone/>
            </a:pPr>
            <a:r>
              <a:rPr lang="sl-SI" sz="1100" dirty="0">
                <a:latin typeface="Courier New" pitchFamily="49" charset="0"/>
                <a:cs typeface="Courier New" pitchFamily="49" charset="0"/>
              </a:rPr>
              <a:t>GROUP BY barva</a:t>
            </a:r>
          </a:p>
          <a:p>
            <a:pPr marL="514350" indent="-514350">
              <a:buNone/>
            </a:pPr>
            <a:r>
              <a:rPr lang="sl-SI" sz="1100" dirty="0">
                <a:latin typeface="Courier New" pitchFamily="49" charset="0"/>
                <a:cs typeface="Courier New" pitchFamily="49" charset="0"/>
              </a:rPr>
              <a:t>ORDER BY COUNT(*) DESC</a:t>
            </a:r>
          </a:p>
          <a:p>
            <a:pPr marL="514350" indent="-514350">
              <a:buNone/>
            </a:pPr>
            <a:r>
              <a:rPr lang="sl-SI" sz="1100" dirty="0">
                <a:latin typeface="Courier New" pitchFamily="49" charset="0"/>
                <a:cs typeface="Courier New" pitchFamily="49" charset="0"/>
              </a:rPr>
              <a:t>LIMIT 1) AS barva,</a:t>
            </a: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(SELECT COUNT(*)</a:t>
            </a:r>
          </a:p>
          <a:p>
            <a:pPr marL="514350" indent="-514350">
              <a:buNone/>
            </a:pPr>
            <a:r>
              <a:rPr lang="sl-SI" sz="1100" dirty="0">
                <a:latin typeface="Courier New" pitchFamily="49" charset="0"/>
                <a:cs typeface="Courier New" pitchFamily="49" charset="0"/>
              </a:rPr>
              <a:t>FROM rezervacija JOIN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USING(</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=j1.jid</a:t>
            </a:r>
          </a:p>
          <a:p>
            <a:pPr marL="514350" indent="-514350">
              <a:buNone/>
            </a:pPr>
            <a:r>
              <a:rPr lang="sl-SI" sz="1100" dirty="0">
                <a:latin typeface="Courier New" pitchFamily="49" charset="0"/>
                <a:cs typeface="Courier New" pitchFamily="49" charset="0"/>
              </a:rPr>
              <a:t>GROUP BY barva</a:t>
            </a:r>
          </a:p>
          <a:p>
            <a:pPr marL="514350" indent="-514350">
              <a:buNone/>
            </a:pPr>
            <a:r>
              <a:rPr lang="sl-SI" sz="1100" dirty="0">
                <a:latin typeface="Courier New" pitchFamily="49" charset="0"/>
                <a:cs typeface="Courier New" pitchFamily="49" charset="0"/>
              </a:rPr>
              <a:t>ORDER BY COUNT(*) DESC</a:t>
            </a:r>
          </a:p>
          <a:p>
            <a:pPr marL="514350" indent="-514350">
              <a:buNone/>
            </a:pPr>
            <a:r>
              <a:rPr lang="sl-SI" sz="1100" dirty="0">
                <a:latin typeface="Courier New" pitchFamily="49" charset="0"/>
                <a:cs typeface="Courier New" pitchFamily="49" charset="0"/>
              </a:rPr>
              <a:t>LIMIT 1) AS </a:t>
            </a:r>
            <a:r>
              <a:rPr lang="sl-SI" sz="1100" dirty="0" err="1">
                <a:latin typeface="Courier New" pitchFamily="49" charset="0"/>
                <a:cs typeface="Courier New" pitchFamily="49" charset="0"/>
              </a:rPr>
              <a:t>stevilo</a:t>
            </a:r>
            <a:endParaRPr lang="sl-SI" sz="1100" dirty="0">
              <a:latin typeface="Courier New" pitchFamily="49" charset="0"/>
              <a:cs typeface="Courier New" pitchFamily="49" charset="0"/>
            </a:endParaRP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FROM jadralec j1 JOIN rezervacija r1 USING(</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join</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USING(</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GROUP BY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a:t>
            </a:r>
            <a:endParaRPr lang="en-US" sz="1100" dirty="0">
              <a:latin typeface="Courier New" pitchFamily="49" charset="0"/>
              <a:cs typeface="Courier New" pitchFamily="49" charset="0"/>
            </a:endParaRPr>
          </a:p>
          <a:p>
            <a:pPr marL="514350" indent="-514350">
              <a:buNone/>
            </a:pP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4. </a:t>
            </a:r>
            <a:r>
              <a:rPr lang="en-US" sz="1100" dirty="0" err="1">
                <a:latin typeface="Courier New" pitchFamily="49" charset="0"/>
                <a:cs typeface="Courier New" pitchFamily="49" charset="0"/>
              </a:rPr>
              <a:t>naloga</a:t>
            </a:r>
            <a:endParaRPr lang="en-US"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CREATE INDEX </a:t>
            </a:r>
            <a:r>
              <a:rPr lang="en-US" sz="1100" dirty="0" err="1">
                <a:latin typeface="Courier New" pitchFamily="49" charset="0"/>
                <a:cs typeface="Courier New" pitchFamily="49" charset="0"/>
              </a:rPr>
              <a:t>ind</a:t>
            </a:r>
            <a:r>
              <a:rPr lang="sl-SI" sz="1100" dirty="0">
                <a:latin typeface="Courier New" pitchFamily="49" charset="0"/>
                <a:cs typeface="Courier New" pitchFamily="49" charset="0"/>
              </a:rPr>
              <a:t>_</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 </a:t>
            </a:r>
            <a:br>
              <a:rPr lang="sl-SI" sz="1100" dirty="0">
                <a:latin typeface="Courier New" pitchFamily="49" charset="0"/>
                <a:cs typeface="Courier New" pitchFamily="49" charset="0"/>
              </a:rPr>
            </a:br>
            <a:r>
              <a:rPr lang="sl-SI" sz="1100" dirty="0">
                <a:latin typeface="Courier New" pitchFamily="49" charset="0"/>
                <a:cs typeface="Courier New" pitchFamily="49" charset="0"/>
              </a:rPr>
              <a:t>ON rezervacija(</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CREATE INDEX </a:t>
            </a:r>
            <a:r>
              <a:rPr lang="en-US" sz="1100" dirty="0" err="1">
                <a:latin typeface="Courier New" pitchFamily="49" charset="0"/>
                <a:cs typeface="Courier New" pitchFamily="49" charset="0"/>
              </a:rPr>
              <a:t>ind</a:t>
            </a:r>
            <a:r>
              <a:rPr lang="sl-SI" sz="1100" dirty="0">
                <a:latin typeface="Courier New" pitchFamily="49" charset="0"/>
                <a:cs typeface="Courier New" pitchFamily="49" charset="0"/>
              </a:rPr>
              <a:t>_</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 </a:t>
            </a:r>
            <a:br>
              <a:rPr lang="sl-SI" sz="1100" dirty="0">
                <a:latin typeface="Courier New" pitchFamily="49" charset="0"/>
                <a:cs typeface="Courier New" pitchFamily="49" charset="0"/>
              </a:rPr>
            </a:br>
            <a:r>
              <a:rPr lang="sl-SI" sz="1100" dirty="0">
                <a:latin typeface="Courier New" pitchFamily="49" charset="0"/>
                <a:cs typeface="Courier New" pitchFamily="49" charset="0"/>
              </a:rPr>
              <a:t>ON rezervacija(</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CREATE INDEX </a:t>
            </a:r>
            <a:r>
              <a:rPr lang="en-US" sz="1100" dirty="0" err="1">
                <a:latin typeface="Courier New" pitchFamily="49" charset="0"/>
                <a:cs typeface="Courier New" pitchFamily="49" charset="0"/>
              </a:rPr>
              <a:t>ind</a:t>
            </a:r>
            <a:r>
              <a:rPr lang="sl-SI" sz="1100" dirty="0">
                <a:latin typeface="Courier New" pitchFamily="49" charset="0"/>
                <a:cs typeface="Courier New" pitchFamily="49" charset="0"/>
              </a:rPr>
              <a:t>_</a:t>
            </a:r>
            <a:r>
              <a:rPr lang="sl-SI" sz="1100" dirty="0" err="1">
                <a:latin typeface="Courier New" pitchFamily="49" charset="0"/>
                <a:cs typeface="Courier New" pitchFamily="49" charset="0"/>
              </a:rPr>
              <a:t>jid_cid</a:t>
            </a:r>
            <a:r>
              <a:rPr lang="sl-SI" sz="1100" dirty="0">
                <a:latin typeface="Courier New" pitchFamily="49" charset="0"/>
                <a:cs typeface="Courier New" pitchFamily="49" charset="0"/>
              </a:rPr>
              <a:t> </a:t>
            </a:r>
            <a:br>
              <a:rPr lang="sl-SI" sz="1100" dirty="0">
                <a:latin typeface="Courier New" pitchFamily="49" charset="0"/>
                <a:cs typeface="Courier New" pitchFamily="49" charset="0"/>
              </a:rPr>
            </a:br>
            <a:r>
              <a:rPr lang="sl-SI" sz="1100" dirty="0">
                <a:latin typeface="Courier New" pitchFamily="49" charset="0"/>
                <a:cs typeface="Courier New" pitchFamily="49" charset="0"/>
              </a:rPr>
              <a:t>ON rezervacija(</a:t>
            </a:r>
            <a:r>
              <a:rPr lang="sl-SI" sz="1100" dirty="0" err="1">
                <a:latin typeface="Courier New" pitchFamily="49" charset="0"/>
                <a:cs typeface="Courier New" pitchFamily="49" charset="0"/>
              </a:rPr>
              <a:t>jid,cid</a:t>
            </a:r>
            <a:r>
              <a:rPr lang="sl-SI" sz="1100" dirty="0">
                <a:latin typeface="Courier New" pitchFamily="49" charset="0"/>
                <a:cs typeface="Courier New" pitchFamily="49" charset="0"/>
              </a:rPr>
              <a:t>);</a:t>
            </a:r>
          </a:p>
        </p:txBody>
      </p:sp>
      <p:sp>
        <p:nvSpPr>
          <p:cNvPr id="6" name="Footer Placeholder 5"/>
          <p:cNvSpPr>
            <a:spLocks noGrp="1"/>
          </p:cNvSpPr>
          <p:nvPr>
            <p:ph type="ftr" sz="quarter" idx="11"/>
          </p:nvPr>
        </p:nvSpPr>
        <p:spPr>
          <a:xfrm>
            <a:off x="7924800" y="6383337"/>
            <a:ext cx="1219200" cy="474663"/>
          </a:xfrm>
        </p:spPr>
        <p:txBody>
          <a:bodyPr/>
          <a:lstStyle/>
          <a:p>
            <a:r>
              <a:rPr lang="en-US"/>
              <a:t>© Matjaž </a:t>
            </a:r>
            <a:r>
              <a:rPr lang="en-US" err="1"/>
              <a:t>Kukar</a:t>
            </a:r>
            <a:r>
              <a:rPr lang="en-US"/>
              <a:t>, Matej Pičulin, Luka Šajn 2026</a:t>
            </a:r>
          </a:p>
        </p:txBody>
      </p:sp>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Rešitve: DDL</a:t>
            </a:r>
          </a:p>
        </p:txBody>
      </p:sp>
      <p:sp>
        <p:nvSpPr>
          <p:cNvPr id="5" name="Text Placeholder 4"/>
          <p:cNvSpPr>
            <a:spLocks noGrp="1"/>
          </p:cNvSpPr>
          <p:nvPr>
            <p:ph type="body" sz="half" idx="3"/>
          </p:nvPr>
        </p:nvSpPr>
        <p:spPr>
          <a:xfrm>
            <a:off x="725487" y="2142744"/>
            <a:ext cx="7693025" cy="4495800"/>
          </a:xfrm>
        </p:spPr>
        <p:txBody>
          <a:bodyPr numCol="2"/>
          <a:lstStyle/>
          <a:p>
            <a:pPr marL="514350" indent="-514350">
              <a:buNone/>
            </a:pPr>
            <a:r>
              <a:rPr lang="en-US" sz="1200" dirty="0">
                <a:latin typeface="Courier New" pitchFamily="49" charset="0"/>
                <a:cs typeface="Courier New" pitchFamily="49" charset="0"/>
              </a:rPr>
              <a:t>5. </a:t>
            </a:r>
            <a:r>
              <a:rPr lang="sl-SI" sz="1200" dirty="0">
                <a:latin typeface="Courier New" pitchFamily="49" charset="0"/>
                <a:cs typeface="Courier New" pitchFamily="49" charset="0"/>
              </a:rPr>
              <a:t>naloga</a:t>
            </a:r>
            <a:endParaRPr lang="en-US" sz="12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CREATE </a:t>
            </a:r>
            <a:r>
              <a:rPr lang="en-US" sz="1100" dirty="0">
                <a:latin typeface="Courier New" pitchFamily="49" charset="0"/>
                <a:cs typeface="Courier New" pitchFamily="49" charset="0"/>
              </a:rPr>
              <a:t>TABLE </a:t>
            </a:r>
            <a:r>
              <a:rPr lang="sl-SI" sz="1100" dirty="0" err="1">
                <a:latin typeface="Courier New" pitchFamily="49" charset="0"/>
                <a:cs typeface="Courier New" pitchFamily="49" charset="0"/>
              </a:rPr>
              <a:t>MladJad</a:t>
            </a:r>
            <a:r>
              <a:rPr lang="sl-SI" sz="1100" dirty="0">
                <a:latin typeface="Courier New" pitchFamily="49" charset="0"/>
                <a:cs typeface="Courier New" pitchFamily="49" charset="0"/>
              </a:rPr>
              <a:t> AS</a:t>
            </a:r>
          </a:p>
          <a:p>
            <a:pPr marL="514350" indent="-514350">
              <a:buNone/>
            </a:pPr>
            <a:r>
              <a:rPr lang="sl-SI" sz="1100" dirty="0">
                <a:latin typeface="Courier New" pitchFamily="49" charset="0"/>
                <a:cs typeface="Courier New" pitchFamily="49" charset="0"/>
              </a:rPr>
              <a:t>SELECT </a:t>
            </a:r>
            <a:r>
              <a:rPr lang="en-US" sz="1100" dirty="0">
                <a:latin typeface="Courier New" pitchFamily="49" charset="0"/>
                <a:cs typeface="Courier New" pitchFamily="49" charset="0"/>
              </a:rPr>
              <a:t>* FROM </a:t>
            </a:r>
            <a:r>
              <a:rPr lang="en-US" sz="1100" dirty="0" err="1">
                <a:latin typeface="Courier New" pitchFamily="49" charset="0"/>
                <a:cs typeface="Courier New" pitchFamily="49" charset="0"/>
              </a:rPr>
              <a:t>jadralec</a:t>
            </a:r>
            <a:endParaRPr lang="en-US" sz="1100" dirty="0">
              <a:latin typeface="Courier New" pitchFamily="49" charset="0"/>
              <a:cs typeface="Courier New" pitchFamily="49" charset="0"/>
            </a:endParaRPr>
          </a:p>
          <a:p>
            <a:pPr marL="514350" indent="-514350">
              <a:buNone/>
            </a:pPr>
            <a:r>
              <a:rPr lang="en-US" sz="1100" dirty="0">
                <a:latin typeface="Courier New" pitchFamily="49" charset="0"/>
                <a:cs typeface="Courier New" pitchFamily="49" charset="0"/>
              </a:rPr>
              <a:t>WHERE starost &lt;18;</a:t>
            </a:r>
          </a:p>
          <a:p>
            <a:pPr marL="514350" indent="-514350">
              <a:buNone/>
            </a:pPr>
            <a:endParaRPr lang="en-US"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DELIMITER //</a:t>
            </a:r>
          </a:p>
          <a:p>
            <a:pPr marL="514350" indent="-514350">
              <a:buNone/>
            </a:pPr>
            <a:r>
              <a:rPr lang="sl-SI" sz="1100" dirty="0">
                <a:latin typeface="Courier New" pitchFamily="49" charset="0"/>
                <a:cs typeface="Courier New" pitchFamily="49" charset="0"/>
              </a:rPr>
              <a:t>CREATE TRIGGER </a:t>
            </a:r>
            <a:r>
              <a:rPr lang="sl-SI" sz="1100" dirty="0" err="1">
                <a:latin typeface="Courier New" pitchFamily="49" charset="0"/>
                <a:cs typeface="Courier New" pitchFamily="49" charset="0"/>
              </a:rPr>
              <a:t>MlT_INSERT</a:t>
            </a:r>
            <a:r>
              <a:rPr lang="sl-SI" sz="1100" dirty="0">
                <a:latin typeface="Courier New" pitchFamily="49" charset="0"/>
                <a:cs typeface="Courier New" pitchFamily="49" charset="0"/>
              </a:rPr>
              <a:t> </a:t>
            </a:r>
          </a:p>
          <a:p>
            <a:pPr marL="514350" indent="-514350">
              <a:buNone/>
            </a:pPr>
            <a:r>
              <a:rPr lang="sl-SI" sz="1100" dirty="0">
                <a:latin typeface="Courier New" pitchFamily="49" charset="0"/>
                <a:cs typeface="Courier New" pitchFamily="49" charset="0"/>
              </a:rPr>
              <a:t>AFTER INSERT ON jadralec</a:t>
            </a:r>
          </a:p>
          <a:p>
            <a:pPr marL="514350" indent="-514350">
              <a:buNone/>
            </a:pPr>
            <a:r>
              <a:rPr lang="sl-SI" sz="1100" dirty="0">
                <a:latin typeface="Courier New" pitchFamily="49" charset="0"/>
                <a:cs typeface="Courier New" pitchFamily="49" charset="0"/>
              </a:rPr>
              <a:t>FOR EACH ROW</a:t>
            </a:r>
          </a:p>
          <a:p>
            <a:pPr marL="514350" indent="-514350">
              <a:buNone/>
            </a:pPr>
            <a:r>
              <a:rPr lang="sl-SI" sz="1100" dirty="0">
                <a:latin typeface="Courier New" pitchFamily="49" charset="0"/>
                <a:cs typeface="Courier New" pitchFamily="49" charset="0"/>
              </a:rPr>
              <a:t>BEGIN</a:t>
            </a:r>
          </a:p>
          <a:p>
            <a:pPr marL="514350" indent="-514350">
              <a:buNone/>
            </a:pPr>
            <a:r>
              <a:rPr lang="sl-SI" sz="1100" dirty="0">
                <a:latin typeface="Courier New" pitchFamily="49" charset="0"/>
                <a:cs typeface="Courier New" pitchFamily="49" charset="0"/>
              </a:rPr>
              <a:t>IF </a:t>
            </a:r>
            <a:r>
              <a:rPr lang="sl-SI" sz="1100" dirty="0" err="1">
                <a:latin typeface="Courier New" pitchFamily="49" charset="0"/>
                <a:cs typeface="Courier New" pitchFamily="49" charset="0"/>
              </a:rPr>
              <a:t>NEW.starost</a:t>
            </a:r>
            <a:r>
              <a:rPr lang="sl-SI" sz="1100" dirty="0">
                <a:latin typeface="Courier New" pitchFamily="49" charset="0"/>
                <a:cs typeface="Courier New" pitchFamily="49" charset="0"/>
              </a:rPr>
              <a:t> &lt;18 THEN</a:t>
            </a:r>
          </a:p>
          <a:p>
            <a:pPr marL="514350" indent="-514350">
              <a:buNone/>
            </a:pPr>
            <a:r>
              <a:rPr lang="sl-SI" sz="1100" dirty="0">
                <a:latin typeface="Courier New" pitchFamily="49" charset="0"/>
                <a:cs typeface="Courier New" pitchFamily="49" charset="0"/>
              </a:rPr>
              <a:t>   INSERT INTO </a:t>
            </a:r>
            <a:r>
              <a:rPr lang="sl-SI" sz="1100" dirty="0" err="1">
                <a:latin typeface="Courier New" pitchFamily="49" charset="0"/>
                <a:cs typeface="Courier New" pitchFamily="49" charset="0"/>
              </a:rPr>
              <a:t>MladTab</a:t>
            </a:r>
            <a:r>
              <a:rPr lang="sl-SI" sz="1100" dirty="0">
                <a:latin typeface="Courier New" pitchFamily="49" charset="0"/>
                <a:cs typeface="Courier New" pitchFamily="49" charset="0"/>
              </a:rPr>
              <a:t> VALUES(</a:t>
            </a:r>
            <a:r>
              <a:rPr lang="sl-SI" sz="1100" dirty="0" err="1">
                <a:latin typeface="Courier New" pitchFamily="49" charset="0"/>
                <a:cs typeface="Courier New" pitchFamily="49" charset="0"/>
              </a:rPr>
              <a:t>NEW.jid</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NEW.ime</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NEW.starost</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NEW.rating</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END IF;</a:t>
            </a:r>
          </a:p>
          <a:p>
            <a:pPr marL="514350" indent="-514350">
              <a:buNone/>
            </a:pPr>
            <a:r>
              <a:rPr lang="sl-SI" sz="1100" dirty="0">
                <a:latin typeface="Courier New" pitchFamily="49" charset="0"/>
                <a:cs typeface="Courier New" pitchFamily="49" charset="0"/>
              </a:rPr>
              <a:t>END//</a:t>
            </a: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CREATE TRIGGER </a:t>
            </a:r>
            <a:r>
              <a:rPr lang="sl-SI" sz="1100" dirty="0" err="1">
                <a:latin typeface="Courier New" pitchFamily="49" charset="0"/>
                <a:cs typeface="Courier New" pitchFamily="49" charset="0"/>
              </a:rPr>
              <a:t>MlT_DELETE</a:t>
            </a:r>
            <a:r>
              <a:rPr lang="sl-SI" sz="1100" dirty="0">
                <a:latin typeface="Courier New" pitchFamily="49" charset="0"/>
                <a:cs typeface="Courier New" pitchFamily="49" charset="0"/>
              </a:rPr>
              <a:t> </a:t>
            </a:r>
          </a:p>
          <a:p>
            <a:pPr marL="514350" indent="-514350">
              <a:buNone/>
            </a:pPr>
            <a:r>
              <a:rPr lang="sl-SI" sz="1100" dirty="0">
                <a:latin typeface="Courier New" pitchFamily="49" charset="0"/>
                <a:cs typeface="Courier New" pitchFamily="49" charset="0"/>
              </a:rPr>
              <a:t>AFTER DELETE ON jadralec</a:t>
            </a:r>
          </a:p>
          <a:p>
            <a:pPr marL="514350" indent="-514350">
              <a:buNone/>
            </a:pPr>
            <a:r>
              <a:rPr lang="sl-SI" sz="1100" dirty="0">
                <a:latin typeface="Courier New" pitchFamily="49" charset="0"/>
                <a:cs typeface="Courier New" pitchFamily="49" charset="0"/>
              </a:rPr>
              <a:t>FOR EACH ROW</a:t>
            </a:r>
          </a:p>
          <a:p>
            <a:pPr marL="514350" indent="-514350">
              <a:buNone/>
            </a:pPr>
            <a:r>
              <a:rPr lang="sl-SI" sz="1100" dirty="0">
                <a:latin typeface="Courier New" pitchFamily="49" charset="0"/>
                <a:cs typeface="Courier New" pitchFamily="49" charset="0"/>
              </a:rPr>
              <a:t>BEGIN</a:t>
            </a:r>
          </a:p>
          <a:p>
            <a:pPr marL="514350" indent="-514350">
              <a:buNone/>
            </a:pPr>
            <a:r>
              <a:rPr lang="sl-SI" sz="1100" dirty="0">
                <a:latin typeface="Courier New" pitchFamily="49" charset="0"/>
                <a:cs typeface="Courier New" pitchFamily="49" charset="0"/>
              </a:rPr>
              <a:t>IF </a:t>
            </a:r>
            <a:r>
              <a:rPr lang="sl-SI" sz="1100" dirty="0" err="1">
                <a:latin typeface="Courier New" pitchFamily="49" charset="0"/>
                <a:cs typeface="Courier New" pitchFamily="49" charset="0"/>
              </a:rPr>
              <a:t>OLD.starost</a:t>
            </a:r>
            <a:r>
              <a:rPr lang="sl-SI" sz="1100" dirty="0">
                <a:latin typeface="Courier New" pitchFamily="49" charset="0"/>
                <a:cs typeface="Courier New" pitchFamily="49" charset="0"/>
              </a:rPr>
              <a:t> &lt;18 THEN</a:t>
            </a:r>
          </a:p>
          <a:p>
            <a:pPr marL="514350" indent="-514350">
              <a:buNone/>
            </a:pPr>
            <a:r>
              <a:rPr lang="sl-SI" sz="1100" dirty="0">
                <a:latin typeface="Courier New" pitchFamily="49" charset="0"/>
                <a:cs typeface="Courier New" pitchFamily="49" charset="0"/>
              </a:rPr>
              <a:t>   DELETE FROM </a:t>
            </a:r>
            <a:r>
              <a:rPr lang="sl-SI" sz="1100" dirty="0" err="1">
                <a:latin typeface="Courier New" pitchFamily="49" charset="0"/>
                <a:cs typeface="Courier New" pitchFamily="49" charset="0"/>
              </a:rPr>
              <a:t>MladTab</a:t>
            </a:r>
            <a:r>
              <a:rPr lang="sl-SI" sz="1100" dirty="0">
                <a:latin typeface="Courier New" pitchFamily="49" charset="0"/>
                <a:cs typeface="Courier New" pitchFamily="49" charset="0"/>
              </a:rPr>
              <a:t> </a:t>
            </a:r>
          </a:p>
          <a:p>
            <a:pPr marL="514350" indent="-514350">
              <a:buNone/>
            </a:pPr>
            <a:r>
              <a:rPr lang="sl-SI" sz="1100" dirty="0">
                <a:latin typeface="Courier New" pitchFamily="49" charset="0"/>
                <a:cs typeface="Courier New" pitchFamily="49" charset="0"/>
              </a:rPr>
              <a:t>   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a:t>
            </a:r>
            <a:r>
              <a:rPr lang="sl-SI" sz="1100" dirty="0" err="1">
                <a:latin typeface="Courier New" pitchFamily="49" charset="0"/>
                <a:cs typeface="Courier New" pitchFamily="49" charset="0"/>
              </a:rPr>
              <a:t>OLD.jid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END IF;</a:t>
            </a:r>
          </a:p>
          <a:p>
            <a:pPr marL="514350" indent="-514350">
              <a:buNone/>
            </a:pPr>
            <a:r>
              <a:rPr lang="sl-SI" sz="1100" dirty="0">
                <a:latin typeface="Courier New" pitchFamily="49" charset="0"/>
                <a:cs typeface="Courier New" pitchFamily="49" charset="0"/>
              </a:rPr>
              <a:t>END//</a:t>
            </a:r>
          </a:p>
          <a:p>
            <a:pPr marL="514350" indent="-514350">
              <a:buNone/>
            </a:pP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CREATE TRIGGER </a:t>
            </a:r>
            <a:r>
              <a:rPr lang="sl-SI" sz="1100" dirty="0" err="1">
                <a:latin typeface="Courier New" pitchFamily="49" charset="0"/>
                <a:cs typeface="Courier New" pitchFamily="49" charset="0"/>
              </a:rPr>
              <a:t>MlT_UPDATE</a:t>
            </a: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AFTER UPDATE ON jadralec</a:t>
            </a:r>
          </a:p>
          <a:p>
            <a:pPr marL="514350" indent="-514350">
              <a:buNone/>
            </a:pPr>
            <a:r>
              <a:rPr lang="sl-SI" sz="1100" dirty="0">
                <a:latin typeface="Courier New" pitchFamily="49" charset="0"/>
                <a:cs typeface="Courier New" pitchFamily="49" charset="0"/>
              </a:rPr>
              <a:t>FOR EACH ROW</a:t>
            </a:r>
          </a:p>
          <a:p>
            <a:pPr marL="514350" indent="-514350">
              <a:buNone/>
            </a:pPr>
            <a:r>
              <a:rPr lang="sl-SI" sz="1100" dirty="0">
                <a:latin typeface="Courier New" pitchFamily="49" charset="0"/>
                <a:cs typeface="Courier New" pitchFamily="49" charset="0"/>
              </a:rPr>
              <a:t>BEGIN</a:t>
            </a:r>
          </a:p>
          <a:p>
            <a:pPr marL="514350" indent="-514350">
              <a:buNone/>
            </a:pPr>
            <a:r>
              <a:rPr lang="sl-SI" sz="1100" dirty="0">
                <a:latin typeface="Courier New" pitchFamily="49" charset="0"/>
                <a:cs typeface="Courier New" pitchFamily="49" charset="0"/>
              </a:rPr>
              <a:t>IF </a:t>
            </a:r>
            <a:r>
              <a:rPr lang="sl-SI" sz="1100" dirty="0" err="1">
                <a:latin typeface="Courier New" pitchFamily="49" charset="0"/>
                <a:cs typeface="Courier New" pitchFamily="49" charset="0"/>
              </a:rPr>
              <a:t>OLD.starost</a:t>
            </a:r>
            <a:r>
              <a:rPr lang="sl-SI" sz="1100" dirty="0">
                <a:latin typeface="Courier New" pitchFamily="49" charset="0"/>
                <a:cs typeface="Courier New" pitchFamily="49" charset="0"/>
              </a:rPr>
              <a:t> &lt;18 AND </a:t>
            </a:r>
            <a:r>
              <a:rPr lang="sl-SI" sz="1100" dirty="0" err="1">
                <a:latin typeface="Courier New" pitchFamily="49" charset="0"/>
                <a:cs typeface="Courier New" pitchFamily="49" charset="0"/>
              </a:rPr>
              <a:t>NEW.starost</a:t>
            </a:r>
            <a:r>
              <a:rPr lang="sl-SI" sz="1100" dirty="0">
                <a:latin typeface="Courier New" pitchFamily="49" charset="0"/>
                <a:cs typeface="Courier New" pitchFamily="49" charset="0"/>
              </a:rPr>
              <a:t> &gt;=18 THEN</a:t>
            </a:r>
          </a:p>
          <a:p>
            <a:pPr marL="514350" indent="-514350">
              <a:buNone/>
            </a:pPr>
            <a:r>
              <a:rPr lang="sl-SI" sz="1100" dirty="0">
                <a:latin typeface="Courier New" pitchFamily="49" charset="0"/>
                <a:cs typeface="Courier New" pitchFamily="49" charset="0"/>
              </a:rPr>
              <a:t>   DELETE FROM </a:t>
            </a:r>
            <a:r>
              <a:rPr lang="sl-SI" sz="1100" dirty="0" err="1">
                <a:latin typeface="Courier New" pitchFamily="49" charset="0"/>
                <a:cs typeface="Courier New" pitchFamily="49" charset="0"/>
              </a:rPr>
              <a:t>MladTab</a:t>
            </a:r>
            <a:r>
              <a:rPr lang="sl-SI" sz="1100" dirty="0">
                <a:latin typeface="Courier New" pitchFamily="49" charset="0"/>
                <a:cs typeface="Courier New" pitchFamily="49" charset="0"/>
              </a:rPr>
              <a:t> </a:t>
            </a:r>
          </a:p>
          <a:p>
            <a:pPr marL="514350" indent="-514350">
              <a:buNone/>
            </a:pPr>
            <a:r>
              <a:rPr lang="sl-SI" sz="1100" dirty="0">
                <a:latin typeface="Courier New" pitchFamily="49" charset="0"/>
                <a:cs typeface="Courier New" pitchFamily="49" charset="0"/>
              </a:rPr>
              <a:t>   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a:t>
            </a:r>
            <a:r>
              <a:rPr lang="sl-SI" sz="1100" dirty="0" err="1">
                <a:latin typeface="Courier New" pitchFamily="49" charset="0"/>
                <a:cs typeface="Courier New" pitchFamily="49" charset="0"/>
              </a:rPr>
              <a:t>OLD.jid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ELSEIF </a:t>
            </a:r>
            <a:r>
              <a:rPr lang="sl-SI" sz="1100" dirty="0" err="1">
                <a:latin typeface="Courier New" pitchFamily="49" charset="0"/>
                <a:cs typeface="Courier New" pitchFamily="49" charset="0"/>
              </a:rPr>
              <a:t>OLD.starost</a:t>
            </a:r>
            <a:r>
              <a:rPr lang="sl-SI" sz="1100" dirty="0">
                <a:latin typeface="Courier New" pitchFamily="49" charset="0"/>
                <a:cs typeface="Courier New" pitchFamily="49" charset="0"/>
              </a:rPr>
              <a:t> &gt;=18 AND </a:t>
            </a:r>
            <a:r>
              <a:rPr lang="sl-SI" sz="1100" dirty="0" err="1">
                <a:latin typeface="Courier New" pitchFamily="49" charset="0"/>
                <a:cs typeface="Courier New" pitchFamily="49" charset="0"/>
              </a:rPr>
              <a:t>NEW.starost</a:t>
            </a:r>
            <a:r>
              <a:rPr lang="sl-SI" sz="1100" dirty="0">
                <a:latin typeface="Courier New" pitchFamily="49" charset="0"/>
                <a:cs typeface="Courier New" pitchFamily="49" charset="0"/>
              </a:rPr>
              <a:t> &lt;18 THEN</a:t>
            </a:r>
          </a:p>
          <a:p>
            <a:pPr marL="514350" indent="-514350">
              <a:buNone/>
            </a:pPr>
            <a:r>
              <a:rPr lang="sl-SI" sz="1100" dirty="0">
                <a:latin typeface="Courier New" pitchFamily="49" charset="0"/>
                <a:cs typeface="Courier New" pitchFamily="49" charset="0"/>
              </a:rPr>
              <a:t>   INSERT INTO </a:t>
            </a:r>
            <a:r>
              <a:rPr lang="sl-SI" sz="1100" dirty="0" err="1">
                <a:latin typeface="Courier New" pitchFamily="49" charset="0"/>
                <a:cs typeface="Courier New" pitchFamily="49" charset="0"/>
              </a:rPr>
              <a:t>MladTab</a:t>
            </a:r>
            <a:r>
              <a:rPr lang="sl-SI" sz="1100" dirty="0">
                <a:latin typeface="Courier New" pitchFamily="49" charset="0"/>
                <a:cs typeface="Courier New" pitchFamily="49" charset="0"/>
              </a:rPr>
              <a:t> VALUES(</a:t>
            </a:r>
            <a:r>
              <a:rPr lang="sl-SI" sz="1100" dirty="0" err="1">
                <a:latin typeface="Courier New" pitchFamily="49" charset="0"/>
                <a:cs typeface="Courier New" pitchFamily="49" charset="0"/>
              </a:rPr>
              <a:t>NEW.jid</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NEW.ime</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NEW.starost</a:t>
            </a:r>
            <a:r>
              <a:rPr lang="sl-SI" sz="1100" dirty="0">
                <a:latin typeface="Courier New" pitchFamily="49" charset="0"/>
                <a:cs typeface="Courier New" pitchFamily="49" charset="0"/>
              </a:rPr>
              <a:t>, </a:t>
            </a:r>
            <a:r>
              <a:rPr lang="sl-SI" sz="1100" dirty="0" err="1">
                <a:latin typeface="Courier New" pitchFamily="49" charset="0"/>
                <a:cs typeface="Courier New" pitchFamily="49" charset="0"/>
              </a:rPr>
              <a:t>NEW.rating</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ELSEIF </a:t>
            </a:r>
            <a:r>
              <a:rPr lang="sl-SI" sz="1100" dirty="0" err="1">
                <a:latin typeface="Courier New" pitchFamily="49" charset="0"/>
                <a:cs typeface="Courier New" pitchFamily="49" charset="0"/>
              </a:rPr>
              <a:t>OLD.starost</a:t>
            </a:r>
            <a:r>
              <a:rPr lang="sl-SI" sz="1100" dirty="0">
                <a:latin typeface="Courier New" pitchFamily="49" charset="0"/>
                <a:cs typeface="Courier New" pitchFamily="49" charset="0"/>
              </a:rPr>
              <a:t> &lt;18 AND </a:t>
            </a:r>
            <a:r>
              <a:rPr lang="sl-SI" sz="1100" dirty="0" err="1">
                <a:latin typeface="Courier New" pitchFamily="49" charset="0"/>
                <a:cs typeface="Courier New" pitchFamily="49" charset="0"/>
              </a:rPr>
              <a:t>NEW.starost</a:t>
            </a:r>
            <a:r>
              <a:rPr lang="sl-SI" sz="1100" dirty="0">
                <a:latin typeface="Courier New" pitchFamily="49" charset="0"/>
                <a:cs typeface="Courier New" pitchFamily="49" charset="0"/>
              </a:rPr>
              <a:t> &lt;18 THEN</a:t>
            </a:r>
          </a:p>
          <a:p>
            <a:pPr marL="514350" indent="-514350">
              <a:buNone/>
            </a:pPr>
            <a:r>
              <a:rPr lang="sl-SI" sz="1100" dirty="0">
                <a:latin typeface="Courier New" pitchFamily="49" charset="0"/>
                <a:cs typeface="Courier New" pitchFamily="49" charset="0"/>
              </a:rPr>
              <a:t>   UPDATE </a:t>
            </a:r>
            <a:r>
              <a:rPr lang="sl-SI" sz="1100" dirty="0" err="1">
                <a:latin typeface="Courier New" pitchFamily="49" charset="0"/>
                <a:cs typeface="Courier New" pitchFamily="49" charset="0"/>
              </a:rPr>
              <a:t>MladTab</a:t>
            </a:r>
            <a:r>
              <a:rPr lang="sl-SI" sz="1100" dirty="0">
                <a:latin typeface="Courier New" pitchFamily="49" charset="0"/>
                <a:cs typeface="Courier New" pitchFamily="49" charset="0"/>
              </a:rPr>
              <a:t> </a:t>
            </a:r>
          </a:p>
          <a:p>
            <a:pPr marL="514350" indent="-514350">
              <a:buNone/>
            </a:pPr>
            <a:r>
              <a:rPr lang="sl-SI" sz="1100" dirty="0">
                <a:latin typeface="Courier New" pitchFamily="49" charset="0"/>
                <a:cs typeface="Courier New" pitchFamily="49" charset="0"/>
              </a:rPr>
              <a:t>   SET starost=</a:t>
            </a:r>
            <a:r>
              <a:rPr lang="sl-SI" sz="1100" dirty="0" err="1">
                <a:latin typeface="Courier New" pitchFamily="49" charset="0"/>
                <a:cs typeface="Courier New" pitchFamily="49" charset="0"/>
              </a:rPr>
              <a:t>NEW.starost</a:t>
            </a:r>
            <a:r>
              <a:rPr lang="en-US" sz="1100" dirty="0">
                <a:latin typeface="Courier New" pitchFamily="49" charset="0"/>
                <a:cs typeface="Courier New" pitchFamily="49" charset="0"/>
              </a:rPr>
              <a:t> </a:t>
            </a:r>
            <a:r>
              <a:rPr lang="sl-SI" sz="1100" dirty="0">
                <a:latin typeface="Courier New" pitchFamily="49" charset="0"/>
                <a:cs typeface="Courier New" pitchFamily="49" charset="0"/>
              </a:rPr>
              <a:t>AND </a:t>
            </a:r>
            <a:r>
              <a:rPr lang="en-US" sz="1100" dirty="0" err="1">
                <a:latin typeface="Courier New" pitchFamily="49" charset="0"/>
                <a:cs typeface="Courier New" pitchFamily="49" charset="0"/>
              </a:rPr>
              <a:t>ime</a:t>
            </a:r>
            <a:r>
              <a:rPr lang="sl-SI" sz="1100" dirty="0">
                <a:latin typeface="Courier New" pitchFamily="49" charset="0"/>
                <a:cs typeface="Courier New" pitchFamily="49" charset="0"/>
              </a:rPr>
              <a:t>= NEW.</a:t>
            </a:r>
            <a:r>
              <a:rPr lang="en-US" sz="1100" dirty="0" err="1">
                <a:latin typeface="Courier New" pitchFamily="49" charset="0"/>
                <a:cs typeface="Courier New" pitchFamily="49" charset="0"/>
              </a:rPr>
              <a:t>ime</a:t>
            </a:r>
            <a:r>
              <a:rPr lang="en-US" sz="1100" dirty="0">
                <a:latin typeface="Courier New" pitchFamily="49" charset="0"/>
                <a:cs typeface="Courier New" pitchFamily="49" charset="0"/>
              </a:rPr>
              <a:t> AND </a:t>
            </a:r>
            <a:r>
              <a:rPr lang="en-US" sz="1100" dirty="0" err="1">
                <a:latin typeface="Courier New" pitchFamily="49" charset="0"/>
                <a:cs typeface="Courier New" pitchFamily="49" charset="0"/>
              </a:rPr>
              <a:t>jid</a:t>
            </a:r>
            <a:r>
              <a:rPr lang="en-US" sz="1100" dirty="0">
                <a:latin typeface="Courier New" pitchFamily="49" charset="0"/>
                <a:cs typeface="Courier New" pitchFamily="49" charset="0"/>
              </a:rPr>
              <a:t>=</a:t>
            </a:r>
            <a:r>
              <a:rPr lang="en-US" sz="1100" dirty="0" err="1">
                <a:latin typeface="Courier New" pitchFamily="49" charset="0"/>
                <a:cs typeface="Courier New" pitchFamily="49" charset="0"/>
              </a:rPr>
              <a:t>new.jid</a:t>
            </a:r>
            <a:r>
              <a:rPr lang="en-US" sz="1100" dirty="0">
                <a:latin typeface="Courier New" pitchFamily="49" charset="0"/>
                <a:cs typeface="Courier New" pitchFamily="49" charset="0"/>
              </a:rPr>
              <a:t> AND rating=</a:t>
            </a:r>
            <a:r>
              <a:rPr lang="en-US" sz="1100" dirty="0" err="1">
                <a:latin typeface="Courier New" pitchFamily="49" charset="0"/>
                <a:cs typeface="Courier New" pitchFamily="49" charset="0"/>
              </a:rPr>
              <a:t>new.rating</a:t>
            </a: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   WHERE </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a:t>
            </a:r>
            <a:r>
              <a:rPr lang="sl-SI" sz="1100" dirty="0" err="1">
                <a:latin typeface="Courier New" pitchFamily="49" charset="0"/>
                <a:cs typeface="Courier New" pitchFamily="49" charset="0"/>
              </a:rPr>
              <a:t>NEW.jid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END IF;</a:t>
            </a:r>
          </a:p>
          <a:p>
            <a:pPr marL="514350" indent="-514350">
              <a:buNone/>
            </a:pPr>
            <a:r>
              <a:rPr lang="sl-SI" sz="1100" dirty="0">
                <a:latin typeface="Courier New" pitchFamily="49" charset="0"/>
                <a:cs typeface="Courier New" pitchFamily="49" charset="0"/>
              </a:rPr>
              <a:t>END//</a:t>
            </a:r>
          </a:p>
          <a:p>
            <a:pPr marL="514350" indent="-514350">
              <a:buNone/>
            </a:pPr>
            <a:endParaRPr lang="sl-SI" sz="1100" dirty="0">
              <a:latin typeface="Courier New" pitchFamily="49" charset="0"/>
              <a:cs typeface="Courier New" pitchFamily="49" charset="0"/>
            </a:endParaRPr>
          </a:p>
        </p:txBody>
      </p:sp>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Tree>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dirty="0" err="1"/>
              <a:t>Common</a:t>
            </a:r>
            <a:r>
              <a:rPr lang="sl-SI" dirty="0"/>
              <a:t> Table </a:t>
            </a:r>
            <a:r>
              <a:rPr lang="sl-SI" dirty="0" err="1"/>
              <a:t>Expression</a:t>
            </a:r>
            <a:r>
              <a:rPr lang="sl-SI" dirty="0"/>
              <a:t> (CTE)</a:t>
            </a:r>
          </a:p>
        </p:txBody>
      </p:sp>
      <p:sp>
        <p:nvSpPr>
          <p:cNvPr id="3" name="Ograda vsebine 2"/>
          <p:cNvSpPr>
            <a:spLocks noGrp="1"/>
          </p:cNvSpPr>
          <p:nvPr>
            <p:ph idx="1"/>
          </p:nvPr>
        </p:nvSpPr>
        <p:spPr/>
        <p:txBody>
          <a:bodyPr/>
          <a:lstStyle/>
          <a:p>
            <a:r>
              <a:rPr lang="sl-SI"/>
              <a:t>Začasna tabela, ki živi le znotraj ene poizvedbe.</a:t>
            </a:r>
          </a:p>
          <a:p>
            <a:r>
              <a:rPr lang="sl-SI"/>
              <a:t>Uporablja se lahko skoraj pov</a:t>
            </a:r>
            <a:r>
              <a:rPr lang="en-US"/>
              <a:t>s</a:t>
            </a:r>
            <a:r>
              <a:rPr lang="sl-SI"/>
              <a:t>od, kjer imamo SELECT stavek.</a:t>
            </a:r>
          </a:p>
          <a:p>
            <a:r>
              <a:rPr lang="sl-SI"/>
              <a:t>CTE definiramo z besedo WITH.</a:t>
            </a:r>
          </a:p>
          <a:p>
            <a:endParaRPr lang="sl-SI"/>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a:extLst>
              <a:ext uri="{FF2B5EF4-FFF2-40B4-BE49-F238E27FC236}">
                <a16:creationId xmlns:a16="http://schemas.microsoft.com/office/drawing/2014/main" id="{5D112BE2-2D62-47EA-8C1F-9C15C83CFECD}"/>
              </a:ext>
            </a:extLst>
          </p:cNvPr>
          <p:cNvSpPr txBox="1"/>
          <p:nvPr/>
        </p:nvSpPr>
        <p:spPr>
          <a:xfrm>
            <a:off x="1143000" y="4648200"/>
            <a:ext cx="6858000" cy="2031325"/>
          </a:xfrm>
          <a:prstGeom prst="rect">
            <a:avLst/>
          </a:prstGeom>
          <a:noFill/>
        </p:spPr>
        <p:txBody>
          <a:bodyPr wrap="square" rtlCol="0">
            <a:spAutoFit/>
          </a:bodyPr>
          <a:lstStyle/>
          <a:p>
            <a:pPr algn="l"/>
            <a:r>
              <a:rPr lang="sl-SI" b="1">
                <a:latin typeface="Courier New" pitchFamily="49" charset="0"/>
                <a:cs typeface="Courier New" pitchFamily="49" charset="0"/>
              </a:rPr>
              <a:t>WITH ... SELECT ...</a:t>
            </a:r>
          </a:p>
          <a:p>
            <a:pPr algn="l"/>
            <a:r>
              <a:rPr lang="sl-SI" b="1">
                <a:latin typeface="Courier New" pitchFamily="49" charset="0"/>
                <a:cs typeface="Courier New" pitchFamily="49" charset="0"/>
              </a:rPr>
              <a:t>WITH ... UPDATE ...</a:t>
            </a:r>
          </a:p>
          <a:p>
            <a:pPr algn="l"/>
            <a:r>
              <a:rPr lang="sl-SI" b="1">
                <a:latin typeface="Courier New" pitchFamily="49" charset="0"/>
                <a:cs typeface="Courier New" pitchFamily="49" charset="0"/>
              </a:rPr>
              <a:t>WITH ... DELETE ...</a:t>
            </a:r>
          </a:p>
          <a:p>
            <a:pPr algn="l"/>
            <a:r>
              <a:rPr lang="sl-SI" b="1">
                <a:latin typeface="Courier New" pitchFamily="49" charset="0"/>
                <a:cs typeface="Courier New" pitchFamily="49" charset="0"/>
              </a:rPr>
              <a:t>INSERT ... WITH ... SELECT ...</a:t>
            </a:r>
          </a:p>
          <a:p>
            <a:pPr algn="l"/>
            <a:r>
              <a:rPr lang="sl-SI" b="1">
                <a:latin typeface="Courier New" pitchFamily="49" charset="0"/>
                <a:cs typeface="Courier New" pitchFamily="49" charset="0"/>
              </a:rPr>
              <a:t>CREATE TABLE ... WITH ... SELECT ...</a:t>
            </a:r>
          </a:p>
          <a:p>
            <a:pPr algn="l"/>
            <a:r>
              <a:rPr lang="sl-SI" b="1">
                <a:latin typeface="Courier New" pitchFamily="49" charset="0"/>
                <a:cs typeface="Courier New" pitchFamily="49" charset="0"/>
              </a:rPr>
              <a:t>CREATE VIEW ... WITH ... SELECT ...</a:t>
            </a:r>
          </a:p>
          <a:p>
            <a:pPr algn="l"/>
            <a:r>
              <a:rPr lang="sl-SI">
                <a:latin typeface="Courier New" pitchFamily="49" charset="0"/>
                <a:cs typeface="Courier New" pitchFamily="49" charset="0"/>
              </a:rPr>
              <a:t>	</a:t>
            </a:r>
            <a:endParaRPr lang="sl-SI"/>
          </a:p>
        </p:txBody>
      </p:sp>
    </p:spTree>
    <p:extLst>
      <p:ext uri="{BB962C8B-B14F-4D97-AF65-F5344CB8AC3E}">
        <p14:creationId xmlns:p14="http://schemas.microsoft.com/office/powerpoint/2010/main" val="110734830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dirty="0" err="1"/>
              <a:t>Common</a:t>
            </a:r>
            <a:r>
              <a:rPr lang="sl-SI" dirty="0"/>
              <a:t> Table </a:t>
            </a:r>
            <a:r>
              <a:rPr lang="sl-SI" dirty="0" err="1"/>
              <a:t>Expression</a:t>
            </a:r>
            <a:r>
              <a:rPr lang="sl-SI" dirty="0"/>
              <a:t> (CTE)</a:t>
            </a:r>
          </a:p>
        </p:txBody>
      </p:sp>
      <p:sp>
        <p:nvSpPr>
          <p:cNvPr id="3" name="Ograda vsebine 2"/>
          <p:cNvSpPr>
            <a:spLocks noGrp="1"/>
          </p:cNvSpPr>
          <p:nvPr>
            <p:ph idx="1"/>
          </p:nvPr>
        </p:nvSpPr>
        <p:spPr/>
        <p:txBody>
          <a:bodyPr/>
          <a:lstStyle/>
          <a:p>
            <a:r>
              <a:rPr lang="sl-SI"/>
              <a:t>Oglejmo si primer z eno tabelo.</a:t>
            </a:r>
          </a:p>
          <a:p>
            <a:endParaRPr lang="sl-SI"/>
          </a:p>
          <a:p>
            <a:endParaRPr lang="sl-SI"/>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a:extLst>
              <a:ext uri="{FF2B5EF4-FFF2-40B4-BE49-F238E27FC236}">
                <a16:creationId xmlns:a16="http://schemas.microsoft.com/office/drawing/2014/main" id="{5D112BE2-2D62-47EA-8C1F-9C15C83CFECD}"/>
              </a:ext>
            </a:extLst>
          </p:cNvPr>
          <p:cNvSpPr txBox="1"/>
          <p:nvPr/>
        </p:nvSpPr>
        <p:spPr>
          <a:xfrm>
            <a:off x="914400" y="3200400"/>
            <a:ext cx="6858000" cy="2308324"/>
          </a:xfrm>
          <a:prstGeom prst="rect">
            <a:avLst/>
          </a:prstGeom>
          <a:noFill/>
        </p:spPr>
        <p:txBody>
          <a:bodyPr wrap="square" rtlCol="0">
            <a:spAutoFit/>
          </a:bodyPr>
          <a:lstStyle/>
          <a:p>
            <a:pPr algn="l"/>
            <a:r>
              <a:rPr lang="en-US" b="1">
                <a:latin typeface="Courier New" pitchFamily="49" charset="0"/>
                <a:cs typeface="Courier New" pitchFamily="49" charset="0"/>
              </a:rPr>
              <a:t>WITH </a:t>
            </a:r>
            <a:r>
              <a:rPr lang="en-US" err="1">
                <a:latin typeface="Courier New" pitchFamily="49" charset="0"/>
                <a:cs typeface="Courier New" pitchFamily="49" charset="0"/>
              </a:rPr>
              <a:t>modri</a:t>
            </a:r>
            <a:r>
              <a:rPr lang="en-US" b="1">
                <a:latin typeface="Courier New" pitchFamily="49" charset="0"/>
                <a:cs typeface="Courier New" pitchFamily="49" charset="0"/>
              </a:rPr>
              <a:t> AS</a:t>
            </a:r>
            <a:endParaRPr lang="sl-SI" b="1">
              <a:latin typeface="Courier New" pitchFamily="49" charset="0"/>
              <a:cs typeface="Courier New" pitchFamily="49" charset="0"/>
            </a:endParaRPr>
          </a:p>
          <a:p>
            <a:pPr algn="l"/>
            <a:r>
              <a:rPr lang="sl-SI">
                <a:latin typeface="Courier New" pitchFamily="49" charset="0"/>
                <a:cs typeface="Courier New" pitchFamily="49" charset="0"/>
              </a:rPr>
              <a:t>(</a:t>
            </a:r>
            <a:r>
              <a:rPr lang="en-US" b="1">
                <a:latin typeface="Courier New" pitchFamily="49" charset="0"/>
                <a:cs typeface="Courier New" pitchFamily="49" charset="0"/>
              </a:rPr>
              <a:t>	</a:t>
            </a:r>
            <a:endParaRPr lang="sl-SI" b="1">
              <a:latin typeface="Courier New" pitchFamily="49" charset="0"/>
              <a:cs typeface="Courier New" pitchFamily="49" charset="0"/>
            </a:endParaRPr>
          </a:p>
          <a:p>
            <a:pPr algn="l"/>
            <a:r>
              <a:rPr lang="sl-SI" b="1">
                <a:latin typeface="Courier New" pitchFamily="49" charset="0"/>
                <a:cs typeface="Courier New" pitchFamily="49" charset="0"/>
              </a:rPr>
              <a:t>  </a:t>
            </a:r>
            <a:r>
              <a:rPr lang="en-US" b="1">
                <a:latin typeface="Courier New" pitchFamily="49" charset="0"/>
                <a:cs typeface="Courier New" pitchFamily="49" charset="0"/>
              </a:rPr>
              <a:t>SELECT </a:t>
            </a:r>
            <a:r>
              <a:rPr lang="en-US">
                <a:latin typeface="Courier New" pitchFamily="49" charset="0"/>
                <a:cs typeface="Courier New" pitchFamily="49" charset="0"/>
              </a:rPr>
              <a:t>*</a:t>
            </a:r>
            <a:r>
              <a:rPr lang="sl-SI" b="1">
                <a:latin typeface="Courier New" pitchFamily="49" charset="0"/>
                <a:cs typeface="Courier New" pitchFamily="49" charset="0"/>
              </a:rPr>
              <a:t> </a:t>
            </a:r>
            <a:r>
              <a:rPr lang="en-US" b="1">
                <a:latin typeface="Courier New" pitchFamily="49" charset="0"/>
                <a:cs typeface="Courier New" pitchFamily="49" charset="0"/>
              </a:rPr>
              <a:t>FROM </a:t>
            </a:r>
            <a:r>
              <a:rPr lang="en-US" err="1">
                <a:latin typeface="Courier New" pitchFamily="49" charset="0"/>
                <a:cs typeface="Courier New" pitchFamily="49" charset="0"/>
              </a:rPr>
              <a:t>rezervacija</a:t>
            </a:r>
            <a:r>
              <a:rPr lang="en-US" b="1">
                <a:latin typeface="Courier New" pitchFamily="49" charset="0"/>
                <a:cs typeface="Courier New" pitchFamily="49" charset="0"/>
              </a:rPr>
              <a:t> JOIN </a:t>
            </a:r>
            <a:r>
              <a:rPr lang="en-US" err="1">
                <a:latin typeface="Courier New" pitchFamily="49" charset="0"/>
                <a:cs typeface="Courier New" pitchFamily="49" charset="0"/>
              </a:rPr>
              <a:t>coln</a:t>
            </a:r>
            <a:r>
              <a:rPr lang="sl-SI" b="1">
                <a:latin typeface="Courier New" pitchFamily="49" charset="0"/>
                <a:cs typeface="Courier New" pitchFamily="49" charset="0"/>
              </a:rPr>
              <a:t> US</a:t>
            </a:r>
            <a:r>
              <a:rPr lang="en-US" b="1">
                <a:latin typeface="Courier New" pitchFamily="49" charset="0"/>
                <a:cs typeface="Courier New" pitchFamily="49" charset="0"/>
              </a:rPr>
              <a:t>ING</a:t>
            </a:r>
            <a:r>
              <a:rPr lang="en-US">
                <a:latin typeface="Courier New" pitchFamily="49" charset="0"/>
                <a:cs typeface="Courier New" pitchFamily="49" charset="0"/>
              </a:rPr>
              <a:t>(</a:t>
            </a:r>
            <a:r>
              <a:rPr lang="en-US" err="1">
                <a:latin typeface="Courier New" pitchFamily="49" charset="0"/>
                <a:cs typeface="Courier New" pitchFamily="49" charset="0"/>
              </a:rPr>
              <a:t>cid</a:t>
            </a:r>
            <a:r>
              <a:rPr lang="en-US">
                <a:latin typeface="Courier New" pitchFamily="49" charset="0"/>
                <a:cs typeface="Courier New" pitchFamily="49" charset="0"/>
              </a:rPr>
              <a:t>)    </a:t>
            </a:r>
            <a:endParaRPr lang="sl-SI">
              <a:latin typeface="Courier New" pitchFamily="49" charset="0"/>
              <a:cs typeface="Courier New" pitchFamily="49" charset="0"/>
            </a:endParaRPr>
          </a:p>
          <a:p>
            <a:pPr algn="l"/>
            <a:r>
              <a:rPr lang="sl-SI" b="1">
                <a:latin typeface="Courier New" pitchFamily="49" charset="0"/>
                <a:cs typeface="Courier New" pitchFamily="49" charset="0"/>
              </a:rPr>
              <a:t>  </a:t>
            </a:r>
            <a:r>
              <a:rPr lang="en-US" b="1">
                <a:latin typeface="Courier New" pitchFamily="49" charset="0"/>
                <a:cs typeface="Courier New" pitchFamily="49" charset="0"/>
              </a:rPr>
              <a:t>WHERE </a:t>
            </a:r>
            <a:r>
              <a:rPr lang="en-US" err="1">
                <a:latin typeface="Courier New" pitchFamily="49" charset="0"/>
                <a:cs typeface="Courier New" pitchFamily="49" charset="0"/>
              </a:rPr>
              <a:t>barva</a:t>
            </a:r>
            <a:r>
              <a:rPr lang="en-US">
                <a:latin typeface="Courier New" pitchFamily="49" charset="0"/>
                <a:cs typeface="Courier New" pitchFamily="49" charset="0"/>
              </a:rPr>
              <a:t> = "</a:t>
            </a:r>
            <a:r>
              <a:rPr lang="en-US" err="1">
                <a:latin typeface="Courier New" pitchFamily="49" charset="0"/>
                <a:cs typeface="Courier New" pitchFamily="49" charset="0"/>
              </a:rPr>
              <a:t>modra</a:t>
            </a:r>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en-US" b="1">
                <a:latin typeface="Courier New" pitchFamily="49" charset="0"/>
                <a:cs typeface="Courier New" pitchFamily="49" charset="0"/>
              </a:rPr>
              <a:t>SELECT *</a:t>
            </a:r>
            <a:r>
              <a:rPr lang="sl-SI" b="1">
                <a:latin typeface="Courier New" pitchFamily="49" charset="0"/>
                <a:cs typeface="Courier New" pitchFamily="49" charset="0"/>
              </a:rPr>
              <a:t> </a:t>
            </a:r>
          </a:p>
          <a:p>
            <a:pPr algn="l"/>
            <a:r>
              <a:rPr lang="en-US" b="1">
                <a:latin typeface="Courier New" pitchFamily="49" charset="0"/>
                <a:cs typeface="Courier New" pitchFamily="49" charset="0"/>
              </a:rPr>
              <a:t>FROM </a:t>
            </a:r>
            <a:r>
              <a:rPr lang="en-US" err="1">
                <a:latin typeface="Courier New" pitchFamily="49" charset="0"/>
                <a:cs typeface="Courier New" pitchFamily="49" charset="0"/>
              </a:rPr>
              <a:t>modri</a:t>
            </a:r>
            <a:endParaRPr lang="sl-SI">
              <a:latin typeface="Courier New" pitchFamily="49" charset="0"/>
              <a:cs typeface="Courier New" pitchFamily="49" charset="0"/>
            </a:endParaRPr>
          </a:p>
          <a:p>
            <a:pPr algn="l"/>
            <a:r>
              <a:rPr lang="en-US" b="1">
                <a:latin typeface="Courier New" pitchFamily="49" charset="0"/>
                <a:cs typeface="Courier New" pitchFamily="49" charset="0"/>
              </a:rPr>
              <a:t>WHERE </a:t>
            </a:r>
            <a:r>
              <a:rPr lang="en-US" err="1">
                <a:latin typeface="Courier New" pitchFamily="49" charset="0"/>
                <a:cs typeface="Courier New" pitchFamily="49" charset="0"/>
              </a:rPr>
              <a:t>ime</a:t>
            </a:r>
            <a:r>
              <a:rPr lang="en-US">
                <a:latin typeface="Courier New" pitchFamily="49" charset="0"/>
                <a:cs typeface="Courier New" pitchFamily="49" charset="0"/>
              </a:rPr>
              <a:t> = "Elan";</a:t>
            </a:r>
            <a:r>
              <a:rPr lang="sl-SI">
                <a:latin typeface="Courier New" pitchFamily="49" charset="0"/>
                <a:cs typeface="Courier New" pitchFamily="49" charset="0"/>
              </a:rPr>
              <a:t>	</a:t>
            </a:r>
            <a:endParaRPr lang="sl-SI"/>
          </a:p>
        </p:txBody>
      </p:sp>
    </p:spTree>
    <p:extLst>
      <p:ext uri="{BB962C8B-B14F-4D97-AF65-F5344CB8AC3E}">
        <p14:creationId xmlns:p14="http://schemas.microsoft.com/office/powerpoint/2010/main" val="147021144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Common Table Expression (CTE)</a:t>
            </a:r>
          </a:p>
        </p:txBody>
      </p:sp>
      <p:sp>
        <p:nvSpPr>
          <p:cNvPr id="3" name="Ograda vsebine 2"/>
          <p:cNvSpPr>
            <a:spLocks noGrp="1"/>
          </p:cNvSpPr>
          <p:nvPr>
            <p:ph idx="1"/>
          </p:nvPr>
        </p:nvSpPr>
        <p:spPr/>
        <p:txBody>
          <a:bodyPr/>
          <a:lstStyle/>
          <a:p>
            <a:r>
              <a:rPr lang="sl-SI"/>
              <a:t>Primer z več tabelami. Kaj vrne poizvedba?</a:t>
            </a:r>
          </a:p>
          <a:p>
            <a:endParaRPr lang="sl-SI"/>
          </a:p>
          <a:p>
            <a:endParaRPr lang="sl-SI"/>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a:extLst>
              <a:ext uri="{FF2B5EF4-FFF2-40B4-BE49-F238E27FC236}">
                <a16:creationId xmlns:a16="http://schemas.microsoft.com/office/drawing/2014/main" id="{5D112BE2-2D62-47EA-8C1F-9C15C83CFECD}"/>
              </a:ext>
            </a:extLst>
          </p:cNvPr>
          <p:cNvSpPr txBox="1"/>
          <p:nvPr/>
        </p:nvSpPr>
        <p:spPr>
          <a:xfrm>
            <a:off x="914400" y="2895600"/>
            <a:ext cx="6858000" cy="3416320"/>
          </a:xfrm>
          <a:prstGeom prst="rect">
            <a:avLst/>
          </a:prstGeom>
          <a:noFill/>
        </p:spPr>
        <p:txBody>
          <a:bodyPr wrap="square" rtlCol="0">
            <a:spAutoFit/>
          </a:bodyPr>
          <a:lstStyle/>
          <a:p>
            <a:pPr algn="l"/>
            <a:r>
              <a:rPr lang="en-US" b="1">
                <a:latin typeface="Courier New" pitchFamily="49" charset="0"/>
                <a:cs typeface="Courier New" pitchFamily="49" charset="0"/>
              </a:rPr>
              <a:t>WITH </a:t>
            </a:r>
            <a:r>
              <a:rPr lang="en-US" err="1">
                <a:latin typeface="Courier New" pitchFamily="49" charset="0"/>
                <a:cs typeface="Courier New" pitchFamily="49" charset="0"/>
              </a:rPr>
              <a:t>rdeci</a:t>
            </a:r>
            <a:r>
              <a:rPr lang="en-US" b="1">
                <a:latin typeface="Courier New" pitchFamily="49" charset="0"/>
                <a:cs typeface="Courier New" pitchFamily="49" charset="0"/>
              </a:rPr>
              <a:t> AS</a:t>
            </a:r>
            <a:endParaRPr lang="sl-SI" b="1">
              <a:latin typeface="Courier New" pitchFamily="49" charset="0"/>
              <a:cs typeface="Courier New" pitchFamily="49" charset="0"/>
            </a:endParaRPr>
          </a:p>
          <a:p>
            <a:pPr algn="l"/>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sl-SI" b="1">
                <a:latin typeface="Courier New" pitchFamily="49" charset="0"/>
                <a:cs typeface="Courier New" pitchFamily="49" charset="0"/>
              </a:rPr>
              <a:t>  </a:t>
            </a:r>
            <a:r>
              <a:rPr lang="en-US" b="1">
                <a:latin typeface="Courier New" pitchFamily="49" charset="0"/>
                <a:cs typeface="Courier New" pitchFamily="49" charset="0"/>
              </a:rPr>
              <a:t>SELECT </a:t>
            </a:r>
            <a:r>
              <a:rPr lang="en-US">
                <a:latin typeface="Courier New" pitchFamily="49" charset="0"/>
                <a:cs typeface="Courier New" pitchFamily="49" charset="0"/>
              </a:rPr>
              <a:t>* </a:t>
            </a:r>
            <a:endParaRPr lang="sl-SI">
              <a:latin typeface="Courier New" pitchFamily="49" charset="0"/>
              <a:cs typeface="Courier New" pitchFamily="49" charset="0"/>
            </a:endParaRPr>
          </a:p>
          <a:p>
            <a:pPr algn="l"/>
            <a:r>
              <a:rPr lang="sl-SI" b="1">
                <a:latin typeface="Courier New" pitchFamily="49" charset="0"/>
                <a:cs typeface="Courier New" pitchFamily="49" charset="0"/>
              </a:rPr>
              <a:t>  </a:t>
            </a:r>
            <a:r>
              <a:rPr lang="en-US" b="1">
                <a:latin typeface="Courier New" pitchFamily="49" charset="0"/>
                <a:cs typeface="Courier New" pitchFamily="49" charset="0"/>
              </a:rPr>
              <a:t>FROM </a:t>
            </a:r>
            <a:r>
              <a:rPr lang="en-US" err="1">
                <a:latin typeface="Courier New" pitchFamily="49" charset="0"/>
                <a:cs typeface="Courier New" pitchFamily="49" charset="0"/>
              </a:rPr>
              <a:t>rezervacija</a:t>
            </a:r>
            <a:r>
              <a:rPr lang="en-US" b="1">
                <a:latin typeface="Courier New" pitchFamily="49" charset="0"/>
                <a:cs typeface="Courier New" pitchFamily="49" charset="0"/>
              </a:rPr>
              <a:t> JOIN </a:t>
            </a:r>
            <a:r>
              <a:rPr lang="en-US" err="1">
                <a:latin typeface="Courier New" pitchFamily="49" charset="0"/>
                <a:cs typeface="Courier New" pitchFamily="49" charset="0"/>
              </a:rPr>
              <a:t>coln</a:t>
            </a:r>
            <a:r>
              <a:rPr lang="en-US" b="1">
                <a:latin typeface="Courier New" pitchFamily="49" charset="0"/>
                <a:cs typeface="Courier New" pitchFamily="49" charset="0"/>
              </a:rPr>
              <a:t> USING</a:t>
            </a:r>
            <a:r>
              <a:rPr lang="en-US">
                <a:latin typeface="Courier New" pitchFamily="49" charset="0"/>
                <a:cs typeface="Courier New" pitchFamily="49" charset="0"/>
              </a:rPr>
              <a:t>(</a:t>
            </a:r>
            <a:r>
              <a:rPr lang="en-US" err="1">
                <a:latin typeface="Courier New" pitchFamily="49" charset="0"/>
                <a:cs typeface="Courier New" pitchFamily="49" charset="0"/>
              </a:rPr>
              <a:t>cid</a:t>
            </a:r>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sl-SI" b="1">
                <a:latin typeface="Courier New" pitchFamily="49" charset="0"/>
                <a:cs typeface="Courier New" pitchFamily="49" charset="0"/>
              </a:rPr>
              <a:t>  </a:t>
            </a:r>
            <a:r>
              <a:rPr lang="en-US" b="1">
                <a:latin typeface="Courier New" pitchFamily="49" charset="0"/>
                <a:cs typeface="Courier New" pitchFamily="49" charset="0"/>
              </a:rPr>
              <a:t>WHERE </a:t>
            </a:r>
            <a:r>
              <a:rPr lang="en-US" err="1">
                <a:latin typeface="Courier New" pitchFamily="49" charset="0"/>
                <a:cs typeface="Courier New" pitchFamily="49" charset="0"/>
              </a:rPr>
              <a:t>barva</a:t>
            </a:r>
            <a:r>
              <a:rPr lang="en-US">
                <a:latin typeface="Courier New" pitchFamily="49" charset="0"/>
                <a:cs typeface="Courier New" pitchFamily="49" charset="0"/>
              </a:rPr>
              <a:t> = "</a:t>
            </a:r>
            <a:r>
              <a:rPr lang="en-US" err="1">
                <a:latin typeface="Courier New" pitchFamily="49" charset="0"/>
                <a:cs typeface="Courier New" pitchFamily="49" charset="0"/>
              </a:rPr>
              <a:t>rdeca</a:t>
            </a:r>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en-US">
                <a:latin typeface="Courier New" pitchFamily="49" charset="0"/>
                <a:cs typeface="Courier New" pitchFamily="49" charset="0"/>
              </a:rPr>
              <a:t>)</a:t>
            </a:r>
            <a:r>
              <a:rPr lang="en-US" b="1">
                <a:latin typeface="Courier New" pitchFamily="49" charset="0"/>
                <a:cs typeface="Courier New" pitchFamily="49" charset="0"/>
              </a:rPr>
              <a:t>, </a:t>
            </a:r>
            <a:r>
              <a:rPr lang="en-US" err="1">
                <a:latin typeface="Courier New" pitchFamily="49" charset="0"/>
                <a:cs typeface="Courier New" pitchFamily="49" charset="0"/>
              </a:rPr>
              <a:t>modri</a:t>
            </a:r>
            <a:r>
              <a:rPr lang="en-US" b="1">
                <a:latin typeface="Courier New" pitchFamily="49" charset="0"/>
                <a:cs typeface="Courier New" pitchFamily="49" charset="0"/>
              </a:rPr>
              <a:t> AS</a:t>
            </a:r>
            <a:endParaRPr lang="sl-SI" b="1">
              <a:latin typeface="Courier New" pitchFamily="49" charset="0"/>
              <a:cs typeface="Courier New" pitchFamily="49" charset="0"/>
            </a:endParaRPr>
          </a:p>
          <a:p>
            <a:pPr algn="l"/>
            <a:r>
              <a:rPr lang="sl-SI">
                <a:latin typeface="Courier New" pitchFamily="49" charset="0"/>
                <a:cs typeface="Courier New" pitchFamily="49" charset="0"/>
              </a:rPr>
              <a:t>(</a:t>
            </a:r>
          </a:p>
          <a:p>
            <a:pPr algn="l"/>
            <a:r>
              <a:rPr lang="sl-SI" b="1">
                <a:latin typeface="Courier New" pitchFamily="49" charset="0"/>
                <a:cs typeface="Courier New" pitchFamily="49" charset="0"/>
              </a:rPr>
              <a:t>  </a:t>
            </a:r>
            <a:r>
              <a:rPr lang="en-US" b="1">
                <a:latin typeface="Courier New" pitchFamily="49" charset="0"/>
                <a:cs typeface="Courier New" pitchFamily="49" charset="0"/>
              </a:rPr>
              <a:t>SELECT </a:t>
            </a:r>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sl-SI" b="1">
                <a:latin typeface="Courier New" pitchFamily="49" charset="0"/>
                <a:cs typeface="Courier New" pitchFamily="49" charset="0"/>
              </a:rPr>
              <a:t>  </a:t>
            </a:r>
            <a:r>
              <a:rPr lang="en-US" b="1">
                <a:latin typeface="Courier New" pitchFamily="49" charset="0"/>
                <a:cs typeface="Courier New" pitchFamily="49" charset="0"/>
              </a:rPr>
              <a:t>FROM </a:t>
            </a:r>
            <a:r>
              <a:rPr lang="en-US" err="1">
                <a:latin typeface="Courier New" pitchFamily="49" charset="0"/>
                <a:cs typeface="Courier New" pitchFamily="49" charset="0"/>
              </a:rPr>
              <a:t>rezervacija</a:t>
            </a:r>
            <a:r>
              <a:rPr lang="en-US" b="1">
                <a:latin typeface="Courier New" pitchFamily="49" charset="0"/>
                <a:cs typeface="Courier New" pitchFamily="49" charset="0"/>
              </a:rPr>
              <a:t> JOIN </a:t>
            </a:r>
            <a:r>
              <a:rPr lang="en-US" err="1">
                <a:latin typeface="Courier New" pitchFamily="49" charset="0"/>
                <a:cs typeface="Courier New" pitchFamily="49" charset="0"/>
              </a:rPr>
              <a:t>coln</a:t>
            </a:r>
            <a:r>
              <a:rPr lang="en-US" b="1">
                <a:latin typeface="Courier New" pitchFamily="49" charset="0"/>
                <a:cs typeface="Courier New" pitchFamily="49" charset="0"/>
              </a:rPr>
              <a:t> USING</a:t>
            </a:r>
            <a:r>
              <a:rPr lang="en-US">
                <a:latin typeface="Courier New" pitchFamily="49" charset="0"/>
                <a:cs typeface="Courier New" pitchFamily="49" charset="0"/>
              </a:rPr>
              <a:t>(</a:t>
            </a:r>
            <a:r>
              <a:rPr lang="en-US" err="1">
                <a:latin typeface="Courier New" pitchFamily="49" charset="0"/>
                <a:cs typeface="Courier New" pitchFamily="49" charset="0"/>
              </a:rPr>
              <a:t>cid</a:t>
            </a:r>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sl-SI" b="1">
                <a:latin typeface="Courier New" pitchFamily="49" charset="0"/>
                <a:cs typeface="Courier New" pitchFamily="49" charset="0"/>
              </a:rPr>
              <a:t>  </a:t>
            </a:r>
            <a:r>
              <a:rPr lang="en-US" b="1">
                <a:latin typeface="Courier New" pitchFamily="49" charset="0"/>
                <a:cs typeface="Courier New" pitchFamily="49" charset="0"/>
              </a:rPr>
              <a:t>WHERE </a:t>
            </a:r>
            <a:r>
              <a:rPr lang="en-US" err="1">
                <a:latin typeface="Courier New" pitchFamily="49" charset="0"/>
                <a:cs typeface="Courier New" pitchFamily="49" charset="0"/>
              </a:rPr>
              <a:t>barva</a:t>
            </a:r>
            <a:r>
              <a:rPr lang="en-US" b="1">
                <a:latin typeface="Courier New" pitchFamily="49" charset="0"/>
                <a:cs typeface="Courier New" pitchFamily="49" charset="0"/>
              </a:rPr>
              <a:t> </a:t>
            </a:r>
            <a:r>
              <a:rPr lang="en-US">
                <a:latin typeface="Courier New" pitchFamily="49" charset="0"/>
                <a:cs typeface="Courier New" pitchFamily="49" charset="0"/>
              </a:rPr>
              <a:t>=</a:t>
            </a:r>
            <a:r>
              <a:rPr lang="en-US" b="1">
                <a:latin typeface="Courier New" pitchFamily="49" charset="0"/>
                <a:cs typeface="Courier New" pitchFamily="49" charset="0"/>
              </a:rPr>
              <a:t> </a:t>
            </a:r>
            <a:r>
              <a:rPr lang="en-US">
                <a:latin typeface="Courier New" pitchFamily="49" charset="0"/>
                <a:cs typeface="Courier New" pitchFamily="49" charset="0"/>
              </a:rPr>
              <a:t>"</a:t>
            </a:r>
            <a:r>
              <a:rPr lang="en-US" err="1">
                <a:latin typeface="Courier New" pitchFamily="49" charset="0"/>
                <a:cs typeface="Courier New" pitchFamily="49" charset="0"/>
              </a:rPr>
              <a:t>modra</a:t>
            </a:r>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en-US" b="1">
                <a:latin typeface="Courier New" pitchFamily="49" charset="0"/>
                <a:cs typeface="Courier New" pitchFamily="49" charset="0"/>
              </a:rPr>
              <a:t>SELECT </a:t>
            </a:r>
            <a:r>
              <a:rPr lang="en-US">
                <a:latin typeface="Courier New" pitchFamily="49" charset="0"/>
                <a:cs typeface="Courier New" pitchFamily="49" charset="0"/>
              </a:rPr>
              <a:t>*</a:t>
            </a:r>
            <a:r>
              <a:rPr lang="sl-SI" b="1">
                <a:latin typeface="Courier New" pitchFamily="49" charset="0"/>
                <a:cs typeface="Courier New" pitchFamily="49" charset="0"/>
              </a:rPr>
              <a:t> </a:t>
            </a:r>
            <a:r>
              <a:rPr lang="en-US" b="1">
                <a:latin typeface="Courier New" pitchFamily="49" charset="0"/>
                <a:cs typeface="Courier New" pitchFamily="49" charset="0"/>
              </a:rPr>
              <a:t>FROM </a:t>
            </a:r>
            <a:r>
              <a:rPr lang="en-US" err="1">
                <a:latin typeface="Courier New" pitchFamily="49" charset="0"/>
                <a:cs typeface="Courier New" pitchFamily="49" charset="0"/>
              </a:rPr>
              <a:t>rdeci</a:t>
            </a:r>
            <a:r>
              <a:rPr lang="en-US" b="1">
                <a:latin typeface="Courier New" pitchFamily="49" charset="0"/>
                <a:cs typeface="Courier New" pitchFamily="49" charset="0"/>
              </a:rPr>
              <a:t> JOIN </a:t>
            </a:r>
            <a:r>
              <a:rPr lang="en-US" err="1">
                <a:latin typeface="Courier New" pitchFamily="49" charset="0"/>
                <a:cs typeface="Courier New" pitchFamily="49" charset="0"/>
              </a:rPr>
              <a:t>modri</a:t>
            </a:r>
            <a:r>
              <a:rPr lang="en-US" b="1">
                <a:latin typeface="Courier New" pitchFamily="49" charset="0"/>
                <a:cs typeface="Courier New" pitchFamily="49" charset="0"/>
              </a:rPr>
              <a:t> USING</a:t>
            </a:r>
            <a:r>
              <a:rPr lang="en-US">
                <a:latin typeface="Courier New" pitchFamily="49" charset="0"/>
                <a:cs typeface="Courier New" pitchFamily="49" charset="0"/>
              </a:rPr>
              <a:t>(</a:t>
            </a:r>
            <a:r>
              <a:rPr lang="en-US" err="1">
                <a:latin typeface="Courier New" pitchFamily="49" charset="0"/>
                <a:cs typeface="Courier New" pitchFamily="49" charset="0"/>
              </a:rPr>
              <a:t>jid</a:t>
            </a:r>
            <a:r>
              <a:rPr lang="en-US">
                <a:latin typeface="Courier New" pitchFamily="49" charset="0"/>
                <a:cs typeface="Courier New" pitchFamily="49" charset="0"/>
              </a:rPr>
              <a:t>);</a:t>
            </a:r>
            <a:r>
              <a:rPr lang="sl-SI">
                <a:latin typeface="Courier New" pitchFamily="49" charset="0"/>
                <a:cs typeface="Courier New" pitchFamily="49" charset="0"/>
              </a:rPr>
              <a:t>	</a:t>
            </a:r>
            <a:endParaRPr lang="sl-SI"/>
          </a:p>
        </p:txBody>
      </p:sp>
    </p:spTree>
    <p:extLst>
      <p:ext uri="{BB962C8B-B14F-4D97-AF65-F5344CB8AC3E}">
        <p14:creationId xmlns:p14="http://schemas.microsoft.com/office/powerpoint/2010/main" val="176137066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Common Table Expression (CTE)</a:t>
            </a:r>
          </a:p>
        </p:txBody>
      </p:sp>
      <p:sp>
        <p:nvSpPr>
          <p:cNvPr id="3" name="Ograda vsebine 2"/>
          <p:cNvSpPr>
            <a:spLocks noGrp="1"/>
          </p:cNvSpPr>
          <p:nvPr>
            <p:ph idx="1"/>
          </p:nvPr>
        </p:nvSpPr>
        <p:spPr>
          <a:xfrm>
            <a:off x="762000" y="2214562"/>
            <a:ext cx="7693025" cy="3724275"/>
          </a:xfrm>
        </p:spPr>
        <p:txBody>
          <a:bodyPr/>
          <a:lstStyle/>
          <a:p>
            <a:r>
              <a:rPr lang="sl-SI"/>
              <a:t>Prej definiran CTE lahko uporabimo v sledečem CTE. Simulirajmo LEFT JOIN.</a:t>
            </a:r>
          </a:p>
          <a:p>
            <a:endParaRPr lang="sl-SI"/>
          </a:p>
          <a:p>
            <a:endParaRPr lang="sl-SI"/>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a:extLst>
              <a:ext uri="{FF2B5EF4-FFF2-40B4-BE49-F238E27FC236}">
                <a16:creationId xmlns:a16="http://schemas.microsoft.com/office/drawing/2014/main" id="{5D112BE2-2D62-47EA-8C1F-9C15C83CFECD}"/>
              </a:ext>
            </a:extLst>
          </p:cNvPr>
          <p:cNvSpPr txBox="1"/>
          <p:nvPr/>
        </p:nvSpPr>
        <p:spPr>
          <a:xfrm>
            <a:off x="1143000" y="3164681"/>
            <a:ext cx="6858000" cy="3693319"/>
          </a:xfrm>
          <a:prstGeom prst="rect">
            <a:avLst/>
          </a:prstGeom>
          <a:noFill/>
        </p:spPr>
        <p:txBody>
          <a:bodyPr wrap="square" rtlCol="0">
            <a:spAutoFit/>
          </a:bodyPr>
          <a:lstStyle/>
          <a:p>
            <a:pPr algn="l"/>
            <a:r>
              <a:rPr lang="en-US" b="1" dirty="0">
                <a:latin typeface="Courier New" pitchFamily="49" charset="0"/>
                <a:cs typeface="Courier New" pitchFamily="49" charset="0"/>
              </a:rPr>
              <a:t>WITH </a:t>
            </a:r>
            <a:r>
              <a:rPr lang="sl-SI" dirty="0">
                <a:latin typeface="Courier New" pitchFamily="49" charset="0"/>
                <a:cs typeface="Courier New" pitchFamily="49" charset="0"/>
              </a:rPr>
              <a:t>stik(</a:t>
            </a:r>
            <a:r>
              <a:rPr lang="sl-SI" dirty="0" err="1">
                <a:latin typeface="Courier New" pitchFamily="49" charset="0"/>
                <a:cs typeface="Courier New" pitchFamily="49" charset="0"/>
              </a:rPr>
              <a:t>jid</a:t>
            </a:r>
            <a:r>
              <a:rPr lang="sl-SI" dirty="0">
                <a:latin typeface="Courier New" pitchFamily="49" charset="0"/>
                <a:cs typeface="Courier New" pitchFamily="49" charset="0"/>
              </a:rPr>
              <a:t>, ime, </a:t>
            </a:r>
            <a:r>
              <a:rPr lang="sl-SI" dirty="0" err="1">
                <a:latin typeface="Courier New" pitchFamily="49" charset="0"/>
                <a:cs typeface="Courier New" pitchFamily="49" charset="0"/>
              </a:rPr>
              <a:t>rat</a:t>
            </a:r>
            <a:r>
              <a:rPr lang="sl-SI" dirty="0">
                <a:latin typeface="Courier New" pitchFamily="49" charset="0"/>
                <a:cs typeface="Courier New" pitchFamily="49" charset="0"/>
              </a:rPr>
              <a:t>, sta, </a:t>
            </a:r>
            <a:r>
              <a:rPr lang="sl-SI" dirty="0" err="1">
                <a:latin typeface="Courier New" pitchFamily="49" charset="0"/>
                <a:cs typeface="Courier New" pitchFamily="49" charset="0"/>
              </a:rPr>
              <a:t>cid</a:t>
            </a:r>
            <a:r>
              <a:rPr lang="sl-SI" dirty="0">
                <a:latin typeface="Courier New" pitchFamily="49" charset="0"/>
                <a:cs typeface="Courier New" pitchFamily="49" charset="0"/>
              </a:rPr>
              <a:t>, dan)</a:t>
            </a:r>
            <a:r>
              <a:rPr lang="en-US" b="1" dirty="0">
                <a:latin typeface="Courier New" pitchFamily="49" charset="0"/>
                <a:cs typeface="Courier New" pitchFamily="49" charset="0"/>
              </a:rPr>
              <a:t> AS</a:t>
            </a:r>
            <a:endParaRPr lang="sl-SI" b="1" dirty="0">
              <a:latin typeface="Courier New" pitchFamily="49" charset="0"/>
              <a:cs typeface="Courier New" pitchFamily="49" charset="0"/>
            </a:endParaRPr>
          </a:p>
          <a:p>
            <a:pPr algn="l"/>
            <a:r>
              <a:rPr lang="en-US" dirty="0">
                <a:latin typeface="Courier New" pitchFamily="49" charset="0"/>
                <a:cs typeface="Courier New" pitchFamily="49" charset="0"/>
              </a:rPr>
              <a:t>(</a:t>
            </a:r>
            <a:endParaRPr lang="sl-SI" dirty="0">
              <a:latin typeface="Courier New" pitchFamily="49" charset="0"/>
              <a:cs typeface="Courier New" pitchFamily="49" charset="0"/>
            </a:endParaRPr>
          </a:p>
          <a:p>
            <a:pPr algn="l"/>
            <a:r>
              <a:rPr lang="sl-SI" b="1" dirty="0">
                <a:latin typeface="Courier New" pitchFamily="49" charset="0"/>
                <a:cs typeface="Courier New" pitchFamily="49" charset="0"/>
              </a:rPr>
              <a:t>  </a:t>
            </a:r>
            <a:r>
              <a:rPr lang="en-US" b="1" dirty="0">
                <a:latin typeface="Courier New" pitchFamily="49" charset="0"/>
                <a:cs typeface="Courier New" pitchFamily="49" charset="0"/>
              </a:rPr>
              <a:t>SELECT </a:t>
            </a:r>
            <a:r>
              <a:rPr lang="en-US" dirty="0">
                <a:latin typeface="Courier New" pitchFamily="49" charset="0"/>
                <a:cs typeface="Courier New" pitchFamily="49" charset="0"/>
              </a:rPr>
              <a:t>* </a:t>
            </a:r>
            <a:endParaRPr lang="sl-SI" dirty="0">
              <a:latin typeface="Courier New" pitchFamily="49" charset="0"/>
              <a:cs typeface="Courier New" pitchFamily="49" charset="0"/>
            </a:endParaRPr>
          </a:p>
          <a:p>
            <a:pPr algn="l"/>
            <a:r>
              <a:rPr lang="sl-SI" b="1" dirty="0">
                <a:latin typeface="Courier New" pitchFamily="49" charset="0"/>
                <a:cs typeface="Courier New" pitchFamily="49" charset="0"/>
              </a:rPr>
              <a:t>  </a:t>
            </a:r>
            <a:r>
              <a:rPr lang="en-US" b="1" dirty="0">
                <a:latin typeface="Courier New" pitchFamily="49" charset="0"/>
                <a:cs typeface="Courier New" pitchFamily="49" charset="0"/>
              </a:rPr>
              <a:t>FROM </a:t>
            </a:r>
            <a:r>
              <a:rPr lang="sl-SI" dirty="0">
                <a:latin typeface="Courier New" pitchFamily="49" charset="0"/>
                <a:cs typeface="Courier New" pitchFamily="49" charset="0"/>
              </a:rPr>
              <a:t>jadralec</a:t>
            </a:r>
            <a:r>
              <a:rPr lang="en-US" b="1" dirty="0">
                <a:latin typeface="Courier New" pitchFamily="49" charset="0"/>
                <a:cs typeface="Courier New" pitchFamily="49" charset="0"/>
              </a:rPr>
              <a:t> JOIN </a:t>
            </a:r>
            <a:r>
              <a:rPr lang="sl-SI" dirty="0">
                <a:latin typeface="Courier New" pitchFamily="49" charset="0"/>
                <a:cs typeface="Courier New" pitchFamily="49" charset="0"/>
              </a:rPr>
              <a:t>rezervacija</a:t>
            </a:r>
            <a:r>
              <a:rPr lang="en-US" b="1" dirty="0">
                <a:latin typeface="Courier New" pitchFamily="49" charset="0"/>
                <a:cs typeface="Courier New" pitchFamily="49" charset="0"/>
              </a:rPr>
              <a:t> USING</a:t>
            </a:r>
            <a:r>
              <a:rPr lang="en-US" dirty="0">
                <a:latin typeface="Courier New" pitchFamily="49" charset="0"/>
                <a:cs typeface="Courier New" pitchFamily="49" charset="0"/>
              </a:rPr>
              <a:t>(</a:t>
            </a:r>
            <a:r>
              <a:rPr lang="sl-SI" dirty="0" err="1">
                <a:latin typeface="Courier New" pitchFamily="49" charset="0"/>
                <a:cs typeface="Courier New" pitchFamily="49" charset="0"/>
              </a:rPr>
              <a:t>jid</a:t>
            </a:r>
            <a:r>
              <a:rPr lang="en-US" dirty="0">
                <a:latin typeface="Courier New" pitchFamily="49" charset="0"/>
                <a:cs typeface="Courier New" pitchFamily="49" charset="0"/>
              </a:rPr>
              <a:t>)</a:t>
            </a:r>
            <a:endParaRPr lang="sl-SI" dirty="0">
              <a:latin typeface="Courier New" pitchFamily="49" charset="0"/>
              <a:cs typeface="Courier New" pitchFamily="49" charset="0"/>
            </a:endParaRPr>
          </a:p>
          <a:p>
            <a:pPr algn="l"/>
            <a:r>
              <a:rPr lang="en-US" dirty="0">
                <a:latin typeface="Courier New" pitchFamily="49" charset="0"/>
                <a:cs typeface="Courier New" pitchFamily="49" charset="0"/>
              </a:rPr>
              <a:t>),</a:t>
            </a:r>
            <a:r>
              <a:rPr lang="en-US" b="1" dirty="0">
                <a:latin typeface="Courier New" pitchFamily="49" charset="0"/>
                <a:cs typeface="Courier New" pitchFamily="49" charset="0"/>
              </a:rPr>
              <a:t> </a:t>
            </a:r>
            <a:r>
              <a:rPr lang="sl-SI" dirty="0" err="1">
                <a:latin typeface="Courier New" pitchFamily="49" charset="0"/>
                <a:cs typeface="Courier New" pitchFamily="49" charset="0"/>
              </a:rPr>
              <a:t>levi_stik</a:t>
            </a:r>
            <a:r>
              <a:rPr lang="en-US" dirty="0">
                <a:latin typeface="Courier New" pitchFamily="49" charset="0"/>
                <a:cs typeface="Courier New" pitchFamily="49" charset="0"/>
              </a:rPr>
              <a:t> </a:t>
            </a:r>
            <a:r>
              <a:rPr lang="en-US" b="1" dirty="0">
                <a:latin typeface="Courier New" pitchFamily="49" charset="0"/>
                <a:cs typeface="Courier New" pitchFamily="49" charset="0"/>
              </a:rPr>
              <a:t>AS</a:t>
            </a:r>
            <a:endParaRPr lang="sl-SI" b="1" dirty="0">
              <a:latin typeface="Courier New" pitchFamily="49" charset="0"/>
              <a:cs typeface="Courier New" pitchFamily="49" charset="0"/>
            </a:endParaRPr>
          </a:p>
          <a:p>
            <a:pPr algn="l"/>
            <a:r>
              <a:rPr lang="sl-SI" dirty="0">
                <a:latin typeface="Courier New" pitchFamily="49" charset="0"/>
                <a:cs typeface="Courier New" pitchFamily="49" charset="0"/>
              </a:rPr>
              <a:t>(</a:t>
            </a:r>
          </a:p>
          <a:p>
            <a:pPr algn="l"/>
            <a:r>
              <a:rPr lang="sl-SI" b="1" dirty="0">
                <a:latin typeface="Courier New" pitchFamily="49" charset="0"/>
                <a:cs typeface="Courier New" pitchFamily="49" charset="0"/>
              </a:rPr>
              <a:t>  </a:t>
            </a:r>
            <a:r>
              <a:rPr lang="en-US" b="1" dirty="0">
                <a:latin typeface="Courier New" pitchFamily="49" charset="0"/>
                <a:cs typeface="Courier New" pitchFamily="49" charset="0"/>
              </a:rPr>
              <a:t>SELECT </a:t>
            </a:r>
            <a:r>
              <a:rPr lang="en-US" dirty="0">
                <a:latin typeface="Courier New" pitchFamily="49" charset="0"/>
                <a:cs typeface="Courier New" pitchFamily="49" charset="0"/>
              </a:rPr>
              <a:t>*</a:t>
            </a:r>
            <a:r>
              <a:rPr lang="sl-SI" dirty="0">
                <a:latin typeface="Courier New" pitchFamily="49" charset="0"/>
                <a:cs typeface="Courier New" pitchFamily="49" charset="0"/>
              </a:rPr>
              <a:t> </a:t>
            </a:r>
            <a:r>
              <a:rPr lang="sl-SI" b="1" dirty="0">
                <a:latin typeface="Courier New" pitchFamily="49" charset="0"/>
                <a:cs typeface="Courier New" pitchFamily="49" charset="0"/>
              </a:rPr>
              <a:t>FROM</a:t>
            </a:r>
            <a:r>
              <a:rPr lang="sl-SI" dirty="0">
                <a:latin typeface="Courier New" pitchFamily="49" charset="0"/>
                <a:cs typeface="Courier New" pitchFamily="49" charset="0"/>
              </a:rPr>
              <a:t> </a:t>
            </a:r>
            <a:r>
              <a:rPr lang="sl-SI" dirty="0" err="1">
                <a:latin typeface="Courier New" pitchFamily="49" charset="0"/>
                <a:cs typeface="Courier New" pitchFamily="49" charset="0"/>
              </a:rPr>
              <a:t>sti</a:t>
            </a:r>
            <a:r>
              <a:rPr lang="en-US" dirty="0">
                <a:latin typeface="Courier New" pitchFamily="49" charset="0"/>
                <a:cs typeface="Courier New" pitchFamily="49" charset="0"/>
              </a:rPr>
              <a:t>k</a:t>
            </a:r>
          </a:p>
          <a:p>
            <a:pPr algn="l"/>
            <a:r>
              <a:rPr lang="en-US" b="1" dirty="0">
                <a:latin typeface="Courier New" pitchFamily="49" charset="0"/>
                <a:cs typeface="Courier New" pitchFamily="49" charset="0"/>
              </a:rPr>
              <a:t>  U</a:t>
            </a:r>
            <a:r>
              <a:rPr lang="sl-SI" b="1" dirty="0">
                <a:latin typeface="Courier New" pitchFamily="49" charset="0"/>
                <a:cs typeface="Courier New" pitchFamily="49" charset="0"/>
              </a:rPr>
              <a:t>NION</a:t>
            </a:r>
          </a:p>
          <a:p>
            <a:pPr algn="l"/>
            <a:r>
              <a:rPr lang="sl-SI" dirty="0">
                <a:latin typeface="Courier New" pitchFamily="49" charset="0"/>
                <a:cs typeface="Courier New" pitchFamily="49" charset="0"/>
              </a:rPr>
              <a:t>  </a:t>
            </a:r>
            <a:r>
              <a:rPr lang="sl-SI" b="1" dirty="0">
                <a:latin typeface="Courier New" pitchFamily="49" charset="0"/>
                <a:cs typeface="Courier New" pitchFamily="49" charset="0"/>
              </a:rPr>
              <a:t>SELECT</a:t>
            </a:r>
            <a:r>
              <a:rPr lang="sl-SI" dirty="0">
                <a:latin typeface="Courier New" pitchFamily="49" charset="0"/>
                <a:cs typeface="Courier New" pitchFamily="49" charset="0"/>
              </a:rPr>
              <a:t> *, </a:t>
            </a:r>
            <a:r>
              <a:rPr lang="sl-SI" b="1" dirty="0">
                <a:latin typeface="Courier New" pitchFamily="49" charset="0"/>
                <a:cs typeface="Courier New" pitchFamily="49" charset="0"/>
              </a:rPr>
              <a:t>NULL</a:t>
            </a:r>
            <a:r>
              <a:rPr lang="sl-SI" dirty="0">
                <a:latin typeface="Courier New" pitchFamily="49" charset="0"/>
                <a:cs typeface="Courier New" pitchFamily="49" charset="0"/>
              </a:rPr>
              <a:t>, </a:t>
            </a:r>
            <a:r>
              <a:rPr lang="sl-SI" b="1" dirty="0">
                <a:latin typeface="Courier New" pitchFamily="49" charset="0"/>
                <a:cs typeface="Courier New" pitchFamily="49" charset="0"/>
              </a:rPr>
              <a:t>NULL</a:t>
            </a:r>
          </a:p>
          <a:p>
            <a:pPr algn="l"/>
            <a:r>
              <a:rPr lang="sl-SI" b="1" dirty="0">
                <a:latin typeface="Courier New" pitchFamily="49" charset="0"/>
                <a:cs typeface="Courier New" pitchFamily="49" charset="0"/>
              </a:rPr>
              <a:t>  </a:t>
            </a:r>
            <a:r>
              <a:rPr lang="en-US" b="1" dirty="0">
                <a:latin typeface="Courier New" pitchFamily="49" charset="0"/>
                <a:cs typeface="Courier New" pitchFamily="49" charset="0"/>
              </a:rPr>
              <a:t>FROM </a:t>
            </a:r>
            <a:r>
              <a:rPr lang="sl-SI" dirty="0">
                <a:latin typeface="Courier New" pitchFamily="49" charset="0"/>
                <a:cs typeface="Courier New" pitchFamily="49" charset="0"/>
              </a:rPr>
              <a:t>jadralec</a:t>
            </a:r>
            <a:r>
              <a:rPr lang="en-US" b="1" dirty="0">
                <a:latin typeface="Courier New" pitchFamily="49" charset="0"/>
                <a:cs typeface="Courier New" pitchFamily="49" charset="0"/>
              </a:rPr>
              <a:t> </a:t>
            </a:r>
            <a:endParaRPr lang="sl-SI" b="1" dirty="0">
              <a:latin typeface="Courier New" pitchFamily="49" charset="0"/>
              <a:cs typeface="Courier New" pitchFamily="49" charset="0"/>
            </a:endParaRPr>
          </a:p>
          <a:p>
            <a:pPr algn="l"/>
            <a:r>
              <a:rPr lang="sl-SI" b="1" dirty="0">
                <a:latin typeface="Courier New" pitchFamily="49" charset="0"/>
                <a:cs typeface="Courier New" pitchFamily="49" charset="0"/>
              </a:rPr>
              <a:t>  </a:t>
            </a:r>
            <a:r>
              <a:rPr lang="en-US" b="1" dirty="0">
                <a:latin typeface="Courier New" pitchFamily="49" charset="0"/>
                <a:cs typeface="Courier New" pitchFamily="49" charset="0"/>
              </a:rPr>
              <a:t>WHERE </a:t>
            </a:r>
            <a:r>
              <a:rPr lang="sl-SI" b="1" dirty="0" err="1">
                <a:latin typeface="Courier New" pitchFamily="49" charset="0"/>
                <a:cs typeface="Courier New" pitchFamily="49" charset="0"/>
              </a:rPr>
              <a:t>j</a:t>
            </a:r>
            <a:r>
              <a:rPr lang="sl-SI" dirty="0" err="1">
                <a:latin typeface="Courier New" pitchFamily="49" charset="0"/>
                <a:cs typeface="Courier New" pitchFamily="49" charset="0"/>
              </a:rPr>
              <a:t>id</a:t>
            </a:r>
            <a:r>
              <a:rPr lang="sl-SI" b="1" dirty="0">
                <a:latin typeface="Courier New" pitchFamily="49" charset="0"/>
                <a:cs typeface="Courier New" pitchFamily="49" charset="0"/>
              </a:rPr>
              <a:t> NOT IN</a:t>
            </a:r>
            <a:r>
              <a:rPr lang="sl-SI" dirty="0">
                <a:latin typeface="Courier New" pitchFamily="49" charset="0"/>
                <a:cs typeface="Courier New" pitchFamily="49" charset="0"/>
              </a:rPr>
              <a:t>(</a:t>
            </a:r>
            <a:r>
              <a:rPr lang="sl-SI" b="1" dirty="0">
                <a:latin typeface="Courier New" pitchFamily="49" charset="0"/>
                <a:cs typeface="Courier New" pitchFamily="49" charset="0"/>
              </a:rPr>
              <a:t>SELECT </a:t>
            </a:r>
            <a:r>
              <a:rPr lang="sl-SI" dirty="0" err="1">
                <a:latin typeface="Courier New" pitchFamily="49" charset="0"/>
                <a:cs typeface="Courier New" pitchFamily="49" charset="0"/>
              </a:rPr>
              <a:t>jid</a:t>
            </a:r>
            <a:r>
              <a:rPr lang="sl-SI" b="1" dirty="0">
                <a:latin typeface="Courier New" pitchFamily="49" charset="0"/>
                <a:cs typeface="Courier New" pitchFamily="49" charset="0"/>
              </a:rPr>
              <a:t> FROM </a:t>
            </a:r>
            <a:r>
              <a:rPr lang="sl-SI" dirty="0">
                <a:latin typeface="Courier New" pitchFamily="49" charset="0"/>
                <a:cs typeface="Courier New" pitchFamily="49" charset="0"/>
              </a:rPr>
              <a:t>rezervacija)</a:t>
            </a:r>
          </a:p>
          <a:p>
            <a:pPr algn="l"/>
            <a:r>
              <a:rPr lang="en-US" dirty="0">
                <a:latin typeface="Courier New" pitchFamily="49" charset="0"/>
                <a:cs typeface="Courier New" pitchFamily="49" charset="0"/>
              </a:rPr>
              <a:t>)</a:t>
            </a:r>
            <a:endParaRPr lang="sl-SI" dirty="0">
              <a:latin typeface="Courier New" pitchFamily="49" charset="0"/>
              <a:cs typeface="Courier New" pitchFamily="49" charset="0"/>
            </a:endParaRPr>
          </a:p>
          <a:p>
            <a:pPr algn="l"/>
            <a:r>
              <a:rPr lang="en-US" b="1" dirty="0">
                <a:latin typeface="Courier New" pitchFamily="49" charset="0"/>
                <a:cs typeface="Courier New" pitchFamily="49" charset="0"/>
              </a:rPr>
              <a:t>SELECT </a:t>
            </a:r>
            <a:r>
              <a:rPr lang="en-US" dirty="0">
                <a:latin typeface="Courier New" pitchFamily="49" charset="0"/>
                <a:cs typeface="Courier New" pitchFamily="49" charset="0"/>
              </a:rPr>
              <a:t>*</a:t>
            </a:r>
            <a:r>
              <a:rPr lang="sl-SI" b="1" dirty="0">
                <a:latin typeface="Courier New" pitchFamily="49" charset="0"/>
                <a:cs typeface="Courier New" pitchFamily="49" charset="0"/>
              </a:rPr>
              <a:t> </a:t>
            </a:r>
            <a:r>
              <a:rPr lang="en-US" b="1" dirty="0">
                <a:latin typeface="Courier New" pitchFamily="49" charset="0"/>
                <a:cs typeface="Courier New" pitchFamily="49" charset="0"/>
              </a:rPr>
              <a:t>FROM </a:t>
            </a:r>
            <a:r>
              <a:rPr lang="sl-SI" dirty="0" err="1">
                <a:latin typeface="Courier New" pitchFamily="49" charset="0"/>
                <a:cs typeface="Courier New" pitchFamily="49" charset="0"/>
              </a:rPr>
              <a:t>levi_stik</a:t>
            </a:r>
            <a:r>
              <a:rPr lang="en-US" dirty="0">
                <a:latin typeface="Courier New" pitchFamily="49" charset="0"/>
                <a:cs typeface="Courier New" pitchFamily="49" charset="0"/>
              </a:rPr>
              <a:t>;</a:t>
            </a:r>
            <a:r>
              <a:rPr lang="sl-SI" dirty="0">
                <a:latin typeface="Courier New" pitchFamily="49" charset="0"/>
                <a:cs typeface="Courier New" pitchFamily="49" charset="0"/>
              </a:rPr>
              <a:t>	</a:t>
            </a:r>
            <a:endParaRPr lang="sl-SI" dirty="0"/>
          </a:p>
        </p:txBody>
      </p:sp>
    </p:spTree>
    <p:extLst>
      <p:ext uri="{BB962C8B-B14F-4D97-AF65-F5344CB8AC3E}">
        <p14:creationId xmlns:p14="http://schemas.microsoft.com/office/powerpoint/2010/main" val="264288618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Rekurzija?</a:t>
            </a:r>
          </a:p>
        </p:txBody>
      </p:sp>
      <p:sp>
        <p:nvSpPr>
          <p:cNvPr id="3" name="Ograda vsebine 2"/>
          <p:cNvSpPr>
            <a:spLocks noGrp="1"/>
          </p:cNvSpPr>
          <p:nvPr>
            <p:ph idx="1"/>
          </p:nvPr>
        </p:nvSpPr>
        <p:spPr/>
        <p:txBody>
          <a:bodyPr/>
          <a:lstStyle/>
          <a:p>
            <a:r>
              <a:rPr lang="sl-SI"/>
              <a:t>Uporabimo lahko tudi rekurzijo. </a:t>
            </a:r>
          </a:p>
          <a:p>
            <a:r>
              <a:rPr lang="sl-SI"/>
              <a:t>Pozor: Nastaviti je potrebno ustavitveni pogoj!</a:t>
            </a:r>
          </a:p>
          <a:p>
            <a:endParaRPr lang="sl-SI"/>
          </a:p>
          <a:p>
            <a:endParaRPr lang="sl-SI"/>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a:extLst>
              <a:ext uri="{FF2B5EF4-FFF2-40B4-BE49-F238E27FC236}">
                <a16:creationId xmlns:a16="http://schemas.microsoft.com/office/drawing/2014/main" id="{5D112BE2-2D62-47EA-8C1F-9C15C83CFECD}"/>
              </a:ext>
            </a:extLst>
          </p:cNvPr>
          <p:cNvSpPr txBox="1"/>
          <p:nvPr/>
        </p:nvSpPr>
        <p:spPr>
          <a:xfrm>
            <a:off x="1143000" y="4177407"/>
            <a:ext cx="6858000" cy="2308324"/>
          </a:xfrm>
          <a:prstGeom prst="rect">
            <a:avLst/>
          </a:prstGeom>
          <a:noFill/>
        </p:spPr>
        <p:txBody>
          <a:bodyPr wrap="square" rtlCol="0">
            <a:spAutoFit/>
          </a:bodyPr>
          <a:lstStyle/>
          <a:p>
            <a:pPr algn="l"/>
            <a:r>
              <a:rPr lang="en-US" b="1" dirty="0">
                <a:latin typeface="Courier New" pitchFamily="49" charset="0"/>
                <a:cs typeface="Courier New" pitchFamily="49" charset="0"/>
              </a:rPr>
              <a:t>WITH RECURSIVE fibs</a:t>
            </a:r>
            <a:r>
              <a:rPr lang="en-US" dirty="0">
                <a:latin typeface="Courier New" pitchFamily="49" charset="0"/>
                <a:cs typeface="Courier New" pitchFamily="49" charset="0"/>
              </a:rPr>
              <a:t>(n, fib_n_min_1, </a:t>
            </a:r>
            <a:r>
              <a:rPr lang="en-US" dirty="0" err="1">
                <a:latin typeface="Courier New" pitchFamily="49" charset="0"/>
                <a:cs typeface="Courier New" pitchFamily="49" charset="0"/>
              </a:rPr>
              <a:t>fib_n</a:t>
            </a:r>
            <a:r>
              <a:rPr lang="en-US" dirty="0">
                <a:latin typeface="Courier New" pitchFamily="49" charset="0"/>
                <a:cs typeface="Courier New" pitchFamily="49" charset="0"/>
              </a:rPr>
              <a:t>) AS</a:t>
            </a:r>
            <a:endParaRPr lang="sl-SI" dirty="0">
              <a:latin typeface="Courier New" pitchFamily="49" charset="0"/>
              <a:cs typeface="Courier New" pitchFamily="49" charset="0"/>
            </a:endParaRPr>
          </a:p>
          <a:p>
            <a:pPr algn="l"/>
            <a:r>
              <a:rPr lang="en-US" dirty="0">
                <a:latin typeface="Courier New" pitchFamily="49" charset="0"/>
                <a:cs typeface="Courier New" pitchFamily="49" charset="0"/>
              </a:rPr>
              <a:t>(  </a:t>
            </a:r>
            <a:endParaRPr lang="sl-SI" dirty="0">
              <a:latin typeface="Courier New" pitchFamily="49" charset="0"/>
              <a:cs typeface="Courier New" pitchFamily="49" charset="0"/>
            </a:endParaRPr>
          </a:p>
          <a:p>
            <a:pPr algn="l"/>
            <a:r>
              <a:rPr lang="sl-SI" b="1" dirty="0">
                <a:latin typeface="Courier New" pitchFamily="49" charset="0"/>
                <a:cs typeface="Courier New" pitchFamily="49" charset="0"/>
              </a:rPr>
              <a:t>  </a:t>
            </a:r>
            <a:r>
              <a:rPr lang="en-US" b="1" dirty="0">
                <a:latin typeface="Courier New" pitchFamily="49" charset="0"/>
                <a:cs typeface="Courier New" pitchFamily="49" charset="0"/>
              </a:rPr>
              <a:t>SELECT </a:t>
            </a:r>
            <a:r>
              <a:rPr lang="en-US" dirty="0">
                <a:latin typeface="Courier New" pitchFamily="49" charset="0"/>
                <a:cs typeface="Courier New" pitchFamily="49" charset="0"/>
              </a:rPr>
              <a:t>1, 0, 1 </a:t>
            </a:r>
            <a:r>
              <a:rPr lang="sl-SI" dirty="0">
                <a:latin typeface="Courier New" pitchFamily="49" charset="0"/>
                <a:cs typeface="Courier New" pitchFamily="49" charset="0"/>
              </a:rPr>
              <a:t>-- prva vrstica</a:t>
            </a:r>
          </a:p>
          <a:p>
            <a:pPr algn="l"/>
            <a:r>
              <a:rPr lang="sl-SI" b="1" dirty="0">
                <a:latin typeface="Courier New" pitchFamily="49" charset="0"/>
                <a:cs typeface="Courier New" pitchFamily="49" charset="0"/>
              </a:rPr>
              <a:t>  </a:t>
            </a:r>
            <a:r>
              <a:rPr lang="en-US" b="1" dirty="0">
                <a:latin typeface="Courier New" pitchFamily="49" charset="0"/>
                <a:cs typeface="Courier New" pitchFamily="49" charset="0"/>
              </a:rPr>
              <a:t>UNION ALL  </a:t>
            </a:r>
            <a:r>
              <a:rPr lang="sl-SI" dirty="0">
                <a:latin typeface="Courier New" pitchFamily="49" charset="0"/>
                <a:cs typeface="Courier New" pitchFamily="49" charset="0"/>
              </a:rPr>
              <a:t>-- ostale vrstice</a:t>
            </a:r>
          </a:p>
          <a:p>
            <a:pPr algn="l"/>
            <a:r>
              <a:rPr lang="sl-SI" b="1" dirty="0">
                <a:latin typeface="Courier New" pitchFamily="49" charset="0"/>
                <a:cs typeface="Courier New" pitchFamily="49" charset="0"/>
              </a:rPr>
              <a:t>  </a:t>
            </a:r>
            <a:r>
              <a:rPr lang="en-US" b="1" dirty="0">
                <a:latin typeface="Courier New" pitchFamily="49" charset="0"/>
                <a:cs typeface="Courier New" pitchFamily="49" charset="0"/>
              </a:rPr>
              <a:t>SELECT </a:t>
            </a:r>
            <a:r>
              <a:rPr lang="en-US" dirty="0">
                <a:latin typeface="Courier New" pitchFamily="49" charset="0"/>
                <a:cs typeface="Courier New" pitchFamily="49" charset="0"/>
              </a:rPr>
              <a:t>n + 1, </a:t>
            </a:r>
            <a:r>
              <a:rPr lang="en-US" dirty="0" err="1">
                <a:latin typeface="Courier New" pitchFamily="49" charset="0"/>
                <a:cs typeface="Courier New" pitchFamily="49" charset="0"/>
              </a:rPr>
              <a:t>fib_n</a:t>
            </a:r>
            <a:r>
              <a:rPr lang="en-US" dirty="0">
                <a:latin typeface="Courier New" pitchFamily="49" charset="0"/>
                <a:cs typeface="Courier New" pitchFamily="49" charset="0"/>
              </a:rPr>
              <a:t>, fib_n_min_1 + </a:t>
            </a:r>
            <a:r>
              <a:rPr lang="en-US" dirty="0" err="1">
                <a:latin typeface="Courier New" pitchFamily="49" charset="0"/>
                <a:cs typeface="Courier New" pitchFamily="49" charset="0"/>
              </a:rPr>
              <a:t>fib_n</a:t>
            </a:r>
            <a:r>
              <a:rPr lang="en-US" dirty="0">
                <a:latin typeface="Courier New" pitchFamily="49" charset="0"/>
                <a:cs typeface="Courier New" pitchFamily="49" charset="0"/>
              </a:rPr>
              <a:t> </a:t>
            </a:r>
            <a:endParaRPr lang="sl-SI" dirty="0">
              <a:latin typeface="Courier New" pitchFamily="49" charset="0"/>
              <a:cs typeface="Courier New" pitchFamily="49" charset="0"/>
            </a:endParaRPr>
          </a:p>
          <a:p>
            <a:pPr algn="l"/>
            <a:r>
              <a:rPr lang="sl-SI" b="1" dirty="0">
                <a:latin typeface="Courier New" pitchFamily="49" charset="0"/>
                <a:cs typeface="Courier New" pitchFamily="49" charset="0"/>
              </a:rPr>
              <a:t>  </a:t>
            </a:r>
            <a:r>
              <a:rPr lang="en-US" b="1" dirty="0">
                <a:latin typeface="Courier New" pitchFamily="49" charset="0"/>
                <a:cs typeface="Courier New" pitchFamily="49" charset="0"/>
              </a:rPr>
              <a:t>FROM </a:t>
            </a:r>
            <a:r>
              <a:rPr lang="en-US" dirty="0">
                <a:latin typeface="Courier New" pitchFamily="49" charset="0"/>
                <a:cs typeface="Courier New" pitchFamily="49" charset="0"/>
              </a:rPr>
              <a:t>fibs</a:t>
            </a:r>
            <a:r>
              <a:rPr lang="en-US" b="1" dirty="0">
                <a:latin typeface="Courier New" pitchFamily="49" charset="0"/>
                <a:cs typeface="Courier New" pitchFamily="49" charset="0"/>
              </a:rPr>
              <a:t> WHERE </a:t>
            </a:r>
            <a:r>
              <a:rPr lang="en-US" dirty="0">
                <a:latin typeface="Courier New" pitchFamily="49" charset="0"/>
                <a:cs typeface="Courier New" pitchFamily="49" charset="0"/>
              </a:rPr>
              <a:t>n &lt; 10</a:t>
            </a:r>
            <a:endParaRPr lang="sl-SI" dirty="0">
              <a:latin typeface="Courier New" pitchFamily="49" charset="0"/>
              <a:cs typeface="Courier New" pitchFamily="49" charset="0"/>
            </a:endParaRPr>
          </a:p>
          <a:p>
            <a:pPr algn="l"/>
            <a:r>
              <a:rPr lang="en-US" dirty="0">
                <a:latin typeface="Courier New" pitchFamily="49" charset="0"/>
                <a:cs typeface="Courier New" pitchFamily="49" charset="0"/>
              </a:rPr>
              <a:t>)</a:t>
            </a:r>
            <a:endParaRPr lang="sl-SI" dirty="0">
              <a:latin typeface="Courier New" pitchFamily="49" charset="0"/>
              <a:cs typeface="Courier New" pitchFamily="49" charset="0"/>
            </a:endParaRPr>
          </a:p>
          <a:p>
            <a:pPr algn="l"/>
            <a:r>
              <a:rPr lang="en-US" b="1" dirty="0">
                <a:latin typeface="Courier New" pitchFamily="49" charset="0"/>
                <a:cs typeface="Courier New" pitchFamily="49" charset="0"/>
              </a:rPr>
              <a:t>SELECT </a:t>
            </a:r>
            <a:r>
              <a:rPr lang="en-US" dirty="0">
                <a:latin typeface="Courier New" pitchFamily="49" charset="0"/>
                <a:cs typeface="Courier New" pitchFamily="49" charset="0"/>
              </a:rPr>
              <a:t>*</a:t>
            </a:r>
            <a:r>
              <a:rPr lang="en-US" b="1" dirty="0">
                <a:latin typeface="Courier New" pitchFamily="49" charset="0"/>
                <a:cs typeface="Courier New" pitchFamily="49" charset="0"/>
              </a:rPr>
              <a:t> FROM </a:t>
            </a:r>
            <a:r>
              <a:rPr lang="en-US" dirty="0">
                <a:latin typeface="Courier New" pitchFamily="49" charset="0"/>
                <a:cs typeface="Courier New" pitchFamily="49" charset="0"/>
              </a:rPr>
              <a:t>fibs</a:t>
            </a:r>
            <a:endParaRPr lang="sl-SI" dirty="0"/>
          </a:p>
        </p:txBody>
      </p:sp>
    </p:spTree>
    <p:extLst>
      <p:ext uri="{BB962C8B-B14F-4D97-AF65-F5344CB8AC3E}">
        <p14:creationId xmlns:p14="http://schemas.microsoft.com/office/powerpoint/2010/main" val="355280550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Rekurzija</a:t>
            </a:r>
          </a:p>
        </p:txBody>
      </p:sp>
      <p:sp>
        <p:nvSpPr>
          <p:cNvPr id="3" name="Ograda vsebine 2"/>
          <p:cNvSpPr>
            <a:spLocks noGrp="1"/>
          </p:cNvSpPr>
          <p:nvPr>
            <p:ph idx="1"/>
          </p:nvPr>
        </p:nvSpPr>
        <p:spPr/>
        <p:txBody>
          <a:bodyPr/>
          <a:lstStyle/>
          <a:p>
            <a:r>
              <a:rPr lang="sl-SI"/>
              <a:t>Pri rekurziji stavek za UNION ne sme vsebovati operatorjev GROUP BY, ORDER BY ali DISTINCT in skupinskih operatorjev.</a:t>
            </a:r>
          </a:p>
          <a:p>
            <a:endParaRPr lang="sl-SI"/>
          </a:p>
          <a:p>
            <a:endParaRPr lang="sl-SI"/>
          </a:p>
          <a:p>
            <a:endParaRPr lang="sl-SI"/>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7" name="PoljeZBesedilom 4">
            <a:extLst>
              <a:ext uri="{FF2B5EF4-FFF2-40B4-BE49-F238E27FC236}">
                <a16:creationId xmlns:a16="http://schemas.microsoft.com/office/drawing/2014/main" id="{672D956F-7E49-4FDF-9335-AFC6670538B4}"/>
              </a:ext>
            </a:extLst>
          </p:cNvPr>
          <p:cNvSpPr txBox="1"/>
          <p:nvPr/>
        </p:nvSpPr>
        <p:spPr>
          <a:xfrm>
            <a:off x="1143000" y="3718679"/>
            <a:ext cx="6858000" cy="3139321"/>
          </a:xfrm>
          <a:prstGeom prst="rect">
            <a:avLst/>
          </a:prstGeom>
          <a:noFill/>
        </p:spPr>
        <p:txBody>
          <a:bodyPr wrap="square" rtlCol="0">
            <a:spAutoFit/>
          </a:bodyPr>
          <a:lstStyle/>
          <a:p>
            <a:pPr algn="l"/>
            <a:r>
              <a:rPr lang="sl-SI" b="1">
                <a:latin typeface="Courier New" pitchFamily="49" charset="0"/>
                <a:cs typeface="Courier New" pitchFamily="49" charset="0"/>
              </a:rPr>
              <a:t>#</a:t>
            </a:r>
            <a:r>
              <a:rPr lang="sl-SI">
                <a:latin typeface="Courier New" pitchFamily="49" charset="0"/>
                <a:cs typeface="Courier New" pitchFamily="49" charset="0"/>
              </a:rPr>
              <a:t>MariaDB</a:t>
            </a:r>
          </a:p>
          <a:p>
            <a:pPr algn="l"/>
            <a:r>
              <a:rPr lang="sl-SI" b="1">
                <a:latin typeface="Courier New" pitchFamily="49" charset="0"/>
                <a:cs typeface="Courier New" pitchFamily="49" charset="0"/>
              </a:rPr>
              <a:t>SET SESSION </a:t>
            </a:r>
            <a:r>
              <a:rPr lang="sl-SI">
                <a:latin typeface="Courier New" pitchFamily="49" charset="0"/>
                <a:cs typeface="Courier New" pitchFamily="49" charset="0"/>
              </a:rPr>
              <a:t>max_recursive_iterations = 100</a:t>
            </a:r>
            <a:r>
              <a:rPr lang="sl-SI" b="1">
                <a:latin typeface="Courier New" pitchFamily="49" charset="0"/>
                <a:cs typeface="Courier New" pitchFamily="49" charset="0"/>
              </a:rPr>
              <a:t>;</a:t>
            </a:r>
          </a:p>
          <a:p>
            <a:pPr algn="l"/>
            <a:r>
              <a:rPr lang="sl-SI" b="1">
                <a:latin typeface="Courier New" pitchFamily="49" charset="0"/>
                <a:cs typeface="Courier New" pitchFamily="49" charset="0"/>
              </a:rPr>
              <a:t>#</a:t>
            </a:r>
            <a:r>
              <a:rPr lang="sl-SI">
                <a:latin typeface="Courier New" pitchFamily="49" charset="0"/>
                <a:cs typeface="Courier New" pitchFamily="49" charset="0"/>
              </a:rPr>
              <a:t>cte_max_recursion_detph &lt;- za MySQL</a:t>
            </a:r>
          </a:p>
          <a:p>
            <a:pPr algn="l"/>
            <a:r>
              <a:rPr lang="en-US" b="1">
                <a:latin typeface="Courier New" pitchFamily="49" charset="0"/>
                <a:cs typeface="Courier New" pitchFamily="49" charset="0"/>
              </a:rPr>
              <a:t>WITH RECURSIVE fibs</a:t>
            </a:r>
            <a:r>
              <a:rPr lang="en-US">
                <a:latin typeface="Courier New" pitchFamily="49" charset="0"/>
                <a:cs typeface="Courier New" pitchFamily="49" charset="0"/>
              </a:rPr>
              <a:t>(n, fib_n_min_1, </a:t>
            </a:r>
            <a:r>
              <a:rPr lang="en-US" err="1">
                <a:latin typeface="Courier New" pitchFamily="49" charset="0"/>
                <a:cs typeface="Courier New" pitchFamily="49" charset="0"/>
              </a:rPr>
              <a:t>fib_n</a:t>
            </a:r>
            <a:r>
              <a:rPr lang="en-US">
                <a:latin typeface="Courier New" pitchFamily="49" charset="0"/>
                <a:cs typeface="Courier New" pitchFamily="49" charset="0"/>
              </a:rPr>
              <a:t>) AS(  </a:t>
            </a:r>
            <a:endParaRPr lang="sl-SI">
              <a:latin typeface="Courier New" pitchFamily="49" charset="0"/>
              <a:cs typeface="Courier New" pitchFamily="49" charset="0"/>
            </a:endParaRPr>
          </a:p>
          <a:p>
            <a:pPr algn="l"/>
            <a:r>
              <a:rPr lang="sl-SI" b="1">
                <a:latin typeface="Courier New" pitchFamily="49" charset="0"/>
                <a:cs typeface="Courier New" pitchFamily="49" charset="0"/>
              </a:rPr>
              <a:t>  </a:t>
            </a:r>
            <a:r>
              <a:rPr lang="en-US" b="1">
                <a:latin typeface="Courier New" pitchFamily="49" charset="0"/>
                <a:cs typeface="Courier New" pitchFamily="49" charset="0"/>
              </a:rPr>
              <a:t>SELECT </a:t>
            </a:r>
            <a:r>
              <a:rPr lang="en-US">
                <a:latin typeface="Courier New" pitchFamily="49" charset="0"/>
                <a:cs typeface="Courier New" pitchFamily="49" charset="0"/>
              </a:rPr>
              <a:t>1, 0, 1 </a:t>
            </a:r>
            <a:r>
              <a:rPr lang="sl-SI">
                <a:latin typeface="Courier New" pitchFamily="49" charset="0"/>
                <a:cs typeface="Courier New" pitchFamily="49" charset="0"/>
              </a:rPr>
              <a:t>-- prva vrstica</a:t>
            </a:r>
          </a:p>
          <a:p>
            <a:pPr algn="l"/>
            <a:r>
              <a:rPr lang="sl-SI" b="1">
                <a:latin typeface="Courier New" pitchFamily="49" charset="0"/>
                <a:cs typeface="Courier New" pitchFamily="49" charset="0"/>
              </a:rPr>
              <a:t>  </a:t>
            </a:r>
            <a:r>
              <a:rPr lang="en-US" b="1">
                <a:latin typeface="Courier New" pitchFamily="49" charset="0"/>
                <a:cs typeface="Courier New" pitchFamily="49" charset="0"/>
              </a:rPr>
              <a:t>UNION ALL  </a:t>
            </a:r>
            <a:r>
              <a:rPr lang="sl-SI">
                <a:latin typeface="Courier New" pitchFamily="49" charset="0"/>
                <a:cs typeface="Courier New" pitchFamily="49" charset="0"/>
              </a:rPr>
              <a:t>-- ostale vrstice</a:t>
            </a:r>
          </a:p>
          <a:p>
            <a:pPr algn="l"/>
            <a:r>
              <a:rPr lang="sl-SI" b="1">
                <a:latin typeface="Courier New" pitchFamily="49" charset="0"/>
                <a:cs typeface="Courier New" pitchFamily="49" charset="0"/>
              </a:rPr>
              <a:t>  </a:t>
            </a:r>
            <a:r>
              <a:rPr lang="en-US" b="1">
                <a:latin typeface="Courier New" pitchFamily="49" charset="0"/>
                <a:cs typeface="Courier New" pitchFamily="49" charset="0"/>
              </a:rPr>
              <a:t>SELECT </a:t>
            </a:r>
            <a:r>
              <a:rPr lang="en-US">
                <a:latin typeface="Courier New" pitchFamily="49" charset="0"/>
                <a:cs typeface="Courier New" pitchFamily="49" charset="0"/>
              </a:rPr>
              <a:t>n + 1, </a:t>
            </a:r>
            <a:r>
              <a:rPr lang="en-US" err="1">
                <a:latin typeface="Courier New" pitchFamily="49" charset="0"/>
                <a:cs typeface="Courier New" pitchFamily="49" charset="0"/>
              </a:rPr>
              <a:t>fib_n</a:t>
            </a:r>
            <a:r>
              <a:rPr lang="en-US">
                <a:latin typeface="Courier New" pitchFamily="49" charset="0"/>
                <a:cs typeface="Courier New" pitchFamily="49" charset="0"/>
              </a:rPr>
              <a:t>, fib_n_min_1 + </a:t>
            </a:r>
            <a:r>
              <a:rPr lang="en-US" err="1">
                <a:latin typeface="Courier New" pitchFamily="49" charset="0"/>
                <a:cs typeface="Courier New" pitchFamily="49" charset="0"/>
              </a:rPr>
              <a:t>fib_n</a:t>
            </a:r>
            <a:r>
              <a:rPr lang="en-US">
                <a:latin typeface="Courier New" pitchFamily="49" charset="0"/>
                <a:cs typeface="Courier New" pitchFamily="49" charset="0"/>
              </a:rPr>
              <a:t> </a:t>
            </a:r>
            <a:endParaRPr lang="sl-SI">
              <a:latin typeface="Courier New" pitchFamily="49" charset="0"/>
              <a:cs typeface="Courier New" pitchFamily="49" charset="0"/>
            </a:endParaRPr>
          </a:p>
          <a:p>
            <a:pPr algn="l"/>
            <a:r>
              <a:rPr lang="sl-SI" b="1">
                <a:latin typeface="Courier New" pitchFamily="49" charset="0"/>
                <a:cs typeface="Courier New" pitchFamily="49" charset="0"/>
              </a:rPr>
              <a:t>  </a:t>
            </a:r>
            <a:r>
              <a:rPr lang="en-US" b="1">
                <a:latin typeface="Courier New" pitchFamily="49" charset="0"/>
                <a:cs typeface="Courier New" pitchFamily="49" charset="0"/>
              </a:rPr>
              <a:t>FROM </a:t>
            </a:r>
            <a:r>
              <a:rPr lang="en-US">
                <a:latin typeface="Courier New" pitchFamily="49" charset="0"/>
                <a:cs typeface="Courier New" pitchFamily="49" charset="0"/>
              </a:rPr>
              <a:t>fibs</a:t>
            </a:r>
            <a:endParaRPr lang="sl-SI">
              <a:latin typeface="Courier New" pitchFamily="49" charset="0"/>
              <a:cs typeface="Courier New" pitchFamily="49" charset="0"/>
            </a:endParaRPr>
          </a:p>
          <a:p>
            <a:pPr algn="l"/>
            <a:r>
              <a:rPr lang="en-US">
                <a:latin typeface="Courier New" pitchFamily="49" charset="0"/>
                <a:cs typeface="Courier New" pitchFamily="49" charset="0"/>
              </a:rPr>
              <a:t>)</a:t>
            </a:r>
            <a:endParaRPr lang="sl-SI">
              <a:latin typeface="Courier New" pitchFamily="49" charset="0"/>
              <a:cs typeface="Courier New" pitchFamily="49" charset="0"/>
            </a:endParaRPr>
          </a:p>
          <a:p>
            <a:pPr algn="l"/>
            <a:r>
              <a:rPr lang="en-US" b="1">
                <a:latin typeface="Courier New" pitchFamily="49" charset="0"/>
                <a:cs typeface="Courier New" pitchFamily="49" charset="0"/>
              </a:rPr>
              <a:t>SELECT </a:t>
            </a:r>
            <a:r>
              <a:rPr lang="en-US">
                <a:latin typeface="Courier New" pitchFamily="49" charset="0"/>
                <a:cs typeface="Courier New" pitchFamily="49" charset="0"/>
              </a:rPr>
              <a:t>*</a:t>
            </a:r>
            <a:r>
              <a:rPr lang="en-US" b="1">
                <a:latin typeface="Courier New" pitchFamily="49" charset="0"/>
                <a:cs typeface="Courier New" pitchFamily="49" charset="0"/>
              </a:rPr>
              <a:t> FROM </a:t>
            </a:r>
            <a:r>
              <a:rPr lang="en-US">
                <a:latin typeface="Courier New" pitchFamily="49" charset="0"/>
                <a:cs typeface="Courier New" pitchFamily="49" charset="0"/>
              </a:rPr>
              <a:t>fibs</a:t>
            </a:r>
            <a:endParaRPr lang="sl-SI"/>
          </a:p>
          <a:p>
            <a:pPr algn="l"/>
            <a:endParaRPr lang="sl-SI"/>
          </a:p>
        </p:txBody>
      </p:sp>
    </p:spTree>
    <p:extLst>
      <p:ext uri="{BB962C8B-B14F-4D97-AF65-F5344CB8AC3E}">
        <p14:creationId xmlns:p14="http://schemas.microsoft.com/office/powerpoint/2010/main" val="291078679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Procedure</a:t>
            </a:r>
          </a:p>
        </p:txBody>
      </p:sp>
      <p:sp>
        <p:nvSpPr>
          <p:cNvPr id="3" name="Ograda vsebine 2"/>
          <p:cNvSpPr>
            <a:spLocks noGrp="1"/>
          </p:cNvSpPr>
          <p:nvPr>
            <p:ph idx="1"/>
          </p:nvPr>
        </p:nvSpPr>
        <p:spPr/>
        <p:txBody>
          <a:bodyPr/>
          <a:lstStyle/>
          <a:p>
            <a:r>
              <a:rPr lang="sl-SI"/>
              <a:t>Shranjeni podprogrami, ki jih lahko kličemo</a:t>
            </a:r>
          </a:p>
          <a:p>
            <a:r>
              <a:rPr lang="sl-SI"/>
              <a:t>Parametre lahko določimo kot vhodne (IN), izhodne (OUT) ali vhodno-izhodne (IN OUT)</a:t>
            </a:r>
          </a:p>
          <a:p>
            <a:r>
              <a:rPr lang="sl-SI"/>
              <a:t>Kličemo jih s CALL Ime_Procedure(…)</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319391974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Primer procedure</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p:cNvSpPr txBox="1"/>
          <p:nvPr/>
        </p:nvSpPr>
        <p:spPr>
          <a:xfrm>
            <a:off x="1066800" y="2875181"/>
            <a:ext cx="6858000" cy="3970318"/>
          </a:xfrm>
          <a:prstGeom prst="rect">
            <a:avLst/>
          </a:prstGeom>
          <a:noFill/>
        </p:spPr>
        <p:txBody>
          <a:bodyPr wrap="square" rtlCol="0">
            <a:spAutoFit/>
          </a:bodyPr>
          <a:lstStyle/>
          <a:p>
            <a:pPr algn="l"/>
            <a:r>
              <a:rPr lang="sl-SI" b="1" dirty="0">
                <a:latin typeface="Courier New" pitchFamily="49" charset="0"/>
                <a:cs typeface="Courier New" pitchFamily="49" charset="0"/>
              </a:rPr>
              <a:t>DELIMITER</a:t>
            </a:r>
            <a:r>
              <a:rPr lang="sl-SI" dirty="0">
                <a:latin typeface="Courier New" pitchFamily="49" charset="0"/>
                <a:cs typeface="Courier New" pitchFamily="49" charset="0"/>
              </a:rPr>
              <a:t> //</a:t>
            </a:r>
          </a:p>
          <a:p>
            <a:pPr algn="l"/>
            <a:r>
              <a:rPr lang="sl-SI" b="1" dirty="0">
                <a:latin typeface="Courier New" pitchFamily="49" charset="0"/>
                <a:cs typeface="Courier New" pitchFamily="49" charset="0"/>
              </a:rPr>
              <a:t>CREATE</a:t>
            </a:r>
            <a:r>
              <a:rPr lang="sl-SI" dirty="0">
                <a:latin typeface="Courier New" pitchFamily="49" charset="0"/>
                <a:cs typeface="Courier New" pitchFamily="49" charset="0"/>
              </a:rPr>
              <a:t> </a:t>
            </a:r>
            <a:r>
              <a:rPr lang="sl-SI" b="1" dirty="0">
                <a:latin typeface="Courier New" pitchFamily="49" charset="0"/>
                <a:cs typeface="Courier New" pitchFamily="49" charset="0"/>
              </a:rPr>
              <a:t>PROCEDURE</a:t>
            </a:r>
            <a:r>
              <a:rPr lang="sl-SI" dirty="0">
                <a:latin typeface="Courier New" pitchFamily="49" charset="0"/>
                <a:cs typeface="Courier New" pitchFamily="49" charset="0"/>
              </a:rPr>
              <a:t> </a:t>
            </a:r>
            <a:r>
              <a:rPr lang="sl-SI" dirty="0" err="1">
                <a:latin typeface="Courier New" pitchFamily="49" charset="0"/>
                <a:cs typeface="Courier New" pitchFamily="49" charset="0"/>
              </a:rPr>
              <a:t>colni_razpon</a:t>
            </a:r>
            <a:r>
              <a:rPr lang="sl-SI" dirty="0">
                <a:latin typeface="Courier New" pitchFamily="49" charset="0"/>
                <a:cs typeface="Courier New" pitchFamily="49" charset="0"/>
              </a:rPr>
              <a:t> (</a:t>
            </a:r>
          </a:p>
          <a:p>
            <a:pPr algn="l"/>
            <a:r>
              <a:rPr lang="sl-SI" b="1" dirty="0">
                <a:latin typeface="Courier New" pitchFamily="49" charset="0"/>
                <a:cs typeface="Courier New" pitchFamily="49" charset="0"/>
              </a:rPr>
              <a:t>		IN</a:t>
            </a:r>
            <a:r>
              <a:rPr lang="sl-SI" dirty="0">
                <a:latin typeface="Courier New" pitchFamily="49" charset="0"/>
                <a:cs typeface="Courier New" pitchFamily="49" charset="0"/>
              </a:rPr>
              <a:t> spodnja </a:t>
            </a:r>
            <a:r>
              <a:rPr lang="sl-SI" b="1" dirty="0">
                <a:latin typeface="Courier New" pitchFamily="49" charset="0"/>
                <a:cs typeface="Courier New" pitchFamily="49" charset="0"/>
              </a:rPr>
              <a:t>INTEGER</a:t>
            </a:r>
            <a:r>
              <a:rPr lang="sl-SI" dirty="0">
                <a:latin typeface="Courier New" pitchFamily="49" charset="0"/>
                <a:cs typeface="Courier New" pitchFamily="49" charset="0"/>
              </a:rPr>
              <a:t>, </a:t>
            </a:r>
          </a:p>
          <a:p>
            <a:pPr algn="l"/>
            <a:r>
              <a:rPr lang="sl-SI" b="1" dirty="0">
                <a:latin typeface="Courier New" pitchFamily="49" charset="0"/>
                <a:cs typeface="Courier New" pitchFamily="49" charset="0"/>
              </a:rPr>
              <a:t>		IN</a:t>
            </a:r>
            <a:r>
              <a:rPr lang="sl-SI" dirty="0">
                <a:latin typeface="Courier New" pitchFamily="49" charset="0"/>
                <a:cs typeface="Courier New" pitchFamily="49" charset="0"/>
              </a:rPr>
              <a:t> zgornja </a:t>
            </a:r>
            <a:r>
              <a:rPr lang="sl-SI" b="1" dirty="0">
                <a:latin typeface="Courier New" pitchFamily="49" charset="0"/>
                <a:cs typeface="Courier New" pitchFamily="49" charset="0"/>
              </a:rPr>
              <a:t>INTEGER</a:t>
            </a:r>
            <a:r>
              <a:rPr lang="sl-SI" dirty="0">
                <a:latin typeface="Courier New" pitchFamily="49" charset="0"/>
                <a:cs typeface="Courier New" pitchFamily="49" charset="0"/>
              </a:rPr>
              <a:t>)</a:t>
            </a:r>
          </a:p>
          <a:p>
            <a:pPr algn="l"/>
            <a:r>
              <a:rPr lang="sl-SI" b="1" dirty="0">
                <a:latin typeface="Courier New" pitchFamily="49" charset="0"/>
                <a:cs typeface="Courier New" pitchFamily="49" charset="0"/>
              </a:rPr>
              <a:t>BEGIN  </a:t>
            </a:r>
          </a:p>
          <a:p>
            <a:pPr algn="l"/>
            <a:r>
              <a:rPr lang="sl-SI" dirty="0">
                <a:latin typeface="Courier New" pitchFamily="49" charset="0"/>
                <a:cs typeface="Courier New" pitchFamily="49" charset="0"/>
              </a:rPr>
              <a:t>	-- Pri proceduri se SELECT stavki izpišejo</a:t>
            </a:r>
            <a:r>
              <a:rPr lang="sl-SI" b="1" dirty="0">
                <a:latin typeface="Courier New" pitchFamily="49" charset="0"/>
                <a:cs typeface="Courier New" pitchFamily="49" charset="0"/>
              </a:rPr>
              <a:t>  </a:t>
            </a:r>
          </a:p>
          <a:p>
            <a:pPr algn="l"/>
            <a:r>
              <a:rPr lang="sl-SI" dirty="0">
                <a:latin typeface="Courier New" pitchFamily="49" charset="0"/>
                <a:cs typeface="Courier New" pitchFamily="49" charset="0"/>
              </a:rPr>
              <a:t>	</a:t>
            </a:r>
            <a:r>
              <a:rPr lang="sl-SI" b="1" dirty="0">
                <a:latin typeface="Courier New" pitchFamily="49" charset="0"/>
                <a:cs typeface="Courier New" pitchFamily="49" charset="0"/>
              </a:rPr>
              <a:t>SELECT</a:t>
            </a:r>
            <a:r>
              <a:rPr lang="sl-SI" dirty="0">
                <a:latin typeface="Courier New" pitchFamily="49" charset="0"/>
                <a:cs typeface="Courier New" pitchFamily="49" charset="0"/>
              </a:rPr>
              <a:t> * </a:t>
            </a:r>
          </a:p>
          <a:p>
            <a:pPr algn="l"/>
            <a:r>
              <a:rPr lang="sl-SI" b="1" dirty="0">
                <a:latin typeface="Courier New" pitchFamily="49" charset="0"/>
                <a:cs typeface="Courier New" pitchFamily="49" charset="0"/>
              </a:rPr>
              <a:t>	FROM</a:t>
            </a:r>
            <a:r>
              <a:rPr lang="sl-SI" dirty="0">
                <a:latin typeface="Courier New" pitchFamily="49" charset="0"/>
                <a:cs typeface="Courier New" pitchFamily="49" charset="0"/>
              </a:rPr>
              <a:t> </a:t>
            </a:r>
            <a:r>
              <a:rPr lang="sl-SI" dirty="0" err="1">
                <a:latin typeface="Courier New" pitchFamily="49" charset="0"/>
                <a:cs typeface="Courier New" pitchFamily="49" charset="0"/>
              </a:rPr>
              <a:t>coln</a:t>
            </a:r>
            <a:r>
              <a:rPr lang="sl-SI" dirty="0">
                <a:latin typeface="Courier New" pitchFamily="49" charset="0"/>
                <a:cs typeface="Courier New" pitchFamily="49" charset="0"/>
              </a:rPr>
              <a:t> </a:t>
            </a:r>
          </a:p>
          <a:p>
            <a:pPr algn="l"/>
            <a:r>
              <a:rPr lang="sl-SI" b="1" dirty="0">
                <a:latin typeface="Courier New" pitchFamily="49" charset="0"/>
                <a:cs typeface="Courier New" pitchFamily="49" charset="0"/>
              </a:rPr>
              <a:t>	WHERE</a:t>
            </a:r>
            <a:r>
              <a:rPr lang="sl-SI" dirty="0">
                <a:latin typeface="Courier New" pitchFamily="49" charset="0"/>
                <a:cs typeface="Courier New" pitchFamily="49" charset="0"/>
              </a:rPr>
              <a:t> </a:t>
            </a:r>
            <a:r>
              <a:rPr lang="sl-SI" dirty="0" err="1">
                <a:latin typeface="Courier New" pitchFamily="49" charset="0"/>
                <a:cs typeface="Courier New" pitchFamily="49" charset="0"/>
              </a:rPr>
              <a:t>dolzina</a:t>
            </a:r>
            <a:r>
              <a:rPr lang="sl-SI" dirty="0">
                <a:latin typeface="Courier New" pitchFamily="49" charset="0"/>
                <a:cs typeface="Courier New" pitchFamily="49" charset="0"/>
              </a:rPr>
              <a:t> </a:t>
            </a:r>
            <a:r>
              <a:rPr lang="sl-SI" b="1" dirty="0">
                <a:latin typeface="Courier New" pitchFamily="49" charset="0"/>
                <a:cs typeface="Courier New" pitchFamily="49" charset="0"/>
              </a:rPr>
              <a:t>BETWEEN</a:t>
            </a:r>
            <a:r>
              <a:rPr lang="sl-SI" dirty="0">
                <a:latin typeface="Courier New" pitchFamily="49" charset="0"/>
                <a:cs typeface="Courier New" pitchFamily="49" charset="0"/>
              </a:rPr>
              <a:t> spodnja </a:t>
            </a:r>
            <a:r>
              <a:rPr lang="sl-SI" b="1" dirty="0">
                <a:latin typeface="Courier New" pitchFamily="49" charset="0"/>
                <a:cs typeface="Courier New" pitchFamily="49" charset="0"/>
              </a:rPr>
              <a:t>AND</a:t>
            </a:r>
            <a:r>
              <a:rPr lang="sl-SI" dirty="0">
                <a:latin typeface="Courier New" pitchFamily="49" charset="0"/>
                <a:cs typeface="Courier New" pitchFamily="49" charset="0"/>
              </a:rPr>
              <a:t> zgornja;</a:t>
            </a:r>
          </a:p>
          <a:p>
            <a:pPr algn="l"/>
            <a:r>
              <a:rPr lang="sl-SI" b="1" dirty="0">
                <a:latin typeface="Courier New" pitchFamily="49" charset="0"/>
                <a:cs typeface="Courier New" pitchFamily="49" charset="0"/>
              </a:rPr>
              <a:t>END</a:t>
            </a:r>
            <a:r>
              <a:rPr lang="sl-SI" dirty="0">
                <a:latin typeface="Courier New" pitchFamily="49" charset="0"/>
                <a:cs typeface="Courier New" pitchFamily="49" charset="0"/>
              </a:rPr>
              <a:t> //</a:t>
            </a:r>
          </a:p>
          <a:p>
            <a:pPr algn="l"/>
            <a:r>
              <a:rPr lang="sl-SI" b="1" dirty="0">
                <a:latin typeface="Courier New" pitchFamily="49" charset="0"/>
                <a:cs typeface="Courier New" pitchFamily="49" charset="0"/>
              </a:rPr>
              <a:t>DELIMITER</a:t>
            </a:r>
            <a:r>
              <a:rPr lang="sl-SI" dirty="0">
                <a:latin typeface="Courier New" pitchFamily="49" charset="0"/>
                <a:cs typeface="Courier New" pitchFamily="49" charset="0"/>
              </a:rPr>
              <a:t> ;</a:t>
            </a:r>
          </a:p>
          <a:p>
            <a:pPr algn="l"/>
            <a:r>
              <a:rPr lang="sl-SI" dirty="0">
                <a:latin typeface="Courier New" pitchFamily="49" charset="0"/>
                <a:cs typeface="Courier New" pitchFamily="49" charset="0"/>
              </a:rPr>
              <a:t>-- Klic procedure</a:t>
            </a:r>
          </a:p>
          <a:p>
            <a:pPr algn="l"/>
            <a:r>
              <a:rPr lang="sl-SI" b="1" dirty="0">
                <a:latin typeface="Courier New" pitchFamily="49" charset="0"/>
                <a:cs typeface="Courier New" pitchFamily="49" charset="0"/>
              </a:rPr>
              <a:t>CALL</a:t>
            </a:r>
            <a:r>
              <a:rPr lang="sl-SI" dirty="0">
                <a:latin typeface="Courier New" pitchFamily="49" charset="0"/>
                <a:cs typeface="Courier New" pitchFamily="49" charset="0"/>
              </a:rPr>
              <a:t> </a:t>
            </a:r>
            <a:r>
              <a:rPr lang="sl-SI" dirty="0" err="1">
                <a:latin typeface="Courier New" pitchFamily="49" charset="0"/>
                <a:cs typeface="Courier New" pitchFamily="49" charset="0"/>
              </a:rPr>
              <a:t>colni_razpon</a:t>
            </a:r>
            <a:r>
              <a:rPr lang="sl-SI" dirty="0">
                <a:latin typeface="Courier New" pitchFamily="49" charset="0"/>
                <a:cs typeface="Courier New" pitchFamily="49" charset="0"/>
              </a:rPr>
              <a:t>(20,40);</a:t>
            </a:r>
          </a:p>
          <a:p>
            <a:pPr algn="l"/>
            <a:endParaRPr lang="sl-SI" dirty="0"/>
          </a:p>
        </p:txBody>
      </p:sp>
      <p:sp>
        <p:nvSpPr>
          <p:cNvPr id="6" name="PoljeZBesedilom 5"/>
          <p:cNvSpPr txBox="1"/>
          <p:nvPr/>
        </p:nvSpPr>
        <p:spPr>
          <a:xfrm>
            <a:off x="1066800" y="2228850"/>
            <a:ext cx="6705600" cy="646331"/>
          </a:xfrm>
          <a:prstGeom prst="rect">
            <a:avLst/>
          </a:prstGeom>
          <a:noFill/>
        </p:spPr>
        <p:txBody>
          <a:bodyPr wrap="square" rtlCol="0">
            <a:spAutoFit/>
          </a:bodyPr>
          <a:lstStyle/>
          <a:p>
            <a:pPr algn="l"/>
            <a:r>
              <a:rPr lang="sl-SI" dirty="0"/>
              <a:t>Napišite shranjeno proceduro, ki vrne vse podatke o čolnih z dolžino med "spodnja" in "zgornja" meja.</a:t>
            </a:r>
          </a:p>
        </p:txBody>
      </p:sp>
    </p:spTree>
    <p:extLst>
      <p:ext uri="{BB962C8B-B14F-4D97-AF65-F5344CB8AC3E}">
        <p14:creationId xmlns:p14="http://schemas.microsoft.com/office/powerpoint/2010/main" val="168923381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Funkcije</a:t>
            </a:r>
          </a:p>
        </p:txBody>
      </p:sp>
      <p:sp>
        <p:nvSpPr>
          <p:cNvPr id="3" name="Ograda vsebine 2"/>
          <p:cNvSpPr>
            <a:spLocks noGrp="1"/>
          </p:cNvSpPr>
          <p:nvPr>
            <p:ph idx="1"/>
          </p:nvPr>
        </p:nvSpPr>
        <p:spPr/>
        <p:txBody>
          <a:bodyPr/>
          <a:lstStyle/>
          <a:p>
            <a:r>
              <a:rPr lang="sl-SI"/>
              <a:t>Podobno kot procedure, le-da privzeto vračajo eno vrednost</a:t>
            </a:r>
          </a:p>
          <a:p>
            <a:r>
              <a:rPr lang="sl-SI"/>
              <a:t>Vsi parametri so privzeto IN</a:t>
            </a:r>
          </a:p>
          <a:p>
            <a:r>
              <a:rPr lang="sl-SI"/>
              <a:t>Uporaba SELECT Ime_Funkcije(…)</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2294837191"/>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Primer funkcije</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p:cNvSpPr txBox="1"/>
          <p:nvPr/>
        </p:nvSpPr>
        <p:spPr>
          <a:xfrm>
            <a:off x="1143000" y="3048000"/>
            <a:ext cx="6858000" cy="3293209"/>
          </a:xfrm>
          <a:prstGeom prst="rect">
            <a:avLst/>
          </a:prstGeom>
          <a:noFill/>
        </p:spPr>
        <p:txBody>
          <a:bodyPr wrap="square" rtlCol="0">
            <a:spAutoFit/>
          </a:bodyPr>
          <a:lstStyle/>
          <a:p>
            <a:pPr algn="l"/>
            <a:r>
              <a:rPr lang="sl-SI" sz="1600" b="1" dirty="0">
                <a:latin typeface="Courier New" pitchFamily="49" charset="0"/>
                <a:cs typeface="Courier New" pitchFamily="49" charset="0"/>
              </a:rPr>
              <a:t>DELIMITER</a:t>
            </a:r>
            <a:r>
              <a:rPr lang="sl-SI" sz="1600" dirty="0">
                <a:latin typeface="Courier New" pitchFamily="49" charset="0"/>
                <a:cs typeface="Courier New" pitchFamily="49" charset="0"/>
              </a:rPr>
              <a:t> //</a:t>
            </a:r>
          </a:p>
          <a:p>
            <a:pPr algn="l"/>
            <a:r>
              <a:rPr lang="sl-SI" sz="1600" b="1" dirty="0">
                <a:latin typeface="Courier New" pitchFamily="49" charset="0"/>
                <a:cs typeface="Courier New" pitchFamily="49" charset="0"/>
              </a:rPr>
              <a:t>CREATE</a:t>
            </a:r>
            <a:r>
              <a:rPr lang="sl-SI" sz="1600" dirty="0">
                <a:latin typeface="Courier New" pitchFamily="49" charset="0"/>
                <a:cs typeface="Courier New" pitchFamily="49" charset="0"/>
              </a:rPr>
              <a:t> </a:t>
            </a:r>
            <a:r>
              <a:rPr lang="sl-SI" sz="1600" b="1" dirty="0">
                <a:latin typeface="Courier New" pitchFamily="49" charset="0"/>
                <a:cs typeface="Courier New" pitchFamily="49" charset="0"/>
              </a:rPr>
              <a:t>FUNCTION</a:t>
            </a:r>
            <a:r>
              <a:rPr lang="sl-SI" sz="1600" dirty="0">
                <a:latin typeface="Courier New" pitchFamily="49" charset="0"/>
                <a:cs typeface="Courier New" pitchFamily="49" charset="0"/>
              </a:rPr>
              <a:t> </a:t>
            </a:r>
            <a:r>
              <a:rPr lang="sl-SI" sz="1600" dirty="0" err="1">
                <a:latin typeface="Courier New" pitchFamily="49" charset="0"/>
                <a:cs typeface="Courier New" pitchFamily="49" charset="0"/>
              </a:rPr>
              <a:t>colni_razpon_fun</a:t>
            </a:r>
            <a:r>
              <a:rPr lang="sl-SI" sz="1600" dirty="0">
                <a:latin typeface="Courier New" pitchFamily="49" charset="0"/>
                <a:cs typeface="Courier New" pitchFamily="49" charset="0"/>
              </a:rPr>
              <a:t> (</a:t>
            </a:r>
          </a:p>
          <a:p>
            <a:pPr algn="l"/>
            <a:r>
              <a:rPr lang="sl-SI" sz="1600" dirty="0">
                <a:latin typeface="Courier New" pitchFamily="49" charset="0"/>
                <a:cs typeface="Courier New" pitchFamily="49" charset="0"/>
              </a:rPr>
              <a:t>		spodnja </a:t>
            </a:r>
            <a:r>
              <a:rPr lang="sl-SI" sz="1600" b="1" dirty="0">
                <a:latin typeface="Courier New" pitchFamily="49" charset="0"/>
                <a:cs typeface="Courier New" pitchFamily="49" charset="0"/>
              </a:rPr>
              <a:t>INTEGER</a:t>
            </a:r>
            <a:r>
              <a:rPr lang="sl-SI" sz="1600" dirty="0">
                <a:latin typeface="Courier New" pitchFamily="49" charset="0"/>
                <a:cs typeface="Courier New" pitchFamily="49" charset="0"/>
              </a:rPr>
              <a:t>, </a:t>
            </a:r>
          </a:p>
          <a:p>
            <a:pPr algn="l"/>
            <a:r>
              <a:rPr lang="sl-SI" sz="1600" dirty="0">
                <a:latin typeface="Courier New" pitchFamily="49" charset="0"/>
                <a:cs typeface="Courier New" pitchFamily="49" charset="0"/>
              </a:rPr>
              <a:t>		zgornja </a:t>
            </a:r>
            <a:r>
              <a:rPr lang="sl-SI" sz="1600" b="1" dirty="0">
                <a:latin typeface="Courier New" pitchFamily="49" charset="0"/>
                <a:cs typeface="Courier New" pitchFamily="49" charset="0"/>
              </a:rPr>
              <a:t>INTEGER</a:t>
            </a:r>
            <a:r>
              <a:rPr lang="sl-SI" sz="1600" dirty="0">
                <a:latin typeface="Courier New" pitchFamily="49" charset="0"/>
                <a:cs typeface="Courier New" pitchFamily="49" charset="0"/>
              </a:rPr>
              <a:t>) </a:t>
            </a:r>
            <a:r>
              <a:rPr lang="sl-SI" sz="1600" b="1" dirty="0">
                <a:latin typeface="Courier New" pitchFamily="49" charset="0"/>
                <a:cs typeface="Courier New" pitchFamily="49" charset="0"/>
              </a:rPr>
              <a:t>RETURNS</a:t>
            </a:r>
            <a:r>
              <a:rPr lang="sl-SI" sz="1600" dirty="0">
                <a:latin typeface="Courier New" pitchFamily="49" charset="0"/>
                <a:cs typeface="Courier New" pitchFamily="49" charset="0"/>
              </a:rPr>
              <a:t> </a:t>
            </a:r>
            <a:r>
              <a:rPr lang="sl-SI" sz="1600" b="1" dirty="0">
                <a:latin typeface="Courier New" pitchFamily="49" charset="0"/>
                <a:cs typeface="Courier New" pitchFamily="49" charset="0"/>
              </a:rPr>
              <a:t>INTEGER</a:t>
            </a:r>
          </a:p>
          <a:p>
            <a:pPr algn="l"/>
            <a:r>
              <a:rPr lang="sl-SI" sz="1600" b="1" dirty="0">
                <a:latin typeface="Courier New" pitchFamily="49" charset="0"/>
                <a:cs typeface="Courier New" pitchFamily="49" charset="0"/>
              </a:rPr>
              <a:t>BEGIN</a:t>
            </a:r>
            <a:r>
              <a:rPr lang="sl-SI" sz="1600" dirty="0">
                <a:latin typeface="Courier New" pitchFamily="49" charset="0"/>
                <a:cs typeface="Courier New" pitchFamily="49" charset="0"/>
              </a:rPr>
              <a:t>	</a:t>
            </a:r>
          </a:p>
          <a:p>
            <a:pPr lvl="1" algn="l"/>
            <a:r>
              <a:rPr lang="sl-SI" sz="1600" b="1" dirty="0">
                <a:latin typeface="Courier New" pitchFamily="49" charset="0"/>
                <a:cs typeface="Courier New" pitchFamily="49" charset="0"/>
              </a:rPr>
              <a:t>DECLARE</a:t>
            </a:r>
            <a:r>
              <a:rPr lang="sl-SI" sz="1600" dirty="0">
                <a:latin typeface="Courier New" pitchFamily="49" charset="0"/>
                <a:cs typeface="Courier New" pitchFamily="49" charset="0"/>
              </a:rPr>
              <a:t> X </a:t>
            </a:r>
            <a:r>
              <a:rPr lang="sl-SI" sz="1600" b="1" dirty="0">
                <a:latin typeface="Courier New" pitchFamily="49" charset="0"/>
                <a:cs typeface="Courier New" pitchFamily="49" charset="0"/>
              </a:rPr>
              <a:t>INTEGER</a:t>
            </a:r>
            <a:r>
              <a:rPr lang="sl-SI" sz="1600" dirty="0">
                <a:latin typeface="Courier New" pitchFamily="49" charset="0"/>
                <a:cs typeface="Courier New" pitchFamily="49" charset="0"/>
              </a:rPr>
              <a:t>; -- Deklaracija spremenljivke   </a:t>
            </a:r>
          </a:p>
          <a:p>
            <a:pPr lvl="1" algn="l"/>
            <a:r>
              <a:rPr lang="sl-SI" sz="1600" b="1" dirty="0">
                <a:latin typeface="Courier New" pitchFamily="49" charset="0"/>
                <a:cs typeface="Courier New" pitchFamily="49" charset="0"/>
              </a:rPr>
              <a:t>SELECT</a:t>
            </a:r>
            <a:r>
              <a:rPr lang="sl-SI" sz="1600" dirty="0">
                <a:latin typeface="Courier New" pitchFamily="49" charset="0"/>
                <a:cs typeface="Courier New" pitchFamily="49" charset="0"/>
              </a:rPr>
              <a:t> </a:t>
            </a:r>
            <a:r>
              <a:rPr lang="sl-SI" sz="1600" b="1" dirty="0">
                <a:latin typeface="Courier New" pitchFamily="49" charset="0"/>
                <a:cs typeface="Courier New" pitchFamily="49" charset="0"/>
              </a:rPr>
              <a:t>COUNT</a:t>
            </a:r>
            <a:r>
              <a:rPr lang="sl-SI" sz="1600" dirty="0">
                <a:latin typeface="Courier New" pitchFamily="49" charset="0"/>
                <a:cs typeface="Courier New" pitchFamily="49" charset="0"/>
              </a:rPr>
              <a:t>(*) </a:t>
            </a:r>
            <a:r>
              <a:rPr lang="sl-SI" sz="1600" b="1" dirty="0">
                <a:latin typeface="Courier New" pitchFamily="49" charset="0"/>
                <a:cs typeface="Courier New" pitchFamily="49" charset="0"/>
              </a:rPr>
              <a:t>INTO</a:t>
            </a:r>
            <a:r>
              <a:rPr lang="sl-SI" sz="1600" dirty="0">
                <a:latin typeface="Courier New" pitchFamily="49" charset="0"/>
                <a:cs typeface="Courier New" pitchFamily="49" charset="0"/>
              </a:rPr>
              <a:t> X -- INTO shrani vrednost v X</a:t>
            </a:r>
          </a:p>
          <a:p>
            <a:pPr lvl="1" algn="l"/>
            <a:r>
              <a:rPr lang="sl-SI" sz="1600" b="1" dirty="0">
                <a:latin typeface="Courier New" pitchFamily="49" charset="0"/>
                <a:cs typeface="Courier New" pitchFamily="49" charset="0"/>
              </a:rPr>
              <a:t>FROM</a:t>
            </a:r>
            <a:r>
              <a:rPr lang="sl-SI" sz="1600" dirty="0">
                <a:latin typeface="Courier New" pitchFamily="49" charset="0"/>
                <a:cs typeface="Courier New" pitchFamily="49" charset="0"/>
              </a:rPr>
              <a:t> </a:t>
            </a:r>
            <a:r>
              <a:rPr lang="sl-SI" sz="1600" dirty="0" err="1">
                <a:latin typeface="Courier New" pitchFamily="49" charset="0"/>
                <a:cs typeface="Courier New" pitchFamily="49" charset="0"/>
              </a:rPr>
              <a:t>coln</a:t>
            </a:r>
            <a:r>
              <a:rPr lang="sl-SI" sz="1600" dirty="0">
                <a:latin typeface="Courier New" pitchFamily="49" charset="0"/>
                <a:cs typeface="Courier New" pitchFamily="49" charset="0"/>
              </a:rPr>
              <a:t>    </a:t>
            </a:r>
          </a:p>
          <a:p>
            <a:pPr lvl="1" algn="l"/>
            <a:r>
              <a:rPr lang="sl-SI" sz="1600" b="1" dirty="0">
                <a:latin typeface="Courier New" pitchFamily="49" charset="0"/>
                <a:cs typeface="Courier New" pitchFamily="49" charset="0"/>
              </a:rPr>
              <a:t>WHERE</a:t>
            </a:r>
            <a:r>
              <a:rPr lang="sl-SI" sz="1600" dirty="0">
                <a:latin typeface="Courier New" pitchFamily="49" charset="0"/>
                <a:cs typeface="Courier New" pitchFamily="49" charset="0"/>
              </a:rPr>
              <a:t> </a:t>
            </a:r>
            <a:r>
              <a:rPr lang="sl-SI" sz="1600" dirty="0" err="1">
                <a:latin typeface="Courier New" pitchFamily="49" charset="0"/>
                <a:cs typeface="Courier New" pitchFamily="49" charset="0"/>
              </a:rPr>
              <a:t>dolzina</a:t>
            </a:r>
            <a:r>
              <a:rPr lang="sl-SI" sz="1600" dirty="0">
                <a:latin typeface="Courier New" pitchFamily="49" charset="0"/>
                <a:cs typeface="Courier New" pitchFamily="49" charset="0"/>
              </a:rPr>
              <a:t> </a:t>
            </a:r>
            <a:r>
              <a:rPr lang="sl-SI" sz="1600" b="1" dirty="0">
                <a:latin typeface="Courier New" pitchFamily="49" charset="0"/>
                <a:cs typeface="Courier New" pitchFamily="49" charset="0"/>
              </a:rPr>
              <a:t>BETWEEN</a:t>
            </a:r>
            <a:r>
              <a:rPr lang="sl-SI" sz="1600" dirty="0">
                <a:latin typeface="Courier New" pitchFamily="49" charset="0"/>
                <a:cs typeface="Courier New" pitchFamily="49" charset="0"/>
              </a:rPr>
              <a:t> spodnja </a:t>
            </a:r>
            <a:r>
              <a:rPr lang="sl-SI" sz="1600" b="1" dirty="0">
                <a:latin typeface="Courier New" pitchFamily="49" charset="0"/>
                <a:cs typeface="Courier New" pitchFamily="49" charset="0"/>
              </a:rPr>
              <a:t>AND</a:t>
            </a:r>
            <a:r>
              <a:rPr lang="sl-SI" sz="1600" dirty="0">
                <a:latin typeface="Courier New" pitchFamily="49" charset="0"/>
                <a:cs typeface="Courier New" pitchFamily="49" charset="0"/>
              </a:rPr>
              <a:t> zgornja;</a:t>
            </a:r>
          </a:p>
          <a:p>
            <a:pPr lvl="1" algn="l"/>
            <a:r>
              <a:rPr lang="sl-SI" sz="1600" b="1" dirty="0">
                <a:latin typeface="Courier New" pitchFamily="49" charset="0"/>
                <a:cs typeface="Courier New" pitchFamily="49" charset="0"/>
              </a:rPr>
              <a:t>RETURN</a:t>
            </a:r>
            <a:r>
              <a:rPr lang="sl-SI" sz="1600" dirty="0">
                <a:latin typeface="Courier New" pitchFamily="49" charset="0"/>
                <a:cs typeface="Courier New" pitchFamily="49" charset="0"/>
              </a:rPr>
              <a:t> X; -- Funkcija mora imeti RETURN</a:t>
            </a:r>
          </a:p>
          <a:p>
            <a:pPr algn="l"/>
            <a:r>
              <a:rPr lang="sl-SI" sz="1600" b="1" dirty="0">
                <a:latin typeface="Courier New" pitchFamily="49" charset="0"/>
                <a:cs typeface="Courier New" pitchFamily="49" charset="0"/>
              </a:rPr>
              <a:t>END</a:t>
            </a:r>
            <a:r>
              <a:rPr lang="sl-SI" sz="1600" dirty="0">
                <a:latin typeface="Courier New" pitchFamily="49" charset="0"/>
                <a:cs typeface="Courier New" pitchFamily="49" charset="0"/>
              </a:rPr>
              <a:t> //</a:t>
            </a:r>
          </a:p>
          <a:p>
            <a:pPr algn="l"/>
            <a:r>
              <a:rPr lang="sl-SI" sz="1600" b="1" dirty="0">
                <a:latin typeface="Courier New" pitchFamily="49" charset="0"/>
                <a:cs typeface="Courier New" pitchFamily="49" charset="0"/>
              </a:rPr>
              <a:t>DELIMITER</a:t>
            </a:r>
            <a:r>
              <a:rPr lang="sl-SI" sz="1600" dirty="0">
                <a:latin typeface="Courier New" pitchFamily="49" charset="0"/>
                <a:cs typeface="Courier New" pitchFamily="49" charset="0"/>
              </a:rPr>
              <a:t> ; </a:t>
            </a:r>
          </a:p>
          <a:p>
            <a:pPr algn="l"/>
            <a:r>
              <a:rPr lang="sl-SI" sz="1600" b="1" dirty="0">
                <a:latin typeface="Courier New" pitchFamily="49" charset="0"/>
                <a:cs typeface="Courier New" pitchFamily="49" charset="0"/>
              </a:rPr>
              <a:t>SELECT </a:t>
            </a:r>
            <a:r>
              <a:rPr lang="sl-SI" sz="1600" dirty="0" err="1">
                <a:latin typeface="Courier New" pitchFamily="49" charset="0"/>
                <a:cs typeface="Courier New" pitchFamily="49" charset="0"/>
              </a:rPr>
              <a:t>colni_razpon_fun</a:t>
            </a:r>
            <a:r>
              <a:rPr lang="sl-SI" sz="1600" dirty="0">
                <a:latin typeface="Courier New" pitchFamily="49" charset="0"/>
                <a:cs typeface="Courier New" pitchFamily="49" charset="0"/>
              </a:rPr>
              <a:t>(20,40); -- Klic funkcije</a:t>
            </a:r>
            <a:endParaRPr lang="sl-SI" sz="1600" dirty="0"/>
          </a:p>
        </p:txBody>
      </p:sp>
      <p:sp>
        <p:nvSpPr>
          <p:cNvPr id="6" name="PoljeZBesedilom 5"/>
          <p:cNvSpPr txBox="1"/>
          <p:nvPr/>
        </p:nvSpPr>
        <p:spPr>
          <a:xfrm>
            <a:off x="1143000" y="2362200"/>
            <a:ext cx="6705600" cy="646331"/>
          </a:xfrm>
          <a:prstGeom prst="rect">
            <a:avLst/>
          </a:prstGeom>
          <a:noFill/>
        </p:spPr>
        <p:txBody>
          <a:bodyPr wrap="square" rtlCol="0">
            <a:spAutoFit/>
          </a:bodyPr>
          <a:lstStyle/>
          <a:p>
            <a:pPr algn="l"/>
            <a:r>
              <a:rPr lang="sl-SI"/>
              <a:t>Napišite funkcijo, ki vrne število čolnov z dolžino med "spodnja" in "zgornja" meja.</a:t>
            </a:r>
          </a:p>
        </p:txBody>
      </p:sp>
    </p:spTree>
    <p:extLst>
      <p:ext uri="{BB962C8B-B14F-4D97-AF65-F5344CB8AC3E}">
        <p14:creationId xmlns:p14="http://schemas.microsoft.com/office/powerpoint/2010/main" val="366140572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Dostop do parametrov procedure</a:t>
            </a:r>
          </a:p>
        </p:txBody>
      </p:sp>
      <p:sp>
        <p:nvSpPr>
          <p:cNvPr id="3" name="Content Placeholder 2"/>
          <p:cNvSpPr>
            <a:spLocks noGrp="1"/>
          </p:cNvSpPr>
          <p:nvPr>
            <p:ph idx="1"/>
          </p:nvPr>
        </p:nvSpPr>
        <p:spPr>
          <a:xfrm>
            <a:off x="838200" y="2362201"/>
            <a:ext cx="7693025" cy="1981199"/>
          </a:xfrm>
        </p:spPr>
        <p:txBody>
          <a:bodyPr/>
          <a:lstStyle/>
          <a:p>
            <a:r>
              <a:rPr lang="sl-SI" sz="1800"/>
              <a:t>Napišite shranjeno proceduro, ki vrne število čolnov z dolžino med "spodnja" in "zgornja" meja v zadnjem parametru “</a:t>
            </a:r>
            <a:r>
              <a:rPr lang="sl-SI" sz="1800" err="1"/>
              <a:t>stevilo</a:t>
            </a:r>
            <a:r>
              <a:rPr lang="sl-SI" sz="1800"/>
              <a:t>”.</a:t>
            </a:r>
          </a:p>
        </p:txBody>
      </p:sp>
      <p:sp>
        <p:nvSpPr>
          <p:cNvPr id="4" name="Footer Placeholder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TextBox 4"/>
          <p:cNvSpPr txBox="1"/>
          <p:nvPr/>
        </p:nvSpPr>
        <p:spPr>
          <a:xfrm>
            <a:off x="1219200" y="3072348"/>
            <a:ext cx="7391400" cy="4031873"/>
          </a:xfrm>
          <a:prstGeom prst="rect">
            <a:avLst/>
          </a:prstGeom>
          <a:noFill/>
        </p:spPr>
        <p:txBody>
          <a:bodyPr wrap="square" rtlCol="0">
            <a:spAutoFit/>
          </a:bodyPr>
          <a:lstStyle/>
          <a:p>
            <a:pPr algn="l"/>
            <a:r>
              <a:rPr lang="sl-SI" sz="1600" b="1">
                <a:latin typeface="Courier New" pitchFamily="49" charset="0"/>
                <a:cs typeface="Courier New" pitchFamily="49" charset="0"/>
              </a:rPr>
              <a:t>DELIMITER</a:t>
            </a:r>
            <a:r>
              <a:rPr lang="sl-SI" sz="1600">
                <a:latin typeface="Courier New" pitchFamily="49" charset="0"/>
                <a:cs typeface="Courier New" pitchFamily="49" charset="0"/>
              </a:rPr>
              <a:t> //</a:t>
            </a:r>
          </a:p>
          <a:p>
            <a:pPr algn="l"/>
            <a:r>
              <a:rPr lang="sl-SI" sz="1600" b="1">
                <a:latin typeface="Courier New" pitchFamily="49" charset="0"/>
                <a:cs typeface="Courier New" pitchFamily="49" charset="0"/>
              </a:rPr>
              <a:t>CREATE</a:t>
            </a:r>
            <a:r>
              <a:rPr lang="sl-SI" sz="1600">
                <a:latin typeface="Courier New" pitchFamily="49" charset="0"/>
                <a:cs typeface="Courier New" pitchFamily="49" charset="0"/>
              </a:rPr>
              <a:t> </a:t>
            </a:r>
            <a:r>
              <a:rPr lang="sl-SI" sz="1600" b="1">
                <a:latin typeface="Courier New" pitchFamily="49" charset="0"/>
                <a:cs typeface="Courier New" pitchFamily="49" charset="0"/>
              </a:rPr>
              <a:t>PROCEDURE</a:t>
            </a:r>
            <a:r>
              <a:rPr lang="sl-SI" sz="1600">
                <a:latin typeface="Courier New" pitchFamily="49" charset="0"/>
                <a:cs typeface="Courier New" pitchFamily="49" charset="0"/>
              </a:rPr>
              <a:t> </a:t>
            </a:r>
            <a:r>
              <a:rPr lang="sl-SI" sz="1600" err="1">
                <a:latin typeface="Courier New" pitchFamily="49" charset="0"/>
                <a:cs typeface="Courier New" pitchFamily="49" charset="0"/>
              </a:rPr>
              <a:t>colni</a:t>
            </a:r>
            <a:r>
              <a:rPr lang="sl-SI" sz="1600">
                <a:latin typeface="Courier New" pitchFamily="49" charset="0"/>
                <a:cs typeface="Courier New" pitchFamily="49" charset="0"/>
              </a:rPr>
              <a:t>_</a:t>
            </a:r>
            <a:r>
              <a:rPr lang="sl-SI" sz="1600" err="1">
                <a:latin typeface="Courier New" pitchFamily="49" charset="0"/>
                <a:cs typeface="Courier New" pitchFamily="49" charset="0"/>
              </a:rPr>
              <a:t>stevilo</a:t>
            </a:r>
            <a:r>
              <a:rPr lang="sl-SI" sz="1600">
                <a:latin typeface="Courier New" pitchFamily="49" charset="0"/>
                <a:cs typeface="Courier New" pitchFamily="49" charset="0"/>
              </a:rPr>
              <a:t> (</a:t>
            </a:r>
          </a:p>
          <a:p>
            <a:pPr algn="l"/>
            <a:r>
              <a:rPr lang="sl-SI" sz="1600" b="1">
                <a:latin typeface="Courier New" pitchFamily="49" charset="0"/>
                <a:cs typeface="Courier New" pitchFamily="49" charset="0"/>
              </a:rPr>
              <a:t>		IN</a:t>
            </a:r>
            <a:r>
              <a:rPr lang="sl-SI" sz="1600">
                <a:latin typeface="Courier New" pitchFamily="49" charset="0"/>
                <a:cs typeface="Courier New" pitchFamily="49" charset="0"/>
              </a:rPr>
              <a:t> spodnja </a:t>
            </a:r>
            <a:r>
              <a:rPr lang="sl-SI" sz="1600" b="1">
                <a:latin typeface="Courier New" pitchFamily="49" charset="0"/>
                <a:cs typeface="Courier New" pitchFamily="49" charset="0"/>
              </a:rPr>
              <a:t>INTEGER</a:t>
            </a:r>
            <a:r>
              <a:rPr lang="sl-SI" sz="1600">
                <a:latin typeface="Courier New" pitchFamily="49" charset="0"/>
                <a:cs typeface="Courier New" pitchFamily="49" charset="0"/>
              </a:rPr>
              <a:t>, </a:t>
            </a:r>
          </a:p>
          <a:p>
            <a:pPr algn="l"/>
            <a:r>
              <a:rPr lang="sl-SI" sz="1600" b="1">
                <a:latin typeface="Courier New" pitchFamily="49" charset="0"/>
                <a:cs typeface="Courier New" pitchFamily="49" charset="0"/>
              </a:rPr>
              <a:t>		IN</a:t>
            </a:r>
            <a:r>
              <a:rPr lang="sl-SI" sz="1600">
                <a:latin typeface="Courier New" pitchFamily="49" charset="0"/>
                <a:cs typeface="Courier New" pitchFamily="49" charset="0"/>
              </a:rPr>
              <a:t> zgornja </a:t>
            </a:r>
            <a:r>
              <a:rPr lang="sl-SI" sz="1600" b="1">
                <a:latin typeface="Courier New" pitchFamily="49" charset="0"/>
                <a:cs typeface="Courier New" pitchFamily="49" charset="0"/>
              </a:rPr>
              <a:t>INTEGER,</a:t>
            </a:r>
          </a:p>
          <a:p>
            <a:pPr algn="l"/>
            <a:r>
              <a:rPr lang="sl-SI" sz="1600" b="1">
                <a:latin typeface="Courier New" pitchFamily="49" charset="0"/>
                <a:cs typeface="Courier New" pitchFamily="49" charset="0"/>
              </a:rPr>
              <a:t>		OUT </a:t>
            </a:r>
            <a:r>
              <a:rPr lang="sl-SI" sz="1600" err="1">
                <a:latin typeface="Courier New" pitchFamily="49" charset="0"/>
                <a:cs typeface="Courier New" pitchFamily="49" charset="0"/>
              </a:rPr>
              <a:t>stevilo</a:t>
            </a:r>
            <a:r>
              <a:rPr lang="sl-SI" sz="1600" b="1">
                <a:latin typeface="Courier New" pitchFamily="49" charset="0"/>
                <a:cs typeface="Courier New" pitchFamily="49" charset="0"/>
              </a:rPr>
              <a:t> INTEGER</a:t>
            </a:r>
            <a:r>
              <a:rPr lang="sl-SI" sz="1600">
                <a:latin typeface="Courier New" pitchFamily="49" charset="0"/>
                <a:cs typeface="Courier New" pitchFamily="49" charset="0"/>
              </a:rPr>
              <a:t>)</a:t>
            </a:r>
          </a:p>
          <a:p>
            <a:pPr algn="l"/>
            <a:r>
              <a:rPr lang="sl-SI" sz="1600" b="1">
                <a:latin typeface="Courier New" pitchFamily="49" charset="0"/>
                <a:cs typeface="Courier New" pitchFamily="49" charset="0"/>
              </a:rPr>
              <a:t>BEGIN  </a:t>
            </a:r>
          </a:p>
          <a:p>
            <a:pPr algn="l"/>
            <a:r>
              <a:rPr lang="sl-SI" sz="1600">
                <a:latin typeface="Courier New" pitchFamily="49" charset="0"/>
                <a:cs typeface="Courier New" pitchFamily="49" charset="0"/>
              </a:rPr>
              <a:t>	</a:t>
            </a:r>
            <a:r>
              <a:rPr lang="sl-SI" sz="1600" b="1">
                <a:latin typeface="Courier New" pitchFamily="49" charset="0"/>
                <a:cs typeface="Courier New" pitchFamily="49" charset="0"/>
              </a:rPr>
              <a:t>SELECT</a:t>
            </a:r>
            <a:r>
              <a:rPr lang="sl-SI" sz="1600">
                <a:latin typeface="Courier New" pitchFamily="49" charset="0"/>
                <a:cs typeface="Courier New" pitchFamily="49" charset="0"/>
              </a:rPr>
              <a:t> </a:t>
            </a:r>
            <a:r>
              <a:rPr lang="sl-SI" sz="1600" b="1">
                <a:latin typeface="Courier New" pitchFamily="49" charset="0"/>
                <a:cs typeface="Courier New" pitchFamily="49" charset="0"/>
              </a:rPr>
              <a:t>COUNT</a:t>
            </a:r>
            <a:r>
              <a:rPr lang="sl-SI" sz="1600">
                <a:latin typeface="Courier New" pitchFamily="49" charset="0"/>
                <a:cs typeface="Courier New" pitchFamily="49" charset="0"/>
              </a:rPr>
              <a:t>(*) </a:t>
            </a:r>
            <a:r>
              <a:rPr lang="sl-SI" sz="1600" b="1">
                <a:latin typeface="Courier New" pitchFamily="49" charset="0"/>
                <a:cs typeface="Courier New" pitchFamily="49" charset="0"/>
              </a:rPr>
              <a:t>INTO</a:t>
            </a:r>
            <a:r>
              <a:rPr lang="sl-SI" sz="1600">
                <a:latin typeface="Courier New" pitchFamily="49" charset="0"/>
                <a:cs typeface="Courier New" pitchFamily="49" charset="0"/>
              </a:rPr>
              <a:t> </a:t>
            </a:r>
            <a:r>
              <a:rPr lang="sl-SI" sz="1600" err="1">
                <a:latin typeface="Courier New" pitchFamily="49" charset="0"/>
                <a:cs typeface="Courier New" pitchFamily="49" charset="0"/>
              </a:rPr>
              <a:t>stevilo</a:t>
            </a:r>
            <a:endParaRPr lang="sl-SI" sz="1600">
              <a:latin typeface="Courier New" pitchFamily="49" charset="0"/>
              <a:cs typeface="Courier New" pitchFamily="49" charset="0"/>
            </a:endParaRPr>
          </a:p>
          <a:p>
            <a:pPr algn="l"/>
            <a:r>
              <a:rPr lang="sl-SI" sz="1600" b="1">
                <a:latin typeface="Courier New" pitchFamily="49" charset="0"/>
                <a:cs typeface="Courier New" pitchFamily="49" charset="0"/>
              </a:rPr>
              <a:t>	FROM</a:t>
            </a:r>
            <a:r>
              <a:rPr lang="sl-SI" sz="1600">
                <a:latin typeface="Courier New" pitchFamily="49" charset="0"/>
                <a:cs typeface="Courier New" pitchFamily="49" charset="0"/>
              </a:rPr>
              <a:t> </a:t>
            </a:r>
            <a:r>
              <a:rPr lang="sl-SI" sz="1600" err="1">
                <a:latin typeface="Courier New" pitchFamily="49" charset="0"/>
                <a:cs typeface="Courier New" pitchFamily="49" charset="0"/>
              </a:rPr>
              <a:t>coln</a:t>
            </a:r>
            <a:r>
              <a:rPr lang="sl-SI" sz="1600">
                <a:latin typeface="Courier New" pitchFamily="49" charset="0"/>
                <a:cs typeface="Courier New" pitchFamily="49" charset="0"/>
              </a:rPr>
              <a:t> </a:t>
            </a:r>
          </a:p>
          <a:p>
            <a:pPr algn="l"/>
            <a:r>
              <a:rPr lang="sl-SI" sz="1600" b="1">
                <a:latin typeface="Courier New" pitchFamily="49" charset="0"/>
                <a:cs typeface="Courier New" pitchFamily="49" charset="0"/>
              </a:rPr>
              <a:t>	WHERE</a:t>
            </a:r>
            <a:r>
              <a:rPr lang="sl-SI" sz="1600">
                <a:latin typeface="Courier New" pitchFamily="49" charset="0"/>
                <a:cs typeface="Courier New" pitchFamily="49" charset="0"/>
              </a:rPr>
              <a:t> </a:t>
            </a:r>
            <a:r>
              <a:rPr lang="sl-SI" sz="1600" err="1">
                <a:latin typeface="Courier New" pitchFamily="49" charset="0"/>
                <a:cs typeface="Courier New" pitchFamily="49" charset="0"/>
              </a:rPr>
              <a:t>dolzina</a:t>
            </a:r>
            <a:r>
              <a:rPr lang="sl-SI" sz="1600">
                <a:latin typeface="Courier New" pitchFamily="49" charset="0"/>
                <a:cs typeface="Courier New" pitchFamily="49" charset="0"/>
              </a:rPr>
              <a:t> </a:t>
            </a:r>
            <a:r>
              <a:rPr lang="sl-SI" sz="1600" b="1">
                <a:latin typeface="Courier New" pitchFamily="49" charset="0"/>
                <a:cs typeface="Courier New" pitchFamily="49" charset="0"/>
              </a:rPr>
              <a:t>BETWEEN</a:t>
            </a:r>
            <a:r>
              <a:rPr lang="sl-SI" sz="1600">
                <a:latin typeface="Courier New" pitchFamily="49" charset="0"/>
                <a:cs typeface="Courier New" pitchFamily="49" charset="0"/>
              </a:rPr>
              <a:t> spodnja </a:t>
            </a:r>
            <a:r>
              <a:rPr lang="sl-SI" sz="1600" b="1">
                <a:latin typeface="Courier New" pitchFamily="49" charset="0"/>
                <a:cs typeface="Courier New" pitchFamily="49" charset="0"/>
              </a:rPr>
              <a:t>AND</a:t>
            </a:r>
            <a:r>
              <a:rPr lang="sl-SI" sz="1600">
                <a:latin typeface="Courier New" pitchFamily="49" charset="0"/>
                <a:cs typeface="Courier New" pitchFamily="49" charset="0"/>
              </a:rPr>
              <a:t> zgornja;</a:t>
            </a:r>
          </a:p>
          <a:p>
            <a:pPr algn="l"/>
            <a:r>
              <a:rPr lang="sl-SI" sz="1600" b="1">
                <a:latin typeface="Courier New" pitchFamily="49" charset="0"/>
                <a:cs typeface="Courier New" pitchFamily="49" charset="0"/>
              </a:rPr>
              <a:t>END</a:t>
            </a:r>
            <a:r>
              <a:rPr lang="sl-SI" sz="1600">
                <a:latin typeface="Courier New" pitchFamily="49" charset="0"/>
                <a:cs typeface="Courier New" pitchFamily="49" charset="0"/>
              </a:rPr>
              <a:t> //</a:t>
            </a:r>
          </a:p>
          <a:p>
            <a:pPr algn="l"/>
            <a:r>
              <a:rPr lang="sl-SI" sz="1600" b="1">
                <a:latin typeface="Courier New" pitchFamily="49" charset="0"/>
                <a:cs typeface="Courier New" pitchFamily="49" charset="0"/>
              </a:rPr>
              <a:t>DELIMITER</a:t>
            </a:r>
            <a:r>
              <a:rPr lang="sl-SI" sz="1600">
                <a:latin typeface="Courier New" pitchFamily="49" charset="0"/>
                <a:cs typeface="Courier New" pitchFamily="49" charset="0"/>
              </a:rPr>
              <a:t> ;</a:t>
            </a:r>
          </a:p>
          <a:p>
            <a:pPr algn="l"/>
            <a:r>
              <a:rPr lang="sl-SI" sz="1600">
                <a:latin typeface="Courier New" pitchFamily="49" charset="0"/>
                <a:cs typeface="Courier New" pitchFamily="49" charset="0"/>
              </a:rPr>
              <a:t>-- Klic procedure in vračanje vrednosti</a:t>
            </a:r>
          </a:p>
          <a:p>
            <a:pPr algn="l"/>
            <a:r>
              <a:rPr lang="sl-SI" sz="1600" b="1">
                <a:latin typeface="Courier New" pitchFamily="49" charset="0"/>
                <a:cs typeface="Courier New" pitchFamily="49" charset="0"/>
              </a:rPr>
              <a:t>CALL</a:t>
            </a:r>
            <a:r>
              <a:rPr lang="sl-SI" sz="1600">
                <a:latin typeface="Courier New" pitchFamily="49" charset="0"/>
                <a:cs typeface="Courier New" pitchFamily="49" charset="0"/>
              </a:rPr>
              <a:t> colni_</a:t>
            </a:r>
            <a:r>
              <a:rPr lang="en-US" sz="1600" err="1">
                <a:latin typeface="Courier New" pitchFamily="49" charset="0"/>
                <a:cs typeface="Courier New" pitchFamily="49" charset="0"/>
              </a:rPr>
              <a:t>stevilo</a:t>
            </a:r>
            <a:r>
              <a:rPr lang="sl-SI" sz="1600">
                <a:latin typeface="Courier New" pitchFamily="49" charset="0"/>
                <a:cs typeface="Courier New" pitchFamily="49" charset="0"/>
              </a:rPr>
              <a:t>(20,40,@s);</a:t>
            </a:r>
          </a:p>
          <a:p>
            <a:pPr algn="l"/>
            <a:r>
              <a:rPr lang="sl-SI" sz="1600">
                <a:latin typeface="Courier New" pitchFamily="49" charset="0"/>
                <a:cs typeface="Courier New" pitchFamily="49" charset="0"/>
              </a:rPr>
              <a:t>SELECT @s;</a:t>
            </a:r>
          </a:p>
          <a:p>
            <a:pPr algn="l"/>
            <a:endParaRPr lang="sl-SI" sz="1600"/>
          </a:p>
          <a:p>
            <a:pPr algn="l"/>
            <a:endParaRPr lang="sl-SI" sz="1600"/>
          </a:p>
        </p:txBody>
      </p:sp>
    </p:spTree>
    <p:extLst>
      <p:ext uri="{BB962C8B-B14F-4D97-AF65-F5344CB8AC3E}">
        <p14:creationId xmlns:p14="http://schemas.microsoft.com/office/powerpoint/2010/main" val="61555518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Dostop do parametrov procedure</a:t>
            </a:r>
          </a:p>
        </p:txBody>
      </p:sp>
      <p:sp>
        <p:nvSpPr>
          <p:cNvPr id="3" name="Content Placeholder 2"/>
          <p:cNvSpPr>
            <a:spLocks noGrp="1"/>
          </p:cNvSpPr>
          <p:nvPr>
            <p:ph idx="1"/>
          </p:nvPr>
        </p:nvSpPr>
        <p:spPr/>
        <p:txBody>
          <a:bodyPr/>
          <a:lstStyle/>
          <a:p>
            <a:r>
              <a:rPr lang="sl-SI"/>
              <a:t>Naprimer, da imate proceduro rezervacijeJadralca(IN </a:t>
            </a:r>
            <a:r>
              <a:rPr lang="sl-SI" i="1"/>
              <a:t>ime</a:t>
            </a:r>
            <a:r>
              <a:rPr lang="sl-SI"/>
              <a:t> VARCHAR(255), OUT </a:t>
            </a:r>
            <a:r>
              <a:rPr lang="sl-SI" i="1"/>
              <a:t>n</a:t>
            </a:r>
            <a:r>
              <a:rPr lang="sl-SI"/>
              <a:t> INTEGER), ki vam v zadnjem parametru vrne število rezervacij jadralcev z imenom </a:t>
            </a:r>
            <a:r>
              <a:rPr lang="sl-SI" i="1"/>
              <a:t>ime</a:t>
            </a:r>
            <a:r>
              <a:rPr lang="sl-SI"/>
              <a:t>.</a:t>
            </a:r>
          </a:p>
        </p:txBody>
      </p:sp>
      <p:sp>
        <p:nvSpPr>
          <p:cNvPr id="4" name="Footer Placeholder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TextBox 4"/>
          <p:cNvSpPr txBox="1"/>
          <p:nvPr/>
        </p:nvSpPr>
        <p:spPr>
          <a:xfrm>
            <a:off x="1219200" y="5029200"/>
            <a:ext cx="7391400" cy="1200329"/>
          </a:xfrm>
          <a:prstGeom prst="rect">
            <a:avLst/>
          </a:prstGeom>
          <a:noFill/>
        </p:spPr>
        <p:txBody>
          <a:bodyPr wrap="square" rtlCol="0">
            <a:spAutoFit/>
          </a:bodyPr>
          <a:lstStyle/>
          <a:p>
            <a:pPr algn="l"/>
            <a:r>
              <a:rPr lang="sl-SI" sz="2400"/>
              <a:t>CALL rezervacijeJadralca(„Henrik“, @a);</a:t>
            </a:r>
          </a:p>
          <a:p>
            <a:pPr algn="l"/>
            <a:r>
              <a:rPr lang="sl-SI" sz="2400"/>
              <a:t>SELECT @a;</a:t>
            </a:r>
          </a:p>
          <a:p>
            <a:pPr algn="l"/>
            <a:endParaRPr lang="sl-SI" sz="2400"/>
          </a:p>
        </p:txBody>
      </p:sp>
    </p:spTree>
    <p:extLst>
      <p:ext uri="{BB962C8B-B14F-4D97-AF65-F5344CB8AC3E}">
        <p14:creationId xmlns:p14="http://schemas.microsoft.com/office/powerpoint/2010/main" val="615555184"/>
      </p:ext>
    </p:extLst>
  </p:cSld>
  <p:clrMapOvr>
    <a:masterClrMapping/>
  </p:clrMapOvr>
  <p:transition/>
</p:sld>
</file>

<file path=ppt/slides/slide2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Dostop do rezultata</a:t>
            </a:r>
          </a:p>
        </p:txBody>
      </p:sp>
      <p:sp>
        <p:nvSpPr>
          <p:cNvPr id="3" name="Content Placeholder 2"/>
          <p:cNvSpPr>
            <a:spLocks noGrp="1"/>
          </p:cNvSpPr>
          <p:nvPr>
            <p:ph idx="1"/>
          </p:nvPr>
        </p:nvSpPr>
        <p:spPr/>
        <p:txBody>
          <a:bodyPr/>
          <a:lstStyle/>
          <a:p>
            <a:r>
              <a:rPr lang="sl-SI"/>
              <a:t>Naprimer, da imate proceduro rezervacijeJadralca(IN </a:t>
            </a:r>
            <a:r>
              <a:rPr lang="sl-SI" i="1"/>
              <a:t>ime</a:t>
            </a:r>
            <a:r>
              <a:rPr lang="sl-SI"/>
              <a:t> VARCHAR(255)), ki vam vrne število rezervacij jadralcev z imenom </a:t>
            </a:r>
            <a:r>
              <a:rPr lang="sl-SI" i="1"/>
              <a:t>ime</a:t>
            </a:r>
            <a:r>
              <a:rPr lang="sl-SI"/>
              <a:t>.</a:t>
            </a:r>
          </a:p>
        </p:txBody>
      </p:sp>
      <p:sp>
        <p:nvSpPr>
          <p:cNvPr id="4" name="Footer Placeholder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TextBox 4"/>
          <p:cNvSpPr txBox="1"/>
          <p:nvPr/>
        </p:nvSpPr>
        <p:spPr>
          <a:xfrm>
            <a:off x="1219200" y="5029200"/>
            <a:ext cx="6324600" cy="830997"/>
          </a:xfrm>
          <a:prstGeom prst="rect">
            <a:avLst/>
          </a:prstGeom>
          <a:noFill/>
        </p:spPr>
        <p:txBody>
          <a:bodyPr wrap="square" rtlCol="0">
            <a:spAutoFit/>
          </a:bodyPr>
          <a:lstStyle/>
          <a:p>
            <a:pPr algn="l"/>
            <a:r>
              <a:rPr lang="sl-SI" sz="2400"/>
              <a:t>SELECT rezervacijeJadralca(„modra“)</a:t>
            </a:r>
          </a:p>
          <a:p>
            <a:pPr algn="l"/>
            <a:endParaRPr lang="sl-SI" sz="2400"/>
          </a:p>
        </p:txBody>
      </p:sp>
    </p:spTree>
    <p:extLst>
      <p:ext uri="{BB962C8B-B14F-4D97-AF65-F5344CB8AC3E}">
        <p14:creationId xmlns:p14="http://schemas.microsoft.com/office/powerpoint/2010/main" val="2186502889"/>
      </p:ext>
    </p:extLst>
  </p:cSld>
  <p:clrMapOvr>
    <a:masterClrMapping/>
  </p:clrMapOvr>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Brisanje procedur in funkcij</a:t>
            </a:r>
          </a:p>
        </p:txBody>
      </p:sp>
      <p:sp>
        <p:nvSpPr>
          <p:cNvPr id="3" name="Ograda vsebine 2"/>
          <p:cNvSpPr>
            <a:spLocks noGrp="1"/>
          </p:cNvSpPr>
          <p:nvPr>
            <p:ph idx="1"/>
          </p:nvPr>
        </p:nvSpPr>
        <p:spPr/>
        <p:txBody>
          <a:bodyPr/>
          <a:lstStyle/>
          <a:p>
            <a:r>
              <a:rPr lang="en-US" sz="1800" b="1">
                <a:latin typeface="Courier New" pitchFamily="49" charset="0"/>
                <a:cs typeface="Courier New" pitchFamily="49" charset="0"/>
              </a:rPr>
              <a:t>DROP PROCEDURE </a:t>
            </a:r>
            <a:r>
              <a:rPr lang="sl-SI" sz="1800" b="1">
                <a:latin typeface="Courier New" pitchFamily="49" charset="0"/>
                <a:cs typeface="Courier New" pitchFamily="49" charset="0"/>
              </a:rPr>
              <a:t>[</a:t>
            </a:r>
            <a:r>
              <a:rPr lang="en-US" sz="1800" b="1">
                <a:latin typeface="Courier New" pitchFamily="49" charset="0"/>
                <a:cs typeface="Courier New" pitchFamily="49" charset="0"/>
              </a:rPr>
              <a:t>IF EXISTS</a:t>
            </a:r>
            <a:r>
              <a:rPr lang="sl-SI" sz="1800" b="1">
                <a:latin typeface="Courier New" pitchFamily="49" charset="0"/>
                <a:cs typeface="Courier New" pitchFamily="49" charset="0"/>
              </a:rPr>
              <a:t>]</a:t>
            </a:r>
            <a:r>
              <a:rPr lang="en-US" sz="1800" b="1">
                <a:latin typeface="Courier New" pitchFamily="49" charset="0"/>
                <a:cs typeface="Courier New" pitchFamily="49" charset="0"/>
              </a:rPr>
              <a:t> </a:t>
            </a:r>
            <a:r>
              <a:rPr lang="sl-SI" sz="1800">
                <a:latin typeface="Courier New" pitchFamily="49" charset="0"/>
                <a:cs typeface="Courier New" pitchFamily="49" charset="0"/>
              </a:rPr>
              <a:t>Ime_procedure</a:t>
            </a:r>
            <a:r>
              <a:rPr lang="en-US" sz="1800">
                <a:latin typeface="Courier New" pitchFamily="49" charset="0"/>
                <a:cs typeface="Courier New" pitchFamily="49" charset="0"/>
              </a:rPr>
              <a:t>;</a:t>
            </a:r>
            <a:endParaRPr lang="sl-SI" sz="1800">
              <a:latin typeface="Courier New" pitchFamily="49" charset="0"/>
              <a:cs typeface="Courier New" pitchFamily="49" charset="0"/>
            </a:endParaRPr>
          </a:p>
          <a:p>
            <a:r>
              <a:rPr lang="en-US" sz="1800" b="1">
                <a:latin typeface="Courier New" pitchFamily="49" charset="0"/>
                <a:cs typeface="Courier New" pitchFamily="49" charset="0"/>
              </a:rPr>
              <a:t>DROP </a:t>
            </a:r>
            <a:r>
              <a:rPr lang="sl-SI" sz="1800" b="1">
                <a:latin typeface="Courier New" pitchFamily="49" charset="0"/>
                <a:cs typeface="Courier New" pitchFamily="49" charset="0"/>
              </a:rPr>
              <a:t>FUNCTION [</a:t>
            </a:r>
            <a:r>
              <a:rPr lang="en-US" sz="1800" b="1">
                <a:latin typeface="Courier New" pitchFamily="49" charset="0"/>
                <a:cs typeface="Courier New" pitchFamily="49" charset="0"/>
              </a:rPr>
              <a:t>IF EXISTS</a:t>
            </a:r>
            <a:r>
              <a:rPr lang="sl-SI" sz="1800" b="1">
                <a:latin typeface="Courier New" pitchFamily="49" charset="0"/>
                <a:cs typeface="Courier New" pitchFamily="49" charset="0"/>
              </a:rPr>
              <a:t>]</a:t>
            </a:r>
            <a:r>
              <a:rPr lang="en-US" sz="1800" b="1">
                <a:latin typeface="Courier New" pitchFamily="49" charset="0"/>
                <a:cs typeface="Courier New" pitchFamily="49" charset="0"/>
              </a:rPr>
              <a:t> </a:t>
            </a:r>
            <a:r>
              <a:rPr lang="sl-SI" sz="1800">
                <a:latin typeface="Courier New" pitchFamily="49" charset="0"/>
                <a:cs typeface="Courier New" pitchFamily="49" charset="0"/>
              </a:rPr>
              <a:t>Ime_Funkcije;</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395694122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Bazni prožilci</a:t>
            </a:r>
          </a:p>
        </p:txBody>
      </p:sp>
      <p:sp>
        <p:nvSpPr>
          <p:cNvPr id="3" name="Ograda vsebine 2"/>
          <p:cNvSpPr>
            <a:spLocks noGrp="1"/>
          </p:cNvSpPr>
          <p:nvPr>
            <p:ph idx="1"/>
          </p:nvPr>
        </p:nvSpPr>
        <p:spPr/>
        <p:txBody>
          <a:bodyPr/>
          <a:lstStyle/>
          <a:p>
            <a:r>
              <a:rPr lang="sl-SI"/>
              <a:t>Podobni proceduram, le da nimajo argumentov in se avtomatsko kličejo ob ažuriranju tabele.</a:t>
            </a:r>
          </a:p>
          <a:p>
            <a:r>
              <a:rPr lang="sl-SI"/>
              <a:t>Lahko se kličejo pri vstavljanju (INSERT), brisanju (DELETE) ali posodabljanju (UPDATE).</a:t>
            </a:r>
          </a:p>
          <a:p>
            <a:r>
              <a:rPr lang="sl-SI"/>
              <a:t>Stavčni in vrstični prožilci.</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22998319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Vaja</a:t>
            </a:r>
          </a:p>
        </p:txBody>
      </p:sp>
      <p:sp>
        <p:nvSpPr>
          <p:cNvPr id="3" name="Ograda vsebine 2"/>
          <p:cNvSpPr>
            <a:spLocks noGrp="1"/>
          </p:cNvSpPr>
          <p:nvPr>
            <p:ph idx="1"/>
          </p:nvPr>
        </p:nvSpPr>
        <p:spPr/>
        <p:txBody>
          <a:bodyPr/>
          <a:lstStyle/>
          <a:p>
            <a:r>
              <a:rPr lang="sl-SI"/>
              <a:t>Kreirajte tabelo </a:t>
            </a:r>
            <a:r>
              <a:rPr lang="sl-SI" i="1"/>
              <a:t>M</a:t>
            </a:r>
            <a:r>
              <a:rPr lang="en-US" i="1"/>
              <a:t>la</a:t>
            </a:r>
            <a:r>
              <a:rPr lang="sl-SI" i="1"/>
              <a:t>doletniJadralci</a:t>
            </a:r>
            <a:r>
              <a:rPr lang="sl-SI"/>
              <a:t> s funkcionalnostjo materializiranega pogleda, ki hrani jadralce mlajše od 18 let. Dodajte bazne prožilce za vstavljanje, brisanje in posodabljanje vrstic originalne tabele </a:t>
            </a:r>
            <a:r>
              <a:rPr lang="sl-SI" i="1"/>
              <a:t>jadralci</a:t>
            </a:r>
            <a:r>
              <a:rPr lang="sl-SI"/>
              <a:t>. </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Text Box 5"/>
          <p:cNvSpPr txBox="1">
            <a:spLocks noChangeArrowheads="1"/>
          </p:cNvSpPr>
          <p:nvPr/>
        </p:nvSpPr>
        <p:spPr bwMode="auto">
          <a:xfrm>
            <a:off x="3267075" y="313531"/>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218256255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Ustvarjanje tabele</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p:cNvSpPr txBox="1"/>
          <p:nvPr/>
        </p:nvSpPr>
        <p:spPr>
          <a:xfrm>
            <a:off x="1219200" y="2479238"/>
            <a:ext cx="5791200" cy="2585323"/>
          </a:xfrm>
          <a:prstGeom prst="rect">
            <a:avLst/>
          </a:prstGeom>
          <a:noFill/>
        </p:spPr>
        <p:txBody>
          <a:bodyPr wrap="square" rtlCol="0">
            <a:spAutoFit/>
          </a:bodyPr>
          <a:lstStyle/>
          <a:p>
            <a:pPr algn="l"/>
            <a:r>
              <a:rPr lang="en-US" b="1" dirty="0"/>
              <a:t>CREATE </a:t>
            </a:r>
            <a:r>
              <a:rPr lang="sl-SI" b="1" dirty="0"/>
              <a:t>TABLE </a:t>
            </a:r>
            <a:r>
              <a:rPr lang="sl-SI" dirty="0"/>
              <a:t>M</a:t>
            </a:r>
            <a:r>
              <a:rPr lang="en-US" dirty="0"/>
              <a:t>la</a:t>
            </a:r>
            <a:r>
              <a:rPr lang="sl-SI" dirty="0" err="1"/>
              <a:t>doletniJadralci</a:t>
            </a:r>
            <a:r>
              <a:rPr lang="sl-SI" dirty="0"/>
              <a:t> (</a:t>
            </a:r>
          </a:p>
          <a:p>
            <a:pPr algn="l"/>
            <a:r>
              <a:rPr lang="sl-SI" dirty="0"/>
              <a:t>	</a:t>
            </a:r>
            <a:r>
              <a:rPr lang="sl-SI" dirty="0" err="1"/>
              <a:t>jid</a:t>
            </a:r>
            <a:r>
              <a:rPr lang="sl-SI" dirty="0"/>
              <a:t> </a:t>
            </a:r>
            <a:r>
              <a:rPr lang="sl-SI" b="1" dirty="0"/>
              <a:t>INTEGER</a:t>
            </a:r>
            <a:r>
              <a:rPr lang="sl-SI" dirty="0"/>
              <a:t> </a:t>
            </a:r>
            <a:r>
              <a:rPr lang="sl-SI" b="1" dirty="0"/>
              <a:t>PRIMARY</a:t>
            </a:r>
            <a:r>
              <a:rPr lang="sl-SI" dirty="0"/>
              <a:t> </a:t>
            </a:r>
            <a:r>
              <a:rPr lang="sl-SI" b="1" dirty="0"/>
              <a:t>KEY</a:t>
            </a:r>
            <a:r>
              <a:rPr lang="sl-SI" dirty="0"/>
              <a:t> 				</a:t>
            </a:r>
            <a:r>
              <a:rPr lang="sl-SI" b="1" dirty="0"/>
              <a:t>AUTO_INCREMENT</a:t>
            </a:r>
            <a:r>
              <a:rPr lang="sl-SI" dirty="0"/>
              <a:t>,</a:t>
            </a:r>
            <a:br>
              <a:rPr lang="sl-SI" dirty="0"/>
            </a:br>
            <a:r>
              <a:rPr lang="sl-SI" dirty="0"/>
              <a:t>	ime </a:t>
            </a:r>
            <a:r>
              <a:rPr lang="sl-SI" b="1" dirty="0"/>
              <a:t>VARCHAR</a:t>
            </a:r>
            <a:r>
              <a:rPr lang="sl-SI" dirty="0"/>
              <a:t>(20),</a:t>
            </a:r>
            <a:br>
              <a:rPr lang="sl-SI" dirty="0"/>
            </a:br>
            <a:r>
              <a:rPr lang="sl-SI" dirty="0"/>
              <a:t>	rating </a:t>
            </a:r>
            <a:r>
              <a:rPr lang="sl-SI" b="1" dirty="0"/>
              <a:t>INTEGER</a:t>
            </a:r>
            <a:r>
              <a:rPr lang="sl-SI" dirty="0"/>
              <a:t>,</a:t>
            </a:r>
            <a:br>
              <a:rPr lang="sl-SI" dirty="0"/>
            </a:br>
            <a:r>
              <a:rPr lang="sl-SI" dirty="0"/>
              <a:t>	starost </a:t>
            </a:r>
            <a:r>
              <a:rPr lang="sl-SI" b="1" dirty="0"/>
              <a:t>REAL</a:t>
            </a:r>
          </a:p>
          <a:p>
            <a:pPr algn="l"/>
            <a:r>
              <a:rPr lang="sl-SI" dirty="0"/>
              <a:t>)</a:t>
            </a:r>
            <a:r>
              <a:rPr lang="en-US" b="1" dirty="0"/>
              <a:t>AS</a:t>
            </a:r>
            <a:r>
              <a:rPr lang="sl-SI" b="1" dirty="0"/>
              <a:t> 	</a:t>
            </a:r>
            <a:r>
              <a:rPr lang="en-US" b="1" dirty="0"/>
              <a:t>SELECT</a:t>
            </a:r>
            <a:r>
              <a:rPr lang="en-US" dirty="0"/>
              <a:t> </a:t>
            </a:r>
            <a:r>
              <a:rPr lang="sl-SI" dirty="0" err="1"/>
              <a:t>jid</a:t>
            </a:r>
            <a:r>
              <a:rPr lang="sl-SI" dirty="0"/>
              <a:t>, ime, rating, starost</a:t>
            </a:r>
            <a:br>
              <a:rPr lang="en-US" dirty="0"/>
            </a:br>
            <a:r>
              <a:rPr lang="sl-SI" dirty="0"/>
              <a:t> 	</a:t>
            </a:r>
            <a:r>
              <a:rPr lang="en-US" b="1" dirty="0"/>
              <a:t>FROM</a:t>
            </a:r>
            <a:r>
              <a:rPr lang="en-US" dirty="0"/>
              <a:t> </a:t>
            </a:r>
            <a:r>
              <a:rPr lang="en-US" dirty="0" err="1"/>
              <a:t>jadralec</a:t>
            </a:r>
            <a:br>
              <a:rPr lang="en-US" dirty="0"/>
            </a:br>
            <a:r>
              <a:rPr lang="sl-SI" dirty="0"/>
              <a:t>	</a:t>
            </a:r>
            <a:r>
              <a:rPr lang="en-US" b="1" dirty="0"/>
              <a:t>WHERE</a:t>
            </a:r>
            <a:r>
              <a:rPr lang="en-US" dirty="0"/>
              <a:t> starost &lt;18;</a:t>
            </a:r>
            <a:endParaRPr lang="sl-SI" dirty="0"/>
          </a:p>
        </p:txBody>
      </p:sp>
      <p:sp>
        <p:nvSpPr>
          <p:cNvPr id="6" name="Text Box 5"/>
          <p:cNvSpPr txBox="1">
            <a:spLocks noChangeArrowheads="1"/>
          </p:cNvSpPr>
          <p:nvPr/>
        </p:nvSpPr>
        <p:spPr bwMode="auto">
          <a:xfrm>
            <a:off x="3358515" y="304006"/>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7" name="PoljeZBesedilom 6"/>
          <p:cNvSpPr txBox="1"/>
          <p:nvPr/>
        </p:nvSpPr>
        <p:spPr>
          <a:xfrm>
            <a:off x="1333500" y="5325070"/>
            <a:ext cx="5562600" cy="923330"/>
          </a:xfrm>
          <a:prstGeom prst="rect">
            <a:avLst/>
          </a:prstGeom>
          <a:noFill/>
        </p:spPr>
        <p:txBody>
          <a:bodyPr wrap="square" rtlCol="0">
            <a:spAutoFit/>
          </a:bodyPr>
          <a:lstStyle/>
          <a:p>
            <a:pPr algn="l"/>
            <a:r>
              <a:rPr lang="sl-SI" dirty="0"/>
              <a:t>Nalogo lahko zelo poenostavite, če dodate dodatno omejitev CHECK pri gradnji tabele </a:t>
            </a:r>
            <a:r>
              <a:rPr lang="sl-SI" dirty="0" err="1"/>
              <a:t>MladoletniJadralci</a:t>
            </a:r>
            <a:r>
              <a:rPr lang="sl-SI" dirty="0"/>
              <a:t>. Katero?</a:t>
            </a:r>
          </a:p>
        </p:txBody>
      </p:sp>
    </p:spTree>
    <p:extLst>
      <p:ext uri="{BB962C8B-B14F-4D97-AF65-F5344CB8AC3E}">
        <p14:creationId xmlns:p14="http://schemas.microsoft.com/office/powerpoint/2010/main" val="370192383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Bazni prožilec za vstavljanje</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p:cNvSpPr txBox="1"/>
          <p:nvPr/>
        </p:nvSpPr>
        <p:spPr>
          <a:xfrm>
            <a:off x="1066800" y="2590800"/>
            <a:ext cx="6781800" cy="3139321"/>
          </a:xfrm>
          <a:prstGeom prst="rect">
            <a:avLst/>
          </a:prstGeom>
          <a:noFill/>
        </p:spPr>
        <p:txBody>
          <a:bodyPr wrap="square" rtlCol="0">
            <a:spAutoFit/>
          </a:bodyPr>
          <a:lstStyle/>
          <a:p>
            <a:pPr algn="l"/>
            <a:r>
              <a:rPr lang="sl-SI" b="1"/>
              <a:t>DELIMITER</a:t>
            </a:r>
            <a:r>
              <a:rPr lang="sl-SI"/>
              <a:t> //</a:t>
            </a:r>
            <a:br>
              <a:rPr lang="sl-SI"/>
            </a:br>
            <a:r>
              <a:rPr lang="sl-SI" b="1"/>
              <a:t>CREATE</a:t>
            </a:r>
            <a:r>
              <a:rPr lang="sl-SI"/>
              <a:t> </a:t>
            </a:r>
            <a:r>
              <a:rPr lang="sl-SI" b="1"/>
              <a:t>TRIGGER</a:t>
            </a:r>
            <a:r>
              <a:rPr lang="sl-SI"/>
              <a:t> </a:t>
            </a:r>
            <a:r>
              <a:rPr lang="sl-SI" err="1"/>
              <a:t>MladoletniJadralci</a:t>
            </a:r>
            <a:r>
              <a:rPr lang="sl-SI"/>
              <a:t>_</a:t>
            </a:r>
            <a:r>
              <a:rPr lang="sl-SI" err="1"/>
              <a:t>Insert</a:t>
            </a:r>
            <a:br>
              <a:rPr lang="sl-SI"/>
            </a:br>
            <a:r>
              <a:rPr lang="sl-SI" b="1"/>
              <a:t>AFTER</a:t>
            </a:r>
            <a:r>
              <a:rPr lang="sl-SI"/>
              <a:t> </a:t>
            </a:r>
            <a:r>
              <a:rPr lang="sl-SI" b="1"/>
              <a:t>INSERT</a:t>
            </a:r>
            <a:r>
              <a:rPr lang="sl-SI"/>
              <a:t> </a:t>
            </a:r>
            <a:r>
              <a:rPr lang="sl-SI" b="1"/>
              <a:t>ON</a:t>
            </a:r>
            <a:r>
              <a:rPr lang="sl-SI"/>
              <a:t> jadralec</a:t>
            </a:r>
            <a:br>
              <a:rPr lang="sl-SI"/>
            </a:br>
            <a:r>
              <a:rPr lang="sl-SI" b="1"/>
              <a:t>FOR</a:t>
            </a:r>
            <a:r>
              <a:rPr lang="sl-SI"/>
              <a:t> </a:t>
            </a:r>
            <a:r>
              <a:rPr lang="sl-SI" b="1"/>
              <a:t>EACH</a:t>
            </a:r>
            <a:r>
              <a:rPr lang="sl-SI"/>
              <a:t> </a:t>
            </a:r>
            <a:r>
              <a:rPr lang="sl-SI" b="1"/>
              <a:t>ROW</a:t>
            </a:r>
            <a:br>
              <a:rPr lang="sl-SI"/>
            </a:br>
            <a:r>
              <a:rPr lang="sl-SI" b="1"/>
              <a:t>BEGIN</a:t>
            </a:r>
            <a:br>
              <a:rPr lang="sl-SI"/>
            </a:br>
            <a:r>
              <a:rPr lang="sl-SI" b="1"/>
              <a:t>IF</a:t>
            </a:r>
            <a:r>
              <a:rPr lang="sl-SI"/>
              <a:t> </a:t>
            </a:r>
            <a:r>
              <a:rPr lang="sl-SI" b="1" err="1"/>
              <a:t>NEW</a:t>
            </a:r>
            <a:r>
              <a:rPr lang="sl-SI" err="1"/>
              <a:t>.starost</a:t>
            </a:r>
            <a:r>
              <a:rPr lang="sl-SI"/>
              <a:t> &lt;18 </a:t>
            </a:r>
            <a:r>
              <a:rPr lang="sl-SI" b="1"/>
              <a:t>THEN</a:t>
            </a:r>
            <a:br>
              <a:rPr lang="sl-SI"/>
            </a:br>
            <a:r>
              <a:rPr lang="sl-SI"/>
              <a:t>  </a:t>
            </a:r>
            <a:r>
              <a:rPr lang="sl-SI" b="1"/>
              <a:t>INSERT</a:t>
            </a:r>
            <a:r>
              <a:rPr lang="sl-SI"/>
              <a:t> </a:t>
            </a:r>
            <a:r>
              <a:rPr lang="sl-SI" b="1"/>
              <a:t>INTO</a:t>
            </a:r>
            <a:r>
              <a:rPr lang="sl-SI"/>
              <a:t> </a:t>
            </a:r>
            <a:r>
              <a:rPr lang="sl-SI" err="1"/>
              <a:t>MladoletniJadralci</a:t>
            </a:r>
            <a:r>
              <a:rPr lang="sl-SI"/>
              <a:t> </a:t>
            </a:r>
            <a:r>
              <a:rPr lang="sl-SI" b="1"/>
              <a:t>VALUES(</a:t>
            </a:r>
            <a:r>
              <a:rPr lang="sl-SI" b="1" err="1"/>
              <a:t>NEW</a:t>
            </a:r>
            <a:r>
              <a:rPr lang="sl-SI" err="1"/>
              <a:t>.jid</a:t>
            </a:r>
            <a:r>
              <a:rPr lang="sl-SI"/>
              <a:t>, </a:t>
            </a:r>
            <a:r>
              <a:rPr lang="sl-SI" b="1" err="1"/>
              <a:t>NEW</a:t>
            </a:r>
            <a:r>
              <a:rPr lang="sl-SI" err="1"/>
              <a:t>.ime</a:t>
            </a:r>
            <a:r>
              <a:rPr lang="sl-SI"/>
              <a:t>, 			</a:t>
            </a:r>
            <a:r>
              <a:rPr lang="sl-SI" b="1" err="1"/>
              <a:t>NEW</a:t>
            </a:r>
            <a:r>
              <a:rPr lang="sl-SI" err="1"/>
              <a:t>.starost</a:t>
            </a:r>
            <a:r>
              <a:rPr lang="sl-SI"/>
              <a:t>, </a:t>
            </a:r>
            <a:r>
              <a:rPr lang="sl-SI" b="1" err="1"/>
              <a:t>NEW</a:t>
            </a:r>
            <a:r>
              <a:rPr lang="sl-SI" err="1"/>
              <a:t>.rating</a:t>
            </a:r>
            <a:r>
              <a:rPr lang="sl-SI"/>
              <a:t>);</a:t>
            </a:r>
            <a:br>
              <a:rPr lang="sl-SI"/>
            </a:br>
            <a:r>
              <a:rPr lang="sl-SI" b="1"/>
              <a:t>END IF</a:t>
            </a:r>
            <a:r>
              <a:rPr lang="sl-SI"/>
              <a:t>;</a:t>
            </a:r>
            <a:br>
              <a:rPr lang="sl-SI"/>
            </a:br>
            <a:r>
              <a:rPr lang="sl-SI" b="1"/>
              <a:t>END</a:t>
            </a:r>
            <a:r>
              <a:rPr lang="sl-SI"/>
              <a:t> //</a:t>
            </a:r>
          </a:p>
          <a:p>
            <a:pPr algn="l"/>
            <a:r>
              <a:rPr lang="en-US" b="1"/>
              <a:t>DELIMITER ;</a:t>
            </a:r>
            <a:endParaRPr lang="sl-SI" b="1"/>
          </a:p>
        </p:txBody>
      </p:sp>
      <p:sp>
        <p:nvSpPr>
          <p:cNvPr id="6" name="Text Box 5"/>
          <p:cNvSpPr txBox="1">
            <a:spLocks noChangeArrowheads="1"/>
          </p:cNvSpPr>
          <p:nvPr/>
        </p:nvSpPr>
        <p:spPr bwMode="auto">
          <a:xfrm>
            <a:off x="3504819" y="304006"/>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164009270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a:t>Privzeti besedi NEW in OLD</a:t>
            </a:r>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PoljeZBesedilom 4"/>
          <p:cNvSpPr txBox="1"/>
          <p:nvPr/>
        </p:nvSpPr>
        <p:spPr>
          <a:xfrm>
            <a:off x="1066800" y="2590800"/>
            <a:ext cx="7467600" cy="3693319"/>
          </a:xfrm>
          <a:prstGeom prst="rect">
            <a:avLst/>
          </a:prstGeom>
          <a:noFill/>
        </p:spPr>
        <p:txBody>
          <a:bodyPr wrap="square" rtlCol="0">
            <a:spAutoFit/>
          </a:bodyPr>
          <a:lstStyle/>
          <a:p>
            <a:pPr algn="l"/>
            <a:r>
              <a:rPr lang="sl-SI" b="1"/>
              <a:t>Pri gradnji baznih prožilcev imate na voljo dve besedi NEW in OLD. </a:t>
            </a:r>
          </a:p>
          <a:p>
            <a:pPr algn="l"/>
            <a:endParaRPr lang="sl-SI" b="1"/>
          </a:p>
          <a:p>
            <a:pPr algn="l"/>
            <a:r>
              <a:rPr lang="sl-SI" b="1"/>
              <a:t>Pomen NEW in OLD glede na čas proženja baznega prožilca:</a:t>
            </a:r>
          </a:p>
          <a:p>
            <a:pPr algn="l"/>
            <a:r>
              <a:rPr lang="sl-SI" b="1"/>
              <a:t>-INSERT</a:t>
            </a:r>
          </a:p>
          <a:p>
            <a:pPr algn="l"/>
            <a:r>
              <a:rPr lang="sl-SI" b="1"/>
              <a:t>        NEW – vrednosti nove vrstice, ki jo vstavljamo</a:t>
            </a:r>
          </a:p>
          <a:p>
            <a:pPr algn="l"/>
            <a:r>
              <a:rPr lang="sl-SI" b="1"/>
              <a:t>        OLD – ne obstaja</a:t>
            </a:r>
            <a:br>
              <a:rPr lang="sl-SI" b="1"/>
            </a:br>
            <a:r>
              <a:rPr lang="sl-SI" b="1"/>
              <a:t>-DELETE</a:t>
            </a:r>
          </a:p>
          <a:p>
            <a:pPr algn="l"/>
            <a:r>
              <a:rPr lang="sl-SI" b="1"/>
              <a:t>        NEW – ne obstaja</a:t>
            </a:r>
          </a:p>
          <a:p>
            <a:pPr algn="l"/>
            <a:r>
              <a:rPr lang="sl-SI" b="1"/>
              <a:t>        OLD – vrednosti izbrisane vrstice</a:t>
            </a:r>
          </a:p>
          <a:p>
            <a:pPr algn="l"/>
            <a:r>
              <a:rPr lang="sl-SI" b="1"/>
              <a:t>-UPDATE</a:t>
            </a:r>
            <a:br>
              <a:rPr lang="sl-SI" b="1"/>
            </a:br>
            <a:r>
              <a:rPr lang="sl-SI" b="1"/>
              <a:t>        NEW  - vrednosti vrstice PO izvedenem UPDATE stavkom</a:t>
            </a:r>
          </a:p>
          <a:p>
            <a:pPr algn="l"/>
            <a:r>
              <a:rPr lang="sl-SI" b="1"/>
              <a:t>        OLD – vrednosti vrstice PRED izvedenem UPDATE stavkom</a:t>
            </a:r>
            <a:endParaRPr lang="sl-SI"/>
          </a:p>
          <a:p>
            <a:pPr algn="l"/>
            <a:endParaRPr lang="sl-SI"/>
          </a:p>
        </p:txBody>
      </p:sp>
    </p:spTree>
    <p:extLst>
      <p:ext uri="{BB962C8B-B14F-4D97-AF65-F5344CB8AC3E}">
        <p14:creationId xmlns:p14="http://schemas.microsoft.com/office/powerpoint/2010/main" val="164009270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sz="2800"/>
              <a:t>Vaje procedure, funkcije in bazni prožilci</a:t>
            </a:r>
          </a:p>
        </p:txBody>
      </p:sp>
      <p:sp>
        <p:nvSpPr>
          <p:cNvPr id="3" name="Ograda vsebine 2"/>
          <p:cNvSpPr>
            <a:spLocks noGrp="1"/>
          </p:cNvSpPr>
          <p:nvPr>
            <p:ph idx="1"/>
          </p:nvPr>
        </p:nvSpPr>
        <p:spPr/>
        <p:txBody>
          <a:bodyPr/>
          <a:lstStyle/>
          <a:p>
            <a:pPr>
              <a:buFont typeface="+mj-lt"/>
              <a:buAutoNum type="arabicPeriod"/>
            </a:pPr>
            <a:r>
              <a:rPr lang="sl-SI" sz="1800"/>
              <a:t>Tabeli </a:t>
            </a:r>
            <a:r>
              <a:rPr lang="sl-SI" sz="1800" err="1"/>
              <a:t>MladoletniJadralci</a:t>
            </a:r>
            <a:r>
              <a:rPr lang="sl-SI" sz="1800"/>
              <a:t> dodajte še bazne prožilce za brisanje in spreminjanje vrstic iz tabele jadralci.</a:t>
            </a:r>
          </a:p>
          <a:p>
            <a:pPr>
              <a:buFont typeface="+mj-lt"/>
              <a:buAutoNum type="arabicPeriod"/>
            </a:pPr>
            <a:r>
              <a:rPr lang="sl-SI" sz="1800"/>
              <a:t>Napišite proceduro, ki bo izbrisala vsa naselje s populacijo nič in vam v zadnjem parametru “stevilo” vrnila stevilo izbrisanih naselji.</a:t>
            </a:r>
          </a:p>
          <a:p>
            <a:pPr>
              <a:buFont typeface="+mj-lt"/>
              <a:buAutoNum type="arabicPeriod"/>
            </a:pPr>
            <a:r>
              <a:rPr lang="sl-SI" sz="1800"/>
              <a:t>Napišite proceduro StatistikaAlianse(ime), ki vrne šifro </a:t>
            </a:r>
            <a:r>
              <a:rPr lang="en-US" sz="1800"/>
              <a:t>in</a:t>
            </a:r>
            <a:r>
              <a:rPr lang="sl-SI" sz="1800"/>
              <a:t> ime alianse, imena njenih članov in za vsakega člana število njegovih naselji.</a:t>
            </a:r>
          </a:p>
          <a:p>
            <a:pPr>
              <a:buFont typeface="+mj-lt"/>
              <a:buAutoNum type="arabicPeriod"/>
            </a:pPr>
            <a:r>
              <a:rPr lang="sl-SI" sz="1800"/>
              <a:t>Napišite funkcijo </a:t>
            </a:r>
            <a:r>
              <a:rPr lang="sl-SI" sz="1800" err="1"/>
              <a:t>NajBarva</a:t>
            </a:r>
            <a:r>
              <a:rPr lang="sl-SI" sz="1800"/>
              <a:t>(</a:t>
            </a:r>
            <a:r>
              <a:rPr lang="sl-SI" sz="1800" err="1"/>
              <a:t>jid</a:t>
            </a:r>
            <a:r>
              <a:rPr lang="sl-SI" sz="1800"/>
              <a:t>), ki vam za jadralca s šifro </a:t>
            </a:r>
            <a:r>
              <a:rPr lang="sl-SI" sz="1800" err="1"/>
              <a:t>jid</a:t>
            </a:r>
            <a:r>
              <a:rPr lang="sl-SI" sz="1800"/>
              <a:t> vrne barvo čolna, ki ga je največkrat rezerviral. 	</a:t>
            </a:r>
          </a:p>
          <a:p>
            <a:pPr marL="800100" lvl="1" indent="-342900">
              <a:buFont typeface="Arial" pitchFamily="34" charset="0"/>
              <a:buChar char="•"/>
            </a:pPr>
            <a:r>
              <a:rPr lang="sl-SI" sz="1800"/>
              <a:t>Dodatno:* Če ima več najljubših barv naj vrne vse ločene z vejico! </a:t>
            </a:r>
            <a:br>
              <a:rPr lang="sl-SI" sz="1800"/>
            </a:br>
            <a:r>
              <a:rPr lang="sl-SI" sz="1800"/>
              <a:t>Pomoč: GROUP_CONCAT(barva SEPAR</a:t>
            </a:r>
            <a:r>
              <a:rPr lang="en-US" sz="1800"/>
              <a:t>A</a:t>
            </a:r>
            <a:r>
              <a:rPr lang="sl-SI" sz="1800"/>
              <a:t>TOR ‘, ‘)</a:t>
            </a:r>
          </a:p>
          <a:p>
            <a:pPr>
              <a:buFont typeface="+mj-lt"/>
              <a:buAutoNum type="arabicPeriod"/>
            </a:pPr>
            <a:r>
              <a:rPr lang="en-US" sz="1800" err="1"/>
              <a:t>Tabeli</a:t>
            </a:r>
            <a:r>
              <a:rPr lang="en-US" sz="1800"/>
              <a:t> </a:t>
            </a:r>
            <a:r>
              <a:rPr lang="en-US" sz="1800" err="1"/>
              <a:t>Naselje</a:t>
            </a:r>
            <a:r>
              <a:rPr lang="en-US" sz="1800"/>
              <a:t> </a:t>
            </a:r>
            <a:r>
              <a:rPr lang="en-US" sz="1800" err="1"/>
              <a:t>dodajte</a:t>
            </a:r>
            <a:r>
              <a:rPr lang="en-US" sz="1800"/>
              <a:t> </a:t>
            </a:r>
            <a:r>
              <a:rPr lang="en-US" sz="1800" err="1"/>
              <a:t>bazne</a:t>
            </a:r>
            <a:r>
              <a:rPr lang="en-US" sz="1800"/>
              <a:t> </a:t>
            </a:r>
            <a:r>
              <a:rPr lang="en-US" sz="1800" err="1"/>
              <a:t>prožilce</a:t>
            </a:r>
            <a:r>
              <a:rPr lang="en-US" sz="1800"/>
              <a:t>, </a:t>
            </a:r>
            <a:r>
              <a:rPr lang="en-US" sz="1800" err="1"/>
              <a:t>ki</a:t>
            </a:r>
            <a:r>
              <a:rPr lang="en-US" sz="1800"/>
              <a:t> </a:t>
            </a:r>
            <a:r>
              <a:rPr lang="en-US" sz="1800" err="1"/>
              <a:t>izpiše</a:t>
            </a:r>
            <a:r>
              <a:rPr lang="en-US" sz="1800"/>
              <a:t> </a:t>
            </a:r>
            <a:r>
              <a:rPr lang="en-US" sz="1800" err="1"/>
              <a:t>napako</a:t>
            </a:r>
            <a:r>
              <a:rPr lang="en-US" sz="1800"/>
              <a:t>, </a:t>
            </a:r>
            <a:r>
              <a:rPr lang="en-US" sz="1800" err="1"/>
              <a:t>če</a:t>
            </a:r>
            <a:r>
              <a:rPr lang="en-US" sz="1800"/>
              <a:t> </a:t>
            </a:r>
            <a:r>
              <a:rPr lang="en-US" sz="1800" err="1"/>
              <a:t>vrednosti</a:t>
            </a:r>
            <a:r>
              <a:rPr lang="en-US" sz="1800"/>
              <a:t> x in y </a:t>
            </a:r>
            <a:r>
              <a:rPr lang="en-US" sz="1800" err="1"/>
              <a:t>nista</a:t>
            </a:r>
            <a:r>
              <a:rPr lang="en-US" sz="1800"/>
              <a:t> med -400 in 400 </a:t>
            </a:r>
            <a:r>
              <a:rPr lang="en-US" sz="1800" err="1"/>
              <a:t>ali</a:t>
            </a:r>
            <a:r>
              <a:rPr lang="en-US" sz="1800"/>
              <a:t> </a:t>
            </a:r>
            <a:r>
              <a:rPr lang="en-US" sz="1800" err="1"/>
              <a:t>če</a:t>
            </a:r>
            <a:r>
              <a:rPr lang="en-US" sz="1800"/>
              <a:t> je population </a:t>
            </a:r>
            <a:r>
              <a:rPr lang="en-US" sz="1800" err="1"/>
              <a:t>negativen</a:t>
            </a:r>
            <a:r>
              <a:rPr lang="en-US" sz="1800"/>
              <a:t>.</a:t>
            </a:r>
          </a:p>
          <a:p>
            <a:pPr lvl="1"/>
            <a:r>
              <a:rPr lang="en-US" sz="1400" err="1"/>
              <a:t>Napako</a:t>
            </a:r>
            <a:r>
              <a:rPr lang="en-US" sz="1400"/>
              <a:t> </a:t>
            </a:r>
            <a:r>
              <a:rPr lang="en-US" sz="1400" err="1"/>
              <a:t>sprožite</a:t>
            </a:r>
            <a:r>
              <a:rPr lang="en-US" sz="1400"/>
              <a:t> z: </a:t>
            </a:r>
            <a:r>
              <a:rPr lang="sl-SI" sz="1400"/>
              <a:t>SIGNAL </a:t>
            </a:r>
            <a:r>
              <a:rPr lang="en-US" sz="1400"/>
              <a:t>SQLSTATE '45000' SET MESSAGE_TEXT = ‘</a:t>
            </a:r>
            <a:r>
              <a:rPr lang="en-US" sz="1400" err="1"/>
              <a:t>napaka</a:t>
            </a:r>
            <a:r>
              <a:rPr lang="en-US" sz="1400"/>
              <a:t>'</a:t>
            </a:r>
          </a:p>
          <a:p>
            <a:pPr>
              <a:buFont typeface="+mj-lt"/>
              <a:buAutoNum type="arabicPeriod"/>
            </a:pPr>
            <a:endParaRPr lang="sl-SI" sz="1800"/>
          </a:p>
          <a:p>
            <a:endParaRPr lang="sl-SI"/>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Text Box 5"/>
          <p:cNvSpPr txBox="1">
            <a:spLocks noChangeArrowheads="1"/>
          </p:cNvSpPr>
          <p:nvPr/>
        </p:nvSpPr>
        <p:spPr bwMode="auto">
          <a:xfrm>
            <a:off x="3623691" y="304006"/>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119935082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sl-SI" sz="2800"/>
              <a:t>Vaje procedure, funkcije in bazni prožilci</a:t>
            </a:r>
          </a:p>
        </p:txBody>
      </p:sp>
      <p:sp>
        <p:nvSpPr>
          <p:cNvPr id="3" name="Ograda vsebine 2"/>
          <p:cNvSpPr>
            <a:spLocks noGrp="1"/>
          </p:cNvSpPr>
          <p:nvPr>
            <p:ph idx="1"/>
          </p:nvPr>
        </p:nvSpPr>
        <p:spPr/>
        <p:txBody>
          <a:bodyPr/>
          <a:lstStyle/>
          <a:p>
            <a:pPr>
              <a:buAutoNum type="arabicPeriod"/>
            </a:pPr>
            <a:r>
              <a:rPr lang="sl-SI" sz="1800"/>
              <a:t>Napišite proceduro premesti(emp_no, dept_no, datum), ki bo premestila zaposlenega z trenutnega delovnega mesta na nov oddelek. Parameter datum je začetek dela na tem odelku.	</a:t>
            </a:r>
          </a:p>
          <a:p>
            <a:pPr>
              <a:buAutoNum type="arabicPeriod"/>
            </a:pPr>
            <a:r>
              <a:rPr lang="sl-SI" sz="1800"/>
              <a:t>Napišite funkcijo izplacila(emp_no, start_date, end_date), ki vrne vsoto vseh izplacil v tem obdobju. Predpostavite, da je izplacilo izdano točno 8 dni po to_date v tabeli salaries.</a:t>
            </a:r>
          </a:p>
          <a:p>
            <a:pPr>
              <a:buAutoNum type="arabicPeriod"/>
            </a:pPr>
            <a:r>
              <a:rPr lang="sl-SI" sz="1800"/>
              <a:t>Napišite bazni prožilec, ki prepreči vnos v tabelo salaries, če se izplačilo že prekriva z obstoječimi datumi. From_date in to_date sta lahko enaka.</a:t>
            </a:r>
          </a:p>
          <a:p>
            <a:pPr>
              <a:buAutoNum type="arabicPeriod"/>
            </a:pPr>
            <a:endParaRPr lang="sl-SI" sz="1800"/>
          </a:p>
          <a:p>
            <a:pPr marL="0" indent="0">
              <a:buNone/>
            </a:pPr>
            <a:endParaRPr lang="sl-SI" sz="1800"/>
          </a:p>
          <a:p>
            <a:endParaRPr lang="sl-SI"/>
          </a:p>
        </p:txBody>
      </p:sp>
      <p:sp>
        <p:nvSpPr>
          <p:cNvPr id="4" name="Ograda noge 3"/>
          <p:cNvSpPr>
            <a:spLocks noGrp="1"/>
          </p:cNvSpPr>
          <p:nvPr>
            <p:ph type="ftr" sz="quarter" idx="11"/>
          </p:nvPr>
        </p:nvSpPr>
        <p:spPr/>
        <p:txBody>
          <a:bodyPr/>
          <a:lstStyle/>
          <a:p>
            <a:r>
              <a:rPr lang="en-US"/>
              <a:t>© Matjaž </a:t>
            </a:r>
            <a:r>
              <a:rPr lang="en-US" err="1"/>
              <a:t>Kukar</a:t>
            </a:r>
            <a:r>
              <a:rPr lang="en-US"/>
              <a:t>, Matej Pičulin, Luka Šajn 2026</a:t>
            </a:r>
          </a:p>
        </p:txBody>
      </p:sp>
      <p:sp>
        <p:nvSpPr>
          <p:cNvPr id="5" name="Text Box 5"/>
          <p:cNvSpPr txBox="1">
            <a:spLocks noChangeArrowheads="1"/>
          </p:cNvSpPr>
          <p:nvPr/>
        </p:nvSpPr>
        <p:spPr bwMode="auto">
          <a:xfrm>
            <a:off x="3486531" y="304006"/>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extLst>
      <p:ext uri="{BB962C8B-B14F-4D97-AF65-F5344CB8AC3E}">
        <p14:creationId xmlns:p14="http://schemas.microsoft.com/office/powerpoint/2010/main" val="348193133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401E-1841-44D0-9E7B-0F10D2044C14}"/>
              </a:ext>
            </a:extLst>
          </p:cNvPr>
          <p:cNvSpPr>
            <a:spLocks noGrp="1"/>
          </p:cNvSpPr>
          <p:nvPr>
            <p:ph type="title"/>
          </p:nvPr>
        </p:nvSpPr>
        <p:spPr/>
        <p:txBody>
          <a:bodyPr/>
          <a:lstStyle/>
          <a:p>
            <a:r>
              <a:rPr lang="sl-SI"/>
              <a:t>CTE</a:t>
            </a:r>
          </a:p>
        </p:txBody>
      </p:sp>
      <p:sp>
        <p:nvSpPr>
          <p:cNvPr id="3" name="Content Placeholder 2">
            <a:extLst>
              <a:ext uri="{FF2B5EF4-FFF2-40B4-BE49-F238E27FC236}">
                <a16:creationId xmlns:a16="http://schemas.microsoft.com/office/drawing/2014/main" id="{0CB19CD5-3C9B-4D12-B73E-BCE25646D149}"/>
              </a:ext>
            </a:extLst>
          </p:cNvPr>
          <p:cNvSpPr>
            <a:spLocks noGrp="1"/>
          </p:cNvSpPr>
          <p:nvPr>
            <p:ph idx="1"/>
          </p:nvPr>
        </p:nvSpPr>
        <p:spPr>
          <a:xfrm>
            <a:off x="838200" y="2362201"/>
            <a:ext cx="7693025" cy="2114550"/>
          </a:xfrm>
        </p:spPr>
        <p:txBody>
          <a:bodyPr/>
          <a:lstStyle/>
          <a:p>
            <a:r>
              <a:rPr lang="it-IT" sz="1800" dirty="0" err="1"/>
              <a:t>Poiščite</a:t>
            </a:r>
            <a:r>
              <a:rPr lang="it-IT" sz="1800" dirty="0"/>
              <a:t> </a:t>
            </a:r>
            <a:r>
              <a:rPr lang="it-IT" sz="1800" dirty="0" err="1"/>
              <a:t>imena</a:t>
            </a:r>
            <a:r>
              <a:rPr lang="it-IT" sz="1800" dirty="0"/>
              <a:t> in </a:t>
            </a:r>
            <a:r>
              <a:rPr lang="it-IT" sz="1800" dirty="0" err="1"/>
              <a:t>priimke</a:t>
            </a:r>
            <a:r>
              <a:rPr lang="it-IT" sz="1800" dirty="0"/>
              <a:t> </a:t>
            </a:r>
            <a:r>
              <a:rPr lang="it-IT" sz="1800" dirty="0" err="1"/>
              <a:t>zaposlenih</a:t>
            </a:r>
            <a:r>
              <a:rPr lang="it-IT" sz="1800" dirty="0"/>
              <a:t>, </a:t>
            </a:r>
            <a:r>
              <a:rPr lang="it-IT" sz="1800" dirty="0" err="1"/>
              <a:t>ki</a:t>
            </a:r>
            <a:r>
              <a:rPr lang="it-IT" sz="1800" dirty="0"/>
              <a:t> so </a:t>
            </a:r>
            <a:r>
              <a:rPr lang="it-IT" sz="1800" dirty="0" err="1"/>
              <a:t>delali</a:t>
            </a:r>
            <a:r>
              <a:rPr lang="it-IT" sz="1800" dirty="0"/>
              <a:t> </a:t>
            </a:r>
            <a:r>
              <a:rPr lang="it-IT" sz="1800" dirty="0" err="1"/>
              <a:t>na</a:t>
            </a:r>
            <a:r>
              <a:rPr lang="it-IT" sz="1800" dirty="0"/>
              <a:t> </a:t>
            </a:r>
            <a:r>
              <a:rPr lang="it-IT" sz="1800" dirty="0" err="1"/>
              <a:t>vsaj</a:t>
            </a:r>
            <a:r>
              <a:rPr lang="it-IT" sz="1800" dirty="0"/>
              <a:t> </a:t>
            </a:r>
            <a:r>
              <a:rPr lang="it-IT" sz="1800" dirty="0" err="1"/>
              <a:t>dveh</a:t>
            </a:r>
            <a:r>
              <a:rPr lang="it-IT" sz="1800" dirty="0"/>
              <a:t> </a:t>
            </a:r>
            <a:r>
              <a:rPr lang="it-IT" sz="1800" dirty="0" err="1"/>
              <a:t>oddelkih</a:t>
            </a:r>
            <a:r>
              <a:rPr lang="it-IT" sz="1800" dirty="0"/>
              <a:t>, </a:t>
            </a:r>
            <a:r>
              <a:rPr lang="it-IT" sz="1800" dirty="0" err="1"/>
              <a:t>vendar</a:t>
            </a:r>
            <a:r>
              <a:rPr lang="it-IT" sz="1800" dirty="0"/>
              <a:t> so </a:t>
            </a:r>
            <a:r>
              <a:rPr lang="it-IT" sz="1800" dirty="0" err="1"/>
              <a:t>vedno</a:t>
            </a:r>
            <a:r>
              <a:rPr lang="it-IT" sz="1800" dirty="0"/>
              <a:t> </a:t>
            </a:r>
            <a:r>
              <a:rPr lang="it-IT" sz="1800" dirty="0" err="1"/>
              <a:t>imeli</a:t>
            </a:r>
            <a:r>
              <a:rPr lang="it-IT" sz="1800" dirty="0"/>
              <a:t> </a:t>
            </a:r>
            <a:r>
              <a:rPr lang="it-IT" sz="1800" dirty="0" err="1"/>
              <a:t>samo</a:t>
            </a:r>
            <a:r>
              <a:rPr lang="it-IT" sz="1800" dirty="0"/>
              <a:t> en </a:t>
            </a:r>
            <a:r>
              <a:rPr lang="it-IT" sz="1800" dirty="0" err="1"/>
              <a:t>naziv</a:t>
            </a:r>
            <a:r>
              <a:rPr lang="it-IT" sz="1800" dirty="0"/>
              <a:t>.</a:t>
            </a:r>
            <a:endParaRPr lang="sl-SI" sz="1800" dirty="0"/>
          </a:p>
          <a:p>
            <a:r>
              <a:rPr lang="sl-SI" sz="1800" dirty="0"/>
              <a:t>Napišite poizvedbo (CTE), ki vrne spodnji rezultat. Ta prikazuje, koliko je vseh zaposlenih na enem oddelku (</a:t>
            </a:r>
            <a:r>
              <a:rPr lang="sl-SI" sz="1800" dirty="0" err="1"/>
              <a:t>skupaj_oddelek</a:t>
            </a:r>
            <a:r>
              <a:rPr lang="sl-SI" sz="1800" dirty="0"/>
              <a:t>), koliko je zaposlenih v celotnem podjetju z določenim nazivom (</a:t>
            </a:r>
            <a:r>
              <a:rPr lang="sl-SI" sz="1800" dirty="0" err="1"/>
              <a:t>po_nazivih</a:t>
            </a:r>
            <a:r>
              <a:rPr lang="sl-SI" sz="1800" dirty="0"/>
              <a:t>) in koliko je zaposlenih na določenem oddelku z določenim nazivom (</a:t>
            </a:r>
            <a:r>
              <a:rPr lang="sl-SI" sz="1800" dirty="0" err="1"/>
              <a:t>po_nazivih_in_oddelkih</a:t>
            </a:r>
            <a:r>
              <a:rPr lang="sl-SI" sz="1800" dirty="0"/>
              <a:t>).</a:t>
            </a:r>
          </a:p>
          <a:p>
            <a:endParaRPr lang="sl-SI" dirty="0"/>
          </a:p>
        </p:txBody>
      </p:sp>
      <p:sp>
        <p:nvSpPr>
          <p:cNvPr id="4" name="Footer Placeholder 3">
            <a:extLst>
              <a:ext uri="{FF2B5EF4-FFF2-40B4-BE49-F238E27FC236}">
                <a16:creationId xmlns:a16="http://schemas.microsoft.com/office/drawing/2014/main" id="{4416A534-22E0-45A4-9F65-A6763936D1F8}"/>
              </a:ext>
            </a:extLst>
          </p:cNvPr>
          <p:cNvSpPr>
            <a:spLocks noGrp="1"/>
          </p:cNvSpPr>
          <p:nvPr>
            <p:ph type="ftr" sz="quarter" idx="11"/>
          </p:nvPr>
        </p:nvSpPr>
        <p:spPr/>
        <p:txBody>
          <a:bodyPr/>
          <a:lstStyle/>
          <a:p>
            <a:r>
              <a:rPr lang="en-US"/>
              <a:t>© Matjaž </a:t>
            </a:r>
            <a:r>
              <a:rPr lang="en-US" err="1"/>
              <a:t>Kukar</a:t>
            </a:r>
            <a:r>
              <a:rPr lang="en-US"/>
              <a:t>, Matej Pičulin, Luka Šajn 2026</a:t>
            </a:r>
          </a:p>
        </p:txBody>
      </p:sp>
      <p:pic>
        <p:nvPicPr>
          <p:cNvPr id="6" name="Picture 5" descr="Table&#10;&#10;Description automatically generated">
            <a:extLst>
              <a:ext uri="{FF2B5EF4-FFF2-40B4-BE49-F238E27FC236}">
                <a16:creationId xmlns:a16="http://schemas.microsoft.com/office/drawing/2014/main" id="{8F6B61F7-503C-490E-B39D-2C7292329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4572000"/>
            <a:ext cx="5115639" cy="1800476"/>
          </a:xfrm>
          <a:prstGeom prst="rect">
            <a:avLst/>
          </a:prstGeom>
        </p:spPr>
      </p:pic>
    </p:spTree>
    <p:extLst>
      <p:ext uri="{BB962C8B-B14F-4D97-AF65-F5344CB8AC3E}">
        <p14:creationId xmlns:p14="http://schemas.microsoft.com/office/powerpoint/2010/main" val="150676131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Indeksi in DDL</a:t>
            </a:r>
          </a:p>
        </p:txBody>
      </p:sp>
      <p:sp>
        <p:nvSpPr>
          <p:cNvPr id="5" name="Text Placeholder 4"/>
          <p:cNvSpPr>
            <a:spLocks noGrp="1"/>
          </p:cNvSpPr>
          <p:nvPr>
            <p:ph type="body" sz="half" idx="3"/>
          </p:nvPr>
        </p:nvSpPr>
        <p:spPr>
          <a:xfrm>
            <a:off x="762000" y="2362200"/>
            <a:ext cx="8001000" cy="4495800"/>
          </a:xfrm>
        </p:spPr>
        <p:txBody>
          <a:bodyPr/>
          <a:lstStyle/>
          <a:p>
            <a:pPr marL="457200" indent="-457200" algn="just">
              <a:buFont typeface="+mj-lt"/>
              <a:buAutoNum type="arabicPeriod"/>
            </a:pPr>
            <a:r>
              <a:rPr lang="sl-SI" sz="2000"/>
              <a:t>Kreirajte novo tabelo, ki </a:t>
            </a:r>
            <a:r>
              <a:rPr lang="sl-SI" sz="2000" b="1"/>
              <a:t>ne</a:t>
            </a:r>
            <a:r>
              <a:rPr lang="sl-SI" sz="2000"/>
              <a:t> vsebuje mladoletnih jadralcev!</a:t>
            </a:r>
          </a:p>
          <a:p>
            <a:pPr marL="457200" indent="-457200" algn="just">
              <a:buFont typeface="+mj-lt"/>
              <a:buAutoNum type="arabicPeriod"/>
            </a:pPr>
            <a:r>
              <a:rPr lang="sl-SI" sz="2000"/>
              <a:t>Leto je naokoli, postarajte jadralce!</a:t>
            </a:r>
          </a:p>
          <a:p>
            <a:pPr marL="457200" indent="-457200" algn="just">
              <a:buFont typeface="+mj-lt"/>
              <a:buAutoNum type="arabicPeriod"/>
            </a:pPr>
            <a:r>
              <a:rPr lang="sl-SI" sz="2000"/>
              <a:t>Izbrišite jadralce, ki imajo rating pod 5!</a:t>
            </a:r>
          </a:p>
          <a:p>
            <a:pPr marL="457200" indent="-457200" algn="just">
              <a:buFont typeface="+mj-lt"/>
              <a:buAutoNum type="arabicPeriod"/>
            </a:pPr>
            <a:r>
              <a:rPr lang="sl-SI" sz="2000"/>
              <a:t>Tine, ki ima 19 let in ocenjen rating 8 je danes prvič rezerviral čoln „Bavaria“ ter hkrati opravil registracijo jadralca. Dodajte ga v tabelo jadralcev!</a:t>
            </a:r>
          </a:p>
          <a:p>
            <a:pPr marL="457200" indent="-457200" algn="just">
              <a:buFont typeface="+mj-lt"/>
              <a:buAutoNum type="arabicPeriod"/>
            </a:pPr>
            <a:r>
              <a:rPr lang="sl-SI" sz="2000"/>
              <a:t>Jadralsko društvo je ugotovilo, da bi radi jadralcem omogočili rezervacijo čolnov za več dni skupaj. Dopolnite tabelo rezervacij tako, da bo to omogočala. Za jadralce, ki že imajo rezervacijo se privzame, da so rezervacijo opravili samo za en dan.</a:t>
            </a:r>
          </a:p>
          <a:p>
            <a:pPr marL="457200" indent="-457200" algn="just">
              <a:buFont typeface="+mj-lt"/>
              <a:buAutoNum type="arabicPeriod"/>
            </a:pPr>
            <a:endParaRPr lang="sl-SI" sz="1800"/>
          </a:p>
          <a:p>
            <a:endParaRPr lang="sl-SI"/>
          </a:p>
          <a:p>
            <a:endParaRPr lang="sl-SI"/>
          </a:p>
        </p:txBody>
      </p:sp>
      <p:sp>
        <p:nvSpPr>
          <p:cNvPr id="4" name="Text Box 5"/>
          <p:cNvSpPr txBox="1">
            <a:spLocks noChangeArrowheads="1"/>
          </p:cNvSpPr>
          <p:nvPr/>
        </p:nvSpPr>
        <p:spPr bwMode="auto">
          <a:xfrm>
            <a:off x="3605403"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Tree>
  </p:cSld>
  <p:clrMapOvr>
    <a:masterClrMapping/>
  </p:clrMapOvr>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Rešitve: DDL</a:t>
            </a:r>
          </a:p>
        </p:txBody>
      </p:sp>
      <p:sp>
        <p:nvSpPr>
          <p:cNvPr id="5" name="Text Placeholder 4"/>
          <p:cNvSpPr>
            <a:spLocks noGrp="1"/>
          </p:cNvSpPr>
          <p:nvPr>
            <p:ph type="body" sz="half" idx="3"/>
          </p:nvPr>
        </p:nvSpPr>
        <p:spPr>
          <a:xfrm>
            <a:off x="838200" y="2362200"/>
            <a:ext cx="7693025" cy="4495800"/>
          </a:xfrm>
        </p:spPr>
        <p:txBody>
          <a:bodyPr numCol="2"/>
          <a:lstStyle/>
          <a:p>
            <a:pPr marL="514350" indent="-514350">
              <a:buNone/>
            </a:pPr>
            <a:r>
              <a:rPr lang="sl-SI" sz="1100" dirty="0">
                <a:latin typeface="Courier New" pitchFamily="49" charset="0"/>
                <a:cs typeface="Courier New" pitchFamily="49" charset="0"/>
              </a:rPr>
              <a:t>1. naloga</a:t>
            </a:r>
          </a:p>
          <a:p>
            <a:pPr marL="514350" indent="-514350">
              <a:buNone/>
            </a:pPr>
            <a:r>
              <a:rPr lang="sl-SI" sz="1100" dirty="0">
                <a:latin typeface="Courier New" pitchFamily="49" charset="0"/>
                <a:cs typeface="Courier New" pitchFamily="49" charset="0"/>
              </a:rPr>
              <a:t>CREATE INDEX </a:t>
            </a:r>
            <a:r>
              <a:rPr lang="sl-SI" sz="1100" dirty="0" err="1">
                <a:latin typeface="Courier New" pitchFamily="49" charset="0"/>
                <a:cs typeface="Courier New" pitchFamily="49" charset="0"/>
              </a:rPr>
              <a:t>pojid</a:t>
            </a:r>
            <a:r>
              <a:rPr lang="sl-SI" sz="1100" dirty="0">
                <a:latin typeface="Courier New" pitchFamily="49" charset="0"/>
                <a:cs typeface="Courier New" pitchFamily="49" charset="0"/>
              </a:rPr>
              <a:t> ON rezervacija(</a:t>
            </a:r>
            <a:r>
              <a:rPr lang="sl-SI" sz="1100" dirty="0" err="1">
                <a:latin typeface="Courier New" pitchFamily="49" charset="0"/>
                <a:cs typeface="Courier New" pitchFamily="49" charset="0"/>
              </a:rPr>
              <a:t>jid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CREATE INDEX </a:t>
            </a:r>
            <a:r>
              <a:rPr lang="sl-SI" sz="1100" dirty="0" err="1">
                <a:latin typeface="Courier New" pitchFamily="49" charset="0"/>
                <a:cs typeface="Courier New" pitchFamily="49" charset="0"/>
              </a:rPr>
              <a:t>pocid</a:t>
            </a:r>
            <a:r>
              <a:rPr lang="sl-SI" sz="1100" dirty="0">
                <a:latin typeface="Courier New" pitchFamily="49" charset="0"/>
                <a:cs typeface="Courier New" pitchFamily="49" charset="0"/>
              </a:rPr>
              <a:t> ON rezervacija(</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CREATE INDEX </a:t>
            </a:r>
            <a:r>
              <a:rPr lang="sl-SI" sz="1100" dirty="0" err="1">
                <a:latin typeface="Courier New" pitchFamily="49" charset="0"/>
                <a:cs typeface="Courier New" pitchFamily="49" charset="0"/>
              </a:rPr>
              <a:t>pojidincid</a:t>
            </a:r>
            <a:r>
              <a:rPr lang="sl-SI" sz="1100" dirty="0">
                <a:latin typeface="Courier New" pitchFamily="49" charset="0"/>
                <a:cs typeface="Courier New" pitchFamily="49" charset="0"/>
              </a:rPr>
              <a:t> ON rezervacija(</a:t>
            </a:r>
            <a:r>
              <a:rPr lang="sl-SI" sz="1100" dirty="0" err="1">
                <a:latin typeface="Courier New" pitchFamily="49" charset="0"/>
                <a:cs typeface="Courier New" pitchFamily="49" charset="0"/>
              </a:rPr>
              <a:t>jid,cid</a:t>
            </a:r>
            <a:r>
              <a:rPr lang="sl-SI" sz="1100" dirty="0">
                <a:latin typeface="Courier New" pitchFamily="49" charset="0"/>
                <a:cs typeface="Courier New" pitchFamily="49" charset="0"/>
              </a:rPr>
              <a:t>);</a:t>
            </a:r>
          </a:p>
          <a:p>
            <a:pPr marL="514350" indent="-514350">
              <a:buNone/>
            </a:pPr>
            <a:r>
              <a:rPr lang="sl-SI" sz="1100" dirty="0">
                <a:latin typeface="Courier New" pitchFamily="49" charset="0"/>
                <a:cs typeface="Courier New" pitchFamily="49" charset="0"/>
              </a:rPr>
              <a:t>2. Naloga</a:t>
            </a:r>
          </a:p>
          <a:p>
            <a:pPr marL="514350" indent="-514350">
              <a:buNone/>
            </a:pPr>
            <a:r>
              <a:rPr lang="sl-SI" sz="1100" dirty="0">
                <a:latin typeface="Courier New" pitchFamily="49" charset="0"/>
                <a:cs typeface="Courier New" pitchFamily="49" charset="0"/>
              </a:rPr>
              <a:t>CRATE TABLE polnoletni AS SELECT * FROM jadralec WHERE starost &gt;= 18;</a:t>
            </a:r>
          </a:p>
          <a:p>
            <a:pPr marL="514350" indent="-514350">
              <a:buNone/>
            </a:pPr>
            <a:r>
              <a:rPr lang="sl-SI" sz="1100" dirty="0">
                <a:latin typeface="Courier New" pitchFamily="49" charset="0"/>
                <a:cs typeface="Courier New" pitchFamily="49" charset="0"/>
              </a:rPr>
              <a:t>3. Naloga</a:t>
            </a:r>
          </a:p>
          <a:p>
            <a:pPr marL="514350" indent="-514350">
              <a:buNone/>
            </a:pPr>
            <a:r>
              <a:rPr lang="en-US" sz="1100" dirty="0">
                <a:latin typeface="Courier New" pitchFamily="49" charset="0"/>
                <a:cs typeface="Courier New" pitchFamily="49" charset="0"/>
              </a:rPr>
              <a:t>UPDATE </a:t>
            </a:r>
            <a:r>
              <a:rPr lang="en-US" sz="1100" dirty="0" err="1">
                <a:latin typeface="Courier New" pitchFamily="49" charset="0"/>
                <a:cs typeface="Courier New" pitchFamily="49" charset="0"/>
              </a:rPr>
              <a:t>jadralec</a:t>
            </a:r>
            <a:r>
              <a:rPr lang="en-US" sz="1100" dirty="0">
                <a:latin typeface="Courier New" pitchFamily="49" charset="0"/>
                <a:cs typeface="Courier New" pitchFamily="49" charset="0"/>
              </a:rPr>
              <a:t> SET starost = starost - 1 WHERE </a:t>
            </a:r>
            <a:r>
              <a:rPr lang="en-US" sz="1100" dirty="0" err="1">
                <a:latin typeface="Courier New" pitchFamily="49" charset="0"/>
                <a:cs typeface="Courier New" pitchFamily="49" charset="0"/>
              </a:rPr>
              <a:t>jid</a:t>
            </a:r>
            <a:r>
              <a:rPr lang="en-US" sz="1100" dirty="0">
                <a:latin typeface="Courier New" pitchFamily="49" charset="0"/>
                <a:cs typeface="Courier New" pitchFamily="49" charset="0"/>
              </a:rPr>
              <a:t>  &gt; 0;</a:t>
            </a: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4. Naloga</a:t>
            </a:r>
          </a:p>
          <a:p>
            <a:pPr marL="514350" indent="-514350">
              <a:buNone/>
            </a:pPr>
            <a:r>
              <a:rPr lang="en-US" sz="1100" dirty="0">
                <a:latin typeface="Courier New" pitchFamily="49" charset="0"/>
                <a:cs typeface="Courier New" pitchFamily="49" charset="0"/>
              </a:rPr>
              <a:t>DELETE FROM </a:t>
            </a:r>
            <a:r>
              <a:rPr lang="en-US" sz="1100" dirty="0" err="1">
                <a:latin typeface="Courier New" pitchFamily="49" charset="0"/>
                <a:cs typeface="Courier New" pitchFamily="49" charset="0"/>
              </a:rPr>
              <a:t>jadralec</a:t>
            </a:r>
            <a:r>
              <a:rPr lang="en-US" sz="1100" dirty="0">
                <a:latin typeface="Courier New" pitchFamily="49" charset="0"/>
                <a:cs typeface="Courier New" pitchFamily="49" charset="0"/>
              </a:rPr>
              <a:t> WHERE rating &lt; 5 AND </a:t>
            </a:r>
            <a:r>
              <a:rPr lang="en-US" sz="1100" dirty="0" err="1">
                <a:latin typeface="Courier New" pitchFamily="49" charset="0"/>
                <a:cs typeface="Courier New" pitchFamily="49" charset="0"/>
              </a:rPr>
              <a:t>jid</a:t>
            </a:r>
            <a:r>
              <a:rPr lang="en-US" sz="1100" dirty="0">
                <a:latin typeface="Courier New" pitchFamily="49" charset="0"/>
                <a:cs typeface="Courier New" pitchFamily="49" charset="0"/>
              </a:rPr>
              <a:t> &gt; 0;</a:t>
            </a:r>
            <a:endParaRPr lang="sl-SI" sz="1100" dirty="0">
              <a:latin typeface="Courier New" pitchFamily="49" charset="0"/>
              <a:cs typeface="Courier New" pitchFamily="49" charset="0"/>
            </a:endParaRPr>
          </a:p>
          <a:p>
            <a:pPr marL="514350" indent="-514350">
              <a:buNone/>
            </a:pPr>
            <a:r>
              <a:rPr lang="sl-SI" sz="1100" dirty="0">
                <a:latin typeface="Courier New" pitchFamily="49" charset="0"/>
                <a:cs typeface="Courier New" pitchFamily="49" charset="0"/>
              </a:rPr>
              <a:t>5. Naloga</a:t>
            </a:r>
          </a:p>
          <a:p>
            <a:pPr marL="514350" indent="-514350">
              <a:buNone/>
            </a:pPr>
            <a:r>
              <a:rPr lang="sl-SI" sz="1100" dirty="0">
                <a:latin typeface="Courier New" pitchFamily="49" charset="0"/>
                <a:cs typeface="Courier New" pitchFamily="49" charset="0"/>
              </a:rPr>
              <a:t>INSERT INTO jadralec VALUES(24, "Tine", 8, 19);INSERT INTO rezervacija VALUES(24, (SELECT </a:t>
            </a:r>
            <a:r>
              <a:rPr lang="sl-SI" sz="1100" dirty="0" err="1">
                <a:latin typeface="Courier New" pitchFamily="49" charset="0"/>
                <a:cs typeface="Courier New" pitchFamily="49" charset="0"/>
              </a:rPr>
              <a:t>cid</a:t>
            </a:r>
            <a:r>
              <a:rPr lang="sl-SI" sz="1100" dirty="0">
                <a:latin typeface="Courier New" pitchFamily="49" charset="0"/>
                <a:cs typeface="Courier New" pitchFamily="49" charset="0"/>
              </a:rPr>
              <a:t> FROM </a:t>
            </a:r>
            <a:r>
              <a:rPr lang="sl-SI" sz="1100" dirty="0" err="1">
                <a:latin typeface="Courier New" pitchFamily="49" charset="0"/>
                <a:cs typeface="Courier New" pitchFamily="49" charset="0"/>
              </a:rPr>
              <a:t>coln</a:t>
            </a:r>
            <a:r>
              <a:rPr lang="sl-SI" sz="1100" dirty="0">
                <a:latin typeface="Courier New" pitchFamily="49" charset="0"/>
                <a:cs typeface="Courier New" pitchFamily="49" charset="0"/>
              </a:rPr>
              <a:t> WHERE ime = "</a:t>
            </a:r>
            <a:r>
              <a:rPr lang="sl-SI" sz="1100" dirty="0" err="1">
                <a:latin typeface="Courier New" pitchFamily="49" charset="0"/>
                <a:cs typeface="Courier New" pitchFamily="49" charset="0"/>
              </a:rPr>
              <a:t>Bavaria</a:t>
            </a:r>
            <a:r>
              <a:rPr lang="sl-SI" sz="1100" dirty="0">
                <a:latin typeface="Courier New" pitchFamily="49" charset="0"/>
                <a:cs typeface="Courier New" pitchFamily="49" charset="0"/>
              </a:rPr>
              <a:t>"), CURDATE()) ;</a:t>
            </a:r>
          </a:p>
          <a:p>
            <a:pPr marL="514350" indent="-514350">
              <a:buNone/>
            </a:pPr>
            <a:r>
              <a:rPr lang="sl-SI" sz="1100" dirty="0">
                <a:latin typeface="Courier New" pitchFamily="49" charset="0"/>
                <a:cs typeface="Courier New" pitchFamily="49" charset="0"/>
              </a:rPr>
              <a:t>6.Naloga</a:t>
            </a:r>
          </a:p>
          <a:p>
            <a:pPr marL="514350" indent="-514350">
              <a:buNone/>
            </a:pPr>
            <a:r>
              <a:rPr lang="sl-SI" sz="1100" dirty="0">
                <a:latin typeface="Courier New" pitchFamily="49" charset="0"/>
                <a:cs typeface="Courier New" pitchFamily="49" charset="0"/>
              </a:rPr>
              <a:t>ALTER TABLE rezervacija ADD COLUMN </a:t>
            </a:r>
            <a:r>
              <a:rPr lang="sl-SI" sz="1100" dirty="0" err="1">
                <a:latin typeface="Courier New" pitchFamily="49" charset="0"/>
                <a:cs typeface="Courier New" pitchFamily="49" charset="0"/>
              </a:rPr>
              <a:t>St_dni</a:t>
            </a:r>
            <a:r>
              <a:rPr lang="sl-SI" sz="1100" dirty="0">
                <a:latin typeface="Courier New" pitchFamily="49" charset="0"/>
                <a:cs typeface="Courier New" pitchFamily="49" charset="0"/>
              </a:rPr>
              <a:t> INT </a:t>
            </a:r>
            <a:r>
              <a:rPr lang="sl-SI" sz="1100" dirty="0" err="1">
                <a:latin typeface="Courier New" pitchFamily="49" charset="0"/>
                <a:cs typeface="Courier New" pitchFamily="49" charset="0"/>
              </a:rPr>
              <a:t>DEFAUlT</a:t>
            </a:r>
            <a:r>
              <a:rPr lang="sl-SI" sz="1100" dirty="0">
                <a:latin typeface="Courier New" pitchFamily="49" charset="0"/>
                <a:cs typeface="Courier New" pitchFamily="49" charset="0"/>
              </a:rPr>
              <a:t> 1;  </a:t>
            </a:r>
          </a:p>
          <a:p>
            <a:pPr marL="514350" indent="-514350">
              <a:buNone/>
            </a:pPr>
            <a:endParaRPr lang="en-US" sz="1100" dirty="0">
              <a:latin typeface="Courier New" pitchFamily="49" charset="0"/>
              <a:cs typeface="Courier New" pitchFamily="49" charset="0"/>
            </a:endParaRPr>
          </a:p>
        </p:txBody>
      </p:sp>
      <p:sp>
        <p:nvSpPr>
          <p:cNvPr id="6" name="Footer Placeholder 5"/>
          <p:cNvSpPr>
            <a:spLocks noGrp="1"/>
          </p:cNvSpPr>
          <p:nvPr>
            <p:ph type="ftr" sz="quarter" idx="11"/>
          </p:nvPr>
        </p:nvSpPr>
        <p:spPr>
          <a:xfrm>
            <a:off x="7924800" y="6383337"/>
            <a:ext cx="1219200" cy="474663"/>
          </a:xfrm>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4148930862"/>
      </p:ext>
    </p:extLst>
  </p:cSld>
  <p:clrMapOvr>
    <a:masterClrMapping/>
  </p:clrMapOvr>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4689" name="Rectangle 4"/>
          <p:cNvSpPr>
            <a:spLocks noGrp="1" noChangeArrowheads="1"/>
          </p:cNvSpPr>
          <p:nvPr>
            <p:ph type="title"/>
          </p:nvPr>
        </p:nvSpPr>
        <p:spPr/>
        <p:txBody>
          <a:bodyPr/>
          <a:lstStyle/>
          <a:p>
            <a:r>
              <a:rPr lang="sl-SI" sz="2800">
                <a:latin typeface="Arial" charset="0"/>
              </a:rPr>
              <a:t>Komunikacija </a:t>
            </a:r>
            <a:r>
              <a:rPr lang="en-US" sz="2800">
                <a:latin typeface="Arial" charset="0"/>
              </a:rPr>
              <a:t>med</a:t>
            </a:r>
            <a:r>
              <a:rPr lang="sl-SI" sz="2800">
                <a:latin typeface="Arial" charset="0"/>
              </a:rPr>
              <a:t> aplikacij</a:t>
            </a:r>
            <a:r>
              <a:rPr lang="en-US" sz="2800">
                <a:latin typeface="Arial" charset="0"/>
              </a:rPr>
              <a:t>o</a:t>
            </a:r>
            <a:r>
              <a:rPr lang="sl-SI" sz="2800">
                <a:latin typeface="Arial" charset="0"/>
              </a:rPr>
              <a:t> </a:t>
            </a:r>
            <a:r>
              <a:rPr lang="en-US" sz="2800">
                <a:latin typeface="Arial" charset="0"/>
              </a:rPr>
              <a:t>in</a:t>
            </a:r>
            <a:r>
              <a:rPr lang="sl-SI" sz="2800">
                <a:latin typeface="Arial" charset="0"/>
              </a:rPr>
              <a:t> </a:t>
            </a:r>
            <a:r>
              <a:rPr lang="en-US" sz="2800">
                <a:latin typeface="Arial" charset="0"/>
              </a:rPr>
              <a:t>SUPB</a:t>
            </a:r>
          </a:p>
        </p:txBody>
      </p:sp>
      <p:grpSp>
        <p:nvGrpSpPr>
          <p:cNvPr id="2" name="Group 13"/>
          <p:cNvGrpSpPr>
            <a:grpSpLocks/>
          </p:cNvGrpSpPr>
          <p:nvPr/>
        </p:nvGrpSpPr>
        <p:grpSpPr bwMode="auto">
          <a:xfrm>
            <a:off x="685800" y="2286000"/>
            <a:ext cx="7199313" cy="4419600"/>
            <a:chOff x="104" y="912"/>
            <a:chExt cx="4535" cy="2784"/>
          </a:xfrm>
        </p:grpSpPr>
        <p:pic>
          <p:nvPicPr>
            <p:cNvPr id="2034691" name="Picture 6"/>
            <p:cNvPicPr>
              <a:picLocks noChangeAspect="1" noChangeArrowheads="1"/>
            </p:cNvPicPr>
            <p:nvPr/>
          </p:nvPicPr>
          <p:blipFill>
            <a:blip r:embed="rId3" cstate="print"/>
            <a:srcRect/>
            <a:stretch>
              <a:fillRect/>
            </a:stretch>
          </p:blipFill>
          <p:spPr bwMode="auto">
            <a:xfrm>
              <a:off x="1132" y="912"/>
              <a:ext cx="3507" cy="2784"/>
            </a:xfrm>
            <a:prstGeom prst="rect">
              <a:avLst/>
            </a:prstGeom>
            <a:noFill/>
            <a:ln w="9525">
              <a:noFill/>
              <a:miter lim="800000"/>
              <a:headEnd/>
              <a:tailEnd/>
            </a:ln>
          </p:spPr>
        </p:pic>
        <p:sp>
          <p:nvSpPr>
            <p:cNvPr id="2034692" name="Text Box 7"/>
            <p:cNvSpPr txBox="1">
              <a:spLocks noChangeArrowheads="1"/>
            </p:cNvSpPr>
            <p:nvPr/>
          </p:nvSpPr>
          <p:spPr bwMode="auto">
            <a:xfrm>
              <a:off x="2190" y="1266"/>
              <a:ext cx="1314" cy="231"/>
            </a:xfrm>
            <a:prstGeom prst="rect">
              <a:avLst/>
            </a:prstGeom>
            <a:noFill/>
            <a:ln w="9525">
              <a:noFill/>
              <a:miter lim="800000"/>
              <a:headEnd/>
              <a:tailEnd/>
            </a:ln>
          </p:spPr>
          <p:txBody>
            <a:bodyPr>
              <a:spAutoFit/>
            </a:bodyPr>
            <a:lstStyle/>
            <a:p>
              <a:pPr>
                <a:spcBef>
                  <a:spcPct val="50000"/>
                </a:spcBef>
              </a:pPr>
              <a:endParaRPr lang="en-US"/>
            </a:p>
          </p:txBody>
        </p:sp>
        <p:sp>
          <p:nvSpPr>
            <p:cNvPr id="2034693" name="Text Box 8"/>
            <p:cNvSpPr txBox="1">
              <a:spLocks noChangeArrowheads="1"/>
            </p:cNvSpPr>
            <p:nvPr/>
          </p:nvSpPr>
          <p:spPr bwMode="auto">
            <a:xfrm>
              <a:off x="2264" y="1248"/>
              <a:ext cx="1248" cy="231"/>
            </a:xfrm>
            <a:prstGeom prst="rect">
              <a:avLst/>
            </a:prstGeom>
            <a:solidFill>
              <a:schemeClr val="bg1"/>
            </a:solidFill>
            <a:ln w="9525">
              <a:noFill/>
              <a:miter lim="800000"/>
              <a:headEnd/>
              <a:tailEnd/>
            </a:ln>
          </p:spPr>
          <p:txBody>
            <a:bodyPr>
              <a:spAutoFit/>
            </a:bodyPr>
            <a:lstStyle/>
            <a:p>
              <a:pPr>
                <a:spcBef>
                  <a:spcPct val="50000"/>
                </a:spcBef>
              </a:pPr>
              <a:r>
                <a:rPr lang="en-US">
                  <a:solidFill>
                    <a:schemeClr val="tx1"/>
                  </a:solidFill>
                </a:rPr>
                <a:t>  </a:t>
              </a:r>
              <a:r>
                <a:rPr lang="en-US" err="1">
                  <a:solidFill>
                    <a:schemeClr val="tx1"/>
                  </a:solidFill>
                </a:rPr>
                <a:t>Aplikacija</a:t>
              </a:r>
              <a:endParaRPr lang="en-US">
                <a:solidFill>
                  <a:schemeClr val="tx1"/>
                </a:solidFill>
              </a:endParaRPr>
            </a:p>
          </p:txBody>
        </p:sp>
        <p:sp>
          <p:nvSpPr>
            <p:cNvPr id="2034694" name="Text Box 9"/>
            <p:cNvSpPr txBox="1">
              <a:spLocks noChangeArrowheads="1"/>
            </p:cNvSpPr>
            <p:nvPr/>
          </p:nvSpPr>
          <p:spPr bwMode="auto">
            <a:xfrm>
              <a:off x="1592" y="2009"/>
              <a:ext cx="2714" cy="233"/>
            </a:xfrm>
            <a:prstGeom prst="rect">
              <a:avLst/>
            </a:prstGeom>
            <a:solidFill>
              <a:schemeClr val="bg1"/>
            </a:solidFill>
            <a:ln w="9525">
              <a:noFill/>
              <a:miter lim="800000"/>
              <a:headEnd/>
              <a:tailEnd/>
            </a:ln>
          </p:spPr>
          <p:txBody>
            <a:bodyPr wrap="square">
              <a:spAutoFit/>
            </a:bodyPr>
            <a:lstStyle/>
            <a:p>
              <a:pPr>
                <a:spcBef>
                  <a:spcPct val="50000"/>
                </a:spcBef>
              </a:pPr>
              <a:r>
                <a:rPr lang="en-US" err="1">
                  <a:solidFill>
                    <a:schemeClr val="tx1"/>
                  </a:solidFill>
                </a:rPr>
                <a:t>Aplikacijski</a:t>
              </a:r>
              <a:r>
                <a:rPr lang="en-US">
                  <a:solidFill>
                    <a:schemeClr val="tx1"/>
                  </a:solidFill>
                </a:rPr>
                <a:t> </a:t>
              </a:r>
              <a:r>
                <a:rPr lang="en-US" err="1">
                  <a:solidFill>
                    <a:schemeClr val="tx1"/>
                  </a:solidFill>
                </a:rPr>
                <a:t>programski</a:t>
              </a:r>
              <a:r>
                <a:rPr lang="en-US">
                  <a:solidFill>
                    <a:schemeClr val="tx1"/>
                  </a:solidFill>
                </a:rPr>
                <a:t>  </a:t>
              </a:r>
              <a:r>
                <a:rPr lang="en-US" err="1">
                  <a:solidFill>
                    <a:schemeClr val="tx1"/>
                  </a:solidFill>
                </a:rPr>
                <a:t>vmesnik</a:t>
              </a:r>
              <a:r>
                <a:rPr lang="en-US">
                  <a:solidFill>
                    <a:schemeClr val="tx1"/>
                  </a:solidFill>
                </a:rPr>
                <a:t> (API)</a:t>
              </a:r>
            </a:p>
          </p:txBody>
        </p:sp>
        <p:sp>
          <p:nvSpPr>
            <p:cNvPr id="2034695" name="Text Box 10"/>
            <p:cNvSpPr txBox="1">
              <a:spLocks noChangeArrowheads="1"/>
            </p:cNvSpPr>
            <p:nvPr/>
          </p:nvSpPr>
          <p:spPr bwMode="auto">
            <a:xfrm>
              <a:off x="1694" y="2411"/>
              <a:ext cx="2378" cy="231"/>
            </a:xfrm>
            <a:prstGeom prst="rect">
              <a:avLst/>
            </a:prstGeom>
            <a:noFill/>
            <a:ln w="9525">
              <a:noFill/>
              <a:miter lim="800000"/>
              <a:headEnd/>
              <a:tailEnd/>
            </a:ln>
          </p:spPr>
          <p:txBody>
            <a:bodyPr wrap="none">
              <a:spAutoFit/>
            </a:bodyPr>
            <a:lstStyle/>
            <a:p>
              <a:r>
                <a:rPr lang="en-US" err="1">
                  <a:solidFill>
                    <a:schemeClr val="tx1"/>
                  </a:solidFill>
                </a:rPr>
                <a:t>Razli</a:t>
              </a:r>
              <a:r>
                <a:rPr lang="sl-SI" err="1">
                  <a:solidFill>
                    <a:schemeClr val="tx1"/>
                  </a:solidFill>
                  <a:latin typeface="Arial" charset="0"/>
                </a:rPr>
                <a:t>čni</a:t>
              </a:r>
              <a:r>
                <a:rPr lang="sl-SI">
                  <a:solidFill>
                    <a:schemeClr val="tx1"/>
                  </a:solidFill>
                  <a:latin typeface="Arial" charset="0"/>
                </a:rPr>
                <a:t> komunikacijski protokoli</a:t>
              </a:r>
              <a:endParaRPr lang="en-US">
                <a:solidFill>
                  <a:schemeClr val="tx1"/>
                </a:solidFill>
                <a:latin typeface="Arial" charset="0"/>
              </a:endParaRPr>
            </a:p>
          </p:txBody>
        </p:sp>
        <p:sp>
          <p:nvSpPr>
            <p:cNvPr id="2034696" name="Text Box 11"/>
            <p:cNvSpPr txBox="1">
              <a:spLocks noChangeArrowheads="1"/>
            </p:cNvSpPr>
            <p:nvPr/>
          </p:nvSpPr>
          <p:spPr bwMode="auto">
            <a:xfrm>
              <a:off x="104" y="2867"/>
              <a:ext cx="950" cy="404"/>
            </a:xfrm>
            <a:prstGeom prst="rect">
              <a:avLst/>
            </a:prstGeom>
            <a:noFill/>
            <a:ln w="9525">
              <a:noFill/>
              <a:miter lim="800000"/>
              <a:headEnd/>
              <a:tailEnd/>
            </a:ln>
          </p:spPr>
          <p:txBody>
            <a:bodyPr>
              <a:spAutoFit/>
            </a:bodyPr>
            <a:lstStyle/>
            <a:p>
              <a:r>
                <a:rPr lang="sl-SI">
                  <a:latin typeface="Arial" charset="0"/>
                </a:rPr>
                <a:t>Podatkovna baza</a:t>
              </a:r>
              <a:endParaRPr lang="en-US">
                <a:latin typeface="Arial" charset="0"/>
              </a:endParaRPr>
            </a:p>
          </p:txBody>
        </p:sp>
      </p:gr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6737" name="Rectangle 2"/>
          <p:cNvSpPr>
            <a:spLocks noGrp="1" noChangeArrowheads="1"/>
          </p:cNvSpPr>
          <p:nvPr>
            <p:ph type="title"/>
          </p:nvPr>
        </p:nvSpPr>
        <p:spPr/>
        <p:txBody>
          <a:bodyPr/>
          <a:lstStyle/>
          <a:p>
            <a:r>
              <a:rPr lang="sl-SI" sz="2800">
                <a:latin typeface="Arial" charset="0"/>
              </a:rPr>
              <a:t>Nastanek standardnih programskih vmesnikov</a:t>
            </a:r>
            <a:endParaRPr lang="en-US" sz="2800">
              <a:latin typeface="Arial" charset="0"/>
            </a:endParaRPr>
          </a:p>
        </p:txBody>
      </p:sp>
      <p:sp>
        <p:nvSpPr>
          <p:cNvPr id="2036738" name="Rectangle 3"/>
          <p:cNvSpPr>
            <a:spLocks noGrp="1" noChangeArrowheads="1"/>
          </p:cNvSpPr>
          <p:nvPr>
            <p:ph type="body" idx="1"/>
          </p:nvPr>
        </p:nvSpPr>
        <p:spPr/>
        <p:txBody>
          <a:bodyPr/>
          <a:lstStyle/>
          <a:p>
            <a:r>
              <a:rPr lang="sl-SI" sz="2400">
                <a:latin typeface="Arial" charset="0"/>
              </a:rPr>
              <a:t>Različni proizvajalci podatkovnih baz uporabljajo različne protokole in programske vmesnike</a:t>
            </a:r>
            <a:r>
              <a:rPr lang="en-US" sz="2400">
                <a:latin typeface="Arial" charset="0"/>
              </a:rPr>
              <a:t> (API)</a:t>
            </a:r>
            <a:endParaRPr lang="sl-SI" sz="2400">
              <a:latin typeface="Arial" charset="0"/>
            </a:endParaRPr>
          </a:p>
          <a:p>
            <a:r>
              <a:rPr lang="sl-SI" sz="2400">
                <a:latin typeface="Arial" charset="0"/>
              </a:rPr>
              <a:t>Težavno programiranje aplikacij</a:t>
            </a:r>
          </a:p>
          <a:p>
            <a:r>
              <a:rPr lang="sl-SI" sz="2400">
                <a:latin typeface="Arial" charset="0"/>
              </a:rPr>
              <a:t>Leta 1992 se pojavi vmesnik ODBC (open </a:t>
            </a:r>
            <a:r>
              <a:rPr lang="sl-SI" sz="2400" err="1">
                <a:latin typeface="Arial" charset="0"/>
              </a:rPr>
              <a:t>data</a:t>
            </a:r>
            <a:r>
              <a:rPr lang="sl-SI" sz="2400">
                <a:latin typeface="Arial" charset="0"/>
              </a:rPr>
              <a:t> base </a:t>
            </a:r>
            <a:r>
              <a:rPr lang="sl-SI" sz="2400" err="1">
                <a:latin typeface="Arial" charset="0"/>
              </a:rPr>
              <a:t>connectivity</a:t>
            </a:r>
            <a:r>
              <a:rPr lang="sl-SI" sz="2400">
                <a:latin typeface="Arial" charset="0"/>
              </a:rPr>
              <a:t>), ki skuša poenotiti programski dostop</a:t>
            </a:r>
          </a:p>
          <a:p>
            <a:r>
              <a:rPr lang="sl-SI" sz="2400">
                <a:latin typeface="Arial" charset="0"/>
              </a:rPr>
              <a:t>Aplikacije so tako prenosljive na različne platforme, vendar je njihova funkcionalnost in učinkovitost nekoliko okrnjena v primerjavi z uporabo originalnih programskih vmesnikov</a:t>
            </a:r>
          </a:p>
          <a:p>
            <a:pPr>
              <a:buFont typeface="Wingdings" pitchFamily="2" charset="2"/>
              <a:buNone/>
            </a:pPr>
            <a:endParaRPr lang="en-US">
              <a:latin typeface="Arial" charset="0"/>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8785" name="Rectangle 2"/>
          <p:cNvSpPr>
            <a:spLocks noGrp="1" noChangeArrowheads="1"/>
          </p:cNvSpPr>
          <p:nvPr>
            <p:ph type="title"/>
          </p:nvPr>
        </p:nvSpPr>
        <p:spPr/>
        <p:txBody>
          <a:bodyPr/>
          <a:lstStyle/>
          <a:p>
            <a:r>
              <a:rPr lang="sl-SI" sz="2800">
                <a:latin typeface="Arial" charset="0"/>
              </a:rPr>
              <a:t>ODBC</a:t>
            </a:r>
            <a:r>
              <a:rPr lang="en-US" sz="2800">
                <a:latin typeface="Arial" charset="0"/>
              </a:rPr>
              <a:t> - </a:t>
            </a:r>
            <a:r>
              <a:rPr lang="sl-SI" sz="2800">
                <a:latin typeface="Arial" charset="0"/>
              </a:rPr>
              <a:t>open </a:t>
            </a:r>
            <a:r>
              <a:rPr lang="sl-SI" sz="2800" err="1">
                <a:latin typeface="Arial" charset="0"/>
              </a:rPr>
              <a:t>data</a:t>
            </a:r>
            <a:r>
              <a:rPr lang="sl-SI" sz="2800">
                <a:latin typeface="Arial" charset="0"/>
              </a:rPr>
              <a:t> base </a:t>
            </a:r>
            <a:r>
              <a:rPr lang="sl-SI" sz="2800" err="1">
                <a:latin typeface="Arial" charset="0"/>
              </a:rPr>
              <a:t>connectivity</a:t>
            </a:r>
            <a:endParaRPr lang="en-US" sz="2800">
              <a:latin typeface="Arial" charset="0"/>
            </a:endParaRPr>
          </a:p>
        </p:txBody>
      </p:sp>
      <p:sp>
        <p:nvSpPr>
          <p:cNvPr id="2038786" name="Rectangle 3"/>
          <p:cNvSpPr>
            <a:spLocks noGrp="1" noChangeArrowheads="1"/>
          </p:cNvSpPr>
          <p:nvPr>
            <p:ph type="body" sz="half" idx="1"/>
          </p:nvPr>
        </p:nvSpPr>
        <p:spPr>
          <a:xfrm>
            <a:off x="762000" y="2286000"/>
            <a:ext cx="7610526" cy="4419600"/>
          </a:xfrm>
        </p:spPr>
        <p:txBody>
          <a:bodyPr/>
          <a:lstStyle/>
          <a:p>
            <a:pPr>
              <a:lnSpc>
                <a:spcPct val="90000"/>
              </a:lnSpc>
            </a:pPr>
            <a:r>
              <a:rPr lang="sl-SI">
                <a:latin typeface="Arial" charset="0"/>
              </a:rPr>
              <a:t>Nastal </a:t>
            </a:r>
            <a:r>
              <a:rPr lang="en-US">
                <a:latin typeface="Arial" charset="0"/>
              </a:rPr>
              <a:t>je </a:t>
            </a:r>
            <a:r>
              <a:rPr lang="sl-SI">
                <a:latin typeface="Arial" charset="0"/>
              </a:rPr>
              <a:t>leta 1992 v sodelovanju Microsofta s podjetjem </a:t>
            </a:r>
            <a:r>
              <a:rPr lang="sl-SI" err="1">
                <a:latin typeface="Arial" charset="0"/>
              </a:rPr>
              <a:t>Simba</a:t>
            </a:r>
            <a:r>
              <a:rPr lang="sl-SI">
                <a:latin typeface="Arial" charset="0"/>
              </a:rPr>
              <a:t> Technologies</a:t>
            </a:r>
          </a:p>
          <a:p>
            <a:pPr>
              <a:lnSpc>
                <a:spcPct val="90000"/>
              </a:lnSpc>
            </a:pPr>
            <a:r>
              <a:rPr lang="sl-SI">
                <a:latin typeface="Arial" charset="0"/>
              </a:rPr>
              <a:t>Sloni na različnih standardnih </a:t>
            </a:r>
            <a:r>
              <a:rPr lang="en-US">
                <a:hlinkClick r:id="rId3" tooltip="Call Level Interface"/>
              </a:rPr>
              <a:t>Call Level Interface</a:t>
            </a:r>
            <a:r>
              <a:rPr lang="en-US"/>
              <a:t> (CLI) s</a:t>
            </a:r>
            <a:r>
              <a:rPr lang="sl-SI" err="1">
                <a:latin typeface="Arial" charset="0"/>
              </a:rPr>
              <a:t>pecifikacijah</a:t>
            </a:r>
            <a:r>
              <a:rPr lang="sl-SI">
                <a:latin typeface="Arial" charset="0"/>
              </a:rPr>
              <a:t> iz</a:t>
            </a:r>
            <a:r>
              <a:rPr lang="en-US"/>
              <a:t> </a:t>
            </a:r>
            <a:r>
              <a:rPr lang="en-US">
                <a:hlinkClick r:id="rId4" tooltip="SQL Access Group"/>
              </a:rPr>
              <a:t>SQL Access Group</a:t>
            </a:r>
            <a:r>
              <a:rPr lang="en-US"/>
              <a:t>, </a:t>
            </a:r>
            <a:r>
              <a:rPr lang="en-US">
                <a:hlinkClick r:id="rId5" tooltip="X/Open"/>
              </a:rPr>
              <a:t>X/Open</a:t>
            </a:r>
            <a:r>
              <a:rPr lang="en-US"/>
              <a:t> </a:t>
            </a:r>
            <a:r>
              <a:rPr lang="sl-SI">
                <a:latin typeface="Arial" charset="0"/>
              </a:rPr>
              <a:t>in</a:t>
            </a:r>
            <a:r>
              <a:rPr lang="en-US"/>
              <a:t> </a:t>
            </a:r>
            <a:r>
              <a:rPr lang="en-US">
                <a:hlinkClick r:id="rId6" tooltip="International Organization for Standardization"/>
              </a:rPr>
              <a:t>ISO</a:t>
            </a:r>
            <a:r>
              <a:rPr lang="en-US"/>
              <a:t>/</a:t>
            </a:r>
            <a:r>
              <a:rPr lang="en-US">
                <a:hlinkClick r:id="rId7" tooltip="International Electrotechnical Commission"/>
              </a:rPr>
              <a:t>IEC</a:t>
            </a:r>
            <a:r>
              <a:rPr lang="en-US"/>
              <a:t> </a:t>
            </a:r>
          </a:p>
          <a:p>
            <a:pPr>
              <a:lnSpc>
                <a:spcPct val="90000"/>
              </a:lnSpc>
            </a:pPr>
            <a:r>
              <a:rPr lang="sl-SI">
                <a:latin typeface="Arial" charset="0"/>
              </a:rPr>
              <a:t>Leta 1995 </a:t>
            </a:r>
            <a:r>
              <a:rPr lang="en-US">
                <a:latin typeface="Arial" charset="0"/>
              </a:rPr>
              <a:t>je </a:t>
            </a:r>
            <a:r>
              <a:rPr lang="sl-SI">
                <a:latin typeface="Arial" charset="0"/>
              </a:rPr>
              <a:t>ODBC 3.0 posta</a:t>
            </a:r>
            <a:r>
              <a:rPr lang="en-US">
                <a:latin typeface="Arial" charset="0"/>
              </a:rPr>
              <a:t>l</a:t>
            </a:r>
            <a:r>
              <a:rPr lang="sl-SI">
                <a:latin typeface="Arial" charset="0"/>
              </a:rPr>
              <a:t> del standarda </a:t>
            </a:r>
            <a:r>
              <a:rPr lang="en-US"/>
              <a:t>ISO/IEC 9075-3 -- Information technology -- Database languages -- SQL -- Part 3: Call-Level Interface (SQL/CLI).</a:t>
            </a:r>
            <a:endParaRPr lang="sl-SI">
              <a:latin typeface="Arial" charset="0"/>
            </a:endParaRPr>
          </a:p>
          <a:p>
            <a:pPr>
              <a:lnSpc>
                <a:spcPct val="90000"/>
              </a:lnSpc>
            </a:pPr>
            <a:endParaRPr lang="en-US" sz="200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0578" name="Rectangle 2"/>
          <p:cNvSpPr>
            <a:spLocks noGrp="1" noChangeArrowheads="1"/>
          </p:cNvSpPr>
          <p:nvPr>
            <p:ph type="title" idx="4294967295"/>
          </p:nvPr>
        </p:nvSpPr>
        <p:spPr/>
        <p:txBody>
          <a:bodyPr/>
          <a:lstStyle/>
          <a:p>
            <a:r>
              <a:rPr lang="sl-SI" sz="2800">
                <a:latin typeface="Arial" charset="0"/>
              </a:rPr>
              <a:t>ODBC</a:t>
            </a:r>
            <a:endParaRPr lang="en-US" sz="2800">
              <a:latin typeface="Arial" charset="0"/>
            </a:endParaRPr>
          </a:p>
        </p:txBody>
      </p:sp>
      <p:sp>
        <p:nvSpPr>
          <p:cNvPr id="2200579" name="Rectangle 3"/>
          <p:cNvSpPr>
            <a:spLocks noGrp="1" noChangeArrowheads="1"/>
          </p:cNvSpPr>
          <p:nvPr>
            <p:ph type="body" idx="4294967295"/>
          </p:nvPr>
        </p:nvSpPr>
        <p:spPr>
          <a:xfrm>
            <a:off x="762000" y="2438400"/>
            <a:ext cx="7772400" cy="4419600"/>
          </a:xfrm>
        </p:spPr>
        <p:txBody>
          <a:bodyPr/>
          <a:lstStyle/>
          <a:p>
            <a:r>
              <a:rPr lang="sl-SI" sz="2400">
                <a:latin typeface="Arial" charset="0"/>
              </a:rPr>
              <a:t>Prevzeli so ga vsi pomembnejši proizvajalci </a:t>
            </a:r>
            <a:r>
              <a:rPr lang="en-US" sz="2400">
                <a:latin typeface="Arial" charset="0"/>
              </a:rPr>
              <a:t>SU</a:t>
            </a:r>
            <a:r>
              <a:rPr lang="sl-SI" sz="2400">
                <a:latin typeface="Arial" charset="0"/>
              </a:rPr>
              <a:t>PB</a:t>
            </a:r>
          </a:p>
          <a:p>
            <a:r>
              <a:rPr lang="sl-SI" sz="2400">
                <a:latin typeface="Arial" charset="0"/>
              </a:rPr>
              <a:t>Množica implementacij </a:t>
            </a:r>
            <a:r>
              <a:rPr lang="en-US" sz="2400">
                <a:latin typeface="Arial" charset="0"/>
              </a:rPr>
              <a:t>ODBC </a:t>
            </a:r>
            <a:r>
              <a:rPr lang="en-US" sz="2400" err="1">
                <a:latin typeface="Arial" charset="0"/>
              </a:rPr>
              <a:t>gonilniških</a:t>
            </a:r>
            <a:r>
              <a:rPr lang="en-US" sz="2400">
                <a:latin typeface="Arial" charset="0"/>
              </a:rPr>
              <a:t> </a:t>
            </a:r>
            <a:r>
              <a:rPr lang="en-US" sz="2400" err="1">
                <a:latin typeface="Arial" charset="0"/>
              </a:rPr>
              <a:t>sistemov</a:t>
            </a:r>
            <a:r>
              <a:rPr lang="en-US" sz="2400">
                <a:latin typeface="Arial" charset="0"/>
              </a:rPr>
              <a:t> </a:t>
            </a:r>
            <a:r>
              <a:rPr lang="sl-SI" sz="2400">
                <a:latin typeface="Arial" charset="0"/>
              </a:rPr>
              <a:t>za različne operacijske sisteme in </a:t>
            </a:r>
            <a:r>
              <a:rPr lang="en-US" sz="2400">
                <a:latin typeface="Arial" charset="0"/>
              </a:rPr>
              <a:t>SUPB-je</a:t>
            </a:r>
            <a:r>
              <a:rPr lang="sl-SI" sz="2400">
                <a:latin typeface="Arial" charset="0"/>
              </a:rPr>
              <a:t>: </a:t>
            </a:r>
            <a:endParaRPr lang="en-US" sz="2400">
              <a:latin typeface="Arial" charset="0"/>
            </a:endParaRPr>
          </a:p>
          <a:p>
            <a:pPr lvl="1"/>
            <a:r>
              <a:rPr lang="en-US" sz="2000"/>
              <a:t>Microsoft ODBC</a:t>
            </a:r>
            <a:r>
              <a:rPr lang="sl-SI" sz="2000">
                <a:latin typeface="Arial" charset="0"/>
              </a:rPr>
              <a:t> (DAO, DAC</a:t>
            </a:r>
            <a:r>
              <a:rPr lang="en-US" sz="2000">
                <a:latin typeface="Arial" charset="0"/>
              </a:rPr>
              <a:t>: data access objects, data access components</a:t>
            </a:r>
            <a:r>
              <a:rPr lang="sl-SI" sz="2000">
                <a:latin typeface="Arial" charset="0"/>
              </a:rPr>
              <a:t>), </a:t>
            </a:r>
            <a:endParaRPr lang="en-US" sz="2000">
              <a:latin typeface="Arial" charset="0"/>
            </a:endParaRPr>
          </a:p>
          <a:p>
            <a:pPr lvl="1"/>
            <a:r>
              <a:rPr lang="en-US" sz="2000" err="1"/>
              <a:t>iODBC</a:t>
            </a:r>
            <a:r>
              <a:rPr lang="sl-SI" sz="2000">
                <a:latin typeface="Arial" charset="0"/>
              </a:rPr>
              <a:t> (open </a:t>
            </a:r>
            <a:r>
              <a:rPr lang="sl-SI" sz="2000" err="1">
                <a:latin typeface="Arial" charset="0"/>
              </a:rPr>
              <a:t>source</a:t>
            </a:r>
            <a:r>
              <a:rPr lang="sl-SI" sz="2000">
                <a:latin typeface="Arial" charset="0"/>
              </a:rPr>
              <a:t>: </a:t>
            </a:r>
            <a:r>
              <a:rPr lang="sl-SI" sz="2000" err="1">
                <a:latin typeface="Arial" charset="0"/>
              </a:rPr>
              <a:t>MacOS</a:t>
            </a:r>
            <a:r>
              <a:rPr lang="sl-SI" sz="2000">
                <a:latin typeface="Arial" charset="0"/>
              </a:rPr>
              <a:t>, Linux, </a:t>
            </a:r>
            <a:r>
              <a:rPr lang="sl-SI" sz="2000" err="1">
                <a:latin typeface="Arial" charset="0"/>
              </a:rPr>
              <a:t>Solaris</a:t>
            </a:r>
            <a:r>
              <a:rPr lang="sl-SI" sz="2000">
                <a:latin typeface="Arial" charset="0"/>
              </a:rPr>
              <a:t>, ...), </a:t>
            </a:r>
            <a:endParaRPr lang="en-US" sz="2000">
              <a:latin typeface="Arial" charset="0"/>
            </a:endParaRPr>
          </a:p>
          <a:p>
            <a:pPr lvl="1"/>
            <a:r>
              <a:rPr lang="en-US" sz="2000"/>
              <a:t>IBM i5/OS</a:t>
            </a:r>
            <a:r>
              <a:rPr lang="sl-SI" sz="2000">
                <a:latin typeface="Arial" charset="0"/>
              </a:rPr>
              <a:t> (IBM, DB2), </a:t>
            </a:r>
            <a:endParaRPr lang="en-US" sz="2000">
              <a:latin typeface="Arial" charset="0"/>
            </a:endParaRPr>
          </a:p>
          <a:p>
            <a:pPr lvl="1"/>
            <a:r>
              <a:rPr lang="en-US" sz="2000" err="1"/>
              <a:t>UnixODBC</a:t>
            </a:r>
            <a:r>
              <a:rPr lang="sl-SI" sz="2000">
                <a:latin typeface="Arial" charset="0"/>
              </a:rPr>
              <a:t> (open </a:t>
            </a:r>
            <a:r>
              <a:rPr lang="sl-SI" sz="2000" err="1">
                <a:latin typeface="Arial" charset="0"/>
              </a:rPr>
              <a:t>source</a:t>
            </a:r>
            <a:r>
              <a:rPr lang="sl-SI" sz="2000">
                <a:latin typeface="Arial" charset="0"/>
              </a:rPr>
              <a:t>: Linux), </a:t>
            </a:r>
            <a:endParaRPr lang="en-US" sz="2000">
              <a:latin typeface="Arial" charset="0"/>
            </a:endParaRPr>
          </a:p>
          <a:p>
            <a:pPr lvl="1"/>
            <a:r>
              <a:rPr lang="en-US" sz="2000"/>
              <a:t>UDB</a:t>
            </a:r>
            <a:r>
              <a:rPr lang="sl-SI" sz="2000">
                <a:latin typeface="Arial" charset="0"/>
              </a:rPr>
              <a:t>C (predhodnik </a:t>
            </a:r>
            <a:r>
              <a:rPr lang="sl-SI" sz="2000" err="1">
                <a:latin typeface="Arial" charset="0"/>
              </a:rPr>
              <a:t>iODBC</a:t>
            </a:r>
            <a:r>
              <a:rPr lang="sl-SI" sz="2000">
                <a:latin typeface="Arial" charset="0"/>
              </a:rPr>
              <a:t>, združuje </a:t>
            </a:r>
            <a:r>
              <a:rPr lang="en-US" sz="2000"/>
              <a:t>ODBC </a:t>
            </a:r>
            <a:r>
              <a:rPr lang="sl-SI" sz="2000">
                <a:latin typeface="Arial" charset="0"/>
              </a:rPr>
              <a:t>in</a:t>
            </a:r>
            <a:r>
              <a:rPr lang="en-US" sz="2000"/>
              <a:t> S</a:t>
            </a:r>
            <a:r>
              <a:rPr lang="sl-SI" sz="2000">
                <a:latin typeface="Arial" charset="0"/>
              </a:rPr>
              <a:t>QL </a:t>
            </a:r>
            <a:r>
              <a:rPr lang="sl-SI" sz="2000" err="1">
                <a:latin typeface="Arial" charset="0"/>
              </a:rPr>
              <a:t>access</a:t>
            </a:r>
            <a:r>
              <a:rPr lang="sl-SI" sz="2000">
                <a:latin typeface="Arial" charset="0"/>
              </a:rPr>
              <a:t> </a:t>
            </a:r>
            <a:r>
              <a:rPr lang="sl-SI" sz="2000" err="1">
                <a:latin typeface="Arial" charset="0"/>
              </a:rPr>
              <a:t>group</a:t>
            </a:r>
            <a:r>
              <a:rPr lang="sl-SI" sz="2000">
                <a:latin typeface="Arial" charset="0"/>
              </a:rPr>
              <a:t> </a:t>
            </a:r>
            <a:r>
              <a:rPr lang="en-US" sz="2000"/>
              <a:t>CLI</a:t>
            </a:r>
            <a:r>
              <a:rPr lang="sl-SI" sz="2000">
                <a:latin typeface="Arial" charset="0"/>
              </a:rPr>
              <a:t>)</a:t>
            </a:r>
            <a:endParaRPr lang="en-US" sz="2000">
              <a:latin typeface="Arial" charset="0"/>
            </a:endParaRPr>
          </a:p>
          <a:p>
            <a:pPr lvl="1"/>
            <a:r>
              <a:rPr lang="en-US" sz="2000">
                <a:latin typeface="Arial" charset="0"/>
              </a:rPr>
              <a:t>Oracle, Informix, Sybase, </a:t>
            </a:r>
            <a:r>
              <a:rPr lang="en-US" sz="2000" err="1">
                <a:latin typeface="Arial" charset="0"/>
              </a:rPr>
              <a:t>MySQL</a:t>
            </a:r>
            <a:r>
              <a:rPr lang="en-US" sz="2000">
                <a:latin typeface="Arial" charset="0"/>
              </a:rPr>
              <a:t>, … </a:t>
            </a:r>
            <a:r>
              <a:rPr lang="en-US" sz="2000" err="1">
                <a:latin typeface="Arial" charset="0"/>
              </a:rPr>
              <a:t>za</a:t>
            </a:r>
            <a:r>
              <a:rPr lang="en-US" sz="2000">
                <a:latin typeface="Arial" charset="0"/>
              </a:rPr>
              <a:t> </a:t>
            </a:r>
            <a:r>
              <a:rPr lang="en-US" sz="2000" err="1">
                <a:latin typeface="Arial" charset="0"/>
              </a:rPr>
              <a:t>različne</a:t>
            </a:r>
            <a:r>
              <a:rPr lang="en-US" sz="2000">
                <a:latin typeface="Arial" charset="0"/>
              </a:rPr>
              <a:t> OS</a:t>
            </a:r>
          </a:p>
          <a:p>
            <a:endParaRPr lang="en-US" sz="2200"/>
          </a:p>
        </p:txBody>
      </p:sp>
    </p:spTree>
  </p:cSld>
  <p:clrMapOvr>
    <a:masterClrMapping/>
  </p:clrMapOvr>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0833" name="Rectangle 2"/>
          <p:cNvSpPr>
            <a:spLocks noGrp="1" noChangeArrowheads="1"/>
          </p:cNvSpPr>
          <p:nvPr>
            <p:ph type="title"/>
          </p:nvPr>
        </p:nvSpPr>
        <p:spPr/>
        <p:txBody>
          <a:bodyPr/>
          <a:lstStyle/>
          <a:p>
            <a:r>
              <a:rPr lang="sl-SI" sz="2800">
                <a:latin typeface="Arial" charset="0"/>
              </a:rPr>
              <a:t>Značilnosti ODBC</a:t>
            </a:r>
            <a:endParaRPr lang="en-US" sz="2800">
              <a:latin typeface="Arial" charset="0"/>
            </a:endParaRPr>
          </a:p>
        </p:txBody>
      </p:sp>
      <p:sp>
        <p:nvSpPr>
          <p:cNvPr id="2040834" name="Rectangle 3"/>
          <p:cNvSpPr>
            <a:spLocks noGrp="1" noChangeArrowheads="1"/>
          </p:cNvSpPr>
          <p:nvPr>
            <p:ph type="body" idx="1"/>
          </p:nvPr>
        </p:nvSpPr>
        <p:spPr/>
        <p:txBody>
          <a:bodyPr/>
          <a:lstStyle/>
          <a:p>
            <a:r>
              <a:rPr lang="sl-SI" sz="2400">
                <a:latin typeface="Arial" charset="0"/>
              </a:rPr>
              <a:t>Proceduralni programski vmesnik za dostop do podatkovne baze</a:t>
            </a:r>
          </a:p>
          <a:p>
            <a:r>
              <a:rPr lang="sl-SI" sz="2400">
                <a:latin typeface="Arial" charset="0"/>
              </a:rPr>
              <a:t>Omejitev ODBC: delo z SQL standardom, kot ga definira ODBC</a:t>
            </a:r>
          </a:p>
          <a:p>
            <a:r>
              <a:rPr lang="sl-SI" sz="2400">
                <a:latin typeface="Arial" charset="0"/>
              </a:rPr>
              <a:t>Težaven dostop do specifičnih razširitev SQL: omogočen s pomočjo meta-podatkovnih funkcij</a:t>
            </a:r>
          </a:p>
          <a:p>
            <a:r>
              <a:rPr lang="sl-SI" sz="2400">
                <a:latin typeface="Arial" charset="0"/>
              </a:rPr>
              <a:t>Kaj potrebujemo za delo: </a:t>
            </a:r>
            <a:r>
              <a:rPr lang="sl-SI" sz="2400">
                <a:solidFill>
                  <a:schemeClr val="tx1">
                    <a:lumMod val="60000"/>
                    <a:lumOff val="40000"/>
                  </a:schemeClr>
                </a:solidFill>
                <a:latin typeface="Arial" charset="0"/>
              </a:rPr>
              <a:t>ODBC aplikacijski vmesnik </a:t>
            </a:r>
            <a:r>
              <a:rPr lang="sl-SI" sz="2400">
                <a:latin typeface="Arial" charset="0"/>
              </a:rPr>
              <a:t>za naš OS in </a:t>
            </a:r>
            <a:r>
              <a:rPr lang="sl-SI" sz="2400">
                <a:solidFill>
                  <a:schemeClr val="tx1">
                    <a:lumMod val="60000"/>
                    <a:lumOff val="40000"/>
                  </a:schemeClr>
                </a:solidFill>
                <a:latin typeface="Arial" charset="0"/>
              </a:rPr>
              <a:t>ODBC gonilnik</a:t>
            </a:r>
            <a:r>
              <a:rPr lang="sl-SI" sz="2400">
                <a:latin typeface="Arial" charset="0"/>
              </a:rPr>
              <a:t> za naš OS in uporabljano PB</a:t>
            </a:r>
          </a:p>
          <a:p>
            <a:endParaRPr lang="en-US">
              <a:latin typeface="Arial" charset="0"/>
            </a:endParaRPr>
          </a:p>
        </p:txBody>
      </p:sp>
    </p:spTree>
  </p:cSld>
  <p:clrMapOvr>
    <a:masterClrMapping/>
  </p:clrMapOvr>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0833" name="Rectangle 2"/>
          <p:cNvSpPr>
            <a:spLocks noGrp="1" noChangeArrowheads="1"/>
          </p:cNvSpPr>
          <p:nvPr>
            <p:ph type="title"/>
          </p:nvPr>
        </p:nvSpPr>
        <p:spPr/>
        <p:txBody>
          <a:bodyPr/>
          <a:lstStyle/>
          <a:p>
            <a:r>
              <a:rPr lang="en-US" sz="2800" err="1">
                <a:latin typeface="Arial" charset="0"/>
              </a:rPr>
              <a:t>Zakaj</a:t>
            </a:r>
            <a:r>
              <a:rPr lang="en-US" sz="2800">
                <a:latin typeface="Arial" charset="0"/>
              </a:rPr>
              <a:t> ODBC?</a:t>
            </a:r>
          </a:p>
        </p:txBody>
      </p:sp>
      <p:sp>
        <p:nvSpPr>
          <p:cNvPr id="2040834" name="Rectangle 3"/>
          <p:cNvSpPr>
            <a:spLocks noGrp="1" noChangeArrowheads="1"/>
          </p:cNvSpPr>
          <p:nvPr>
            <p:ph type="body" idx="1"/>
          </p:nvPr>
        </p:nvSpPr>
        <p:spPr>
          <a:xfrm>
            <a:off x="685800" y="2286000"/>
            <a:ext cx="8178912" cy="4419600"/>
          </a:xfrm>
        </p:spPr>
        <p:txBody>
          <a:bodyPr/>
          <a:lstStyle/>
          <a:p>
            <a:r>
              <a:rPr lang="en-US" sz="2400" err="1">
                <a:latin typeface="Arial" charset="0"/>
              </a:rPr>
              <a:t>Aplikacije</a:t>
            </a:r>
            <a:r>
              <a:rPr lang="en-US" sz="2400">
                <a:latin typeface="Arial" charset="0"/>
              </a:rPr>
              <a:t> </a:t>
            </a:r>
            <a:r>
              <a:rPr lang="en-US" sz="2400" err="1">
                <a:latin typeface="Arial" charset="0"/>
              </a:rPr>
              <a:t>niso</a:t>
            </a:r>
            <a:r>
              <a:rPr lang="en-US" sz="2400">
                <a:latin typeface="Arial" charset="0"/>
              </a:rPr>
              <a:t> </a:t>
            </a:r>
            <a:r>
              <a:rPr lang="en-US" sz="2400" err="1">
                <a:latin typeface="Arial" charset="0"/>
              </a:rPr>
              <a:t>vezane</a:t>
            </a:r>
            <a:r>
              <a:rPr lang="en-US" sz="2400">
                <a:latin typeface="Arial" charset="0"/>
              </a:rPr>
              <a:t> </a:t>
            </a:r>
            <a:r>
              <a:rPr lang="en-US" sz="2400" err="1">
                <a:latin typeface="Arial" charset="0"/>
              </a:rPr>
              <a:t>na</a:t>
            </a:r>
            <a:r>
              <a:rPr lang="en-US" sz="2400">
                <a:latin typeface="Arial" charset="0"/>
              </a:rPr>
              <a:t> </a:t>
            </a:r>
            <a:r>
              <a:rPr lang="en-US" sz="2400" err="1">
                <a:latin typeface="Arial" charset="0"/>
              </a:rPr>
              <a:t>konkreten</a:t>
            </a:r>
            <a:r>
              <a:rPr lang="en-US" sz="2400">
                <a:latin typeface="Arial" charset="0"/>
              </a:rPr>
              <a:t> API</a:t>
            </a:r>
          </a:p>
          <a:p>
            <a:r>
              <a:rPr lang="en-US" sz="2400">
                <a:latin typeface="Arial" charset="0"/>
              </a:rPr>
              <a:t>SQL </a:t>
            </a:r>
            <a:r>
              <a:rPr lang="en-US" sz="2400" err="1">
                <a:latin typeface="Arial" charset="0"/>
              </a:rPr>
              <a:t>stavke</a:t>
            </a:r>
            <a:r>
              <a:rPr lang="en-US" sz="2400">
                <a:latin typeface="Arial" charset="0"/>
              </a:rPr>
              <a:t> </a:t>
            </a:r>
            <a:r>
              <a:rPr lang="en-US" sz="2400" err="1">
                <a:latin typeface="Arial" charset="0"/>
              </a:rPr>
              <a:t>lahko</a:t>
            </a:r>
            <a:r>
              <a:rPr lang="en-US" sz="2400">
                <a:latin typeface="Arial" charset="0"/>
              </a:rPr>
              <a:t> v </a:t>
            </a:r>
            <a:r>
              <a:rPr lang="en-US" sz="2400" err="1">
                <a:latin typeface="Arial" charset="0"/>
              </a:rPr>
              <a:t>kodo</a:t>
            </a:r>
            <a:r>
              <a:rPr lang="en-US" sz="2400">
                <a:latin typeface="Arial" charset="0"/>
              </a:rPr>
              <a:t> </a:t>
            </a:r>
            <a:r>
              <a:rPr lang="en-US" sz="2400" err="1">
                <a:latin typeface="Arial" charset="0"/>
              </a:rPr>
              <a:t>vključujemo</a:t>
            </a:r>
            <a:r>
              <a:rPr lang="en-US" sz="2400">
                <a:latin typeface="Arial" charset="0"/>
              </a:rPr>
              <a:t> </a:t>
            </a:r>
            <a:r>
              <a:rPr lang="en-US" sz="2400" err="1">
                <a:latin typeface="Arial" charset="0"/>
              </a:rPr>
              <a:t>statično</a:t>
            </a:r>
            <a:r>
              <a:rPr lang="en-US" sz="2400">
                <a:latin typeface="Arial" charset="0"/>
              </a:rPr>
              <a:t> </a:t>
            </a:r>
            <a:r>
              <a:rPr lang="en-US" sz="2400" err="1">
                <a:latin typeface="Arial" charset="0"/>
              </a:rPr>
              <a:t>ali</a:t>
            </a:r>
            <a:r>
              <a:rPr lang="en-US" sz="2400">
                <a:latin typeface="Arial" charset="0"/>
              </a:rPr>
              <a:t> </a:t>
            </a:r>
            <a:r>
              <a:rPr lang="en-US" sz="2400" err="1">
                <a:latin typeface="Arial" charset="0"/>
              </a:rPr>
              <a:t>dinamično</a:t>
            </a:r>
            <a:endParaRPr lang="en-US" sz="2400">
              <a:latin typeface="Arial" charset="0"/>
            </a:endParaRPr>
          </a:p>
          <a:p>
            <a:r>
              <a:rPr lang="en-US" sz="2400" err="1">
                <a:latin typeface="Arial" charset="0"/>
              </a:rPr>
              <a:t>Aplikacij</a:t>
            </a:r>
            <a:r>
              <a:rPr lang="en-US" sz="2400">
                <a:latin typeface="Arial" charset="0"/>
              </a:rPr>
              <a:t> ne </a:t>
            </a:r>
            <a:r>
              <a:rPr lang="en-US" sz="2400" err="1">
                <a:latin typeface="Arial" charset="0"/>
              </a:rPr>
              <a:t>zanima</a:t>
            </a:r>
            <a:r>
              <a:rPr lang="en-US" sz="2400">
                <a:latin typeface="Arial" charset="0"/>
              </a:rPr>
              <a:t> </a:t>
            </a:r>
            <a:r>
              <a:rPr lang="en-US" sz="2400" err="1">
                <a:latin typeface="Arial" charset="0"/>
              </a:rPr>
              <a:t>dejanski</a:t>
            </a:r>
            <a:r>
              <a:rPr lang="en-US" sz="2400">
                <a:latin typeface="Arial" charset="0"/>
              </a:rPr>
              <a:t> </a:t>
            </a:r>
            <a:r>
              <a:rPr lang="en-US" sz="2400" err="1">
                <a:latin typeface="Arial" charset="0"/>
              </a:rPr>
              <a:t>komunikacijski</a:t>
            </a:r>
            <a:r>
              <a:rPr lang="en-US" sz="2400">
                <a:latin typeface="Arial" charset="0"/>
              </a:rPr>
              <a:t> </a:t>
            </a:r>
            <a:r>
              <a:rPr lang="en-US" sz="2400" err="1">
                <a:latin typeface="Arial" charset="0"/>
              </a:rPr>
              <a:t>protokol</a:t>
            </a:r>
            <a:r>
              <a:rPr lang="en-US" sz="2400">
                <a:latin typeface="Arial" charset="0"/>
              </a:rPr>
              <a:t> </a:t>
            </a:r>
          </a:p>
          <a:p>
            <a:r>
              <a:rPr lang="en-US" sz="2400">
                <a:latin typeface="Arial" charset="0"/>
              </a:rPr>
              <a:t>Format </a:t>
            </a:r>
            <a:r>
              <a:rPr lang="en-US" sz="2400" err="1">
                <a:latin typeface="Arial" charset="0"/>
              </a:rPr>
              <a:t>podatkov</a:t>
            </a:r>
            <a:r>
              <a:rPr lang="en-US" sz="2400">
                <a:latin typeface="Arial" charset="0"/>
              </a:rPr>
              <a:t> </a:t>
            </a:r>
            <a:r>
              <a:rPr lang="en-US" sz="2400" err="1">
                <a:latin typeface="Arial" charset="0"/>
              </a:rPr>
              <a:t>prilagojen</a:t>
            </a:r>
            <a:r>
              <a:rPr lang="en-US" sz="2400">
                <a:latin typeface="Arial" charset="0"/>
              </a:rPr>
              <a:t> </a:t>
            </a:r>
            <a:r>
              <a:rPr lang="en-US" sz="2400" err="1">
                <a:latin typeface="Arial" charset="0"/>
              </a:rPr>
              <a:t>programskemu</a:t>
            </a:r>
            <a:r>
              <a:rPr lang="en-US" sz="2400">
                <a:latin typeface="Arial" charset="0"/>
              </a:rPr>
              <a:t> </a:t>
            </a:r>
            <a:r>
              <a:rPr lang="en-US" sz="2400" err="1">
                <a:latin typeface="Arial" charset="0"/>
              </a:rPr>
              <a:t>jeziku</a:t>
            </a:r>
            <a:endParaRPr lang="en-US" sz="2400">
              <a:latin typeface="Arial" charset="0"/>
            </a:endParaRPr>
          </a:p>
          <a:p>
            <a:r>
              <a:rPr lang="en-US" sz="2400" err="1">
                <a:latin typeface="Arial" charset="0"/>
              </a:rPr>
              <a:t>Standardiziran</a:t>
            </a:r>
            <a:r>
              <a:rPr lang="en-US" sz="2400">
                <a:latin typeface="Arial" charset="0"/>
              </a:rPr>
              <a:t> </a:t>
            </a:r>
            <a:r>
              <a:rPr lang="en-US" sz="2400" err="1">
                <a:latin typeface="Arial" charset="0"/>
              </a:rPr>
              <a:t>vmesnik</a:t>
            </a:r>
            <a:r>
              <a:rPr lang="en-US" sz="2400">
                <a:latin typeface="Arial" charset="0"/>
              </a:rPr>
              <a:t> (X/Open, ISO CLI)</a:t>
            </a:r>
          </a:p>
          <a:p>
            <a:r>
              <a:rPr lang="en-US" sz="2400" err="1">
                <a:latin typeface="Arial" charset="0"/>
              </a:rPr>
              <a:t>Univerzalno</a:t>
            </a:r>
            <a:r>
              <a:rPr lang="en-US" sz="2400">
                <a:latin typeface="Arial" charset="0"/>
              </a:rPr>
              <a:t> </a:t>
            </a:r>
            <a:r>
              <a:rPr lang="en-US" sz="2400" err="1">
                <a:latin typeface="Arial" charset="0"/>
              </a:rPr>
              <a:t>sprejet</a:t>
            </a:r>
            <a:r>
              <a:rPr lang="en-US" sz="2400">
                <a:latin typeface="Arial" charset="0"/>
              </a:rPr>
              <a:t> in </a:t>
            </a:r>
            <a:r>
              <a:rPr lang="en-US" sz="2400" err="1">
                <a:latin typeface="Arial" charset="0"/>
              </a:rPr>
              <a:t>podprt</a:t>
            </a:r>
            <a:endParaRPr lang="en-US" sz="2400">
              <a:latin typeface="Arial" charset="0"/>
            </a:endParaRPr>
          </a:p>
          <a:p>
            <a:endParaRPr lang="en-US">
              <a:latin typeface="Arial" charset="0"/>
            </a:endParaRPr>
          </a:p>
        </p:txBody>
      </p:sp>
    </p:spTree>
  </p:cSld>
  <p:clrMapOvr>
    <a:masterClrMapping/>
  </p:clrMapOvr>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Kaj</a:t>
            </a:r>
            <a:r>
              <a:rPr lang="en-US"/>
              <a:t> </a:t>
            </a:r>
            <a:r>
              <a:rPr lang="en-US" err="1"/>
              <a:t>nam</a:t>
            </a:r>
            <a:r>
              <a:rPr lang="en-US"/>
              <a:t> ODBC </a:t>
            </a:r>
            <a:r>
              <a:rPr lang="en-US" err="1"/>
              <a:t>ponuja</a:t>
            </a:r>
            <a:endParaRPr lang="sl-SI"/>
          </a:p>
        </p:txBody>
      </p:sp>
      <p:sp>
        <p:nvSpPr>
          <p:cNvPr id="3" name="Content Placeholder 2"/>
          <p:cNvSpPr>
            <a:spLocks noGrp="1"/>
          </p:cNvSpPr>
          <p:nvPr>
            <p:ph idx="1"/>
          </p:nvPr>
        </p:nvSpPr>
        <p:spPr/>
        <p:txBody>
          <a:bodyPr/>
          <a:lstStyle/>
          <a:p>
            <a:r>
              <a:rPr lang="en-US" sz="2400" err="1"/>
              <a:t>Gonilnike</a:t>
            </a:r>
            <a:r>
              <a:rPr lang="en-US" sz="2400"/>
              <a:t>, </a:t>
            </a:r>
            <a:r>
              <a:rPr lang="en-US" sz="2400" err="1"/>
              <a:t>ki</a:t>
            </a:r>
            <a:r>
              <a:rPr lang="en-US" sz="2400"/>
              <a:t> </a:t>
            </a:r>
            <a:r>
              <a:rPr lang="en-US" sz="2400" err="1"/>
              <a:t>omogočajo</a:t>
            </a:r>
            <a:r>
              <a:rPr lang="en-US" sz="2400"/>
              <a:t> </a:t>
            </a:r>
            <a:r>
              <a:rPr lang="en-US" sz="2400" err="1"/>
              <a:t>poenoten</a:t>
            </a:r>
            <a:r>
              <a:rPr lang="en-US" sz="2400"/>
              <a:t> </a:t>
            </a:r>
            <a:r>
              <a:rPr lang="en-US" sz="2400" err="1"/>
              <a:t>dostop</a:t>
            </a:r>
            <a:r>
              <a:rPr lang="en-US" sz="2400"/>
              <a:t> do PB</a:t>
            </a:r>
          </a:p>
          <a:p>
            <a:r>
              <a:rPr lang="en-US" sz="2400" err="1"/>
              <a:t>Knjižnico</a:t>
            </a:r>
            <a:r>
              <a:rPr lang="en-US" sz="2400"/>
              <a:t> </a:t>
            </a:r>
            <a:r>
              <a:rPr lang="en-US" sz="2400" err="1"/>
              <a:t>funkcij</a:t>
            </a:r>
            <a:r>
              <a:rPr lang="en-US" sz="2400"/>
              <a:t>, </a:t>
            </a:r>
            <a:r>
              <a:rPr lang="en-US" sz="2400" err="1"/>
              <a:t>ki</a:t>
            </a:r>
            <a:r>
              <a:rPr lang="en-US" sz="2400"/>
              <a:t> </a:t>
            </a:r>
            <a:r>
              <a:rPr lang="en-US" sz="2400" err="1"/>
              <a:t>omogoča</a:t>
            </a:r>
            <a:r>
              <a:rPr lang="en-US" sz="2400"/>
              <a:t> </a:t>
            </a:r>
            <a:r>
              <a:rPr lang="en-US" sz="2400" err="1"/>
              <a:t>aplikaciji</a:t>
            </a:r>
            <a:r>
              <a:rPr lang="en-US" sz="2400"/>
              <a:t> </a:t>
            </a:r>
            <a:r>
              <a:rPr lang="en-US" sz="2400" err="1"/>
              <a:t>povezavo</a:t>
            </a:r>
            <a:r>
              <a:rPr lang="en-US" sz="2400"/>
              <a:t> s SUPB, </a:t>
            </a:r>
            <a:r>
              <a:rPr lang="en-US" sz="2400" err="1"/>
              <a:t>izvajanje</a:t>
            </a:r>
            <a:r>
              <a:rPr lang="en-US" sz="2400"/>
              <a:t> SQL </a:t>
            </a:r>
            <a:r>
              <a:rPr lang="en-US" sz="2400" err="1"/>
              <a:t>stavkov</a:t>
            </a:r>
            <a:r>
              <a:rPr lang="en-US" sz="2400"/>
              <a:t> in </a:t>
            </a:r>
            <a:r>
              <a:rPr lang="en-US" sz="2400" err="1"/>
              <a:t>dostop</a:t>
            </a:r>
            <a:r>
              <a:rPr lang="en-US" sz="2400"/>
              <a:t> do </a:t>
            </a:r>
            <a:r>
              <a:rPr lang="en-US" sz="2400" err="1"/>
              <a:t>rezultatov</a:t>
            </a:r>
            <a:r>
              <a:rPr lang="en-US" sz="2400"/>
              <a:t> in </a:t>
            </a:r>
            <a:r>
              <a:rPr lang="en-US" sz="2400" err="1"/>
              <a:t>statusa</a:t>
            </a:r>
            <a:r>
              <a:rPr lang="en-US" sz="2400"/>
              <a:t> </a:t>
            </a:r>
            <a:r>
              <a:rPr lang="en-US" sz="2400" err="1"/>
              <a:t>izvajanja</a:t>
            </a:r>
            <a:endParaRPr lang="en-US" sz="2400"/>
          </a:p>
          <a:p>
            <a:r>
              <a:rPr lang="en-US" sz="2400" err="1"/>
              <a:t>Standarden</a:t>
            </a:r>
            <a:r>
              <a:rPr lang="en-US" sz="2400"/>
              <a:t> </a:t>
            </a:r>
            <a:r>
              <a:rPr lang="en-US" sz="2400" err="1"/>
              <a:t>način</a:t>
            </a:r>
            <a:r>
              <a:rPr lang="en-US" sz="2400"/>
              <a:t> </a:t>
            </a:r>
            <a:r>
              <a:rPr lang="en-US" sz="2400" err="1"/>
              <a:t>za</a:t>
            </a:r>
            <a:r>
              <a:rPr lang="en-US" sz="2400"/>
              <a:t> </a:t>
            </a:r>
            <a:r>
              <a:rPr lang="en-US" sz="2400" err="1"/>
              <a:t>prijavo</a:t>
            </a:r>
            <a:r>
              <a:rPr lang="en-US" sz="2400"/>
              <a:t> in </a:t>
            </a:r>
            <a:r>
              <a:rPr lang="en-US" sz="2400" err="1"/>
              <a:t>odjavo</a:t>
            </a:r>
            <a:r>
              <a:rPr lang="en-US" sz="2400"/>
              <a:t> </a:t>
            </a:r>
            <a:r>
              <a:rPr lang="en-US" sz="2400" err="1"/>
              <a:t>na</a:t>
            </a:r>
            <a:r>
              <a:rPr lang="en-US" sz="2400"/>
              <a:t> SUPB</a:t>
            </a:r>
          </a:p>
          <a:p>
            <a:r>
              <a:rPr lang="en-US" sz="2400" err="1"/>
              <a:t>Standardno</a:t>
            </a:r>
            <a:r>
              <a:rPr lang="en-US" sz="2400"/>
              <a:t> (a </a:t>
            </a:r>
            <a:r>
              <a:rPr lang="en-US" sz="2400" err="1"/>
              <a:t>omejeno</a:t>
            </a:r>
            <a:r>
              <a:rPr lang="en-US" sz="2400"/>
              <a:t>) </a:t>
            </a:r>
            <a:r>
              <a:rPr lang="en-US" sz="2400" err="1"/>
              <a:t>predstavitev</a:t>
            </a:r>
            <a:r>
              <a:rPr lang="en-US" sz="2400"/>
              <a:t> </a:t>
            </a:r>
            <a:r>
              <a:rPr lang="en-US" sz="2400" err="1"/>
              <a:t>podatkovnih</a:t>
            </a:r>
            <a:r>
              <a:rPr lang="en-US" sz="2400"/>
              <a:t> </a:t>
            </a:r>
            <a:r>
              <a:rPr lang="en-US" sz="2400" err="1"/>
              <a:t>tipov</a:t>
            </a:r>
            <a:endParaRPr lang="en-US" sz="2400"/>
          </a:p>
          <a:p>
            <a:r>
              <a:rPr lang="en-US" sz="2400" err="1"/>
              <a:t>Standarden</a:t>
            </a:r>
            <a:r>
              <a:rPr lang="en-US" sz="2400"/>
              <a:t> </a:t>
            </a:r>
            <a:r>
              <a:rPr lang="en-US" sz="2400" err="1"/>
              <a:t>nabor</a:t>
            </a:r>
            <a:r>
              <a:rPr lang="en-US" sz="2400"/>
              <a:t> </a:t>
            </a:r>
            <a:r>
              <a:rPr lang="en-US" sz="2400" err="1"/>
              <a:t>sporočil</a:t>
            </a:r>
            <a:r>
              <a:rPr lang="en-US" sz="2400"/>
              <a:t> o </a:t>
            </a:r>
            <a:r>
              <a:rPr lang="en-US" sz="2400" err="1"/>
              <a:t>napakah</a:t>
            </a:r>
            <a:endParaRPr lang="en-US" sz="2400"/>
          </a:p>
          <a:p>
            <a:r>
              <a:rPr lang="en-US" sz="2400" err="1"/>
              <a:t>Podporo</a:t>
            </a:r>
            <a:r>
              <a:rPr lang="en-US" sz="2400"/>
              <a:t> SQL </a:t>
            </a:r>
            <a:r>
              <a:rPr lang="en-US" sz="2400" err="1"/>
              <a:t>sintaksi</a:t>
            </a:r>
            <a:r>
              <a:rPr lang="en-US" sz="2400"/>
              <a:t> </a:t>
            </a:r>
            <a:r>
              <a:rPr lang="en-US" sz="2400" err="1"/>
              <a:t>po</a:t>
            </a:r>
            <a:r>
              <a:rPr lang="en-US" sz="2400"/>
              <a:t> X/Open in ISO CLI </a:t>
            </a:r>
            <a:r>
              <a:rPr lang="en-US" sz="2400" err="1"/>
              <a:t>specifikacijah</a:t>
            </a:r>
            <a:endParaRPr lang="sl-SI" sz="2400"/>
          </a:p>
        </p:txBody>
      </p:sp>
      <p:sp>
        <p:nvSpPr>
          <p:cNvPr id="4" name="Footer Placeholder 3"/>
          <p:cNvSpPr>
            <a:spLocks noGrp="1"/>
          </p:cNvSpPr>
          <p:nvPr>
            <p:ph type="ftr" sz="quarter" idx="10"/>
          </p:nvPr>
        </p:nvSpPr>
        <p:spPr/>
        <p:txBody>
          <a:bodyPr/>
          <a:lstStyle/>
          <a:p>
            <a:pPr>
              <a:defRPr/>
            </a:pPr>
            <a:r>
              <a:rPr lang="sl-SI"/>
              <a:t>- </a:t>
            </a:r>
            <a:fld id="{89A1F9C2-AFA2-4B22-BE9C-0917389A48C8}" type="slidenum">
              <a:rPr lang="en-GB" sz="1400" smtClean="0">
                <a:latin typeface="Arial Black" pitchFamily="34" charset="0"/>
              </a:rPr>
              <a:pPr>
                <a:defRPr/>
              </a:pPr>
              <a:t>227</a:t>
            </a:fld>
            <a:r>
              <a:rPr lang="sl-SI"/>
              <a:t> -</a:t>
            </a:r>
            <a:endParaRPr lang="en-GB"/>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Arhitektura</a:t>
            </a:r>
            <a:r>
              <a:rPr lang="en-US"/>
              <a:t> ODBC</a:t>
            </a:r>
            <a:endParaRPr lang="sl-SI"/>
          </a:p>
        </p:txBody>
      </p:sp>
      <p:sp>
        <p:nvSpPr>
          <p:cNvPr id="3" name="Content Placeholder 2"/>
          <p:cNvSpPr>
            <a:spLocks noGrp="1"/>
          </p:cNvSpPr>
          <p:nvPr>
            <p:ph sz="half" idx="1"/>
          </p:nvPr>
        </p:nvSpPr>
        <p:spPr>
          <a:xfrm>
            <a:off x="838200" y="2438400"/>
            <a:ext cx="5164155" cy="4419600"/>
          </a:xfrm>
        </p:spPr>
        <p:txBody>
          <a:bodyPr/>
          <a:lstStyle/>
          <a:p>
            <a:r>
              <a:rPr lang="en-US" sz="2400" err="1"/>
              <a:t>Aplikacije</a:t>
            </a:r>
            <a:r>
              <a:rPr lang="en-US" sz="2400"/>
              <a:t>: </a:t>
            </a:r>
          </a:p>
          <a:p>
            <a:pPr lvl="1"/>
            <a:r>
              <a:rPr lang="en-US" sz="2000" err="1"/>
              <a:t>procesiranje</a:t>
            </a:r>
            <a:r>
              <a:rPr lang="en-US" sz="2000"/>
              <a:t> </a:t>
            </a:r>
            <a:r>
              <a:rPr lang="en-US" sz="2000" err="1"/>
              <a:t>podatkov</a:t>
            </a:r>
            <a:r>
              <a:rPr lang="en-US" sz="2000"/>
              <a:t>, </a:t>
            </a:r>
          </a:p>
          <a:p>
            <a:pPr lvl="1"/>
            <a:r>
              <a:rPr lang="en-US" sz="2000" err="1"/>
              <a:t>klici</a:t>
            </a:r>
            <a:r>
              <a:rPr lang="en-US" sz="2000"/>
              <a:t> ODBC </a:t>
            </a:r>
            <a:r>
              <a:rPr lang="en-US" sz="2000" err="1"/>
              <a:t>funkcij</a:t>
            </a:r>
            <a:r>
              <a:rPr lang="en-US" sz="2000"/>
              <a:t> </a:t>
            </a:r>
            <a:r>
              <a:rPr lang="en-US" sz="2000" err="1"/>
              <a:t>za</a:t>
            </a:r>
            <a:r>
              <a:rPr lang="en-US" sz="2000"/>
              <a:t> </a:t>
            </a:r>
            <a:r>
              <a:rPr lang="en-US" sz="2000" err="1"/>
              <a:t>posredovanje</a:t>
            </a:r>
            <a:r>
              <a:rPr lang="en-US" sz="2000"/>
              <a:t> </a:t>
            </a:r>
            <a:r>
              <a:rPr lang="en-US" sz="2000" err="1"/>
              <a:t>poizvedb</a:t>
            </a:r>
            <a:r>
              <a:rPr lang="en-US" sz="2000"/>
              <a:t> in </a:t>
            </a:r>
            <a:r>
              <a:rPr lang="en-US" sz="2000" err="1"/>
              <a:t>rezultatov</a:t>
            </a:r>
            <a:endParaRPr lang="en-US" sz="2000"/>
          </a:p>
          <a:p>
            <a:r>
              <a:rPr lang="en-US" sz="2400"/>
              <a:t>ODBC </a:t>
            </a:r>
            <a:r>
              <a:rPr lang="en-US" sz="2400" err="1"/>
              <a:t>upravljalec</a:t>
            </a:r>
            <a:r>
              <a:rPr lang="en-US" sz="2400"/>
              <a:t> </a:t>
            </a:r>
            <a:r>
              <a:rPr lang="en-US" sz="2400" err="1"/>
              <a:t>gonilnikov</a:t>
            </a:r>
            <a:r>
              <a:rPr lang="en-US" sz="2400"/>
              <a:t>: </a:t>
            </a:r>
          </a:p>
          <a:p>
            <a:pPr lvl="1"/>
            <a:r>
              <a:rPr lang="en-US" sz="2000" err="1"/>
              <a:t>Nalaga</a:t>
            </a:r>
            <a:r>
              <a:rPr lang="en-US" sz="2000"/>
              <a:t> </a:t>
            </a:r>
            <a:r>
              <a:rPr lang="en-US" sz="2000" err="1"/>
              <a:t>gonilnike</a:t>
            </a:r>
            <a:r>
              <a:rPr lang="en-US" sz="2000"/>
              <a:t> </a:t>
            </a:r>
            <a:r>
              <a:rPr lang="en-US" sz="2000" err="1"/>
              <a:t>glede</a:t>
            </a:r>
            <a:r>
              <a:rPr lang="en-US" sz="2000"/>
              <a:t> </a:t>
            </a:r>
            <a:r>
              <a:rPr lang="en-US" sz="2000" err="1"/>
              <a:t>na</a:t>
            </a:r>
            <a:r>
              <a:rPr lang="en-US" sz="2000"/>
              <a:t> </a:t>
            </a:r>
            <a:r>
              <a:rPr lang="en-US" sz="2000" err="1"/>
              <a:t>potrebe</a:t>
            </a:r>
            <a:r>
              <a:rPr lang="en-US" sz="2000"/>
              <a:t> </a:t>
            </a:r>
            <a:r>
              <a:rPr lang="en-US" sz="2000" err="1"/>
              <a:t>aplikacij</a:t>
            </a:r>
            <a:endParaRPr lang="en-US" sz="2000"/>
          </a:p>
          <a:p>
            <a:pPr lvl="1"/>
            <a:r>
              <a:rPr lang="en-US" sz="2000" err="1"/>
              <a:t>Procesira</a:t>
            </a:r>
            <a:r>
              <a:rPr lang="en-US" sz="2000"/>
              <a:t> </a:t>
            </a:r>
            <a:r>
              <a:rPr lang="en-US" sz="2000" err="1"/>
              <a:t>klice</a:t>
            </a:r>
            <a:r>
              <a:rPr lang="en-US" sz="2000"/>
              <a:t> ODBC  </a:t>
            </a:r>
            <a:r>
              <a:rPr lang="en-US" sz="2000" err="1"/>
              <a:t>funkcij</a:t>
            </a:r>
            <a:r>
              <a:rPr lang="en-US" sz="2000"/>
              <a:t> in </a:t>
            </a:r>
            <a:r>
              <a:rPr lang="en-US" sz="2000" err="1"/>
              <a:t>jih</a:t>
            </a:r>
            <a:r>
              <a:rPr lang="en-US" sz="2000"/>
              <a:t> </a:t>
            </a:r>
            <a:r>
              <a:rPr lang="en-US" sz="2000" err="1"/>
              <a:t>posreduje</a:t>
            </a:r>
            <a:r>
              <a:rPr lang="en-US" sz="2000"/>
              <a:t> </a:t>
            </a:r>
            <a:r>
              <a:rPr lang="en-US" sz="2000" err="1"/>
              <a:t>gonilniku</a:t>
            </a:r>
            <a:endParaRPr lang="en-US" sz="2000"/>
          </a:p>
          <a:p>
            <a:endParaRPr lang="sl-SI"/>
          </a:p>
        </p:txBody>
      </p:sp>
      <p:sp>
        <p:nvSpPr>
          <p:cNvPr id="5" name="Footer Placeholder 4"/>
          <p:cNvSpPr>
            <a:spLocks noGrp="1"/>
          </p:cNvSpPr>
          <p:nvPr>
            <p:ph type="ftr" sz="quarter" idx="10"/>
          </p:nvPr>
        </p:nvSpPr>
        <p:spPr/>
        <p:txBody>
          <a:bodyPr/>
          <a:lstStyle/>
          <a:p>
            <a:pPr>
              <a:defRPr/>
            </a:pPr>
            <a:r>
              <a:rPr lang="sl-SI"/>
              <a:t>- </a:t>
            </a:r>
            <a:fld id="{807162C4-8BBE-498C-989F-996E78C9F758}" type="slidenum">
              <a:rPr lang="en-GB" sz="1400" smtClean="0">
                <a:latin typeface="Arial Black" pitchFamily="34" charset="0"/>
              </a:rPr>
              <a:pPr>
                <a:defRPr/>
              </a:pPr>
              <a:t>228</a:t>
            </a:fld>
            <a:r>
              <a:rPr lang="sl-SI"/>
              <a:t> -</a:t>
            </a:r>
            <a:endParaRPr lang="en-GB"/>
          </a:p>
        </p:txBody>
      </p:sp>
      <p:pic>
        <p:nvPicPr>
          <p:cNvPr id="6" name="Picture 7" descr="odbc"/>
          <p:cNvPicPr>
            <a:picLocks noGrp="1" noChangeAspect="1" noChangeArrowheads="1"/>
          </p:cNvPicPr>
          <p:nvPr>
            <p:ph sz="half" idx="2"/>
          </p:nvPr>
        </p:nvPicPr>
        <p:blipFill>
          <a:blip r:embed="rId2" cstate="print"/>
          <a:srcRect/>
          <a:stretch>
            <a:fillRect/>
          </a:stretch>
        </p:blipFill>
        <p:spPr>
          <a:xfrm>
            <a:off x="6248400" y="1905000"/>
            <a:ext cx="2657523" cy="4953000"/>
          </a:xfrm>
          <a:solidFill>
            <a:schemeClr val="bg1">
              <a:lumMod val="50000"/>
            </a:schemeClr>
          </a:solidFill>
        </p:spPr>
      </p:pic>
      <p:cxnSp>
        <p:nvCxnSpPr>
          <p:cNvPr id="8" name="Straight Arrow Connector 7"/>
          <p:cNvCxnSpPr/>
          <p:nvPr/>
        </p:nvCxnSpPr>
        <p:spPr bwMode="auto">
          <a:xfrm flipV="1">
            <a:off x="2667000" y="2590800"/>
            <a:ext cx="3886200" cy="36514"/>
          </a:xfrm>
          <a:prstGeom prst="straightConnector1">
            <a:avLst/>
          </a:prstGeom>
          <a:solidFill>
            <a:schemeClr val="accent1"/>
          </a:solidFill>
          <a:ln w="50800" cap="flat" cmpd="sng" algn="ctr">
            <a:solidFill>
              <a:srgbClr val="FFFF00"/>
            </a:solidFill>
            <a:prstDash val="solid"/>
            <a:round/>
            <a:headEnd type="none" w="med" len="med"/>
            <a:tailEnd type="arrow"/>
          </a:ln>
          <a:effectLst/>
        </p:spPr>
      </p:cxnSp>
      <p:cxnSp>
        <p:nvCxnSpPr>
          <p:cNvPr id="9" name="Straight Arrow Connector 8"/>
          <p:cNvCxnSpPr/>
          <p:nvPr/>
        </p:nvCxnSpPr>
        <p:spPr bwMode="auto">
          <a:xfrm flipV="1">
            <a:off x="5257800" y="3657600"/>
            <a:ext cx="1447800" cy="581036"/>
          </a:xfrm>
          <a:prstGeom prst="straightConnector1">
            <a:avLst/>
          </a:prstGeom>
          <a:solidFill>
            <a:schemeClr val="accent1"/>
          </a:solidFill>
          <a:ln w="50800" cap="flat" cmpd="sng" algn="ctr">
            <a:solidFill>
              <a:srgbClr val="FFFF00"/>
            </a:solidFill>
            <a:prstDash val="solid"/>
            <a:round/>
            <a:headEnd type="none" w="med" len="med"/>
            <a:tailEnd type="arrow"/>
          </a:ln>
          <a:effectLst/>
        </p:spPr>
      </p:cxnSp>
    </p:spTree>
  </p:cSld>
  <p:clrMapOvr>
    <a:masterClrMapping/>
  </p:clrMapOvr>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Arhitektura</a:t>
            </a:r>
            <a:r>
              <a:rPr lang="en-US"/>
              <a:t> ODBC</a:t>
            </a:r>
            <a:endParaRPr lang="sl-SI"/>
          </a:p>
        </p:txBody>
      </p:sp>
      <p:sp>
        <p:nvSpPr>
          <p:cNvPr id="3" name="Content Placeholder 2"/>
          <p:cNvSpPr>
            <a:spLocks noGrp="1"/>
          </p:cNvSpPr>
          <p:nvPr>
            <p:ph sz="half" idx="1"/>
          </p:nvPr>
        </p:nvSpPr>
        <p:spPr>
          <a:xfrm>
            <a:off x="762000" y="2286000"/>
            <a:ext cx="5091129" cy="4419600"/>
          </a:xfrm>
        </p:spPr>
        <p:txBody>
          <a:bodyPr/>
          <a:lstStyle/>
          <a:p>
            <a:r>
              <a:rPr lang="en-US" sz="2400"/>
              <a:t>ODBC </a:t>
            </a:r>
            <a:r>
              <a:rPr lang="en-US" sz="2400" err="1"/>
              <a:t>gonilnik</a:t>
            </a:r>
            <a:r>
              <a:rPr lang="en-US" sz="2400"/>
              <a:t>:</a:t>
            </a:r>
          </a:p>
          <a:p>
            <a:pPr lvl="1"/>
            <a:r>
              <a:rPr lang="en-US" sz="2000" err="1"/>
              <a:t>Prevzema</a:t>
            </a:r>
            <a:r>
              <a:rPr lang="en-US" sz="2000"/>
              <a:t> </a:t>
            </a:r>
            <a:r>
              <a:rPr lang="en-US" sz="2000" err="1"/>
              <a:t>klice</a:t>
            </a:r>
            <a:r>
              <a:rPr lang="en-US" sz="2000"/>
              <a:t> ODBC </a:t>
            </a:r>
            <a:r>
              <a:rPr lang="en-US" sz="2000" err="1"/>
              <a:t>funkcij</a:t>
            </a:r>
            <a:r>
              <a:rPr lang="en-US" sz="2000"/>
              <a:t>, </a:t>
            </a:r>
            <a:r>
              <a:rPr lang="en-US" sz="2000" err="1"/>
              <a:t>jih</a:t>
            </a:r>
            <a:r>
              <a:rPr lang="en-US" sz="2000"/>
              <a:t> </a:t>
            </a:r>
            <a:r>
              <a:rPr lang="en-US" sz="2000" err="1"/>
              <a:t>po</a:t>
            </a:r>
            <a:r>
              <a:rPr lang="en-US" sz="2000"/>
              <a:t> </a:t>
            </a:r>
            <a:r>
              <a:rPr lang="en-US" sz="2000" err="1"/>
              <a:t>potrebi</a:t>
            </a:r>
            <a:r>
              <a:rPr lang="en-US" sz="2000"/>
              <a:t> </a:t>
            </a:r>
            <a:r>
              <a:rPr lang="en-US" sz="2000" err="1"/>
              <a:t>preoblikuje</a:t>
            </a:r>
            <a:r>
              <a:rPr lang="en-US" sz="2000"/>
              <a:t> in </a:t>
            </a:r>
            <a:r>
              <a:rPr lang="en-US" sz="2000" err="1"/>
              <a:t>posreduje</a:t>
            </a:r>
            <a:r>
              <a:rPr lang="en-US" sz="2000"/>
              <a:t> SUPB</a:t>
            </a:r>
          </a:p>
          <a:p>
            <a:pPr lvl="1"/>
            <a:r>
              <a:rPr lang="en-US" sz="2000" err="1"/>
              <a:t>Omogoča</a:t>
            </a:r>
            <a:r>
              <a:rPr lang="en-US" sz="2000"/>
              <a:t> </a:t>
            </a:r>
            <a:r>
              <a:rPr lang="en-US" sz="2000" err="1"/>
              <a:t>manjkajočo</a:t>
            </a:r>
            <a:r>
              <a:rPr lang="en-US" sz="2000"/>
              <a:t> </a:t>
            </a:r>
            <a:r>
              <a:rPr lang="en-US" sz="2000" err="1"/>
              <a:t>funkcionalnost</a:t>
            </a:r>
            <a:r>
              <a:rPr lang="en-US" sz="2000"/>
              <a:t> </a:t>
            </a:r>
            <a:r>
              <a:rPr lang="en-US" sz="2000" err="1"/>
              <a:t>glede</a:t>
            </a:r>
            <a:r>
              <a:rPr lang="en-US" sz="2000"/>
              <a:t> </a:t>
            </a:r>
            <a:r>
              <a:rPr lang="en-US" sz="2000" err="1"/>
              <a:t>na</a:t>
            </a:r>
            <a:r>
              <a:rPr lang="en-US" sz="2000"/>
              <a:t> </a:t>
            </a:r>
            <a:r>
              <a:rPr lang="en-US" sz="2000" err="1"/>
              <a:t>implementiran</a:t>
            </a:r>
            <a:r>
              <a:rPr lang="en-US" sz="2000"/>
              <a:t> ODBC standard</a:t>
            </a:r>
          </a:p>
          <a:p>
            <a:r>
              <a:rPr lang="en-US" sz="2400" err="1"/>
              <a:t>Podatkovni</a:t>
            </a:r>
            <a:r>
              <a:rPr lang="en-US" sz="2400"/>
              <a:t> </a:t>
            </a:r>
            <a:r>
              <a:rPr lang="en-US" sz="2400" err="1"/>
              <a:t>vir</a:t>
            </a:r>
            <a:r>
              <a:rPr lang="en-US" sz="2400"/>
              <a:t>:</a:t>
            </a:r>
          </a:p>
          <a:p>
            <a:pPr lvl="1"/>
            <a:r>
              <a:rPr lang="en-US" sz="2000"/>
              <a:t>SUPB</a:t>
            </a:r>
          </a:p>
          <a:p>
            <a:pPr lvl="1"/>
            <a:r>
              <a:rPr lang="en-US" sz="2000" err="1"/>
              <a:t>tekstovne</a:t>
            </a:r>
            <a:r>
              <a:rPr lang="en-US" sz="2000"/>
              <a:t> </a:t>
            </a:r>
            <a:r>
              <a:rPr lang="en-US" sz="2000" err="1"/>
              <a:t>datoteke</a:t>
            </a:r>
            <a:endParaRPr lang="en-US" sz="2000"/>
          </a:p>
          <a:p>
            <a:pPr lvl="1"/>
            <a:r>
              <a:rPr lang="en-US" sz="2000" err="1"/>
              <a:t>preglednice</a:t>
            </a:r>
            <a:endParaRPr lang="en-US" sz="2000"/>
          </a:p>
          <a:p>
            <a:pPr lvl="1"/>
            <a:r>
              <a:rPr lang="en-US" sz="2000"/>
              <a:t>…</a:t>
            </a:r>
          </a:p>
          <a:p>
            <a:endParaRPr lang="sl-SI"/>
          </a:p>
        </p:txBody>
      </p:sp>
      <p:sp>
        <p:nvSpPr>
          <p:cNvPr id="5" name="Footer Placeholder 4"/>
          <p:cNvSpPr>
            <a:spLocks noGrp="1"/>
          </p:cNvSpPr>
          <p:nvPr>
            <p:ph type="ftr" sz="quarter" idx="10"/>
          </p:nvPr>
        </p:nvSpPr>
        <p:spPr/>
        <p:txBody>
          <a:bodyPr/>
          <a:lstStyle/>
          <a:p>
            <a:pPr>
              <a:defRPr/>
            </a:pPr>
            <a:r>
              <a:rPr lang="sl-SI"/>
              <a:t>- </a:t>
            </a:r>
            <a:fld id="{807162C4-8BBE-498C-989F-996E78C9F758}" type="slidenum">
              <a:rPr lang="en-GB" sz="1400" smtClean="0">
                <a:latin typeface="Arial Black" pitchFamily="34" charset="0"/>
              </a:rPr>
              <a:pPr>
                <a:defRPr/>
              </a:pPr>
              <a:t>229</a:t>
            </a:fld>
            <a:r>
              <a:rPr lang="sl-SI"/>
              <a:t> -</a:t>
            </a:r>
            <a:endParaRPr lang="en-GB"/>
          </a:p>
        </p:txBody>
      </p:sp>
      <p:pic>
        <p:nvPicPr>
          <p:cNvPr id="6" name="Picture 7" descr="odbc"/>
          <p:cNvPicPr>
            <a:picLocks noGrp="1" noChangeAspect="1" noChangeArrowheads="1"/>
          </p:cNvPicPr>
          <p:nvPr>
            <p:ph sz="half" idx="2"/>
          </p:nvPr>
        </p:nvPicPr>
        <p:blipFill>
          <a:blip r:embed="rId2" cstate="print"/>
          <a:srcRect/>
          <a:stretch>
            <a:fillRect/>
          </a:stretch>
        </p:blipFill>
        <p:spPr>
          <a:xfrm>
            <a:off x="6248400" y="1447800"/>
            <a:ext cx="2657523" cy="4935400"/>
          </a:xfrm>
          <a:solidFill>
            <a:schemeClr val="bg1">
              <a:lumMod val="50000"/>
            </a:schemeClr>
          </a:solidFill>
        </p:spPr>
      </p:pic>
      <p:cxnSp>
        <p:nvCxnSpPr>
          <p:cNvPr id="10" name="Straight Arrow Connector 9"/>
          <p:cNvCxnSpPr/>
          <p:nvPr/>
        </p:nvCxnSpPr>
        <p:spPr bwMode="auto">
          <a:xfrm>
            <a:off x="3352800" y="4953000"/>
            <a:ext cx="3629058" cy="374676"/>
          </a:xfrm>
          <a:prstGeom prst="straightConnector1">
            <a:avLst/>
          </a:prstGeom>
          <a:solidFill>
            <a:schemeClr val="accent1"/>
          </a:solidFill>
          <a:ln w="50800" cap="flat" cmpd="sng" algn="ctr">
            <a:solidFill>
              <a:srgbClr val="FFFF00"/>
            </a:solidFill>
            <a:prstDash val="solid"/>
            <a:round/>
            <a:headEnd type="none" w="med" len="med"/>
            <a:tailEnd type="arrow"/>
          </a:ln>
          <a:effectLst/>
        </p:spPr>
      </p:cxnSp>
      <p:cxnSp>
        <p:nvCxnSpPr>
          <p:cNvPr id="22" name="Elbow Connector 21"/>
          <p:cNvCxnSpPr/>
          <p:nvPr/>
        </p:nvCxnSpPr>
        <p:spPr bwMode="auto">
          <a:xfrm>
            <a:off x="3276600" y="2590800"/>
            <a:ext cx="3429000" cy="1524000"/>
          </a:xfrm>
          <a:prstGeom prst="bentConnector3">
            <a:avLst>
              <a:gd name="adj1" fmla="val 75556"/>
            </a:avLst>
          </a:prstGeom>
          <a:solidFill>
            <a:schemeClr val="accent1"/>
          </a:solidFill>
          <a:ln w="50800" cap="flat" cmpd="sng" algn="ctr">
            <a:solidFill>
              <a:srgbClr val="FFFF00"/>
            </a:solidFill>
            <a:prstDash val="solid"/>
            <a:round/>
            <a:headEnd type="none" w="med" len="med"/>
            <a:tailEnd type="arrow"/>
          </a:ln>
          <a:effectLst/>
        </p:spPr>
      </p:cxn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ODBC in </a:t>
            </a:r>
            <a:r>
              <a:rPr lang="en-US" err="1"/>
              <a:t>standardni</a:t>
            </a:r>
            <a:r>
              <a:rPr lang="en-US"/>
              <a:t> SQL</a:t>
            </a:r>
            <a:endParaRPr lang="sl-SI"/>
          </a:p>
        </p:txBody>
      </p:sp>
      <p:sp>
        <p:nvSpPr>
          <p:cNvPr id="3" name="Content Placeholder 2"/>
          <p:cNvSpPr>
            <a:spLocks noGrp="1"/>
          </p:cNvSpPr>
          <p:nvPr>
            <p:ph idx="1"/>
          </p:nvPr>
        </p:nvSpPr>
        <p:spPr/>
        <p:txBody>
          <a:bodyPr/>
          <a:lstStyle/>
          <a:p>
            <a:r>
              <a:rPr lang="en-US"/>
              <a:t>ODBC </a:t>
            </a:r>
            <a:r>
              <a:rPr lang="en-US" err="1"/>
              <a:t>standardizira</a:t>
            </a:r>
            <a:r>
              <a:rPr lang="en-US"/>
              <a:t> </a:t>
            </a:r>
            <a:r>
              <a:rPr lang="en-US" err="1"/>
              <a:t>tako</a:t>
            </a:r>
            <a:r>
              <a:rPr lang="en-US"/>
              <a:t> </a:t>
            </a:r>
            <a:r>
              <a:rPr lang="en-US" err="1"/>
              <a:t>aplikacijski</a:t>
            </a:r>
            <a:r>
              <a:rPr lang="en-US"/>
              <a:t> </a:t>
            </a:r>
            <a:r>
              <a:rPr lang="en-US" err="1"/>
              <a:t>vmesnik</a:t>
            </a:r>
            <a:r>
              <a:rPr lang="en-US"/>
              <a:t> (API) </a:t>
            </a:r>
            <a:r>
              <a:rPr lang="en-US" err="1"/>
              <a:t>kot</a:t>
            </a:r>
            <a:r>
              <a:rPr lang="en-US"/>
              <a:t> </a:t>
            </a:r>
            <a:r>
              <a:rPr lang="en-US" err="1"/>
              <a:t>tudi</a:t>
            </a:r>
            <a:r>
              <a:rPr lang="en-US"/>
              <a:t> </a:t>
            </a:r>
            <a:r>
              <a:rPr lang="en-US" err="1"/>
              <a:t>podporo</a:t>
            </a:r>
            <a:r>
              <a:rPr lang="en-US"/>
              <a:t> SQL </a:t>
            </a:r>
            <a:r>
              <a:rPr lang="en-US" err="1"/>
              <a:t>ukazom</a:t>
            </a:r>
            <a:endParaRPr lang="en-US"/>
          </a:p>
          <a:p>
            <a:r>
              <a:rPr lang="en-US" err="1"/>
              <a:t>Popolna</a:t>
            </a:r>
            <a:r>
              <a:rPr lang="en-US"/>
              <a:t> </a:t>
            </a:r>
            <a:r>
              <a:rPr lang="en-US" err="1"/>
              <a:t>podpora</a:t>
            </a:r>
            <a:r>
              <a:rPr lang="en-US"/>
              <a:t> </a:t>
            </a:r>
            <a:r>
              <a:rPr lang="en-US" err="1"/>
              <a:t>od</a:t>
            </a:r>
            <a:r>
              <a:rPr lang="en-US"/>
              <a:t> ODBC 3.0 </a:t>
            </a:r>
            <a:r>
              <a:rPr lang="en-US" err="1"/>
              <a:t>dalje</a:t>
            </a:r>
            <a:r>
              <a:rPr lang="en-US"/>
              <a:t>:</a:t>
            </a:r>
          </a:p>
          <a:p>
            <a:pPr lvl="1"/>
            <a:r>
              <a:rPr lang="en-US" err="1"/>
              <a:t>Minimalni</a:t>
            </a:r>
            <a:r>
              <a:rPr lang="en-US"/>
              <a:t> SQL</a:t>
            </a:r>
          </a:p>
          <a:p>
            <a:pPr lvl="1"/>
            <a:r>
              <a:rPr lang="en-US" err="1"/>
              <a:t>Standardni</a:t>
            </a:r>
            <a:r>
              <a:rPr lang="en-US"/>
              <a:t> SQL (X/Open, ISO CLI)</a:t>
            </a:r>
            <a:endParaRPr lang="sl-SI"/>
          </a:p>
          <a:p>
            <a:pPr lvl="1"/>
            <a:r>
              <a:rPr lang="en-US" err="1"/>
              <a:t>Razširjeni</a:t>
            </a:r>
            <a:r>
              <a:rPr lang="en-US"/>
              <a:t> SQL</a:t>
            </a:r>
            <a:endParaRPr lang="sl-SI"/>
          </a:p>
          <a:p>
            <a:endParaRPr lang="sl-SI"/>
          </a:p>
        </p:txBody>
      </p:sp>
      <p:sp>
        <p:nvSpPr>
          <p:cNvPr id="4" name="Footer Placeholder 3"/>
          <p:cNvSpPr>
            <a:spLocks noGrp="1"/>
          </p:cNvSpPr>
          <p:nvPr>
            <p:ph type="ftr" sz="quarter" idx="10"/>
          </p:nvPr>
        </p:nvSpPr>
        <p:spPr/>
        <p:txBody>
          <a:bodyPr/>
          <a:lstStyle/>
          <a:p>
            <a:pPr>
              <a:defRPr/>
            </a:pPr>
            <a:r>
              <a:rPr lang="sl-SI"/>
              <a:t>- </a:t>
            </a:r>
            <a:fld id="{89A1F9C2-AFA2-4B22-BE9C-0917389A48C8}" type="slidenum">
              <a:rPr lang="en-GB" sz="1400" smtClean="0">
                <a:latin typeface="Arial Black" pitchFamily="34" charset="0"/>
              </a:rPr>
              <a:pPr>
                <a:defRPr/>
              </a:pPr>
              <a:t>230</a:t>
            </a:fld>
            <a:r>
              <a:rPr lang="sl-SI"/>
              <a:t> -</a:t>
            </a:r>
            <a:endParaRPr lang="en-GB"/>
          </a:p>
        </p:txBody>
      </p:sp>
    </p:spTree>
  </p:cSld>
  <p:clrMapOvr>
    <a:masterClrMapping/>
  </p:clrMapOvr>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ODBC in </a:t>
            </a:r>
            <a:r>
              <a:rPr lang="en-US" err="1"/>
              <a:t>standardni</a:t>
            </a:r>
            <a:r>
              <a:rPr lang="en-US"/>
              <a:t> SQL</a:t>
            </a:r>
            <a:endParaRPr lang="sl-SI"/>
          </a:p>
        </p:txBody>
      </p:sp>
      <p:sp>
        <p:nvSpPr>
          <p:cNvPr id="3" name="Content Placeholder 2"/>
          <p:cNvSpPr>
            <a:spLocks noGrp="1"/>
          </p:cNvSpPr>
          <p:nvPr>
            <p:ph idx="1"/>
          </p:nvPr>
        </p:nvSpPr>
        <p:spPr/>
        <p:txBody>
          <a:bodyPr/>
          <a:lstStyle/>
          <a:p>
            <a:r>
              <a:rPr lang="en-US" sz="2400" err="1"/>
              <a:t>Minimalni</a:t>
            </a:r>
            <a:r>
              <a:rPr lang="en-US" sz="2400"/>
              <a:t> SQL</a:t>
            </a:r>
            <a:endParaRPr lang="sl-SI" sz="2400"/>
          </a:p>
          <a:p>
            <a:pPr lvl="1"/>
            <a:r>
              <a:rPr lang="sl-SI" sz="2000" err="1"/>
              <a:t>Data</a:t>
            </a:r>
            <a:r>
              <a:rPr lang="sl-SI" sz="2000"/>
              <a:t> </a:t>
            </a:r>
            <a:r>
              <a:rPr lang="sl-SI" sz="2000" err="1"/>
              <a:t>Definition</a:t>
            </a:r>
            <a:r>
              <a:rPr lang="sl-SI" sz="2000"/>
              <a:t> </a:t>
            </a:r>
            <a:r>
              <a:rPr lang="sl-SI" sz="2000" err="1"/>
              <a:t>Language</a:t>
            </a:r>
            <a:r>
              <a:rPr lang="sl-SI" sz="2000"/>
              <a:t> (DDL): CREATE TABLE </a:t>
            </a:r>
            <a:r>
              <a:rPr lang="en-US" sz="2000"/>
              <a:t>in</a:t>
            </a:r>
            <a:r>
              <a:rPr lang="sl-SI" sz="2000"/>
              <a:t> DROP TABLE</a:t>
            </a:r>
          </a:p>
          <a:p>
            <a:pPr lvl="1"/>
            <a:r>
              <a:rPr lang="sl-SI" sz="2000" err="1"/>
              <a:t>Data</a:t>
            </a:r>
            <a:r>
              <a:rPr lang="sl-SI" sz="2000"/>
              <a:t> </a:t>
            </a:r>
            <a:r>
              <a:rPr lang="sl-SI" sz="2000" err="1"/>
              <a:t>Manipulation</a:t>
            </a:r>
            <a:r>
              <a:rPr lang="sl-SI" sz="2000"/>
              <a:t> </a:t>
            </a:r>
            <a:r>
              <a:rPr lang="sl-SI" sz="2000" err="1"/>
              <a:t>Language</a:t>
            </a:r>
            <a:r>
              <a:rPr lang="sl-SI" sz="2000"/>
              <a:t> (DML): </a:t>
            </a:r>
            <a:r>
              <a:rPr lang="en-US" sz="2000" err="1"/>
              <a:t>enostavni</a:t>
            </a:r>
            <a:r>
              <a:rPr lang="sl-SI" sz="2000"/>
              <a:t> SELECT, INSERT, UPDATE, SEARCHED, </a:t>
            </a:r>
            <a:r>
              <a:rPr lang="en-US" sz="2000"/>
              <a:t>in</a:t>
            </a:r>
            <a:r>
              <a:rPr lang="sl-SI" sz="2000"/>
              <a:t> DELETE </a:t>
            </a:r>
            <a:r>
              <a:rPr lang="en-US" sz="2000"/>
              <a:t>z </a:t>
            </a:r>
            <a:r>
              <a:rPr lang="en-US" sz="2000" err="1"/>
              <a:t>iskalnim</a:t>
            </a:r>
            <a:r>
              <a:rPr lang="en-US" sz="2000"/>
              <a:t> </a:t>
            </a:r>
            <a:r>
              <a:rPr lang="en-US" sz="2000" err="1"/>
              <a:t>pogojem</a:t>
            </a:r>
            <a:endParaRPr lang="sl-SI" sz="2000"/>
          </a:p>
          <a:p>
            <a:pPr lvl="1"/>
            <a:r>
              <a:rPr lang="en-US" sz="2000" err="1"/>
              <a:t>Preprosti</a:t>
            </a:r>
            <a:r>
              <a:rPr lang="en-US" sz="2000"/>
              <a:t> </a:t>
            </a:r>
            <a:r>
              <a:rPr lang="en-US" sz="2000" err="1"/>
              <a:t>izrazi</a:t>
            </a:r>
            <a:r>
              <a:rPr lang="en-US" sz="2000"/>
              <a:t>:</a:t>
            </a:r>
            <a:r>
              <a:rPr lang="sl-SI" sz="2000"/>
              <a:t> (</a:t>
            </a:r>
            <a:r>
              <a:rPr lang="en-US" sz="2000" err="1"/>
              <a:t>npr</a:t>
            </a:r>
            <a:r>
              <a:rPr lang="en-US" sz="2000"/>
              <a:t>.</a:t>
            </a:r>
            <a:r>
              <a:rPr lang="sl-SI" sz="2000"/>
              <a:t> as A&gt;B+C)</a:t>
            </a:r>
          </a:p>
          <a:p>
            <a:pPr lvl="1"/>
            <a:r>
              <a:rPr lang="en-US" sz="2000" err="1"/>
              <a:t>Samo</a:t>
            </a:r>
            <a:r>
              <a:rPr lang="en-US" sz="2000"/>
              <a:t> </a:t>
            </a:r>
            <a:r>
              <a:rPr lang="en-US" sz="2000" err="1"/>
              <a:t>znakovni</a:t>
            </a:r>
            <a:r>
              <a:rPr lang="en-US" sz="2000"/>
              <a:t> </a:t>
            </a:r>
            <a:r>
              <a:rPr lang="en-US" sz="2000" err="1"/>
              <a:t>podatkovni</a:t>
            </a:r>
            <a:r>
              <a:rPr lang="en-US" sz="2000"/>
              <a:t> tipi</a:t>
            </a:r>
            <a:r>
              <a:rPr lang="sl-SI" sz="2000"/>
              <a:t>: CHAR, VARCHAR, LONG VARCHAR</a:t>
            </a:r>
          </a:p>
        </p:txBody>
      </p:sp>
      <p:sp>
        <p:nvSpPr>
          <p:cNvPr id="4" name="Footer Placeholder 3"/>
          <p:cNvSpPr>
            <a:spLocks noGrp="1"/>
          </p:cNvSpPr>
          <p:nvPr>
            <p:ph type="ftr" sz="quarter" idx="10"/>
          </p:nvPr>
        </p:nvSpPr>
        <p:spPr/>
        <p:txBody>
          <a:bodyPr/>
          <a:lstStyle/>
          <a:p>
            <a:pPr>
              <a:defRPr/>
            </a:pPr>
            <a:r>
              <a:rPr lang="sl-SI"/>
              <a:t>- </a:t>
            </a:r>
            <a:fld id="{89A1F9C2-AFA2-4B22-BE9C-0917389A48C8}" type="slidenum">
              <a:rPr lang="en-GB" sz="1400" smtClean="0">
                <a:latin typeface="Arial Black" pitchFamily="34" charset="0"/>
              </a:rPr>
              <a:pPr>
                <a:defRPr/>
              </a:pPr>
              <a:t>231</a:t>
            </a:fld>
            <a:r>
              <a:rPr lang="sl-SI"/>
              <a:t> -</a:t>
            </a:r>
            <a:endParaRPr lang="en-GB"/>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ODBC in </a:t>
            </a:r>
            <a:r>
              <a:rPr lang="en-US" err="1"/>
              <a:t>standardni</a:t>
            </a:r>
            <a:r>
              <a:rPr lang="en-US"/>
              <a:t> SQL</a:t>
            </a:r>
            <a:endParaRPr lang="sl-SI"/>
          </a:p>
        </p:txBody>
      </p:sp>
      <p:sp>
        <p:nvSpPr>
          <p:cNvPr id="3" name="Content Placeholder 2"/>
          <p:cNvSpPr>
            <a:spLocks noGrp="1"/>
          </p:cNvSpPr>
          <p:nvPr>
            <p:ph idx="1"/>
          </p:nvPr>
        </p:nvSpPr>
        <p:spPr/>
        <p:txBody>
          <a:bodyPr/>
          <a:lstStyle/>
          <a:p>
            <a:r>
              <a:rPr lang="en-US" sz="2400" dirty="0" err="1"/>
              <a:t>Standardni</a:t>
            </a:r>
            <a:r>
              <a:rPr lang="en-US" sz="2400" dirty="0"/>
              <a:t> SQL</a:t>
            </a:r>
            <a:endParaRPr lang="sl-SI" sz="2400" dirty="0"/>
          </a:p>
          <a:p>
            <a:pPr lvl="1"/>
            <a:r>
              <a:rPr lang="en-US" sz="2000" dirty="0" err="1"/>
              <a:t>Vsebuje</a:t>
            </a:r>
            <a:r>
              <a:rPr lang="en-US" sz="2000" dirty="0"/>
              <a:t> </a:t>
            </a:r>
            <a:r>
              <a:rPr lang="en-US" sz="2000" dirty="0" err="1"/>
              <a:t>minimalni</a:t>
            </a:r>
            <a:r>
              <a:rPr lang="en-US" sz="2000" dirty="0"/>
              <a:t> SQL</a:t>
            </a:r>
            <a:endParaRPr lang="sl-SI" sz="2000" dirty="0"/>
          </a:p>
          <a:p>
            <a:pPr lvl="1"/>
            <a:r>
              <a:rPr lang="sl-SI" sz="2000" dirty="0"/>
              <a:t>Data </a:t>
            </a:r>
            <a:r>
              <a:rPr lang="sl-SI" sz="2000" dirty="0" err="1"/>
              <a:t>Definition</a:t>
            </a:r>
            <a:r>
              <a:rPr lang="sl-SI" sz="2000" dirty="0"/>
              <a:t> </a:t>
            </a:r>
            <a:r>
              <a:rPr lang="sl-SI" sz="2000" dirty="0" err="1"/>
              <a:t>Language</a:t>
            </a:r>
            <a:r>
              <a:rPr lang="sl-SI" sz="2000" dirty="0"/>
              <a:t> (DDL): ALTER TABLE, CREATE INDEX, DROP INDEX, CREATE VIEW, DROP VIEW, GRANT, </a:t>
            </a:r>
            <a:r>
              <a:rPr lang="en-US" sz="2000" dirty="0"/>
              <a:t>in</a:t>
            </a:r>
            <a:r>
              <a:rPr lang="sl-SI" sz="2000" dirty="0"/>
              <a:t> REVOKE</a:t>
            </a:r>
          </a:p>
          <a:p>
            <a:pPr lvl="1"/>
            <a:r>
              <a:rPr lang="sl-SI" sz="2000" dirty="0"/>
              <a:t>Data </a:t>
            </a:r>
            <a:r>
              <a:rPr lang="sl-SI" sz="2000" dirty="0" err="1"/>
              <a:t>Manipulation</a:t>
            </a:r>
            <a:r>
              <a:rPr lang="sl-SI" sz="2000" dirty="0"/>
              <a:t> </a:t>
            </a:r>
            <a:r>
              <a:rPr lang="sl-SI" sz="2000" dirty="0" err="1"/>
              <a:t>Language</a:t>
            </a:r>
            <a:r>
              <a:rPr lang="sl-SI" sz="2000" dirty="0"/>
              <a:t> (DML): </a:t>
            </a:r>
            <a:r>
              <a:rPr lang="en-US" sz="2000" dirty="0" err="1"/>
              <a:t>polni</a:t>
            </a:r>
            <a:r>
              <a:rPr lang="sl-SI" sz="2000" dirty="0"/>
              <a:t> SELECT</a:t>
            </a:r>
            <a:r>
              <a:rPr lang="en-US" sz="2000" dirty="0"/>
              <a:t> </a:t>
            </a:r>
            <a:r>
              <a:rPr lang="en-US" sz="2000" dirty="0" err="1"/>
              <a:t>stavek</a:t>
            </a:r>
            <a:endParaRPr lang="sl-SI" sz="2000" dirty="0"/>
          </a:p>
          <a:p>
            <a:pPr lvl="1"/>
            <a:r>
              <a:rPr lang="en-US" sz="2000" dirty="0" err="1"/>
              <a:t>Izrazi</a:t>
            </a:r>
            <a:r>
              <a:rPr lang="sl-SI" sz="2000" dirty="0"/>
              <a:t>: </a:t>
            </a:r>
            <a:r>
              <a:rPr lang="en-US" sz="2000" dirty="0" err="1"/>
              <a:t>gnezdene</a:t>
            </a:r>
            <a:r>
              <a:rPr lang="en-US" sz="2000" dirty="0"/>
              <a:t> </a:t>
            </a:r>
            <a:r>
              <a:rPr lang="en-US" sz="2000" dirty="0" err="1"/>
              <a:t>poizvedbe</a:t>
            </a:r>
            <a:r>
              <a:rPr lang="en-US" sz="2000" dirty="0"/>
              <a:t>, </a:t>
            </a:r>
            <a:r>
              <a:rPr lang="en-US" sz="2000" dirty="0" err="1"/>
              <a:t>skupinski</a:t>
            </a:r>
            <a:r>
              <a:rPr lang="en-US" sz="2000" dirty="0"/>
              <a:t> </a:t>
            </a:r>
            <a:r>
              <a:rPr lang="en-US" sz="2000" dirty="0" err="1"/>
              <a:t>operantorji</a:t>
            </a:r>
            <a:r>
              <a:rPr lang="en-US" sz="2000" dirty="0"/>
              <a:t> (</a:t>
            </a:r>
            <a:r>
              <a:rPr lang="en-US" sz="2000" dirty="0" err="1"/>
              <a:t>npr</a:t>
            </a:r>
            <a:r>
              <a:rPr lang="en-US" sz="2000" dirty="0"/>
              <a:t>. </a:t>
            </a:r>
            <a:r>
              <a:rPr lang="sl-SI" sz="2000" dirty="0"/>
              <a:t>SUM</a:t>
            </a:r>
            <a:r>
              <a:rPr lang="en-US" sz="2000" dirty="0"/>
              <a:t>,</a:t>
            </a:r>
            <a:r>
              <a:rPr lang="sl-SI" sz="2000" dirty="0"/>
              <a:t> MIN</a:t>
            </a:r>
            <a:r>
              <a:rPr lang="en-US" sz="2000" dirty="0"/>
              <a:t>, …)</a:t>
            </a:r>
            <a:endParaRPr lang="sl-SI" sz="2000" dirty="0"/>
          </a:p>
          <a:p>
            <a:pPr lvl="1"/>
            <a:r>
              <a:rPr lang="en-US" sz="2000" dirty="0" err="1"/>
              <a:t>Podatkovni</a:t>
            </a:r>
            <a:r>
              <a:rPr lang="en-US" sz="2000" dirty="0"/>
              <a:t> </a:t>
            </a:r>
            <a:r>
              <a:rPr lang="en-US" sz="2000" dirty="0" err="1"/>
              <a:t>tipo</a:t>
            </a:r>
            <a:r>
              <a:rPr lang="sl-SI" sz="2000" dirty="0"/>
              <a:t>: DECIMAL, NUMERIC, SMALLINT, INTEGER, REAL, FLOAT, DOUBLE PRECISION</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ODBC in </a:t>
            </a:r>
            <a:r>
              <a:rPr lang="en-US" err="1"/>
              <a:t>standardni</a:t>
            </a:r>
            <a:r>
              <a:rPr lang="en-US"/>
              <a:t> SQL</a:t>
            </a:r>
            <a:endParaRPr lang="sl-SI"/>
          </a:p>
        </p:txBody>
      </p:sp>
      <p:sp>
        <p:nvSpPr>
          <p:cNvPr id="3" name="Content Placeholder 2"/>
          <p:cNvSpPr>
            <a:spLocks noGrp="1"/>
          </p:cNvSpPr>
          <p:nvPr>
            <p:ph idx="1"/>
          </p:nvPr>
        </p:nvSpPr>
        <p:spPr>
          <a:xfrm>
            <a:off x="838200" y="2362200"/>
            <a:ext cx="7693025" cy="4267200"/>
          </a:xfrm>
        </p:spPr>
        <p:txBody>
          <a:bodyPr/>
          <a:lstStyle/>
          <a:p>
            <a:r>
              <a:rPr lang="en-US" sz="2400" err="1"/>
              <a:t>Razširjeni</a:t>
            </a:r>
            <a:r>
              <a:rPr lang="en-US" sz="2400"/>
              <a:t> SQL</a:t>
            </a:r>
            <a:endParaRPr lang="sl-SI" sz="2400"/>
          </a:p>
          <a:p>
            <a:pPr lvl="1"/>
            <a:r>
              <a:rPr lang="en-US" sz="2000" err="1"/>
              <a:t>Minimalni</a:t>
            </a:r>
            <a:r>
              <a:rPr lang="en-US" sz="2000"/>
              <a:t> in </a:t>
            </a:r>
            <a:r>
              <a:rPr lang="en-US" sz="2000" err="1"/>
              <a:t>osnovni</a:t>
            </a:r>
            <a:r>
              <a:rPr lang="en-US" sz="2000"/>
              <a:t> SQL</a:t>
            </a:r>
            <a:endParaRPr lang="sl-SI" sz="2000"/>
          </a:p>
          <a:p>
            <a:pPr lvl="1"/>
            <a:r>
              <a:rPr lang="sl-SI" sz="2000" err="1"/>
              <a:t>Data</a:t>
            </a:r>
            <a:r>
              <a:rPr lang="sl-SI" sz="2000"/>
              <a:t> </a:t>
            </a:r>
            <a:r>
              <a:rPr lang="sl-SI" sz="2000" err="1"/>
              <a:t>Manipulation</a:t>
            </a:r>
            <a:r>
              <a:rPr lang="sl-SI" sz="2000"/>
              <a:t> </a:t>
            </a:r>
            <a:r>
              <a:rPr lang="sl-SI" sz="2000" err="1"/>
              <a:t>Language</a:t>
            </a:r>
            <a:r>
              <a:rPr lang="sl-SI" sz="2000"/>
              <a:t> (DML): </a:t>
            </a:r>
            <a:r>
              <a:rPr lang="en-US" sz="2000" err="1"/>
              <a:t>zunanji</a:t>
            </a:r>
            <a:r>
              <a:rPr lang="en-US" sz="2000"/>
              <a:t> </a:t>
            </a:r>
            <a:r>
              <a:rPr lang="en-US" sz="2000" err="1"/>
              <a:t>stiki</a:t>
            </a:r>
            <a:r>
              <a:rPr lang="sl-SI" sz="2000"/>
              <a:t>, </a:t>
            </a:r>
            <a:r>
              <a:rPr lang="en-US" sz="2000" err="1"/>
              <a:t>pozicijski</a:t>
            </a:r>
            <a:r>
              <a:rPr lang="en-US" sz="2000"/>
              <a:t> </a:t>
            </a:r>
            <a:r>
              <a:rPr lang="sl-SI" sz="2000"/>
              <a:t>UPDATE, </a:t>
            </a:r>
            <a:r>
              <a:rPr lang="en-US" sz="2000" err="1"/>
              <a:t>pozicijski</a:t>
            </a:r>
            <a:r>
              <a:rPr lang="sl-SI" sz="2000"/>
              <a:t> DELETE, SELECT FOR UPDATE, </a:t>
            </a:r>
            <a:r>
              <a:rPr lang="en-US" sz="2000" err="1"/>
              <a:t>unije</a:t>
            </a:r>
            <a:endParaRPr lang="sl-SI" sz="2000"/>
          </a:p>
          <a:p>
            <a:pPr lvl="1"/>
            <a:r>
              <a:rPr lang="en-US" sz="2000" err="1"/>
              <a:t>Izrazi</a:t>
            </a:r>
            <a:r>
              <a:rPr lang="sl-SI" sz="2000"/>
              <a:t>: </a:t>
            </a:r>
            <a:r>
              <a:rPr lang="en-US" sz="2000" err="1"/>
              <a:t>skalarne</a:t>
            </a:r>
            <a:r>
              <a:rPr lang="en-US" sz="2000"/>
              <a:t> </a:t>
            </a:r>
            <a:r>
              <a:rPr lang="en-US" sz="2000" err="1"/>
              <a:t>funkcije</a:t>
            </a:r>
            <a:r>
              <a:rPr lang="en-US" sz="2000"/>
              <a:t> (</a:t>
            </a:r>
            <a:r>
              <a:rPr lang="en-US" sz="2000" err="1"/>
              <a:t>npr</a:t>
            </a:r>
            <a:r>
              <a:rPr lang="en-US" sz="2000"/>
              <a:t>.</a:t>
            </a:r>
            <a:r>
              <a:rPr lang="sl-SI" sz="2000"/>
              <a:t>SUBSTRING, ABS</a:t>
            </a:r>
            <a:r>
              <a:rPr lang="en-US" sz="2000"/>
              <a:t>), </a:t>
            </a:r>
            <a:r>
              <a:rPr lang="en-US" sz="2000" err="1"/>
              <a:t>določila</a:t>
            </a:r>
            <a:r>
              <a:rPr lang="sl-SI" sz="2000"/>
              <a:t> </a:t>
            </a:r>
            <a:r>
              <a:rPr lang="en-US" sz="2000" err="1"/>
              <a:t>za</a:t>
            </a:r>
            <a:r>
              <a:rPr lang="en-US" sz="2000"/>
              <a:t> </a:t>
            </a:r>
            <a:r>
              <a:rPr lang="en-US" sz="2000" err="1"/>
              <a:t>deklaracijo</a:t>
            </a:r>
            <a:r>
              <a:rPr lang="en-US" sz="2000"/>
              <a:t> </a:t>
            </a:r>
            <a:r>
              <a:rPr lang="en-US" sz="2000" err="1"/>
              <a:t>konstant</a:t>
            </a:r>
            <a:r>
              <a:rPr lang="en-US" sz="2000"/>
              <a:t> DATE, TIME in TIMESTAMP</a:t>
            </a:r>
            <a:endParaRPr lang="sl-SI" sz="2000"/>
          </a:p>
          <a:p>
            <a:pPr lvl="1"/>
            <a:r>
              <a:rPr lang="en-US" sz="2000" err="1"/>
              <a:t>Podatkovni</a:t>
            </a:r>
            <a:r>
              <a:rPr lang="en-US" sz="2000"/>
              <a:t> tipi</a:t>
            </a:r>
            <a:r>
              <a:rPr lang="sl-SI" sz="2000"/>
              <a:t>: BIT, TINYINT, BIGINT, BINARY, VARBINARY, LONG VARBINARY, DATE, TIME, TIMESTAMP</a:t>
            </a:r>
          </a:p>
          <a:p>
            <a:pPr lvl="1"/>
            <a:r>
              <a:rPr lang="en-US" sz="2000" err="1"/>
              <a:t>Paketi</a:t>
            </a:r>
            <a:r>
              <a:rPr lang="sl-SI" sz="2000"/>
              <a:t> SQL sta</a:t>
            </a:r>
            <a:r>
              <a:rPr lang="en-US" sz="2000" err="1"/>
              <a:t>vkov</a:t>
            </a:r>
            <a:endParaRPr lang="sl-SI" sz="2000"/>
          </a:p>
          <a:p>
            <a:pPr lvl="1"/>
            <a:r>
              <a:rPr lang="en-US" sz="2000" err="1"/>
              <a:t>Podpora</a:t>
            </a:r>
            <a:r>
              <a:rPr lang="en-US" sz="2000"/>
              <a:t> </a:t>
            </a:r>
            <a:r>
              <a:rPr lang="en-US" sz="2000" err="1"/>
              <a:t>shranjenim</a:t>
            </a:r>
            <a:r>
              <a:rPr lang="en-US" sz="2000"/>
              <a:t> </a:t>
            </a:r>
            <a:r>
              <a:rPr lang="en-US" sz="2000" err="1"/>
              <a:t>proceduram</a:t>
            </a:r>
            <a:r>
              <a:rPr lang="en-US" sz="2000"/>
              <a:t> (</a:t>
            </a:r>
            <a:r>
              <a:rPr lang="en-US" sz="2000" err="1"/>
              <a:t>klicanje</a:t>
            </a:r>
            <a:r>
              <a:rPr lang="en-US" sz="2000"/>
              <a:t>)</a:t>
            </a:r>
            <a:endParaRPr lang="sl-SI" sz="2000"/>
          </a:p>
          <a:p>
            <a:pPr lvl="1"/>
            <a:endParaRPr lang="sl-SI"/>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219200"/>
            <a:ext cx="7975656" cy="457200"/>
          </a:xfrm>
        </p:spPr>
        <p:txBody>
          <a:bodyPr/>
          <a:lstStyle/>
          <a:p>
            <a:r>
              <a:rPr lang="en-US" sz="2800" err="1"/>
              <a:t>pyodbc</a:t>
            </a:r>
            <a:r>
              <a:rPr lang="en-US" sz="2800"/>
              <a:t> – </a:t>
            </a:r>
            <a:r>
              <a:rPr lang="en-US" sz="2800" err="1"/>
              <a:t>implementacija</a:t>
            </a:r>
            <a:r>
              <a:rPr lang="en-US" sz="2800"/>
              <a:t> ODBC </a:t>
            </a:r>
            <a:r>
              <a:rPr lang="en-US" sz="2800" err="1"/>
              <a:t>za</a:t>
            </a:r>
            <a:r>
              <a:rPr lang="en-US" sz="2800"/>
              <a:t> Python</a:t>
            </a:r>
            <a:endParaRPr lang="sl-SI" sz="2800"/>
          </a:p>
        </p:txBody>
      </p:sp>
      <p:sp>
        <p:nvSpPr>
          <p:cNvPr id="3" name="Content Placeholder 2"/>
          <p:cNvSpPr>
            <a:spLocks noGrp="1"/>
          </p:cNvSpPr>
          <p:nvPr>
            <p:ph idx="1"/>
          </p:nvPr>
        </p:nvSpPr>
        <p:spPr/>
        <p:txBody>
          <a:bodyPr/>
          <a:lstStyle/>
          <a:p>
            <a:r>
              <a:rPr lang="en-US" sz="2400" err="1"/>
              <a:t>pyodbc</a:t>
            </a:r>
            <a:r>
              <a:rPr lang="en-US" sz="2400"/>
              <a:t> je </a:t>
            </a:r>
            <a:r>
              <a:rPr lang="en-US" sz="2400" err="1"/>
              <a:t>modul</a:t>
            </a:r>
            <a:r>
              <a:rPr lang="en-US" sz="2400"/>
              <a:t> </a:t>
            </a:r>
            <a:r>
              <a:rPr lang="en-US" sz="2400" err="1"/>
              <a:t>za</a:t>
            </a:r>
            <a:r>
              <a:rPr lang="en-US" sz="2400"/>
              <a:t> Python </a:t>
            </a:r>
            <a:r>
              <a:rPr lang="en-US" sz="2400" err="1"/>
              <a:t>ki</a:t>
            </a:r>
            <a:r>
              <a:rPr lang="en-US" sz="2400"/>
              <a:t> </a:t>
            </a:r>
            <a:r>
              <a:rPr lang="en-US" sz="2400" err="1"/>
              <a:t>omogoča</a:t>
            </a:r>
            <a:r>
              <a:rPr lang="en-US" sz="2400"/>
              <a:t> </a:t>
            </a:r>
            <a:r>
              <a:rPr lang="en-US" sz="2400" err="1"/>
              <a:t>dostop</a:t>
            </a:r>
            <a:r>
              <a:rPr lang="en-US" sz="2400"/>
              <a:t> do </a:t>
            </a:r>
            <a:r>
              <a:rPr lang="en-US" sz="2400" err="1"/>
              <a:t>poljubnega</a:t>
            </a:r>
            <a:r>
              <a:rPr lang="en-US" sz="2400"/>
              <a:t> SUPB (</a:t>
            </a:r>
            <a:r>
              <a:rPr lang="en-US" sz="2400" err="1"/>
              <a:t>ki</a:t>
            </a:r>
            <a:r>
              <a:rPr lang="en-US" sz="2400"/>
              <a:t> </a:t>
            </a:r>
            <a:r>
              <a:rPr lang="en-US" sz="2400" err="1"/>
              <a:t>podpora</a:t>
            </a:r>
            <a:r>
              <a:rPr lang="en-US" sz="2400"/>
              <a:t> ODBC) </a:t>
            </a:r>
          </a:p>
          <a:p>
            <a:r>
              <a:rPr lang="en-US" sz="2400" err="1"/>
              <a:t>implementira</a:t>
            </a:r>
            <a:r>
              <a:rPr lang="en-US" sz="2400"/>
              <a:t> </a:t>
            </a:r>
            <a:r>
              <a:rPr lang="en-US" sz="2400">
                <a:hlinkClick r:id="rId2"/>
              </a:rPr>
              <a:t>Python Database API Specification v2.0</a:t>
            </a:r>
            <a:r>
              <a:rPr lang="en-US" sz="2400"/>
              <a:t> z </a:t>
            </a:r>
            <a:r>
              <a:rPr lang="en-US" sz="2400" err="1"/>
              <a:t>dodatki</a:t>
            </a:r>
            <a:r>
              <a:rPr lang="en-US" sz="2400"/>
              <a:t>, </a:t>
            </a:r>
            <a:r>
              <a:rPr lang="en-US" sz="2400" err="1"/>
              <a:t>ki</a:t>
            </a:r>
            <a:r>
              <a:rPr lang="en-US" sz="2400"/>
              <a:t> </a:t>
            </a:r>
            <a:r>
              <a:rPr lang="en-US" sz="2400" err="1"/>
              <a:t>poenostavljajo</a:t>
            </a:r>
            <a:r>
              <a:rPr lang="en-US" sz="2400"/>
              <a:t> </a:t>
            </a:r>
            <a:r>
              <a:rPr lang="en-US" sz="2400" err="1"/>
              <a:t>delo</a:t>
            </a:r>
            <a:r>
              <a:rPr lang="en-US" sz="2400"/>
              <a:t> s </a:t>
            </a:r>
            <a:r>
              <a:rPr lang="en-US" sz="2400" err="1"/>
              <a:t>podatkovno</a:t>
            </a:r>
            <a:r>
              <a:rPr lang="en-US" sz="2400"/>
              <a:t> </a:t>
            </a:r>
            <a:r>
              <a:rPr lang="en-US" sz="2400" err="1"/>
              <a:t>bazo</a:t>
            </a:r>
            <a:endParaRPr lang="en-US" sz="2400"/>
          </a:p>
          <a:p>
            <a:r>
              <a:rPr lang="en-US" sz="2400" err="1"/>
              <a:t>pyodbc</a:t>
            </a:r>
            <a:r>
              <a:rPr lang="en-US" sz="2400"/>
              <a:t> je </a:t>
            </a:r>
            <a:r>
              <a:rPr lang="en-US" sz="2400" err="1"/>
              <a:t>odprtokoden</a:t>
            </a:r>
            <a:r>
              <a:rPr lang="en-US" sz="2400"/>
              <a:t>, </a:t>
            </a:r>
            <a:r>
              <a:rPr lang="en-US" sz="2400" err="1"/>
              <a:t>uporablja</a:t>
            </a:r>
            <a:r>
              <a:rPr lang="en-US" sz="2400"/>
              <a:t> MIT </a:t>
            </a:r>
            <a:r>
              <a:rPr lang="en-US" sz="2400" err="1"/>
              <a:t>licenco</a:t>
            </a:r>
            <a:r>
              <a:rPr lang="en-US" sz="2400"/>
              <a:t>, in </a:t>
            </a:r>
            <a:r>
              <a:rPr lang="en-US" sz="2400" err="1"/>
              <a:t>ga</a:t>
            </a:r>
            <a:r>
              <a:rPr lang="en-US" sz="2400"/>
              <a:t> </a:t>
            </a:r>
            <a:r>
              <a:rPr lang="en-US" sz="2400" err="1"/>
              <a:t>lahko</a:t>
            </a:r>
            <a:r>
              <a:rPr lang="en-US" sz="2400"/>
              <a:t> </a:t>
            </a:r>
            <a:r>
              <a:rPr lang="en-US" sz="2400" err="1"/>
              <a:t>zastonj</a:t>
            </a:r>
            <a:r>
              <a:rPr lang="en-US" sz="2400"/>
              <a:t> </a:t>
            </a:r>
            <a:r>
              <a:rPr lang="en-US" sz="2400" err="1"/>
              <a:t>uporabljamo</a:t>
            </a:r>
            <a:r>
              <a:rPr lang="en-US" sz="2400"/>
              <a:t> </a:t>
            </a:r>
            <a:r>
              <a:rPr lang="en-US" sz="2400" err="1"/>
              <a:t>tako</a:t>
            </a:r>
            <a:r>
              <a:rPr lang="en-US" sz="2400"/>
              <a:t> v </a:t>
            </a:r>
            <a:r>
              <a:rPr lang="en-US" sz="2400" err="1"/>
              <a:t>pridobitne</a:t>
            </a:r>
            <a:r>
              <a:rPr lang="en-US" sz="2400"/>
              <a:t>, </a:t>
            </a:r>
            <a:r>
              <a:rPr lang="en-US" sz="2400" err="1"/>
              <a:t>kot</a:t>
            </a:r>
            <a:r>
              <a:rPr lang="en-US" sz="2400"/>
              <a:t> </a:t>
            </a:r>
            <a:r>
              <a:rPr lang="en-US" sz="2400" err="1"/>
              <a:t>nepridobitne</a:t>
            </a:r>
            <a:r>
              <a:rPr lang="en-US" sz="2400"/>
              <a:t> </a:t>
            </a:r>
            <a:r>
              <a:rPr lang="en-US" sz="2400" err="1"/>
              <a:t>namene</a:t>
            </a:r>
            <a:r>
              <a:rPr lang="en-US" sz="2400"/>
              <a:t> (</a:t>
            </a:r>
            <a:r>
              <a:rPr lang="en-US" sz="2400" err="1"/>
              <a:t>vključno</a:t>
            </a:r>
            <a:r>
              <a:rPr lang="en-US" sz="2400"/>
              <a:t> z </a:t>
            </a:r>
            <a:r>
              <a:rPr lang="en-US" sz="2400" err="1"/>
              <a:t>izvorno</a:t>
            </a:r>
            <a:r>
              <a:rPr lang="en-US" sz="2400"/>
              <a:t> </a:t>
            </a:r>
            <a:r>
              <a:rPr lang="en-US" sz="2400" err="1"/>
              <a:t>kodo</a:t>
            </a:r>
            <a:r>
              <a:rPr lang="en-US" sz="2400"/>
              <a:t>)</a:t>
            </a:r>
          </a:p>
          <a:p>
            <a:r>
              <a:rPr lang="en-US" sz="2400" err="1"/>
              <a:t>domača</a:t>
            </a:r>
            <a:r>
              <a:rPr lang="en-US" sz="2400"/>
              <a:t> </a:t>
            </a:r>
            <a:r>
              <a:rPr lang="en-US" sz="2400" err="1"/>
              <a:t>stran</a:t>
            </a:r>
            <a:r>
              <a:rPr lang="en-US" sz="2400"/>
              <a:t> in </a:t>
            </a:r>
            <a:r>
              <a:rPr lang="en-US" sz="2400" err="1"/>
              <a:t>dokumentacija</a:t>
            </a:r>
            <a:r>
              <a:rPr lang="en-US" sz="2400"/>
              <a:t>:</a:t>
            </a:r>
            <a:br>
              <a:rPr lang="en-US" sz="2400">
                <a:solidFill>
                  <a:srgbClr val="FF0000"/>
                </a:solidFill>
              </a:rPr>
            </a:br>
            <a:r>
              <a:rPr lang="en-US" sz="2400">
                <a:solidFill>
                  <a:srgbClr val="FF0000"/>
                </a:solidFill>
              </a:rPr>
              <a:t>http://code.google.com/p/pyodbc/</a:t>
            </a:r>
            <a:br>
              <a:rPr lang="en-US" sz="2400">
                <a:solidFill>
                  <a:srgbClr val="FF0000"/>
                </a:solidFill>
              </a:rPr>
            </a:br>
            <a:endParaRPr lang="en-US" sz="2400">
              <a:solidFill>
                <a:srgbClr val="FF0000"/>
              </a:solidFill>
            </a:endParaRPr>
          </a:p>
          <a:p>
            <a:endParaRPr lang="sl-SI" sz="2400"/>
          </a:p>
        </p:txBody>
      </p:sp>
      <p:sp>
        <p:nvSpPr>
          <p:cNvPr id="4" name="Footer Placeholder 3"/>
          <p:cNvSpPr>
            <a:spLocks noGrp="1"/>
          </p:cNvSpPr>
          <p:nvPr>
            <p:ph type="ftr" sz="quarter" idx="10"/>
          </p:nvPr>
        </p:nvSpPr>
        <p:spPr/>
        <p:txBody>
          <a:bodyPr/>
          <a:lstStyle/>
          <a:p>
            <a:pPr>
              <a:defRPr/>
            </a:pPr>
            <a:r>
              <a:rPr lang="sl-SI"/>
              <a:t>- </a:t>
            </a:r>
            <a:fld id="{89A1F9C2-AFA2-4B22-BE9C-0917389A48C8}" type="slidenum">
              <a:rPr lang="en-GB" sz="1400" smtClean="0">
                <a:latin typeface="Arial Black" pitchFamily="34" charset="0"/>
              </a:rPr>
              <a:pPr>
                <a:defRPr/>
              </a:pPr>
              <a:t>234</a:t>
            </a:fld>
            <a:r>
              <a:rPr lang="sl-SI"/>
              <a:t> -</a:t>
            </a:r>
            <a:endParaRPr lang="en-GB"/>
          </a:p>
        </p:txBody>
      </p:sp>
      <p:sp>
        <p:nvSpPr>
          <p:cNvPr id="5" name="Rounded Rectangle 4"/>
          <p:cNvSpPr/>
          <p:nvPr/>
        </p:nvSpPr>
        <p:spPr bwMode="auto">
          <a:xfrm>
            <a:off x="838200" y="5867400"/>
            <a:ext cx="5364213" cy="474669"/>
          </a:xfrm>
          <a:prstGeom prst="round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bg1"/>
              </a:solidFill>
              <a:effectLst/>
              <a:latin typeface="Trebuchet MS" pitchFamily="34" charset="0"/>
            </a:endParaRPr>
          </a:p>
        </p:txBody>
      </p:sp>
      <p:sp>
        <p:nvSpPr>
          <p:cNvPr id="6" name="Rounded Rectangular Callout 5"/>
          <p:cNvSpPr/>
          <p:nvPr/>
        </p:nvSpPr>
        <p:spPr bwMode="auto">
          <a:xfrm>
            <a:off x="6629400" y="5943600"/>
            <a:ext cx="2286000" cy="612648"/>
          </a:xfrm>
          <a:prstGeom prst="wedgeRoundRectCallout">
            <a:avLst>
              <a:gd name="adj1" fmla="val -83333"/>
              <a:gd name="adj2" fmla="val -37002"/>
              <a:gd name="adj3" fmla="val 16667"/>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err="1">
                <a:ln>
                  <a:noFill/>
                </a:ln>
                <a:effectLst/>
                <a:latin typeface="Arial" charset="0"/>
                <a:cs typeface="Arial" charset="0"/>
              </a:rPr>
              <a:t>Poglejte</a:t>
            </a:r>
            <a:r>
              <a:rPr kumimoji="0" lang="en-US" sz="2400" b="1" i="0" u="none" strike="noStrike" cap="none" normalizeH="0" baseline="0">
                <a:ln>
                  <a:noFill/>
                </a:ln>
                <a:effectLst/>
                <a:latin typeface="Arial" charset="0"/>
                <a:cs typeface="Arial" charset="0"/>
              </a:rPr>
              <a:t> </a:t>
            </a:r>
            <a:r>
              <a:rPr kumimoji="0" lang="en-US" sz="2400" b="1" i="0" u="none" strike="noStrike" cap="none" normalizeH="0" baseline="0" err="1">
                <a:ln>
                  <a:noFill/>
                </a:ln>
                <a:effectLst/>
                <a:latin typeface="Arial" charset="0"/>
                <a:cs typeface="Arial" charset="0"/>
              </a:rPr>
              <a:t>si</a:t>
            </a:r>
            <a:r>
              <a:rPr kumimoji="0" lang="en-US" sz="2400" b="1" i="0" u="none" strike="noStrike" cap="none" normalizeH="0" baseline="0">
                <a:ln>
                  <a:noFill/>
                </a:ln>
                <a:effectLst/>
                <a:latin typeface="Arial" charset="0"/>
                <a:cs typeface="Arial" charset="0"/>
              </a:rPr>
              <a:t>!!!</a:t>
            </a:r>
            <a:endParaRPr kumimoji="0" lang="sl-SI" sz="2400" b="1" i="0" u="none" strike="noStrike" cap="none" normalizeH="0" baseline="0">
              <a:ln>
                <a:noFill/>
              </a:ln>
              <a:effectLst/>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strVal val="#ppt_w*0.05"/>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anim calcmode="lin" valueType="num">
                                      <p:cBhvr>
                                        <p:cTn id="9" dur="500" fill="hold"/>
                                        <p:tgtEl>
                                          <p:spTgt spid="5"/>
                                        </p:tgtEl>
                                        <p:attrNameLst>
                                          <p:attrName>ppt_x</p:attrName>
                                        </p:attrNameLst>
                                      </p:cBhvr>
                                      <p:tavLst>
                                        <p:tav tm="0">
                                          <p:val>
                                            <p:strVal val="#ppt_x-.2"/>
                                          </p:val>
                                        </p:tav>
                                        <p:tav tm="100000">
                                          <p:val>
                                            <p:strVal val="#ppt_x"/>
                                          </p:val>
                                        </p:tav>
                                      </p:tavLst>
                                    </p:anim>
                                    <p:anim calcmode="lin" valueType="num">
                                      <p:cBhvr>
                                        <p:cTn id="10" dur="500" fill="hold"/>
                                        <p:tgtEl>
                                          <p:spTgt spid="5"/>
                                        </p:tgtEl>
                                        <p:attrNameLst>
                                          <p:attrName>ppt_y</p:attrName>
                                        </p:attrNameLst>
                                      </p:cBhvr>
                                      <p:tavLst>
                                        <p:tav tm="0">
                                          <p:val>
                                            <p:strVal val="#ppt_y"/>
                                          </p:val>
                                        </p:tav>
                                        <p:tav tm="100000">
                                          <p:val>
                                            <p:strVal val="#ppt_y"/>
                                          </p:val>
                                        </p:tav>
                                      </p:tavLst>
                                    </p:anim>
                                    <p:animEffect transition="in" filter="fade">
                                      <p:cBhvr>
                                        <p:cTn id="11" dur="500"/>
                                        <p:tgtEl>
                                          <p:spTgt spid="5"/>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Predpriprava</a:t>
            </a:r>
            <a:r>
              <a:rPr lang="en-US"/>
              <a:t> </a:t>
            </a:r>
            <a:r>
              <a:rPr lang="en-US" err="1"/>
              <a:t>na</a:t>
            </a:r>
            <a:r>
              <a:rPr lang="en-US"/>
              <a:t> </a:t>
            </a:r>
            <a:r>
              <a:rPr lang="en-US" err="1"/>
              <a:t>uporabo</a:t>
            </a:r>
            <a:r>
              <a:rPr lang="en-US"/>
              <a:t> </a:t>
            </a:r>
            <a:r>
              <a:rPr lang="en-US" err="1"/>
              <a:t>pyodbc</a:t>
            </a:r>
            <a:endParaRPr lang="sl-SI"/>
          </a:p>
        </p:txBody>
      </p:sp>
      <p:sp>
        <p:nvSpPr>
          <p:cNvPr id="3" name="Content Placeholder 2"/>
          <p:cNvSpPr>
            <a:spLocks noGrp="1"/>
          </p:cNvSpPr>
          <p:nvPr>
            <p:ph idx="1"/>
          </p:nvPr>
        </p:nvSpPr>
        <p:spPr/>
        <p:txBody>
          <a:bodyPr/>
          <a:lstStyle/>
          <a:p>
            <a:r>
              <a:rPr lang="en-US" sz="2400" dirty="0"/>
              <a:t>SUPB s </a:t>
            </a:r>
            <a:r>
              <a:rPr lang="en-US" sz="2400" dirty="0" err="1"/>
              <a:t>podatki</a:t>
            </a:r>
            <a:endParaRPr lang="en-US" sz="2400" dirty="0"/>
          </a:p>
          <a:p>
            <a:r>
              <a:rPr lang="en-US" sz="2400" dirty="0"/>
              <a:t>Python (2.6) in </a:t>
            </a:r>
            <a:r>
              <a:rPr lang="en-US" sz="2400" dirty="0" err="1"/>
              <a:t>pyodbc</a:t>
            </a:r>
            <a:r>
              <a:rPr lang="en-US" sz="2400" dirty="0"/>
              <a:t> (za Python 2.6)</a:t>
            </a:r>
          </a:p>
          <a:p>
            <a:r>
              <a:rPr lang="en-US" sz="2400" dirty="0" err="1"/>
              <a:t>Delovno</a:t>
            </a:r>
            <a:r>
              <a:rPr lang="en-US" sz="2400" dirty="0"/>
              <a:t> </a:t>
            </a:r>
            <a:r>
              <a:rPr lang="en-US" sz="2400" dirty="0" err="1"/>
              <a:t>okolje</a:t>
            </a:r>
            <a:r>
              <a:rPr lang="en-US" sz="2400" dirty="0"/>
              <a:t>: </a:t>
            </a:r>
            <a:r>
              <a:rPr lang="en-US" sz="2400" dirty="0" err="1"/>
              <a:t>Pythonwin</a:t>
            </a:r>
            <a:r>
              <a:rPr lang="en-US" sz="2400" dirty="0"/>
              <a:t> </a:t>
            </a:r>
            <a:r>
              <a:rPr lang="en-US" sz="2400" dirty="0" err="1"/>
              <a:t>ali</a:t>
            </a:r>
            <a:r>
              <a:rPr lang="en-US" sz="2400" dirty="0"/>
              <a:t> Idle</a:t>
            </a:r>
          </a:p>
          <a:p>
            <a:r>
              <a:rPr lang="en-US" sz="2400" dirty="0"/>
              <a:t>ODBC </a:t>
            </a:r>
            <a:r>
              <a:rPr lang="en-US" sz="2400" dirty="0" err="1"/>
              <a:t>gonilnik</a:t>
            </a:r>
            <a:r>
              <a:rPr lang="en-US" sz="2400" dirty="0"/>
              <a:t> za </a:t>
            </a:r>
            <a:r>
              <a:rPr lang="en-US" sz="2400" dirty="0" err="1"/>
              <a:t>izbrani</a:t>
            </a:r>
            <a:r>
              <a:rPr lang="en-US" sz="2400" dirty="0"/>
              <a:t> OS in SUPB</a:t>
            </a:r>
          </a:p>
          <a:p>
            <a:pPr lvl="1"/>
            <a:r>
              <a:rPr lang="en-US" sz="2000" dirty="0"/>
              <a:t>MySQL: Connector/ODBC (</a:t>
            </a:r>
            <a:r>
              <a:rPr lang="en-US" sz="2000" dirty="0" err="1"/>
              <a:t>na</a:t>
            </a:r>
            <a:r>
              <a:rPr lang="en-US" sz="2000" dirty="0"/>
              <a:t> </a:t>
            </a:r>
            <a:r>
              <a:rPr lang="en-US" sz="2000" dirty="0" err="1"/>
              <a:t>učilnici</a:t>
            </a:r>
            <a:r>
              <a:rPr lang="en-US" sz="2000" dirty="0"/>
              <a:t>: </a:t>
            </a:r>
            <a:r>
              <a:rPr lang="en-US" sz="2000" dirty="0" err="1"/>
              <a:t>instalirajte</a:t>
            </a:r>
            <a:r>
              <a:rPr lang="en-US" sz="2000" dirty="0"/>
              <a:t>)</a:t>
            </a:r>
          </a:p>
          <a:p>
            <a:r>
              <a:rPr lang="en-US" sz="2400" dirty="0"/>
              <a:t>Oracle: </a:t>
            </a:r>
          </a:p>
          <a:p>
            <a:pPr lvl="1"/>
            <a:r>
              <a:rPr lang="en-US" sz="2000" strike="dblStrike" dirty="0"/>
              <a:t>Microsoft ODBC for Oracle (z </a:t>
            </a:r>
            <a:r>
              <a:rPr lang="en-US" sz="2000" strike="dblStrike" dirty="0" err="1"/>
              <a:t>Windowsi</a:t>
            </a:r>
            <a:r>
              <a:rPr lang="en-US" sz="2000" strike="dblStrike" dirty="0"/>
              <a:t>): </a:t>
            </a:r>
            <a:r>
              <a:rPr lang="en-US" sz="2000" strike="dblStrike" dirty="0" err="1"/>
              <a:t>na</a:t>
            </a:r>
            <a:r>
              <a:rPr lang="en-US" sz="2000" strike="dblStrike" dirty="0"/>
              <a:t> Windows XP </a:t>
            </a:r>
            <a:r>
              <a:rPr lang="en-US" sz="2000" strike="dblStrike" dirty="0" err="1"/>
              <a:t>deluje</a:t>
            </a:r>
            <a:r>
              <a:rPr lang="en-US" sz="2000" strike="dblStrike" dirty="0"/>
              <a:t>, </a:t>
            </a:r>
            <a:r>
              <a:rPr lang="en-US" sz="2000" strike="dblStrike" dirty="0" err="1"/>
              <a:t>na</a:t>
            </a:r>
            <a:r>
              <a:rPr lang="en-US" sz="2000" strike="dblStrike" dirty="0"/>
              <a:t> Windows Vista </a:t>
            </a:r>
            <a:r>
              <a:rPr lang="en-US" sz="2000" strike="dblStrike" dirty="0" err="1"/>
              <a:t>ali</a:t>
            </a:r>
            <a:r>
              <a:rPr lang="en-US" sz="2000" strike="dblStrike" dirty="0"/>
              <a:t> Windows 7 pa </a:t>
            </a:r>
            <a:r>
              <a:rPr lang="en-US" sz="2000" strike="dblStrike" dirty="0" err="1"/>
              <a:t>običajno</a:t>
            </a:r>
            <a:r>
              <a:rPr lang="en-US" sz="2000" strike="dblStrike" dirty="0"/>
              <a:t> ne</a:t>
            </a:r>
          </a:p>
          <a:p>
            <a:pPr lvl="1">
              <a:buNone/>
            </a:pPr>
            <a:r>
              <a:rPr lang="en-US" sz="2000" strike="dblStrike" dirty="0" err="1"/>
              <a:t>ali</a:t>
            </a:r>
            <a:endParaRPr lang="en-US" sz="2000" strike="dblStrike" dirty="0"/>
          </a:p>
          <a:p>
            <a:pPr lvl="1"/>
            <a:r>
              <a:rPr lang="en-US" sz="2000" dirty="0"/>
              <a:t>Oracle Instant Client (</a:t>
            </a:r>
            <a:r>
              <a:rPr lang="en-US" sz="2000" dirty="0" err="1"/>
              <a:t>na</a:t>
            </a:r>
            <a:r>
              <a:rPr lang="en-US" sz="2000" dirty="0"/>
              <a:t> </a:t>
            </a:r>
            <a:r>
              <a:rPr lang="en-US" sz="2000" dirty="0" err="1"/>
              <a:t>učilnici</a:t>
            </a:r>
            <a:r>
              <a:rPr lang="en-US" sz="2000" dirty="0"/>
              <a:t>): </a:t>
            </a:r>
            <a:r>
              <a:rPr lang="en-US" sz="2000" dirty="0" err="1"/>
              <a:t>odpakirajte</a:t>
            </a:r>
            <a:r>
              <a:rPr lang="en-US" sz="2000" dirty="0"/>
              <a:t> in </a:t>
            </a:r>
            <a:r>
              <a:rPr lang="en-US" sz="2000" dirty="0" err="1"/>
              <a:t>poženite</a:t>
            </a:r>
            <a:r>
              <a:rPr lang="en-US" sz="2000" dirty="0"/>
              <a:t> odbc_install.exe</a:t>
            </a:r>
          </a:p>
          <a:p>
            <a:endParaRPr lang="en-US" dirty="0"/>
          </a:p>
          <a:p>
            <a:endParaRPr lang="sl-SI" dirty="0"/>
          </a:p>
        </p:txBody>
      </p:sp>
    </p:spTree>
  </p:cSld>
  <p:clrMapOvr>
    <a:masterClrMapping/>
  </p:clrMapOvr>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Predpriprava</a:t>
            </a:r>
            <a:r>
              <a:rPr lang="en-US"/>
              <a:t> </a:t>
            </a:r>
            <a:r>
              <a:rPr lang="en-US" err="1"/>
              <a:t>na</a:t>
            </a:r>
            <a:r>
              <a:rPr lang="en-US"/>
              <a:t> </a:t>
            </a:r>
            <a:r>
              <a:rPr lang="en-US" err="1"/>
              <a:t>uporabo</a:t>
            </a:r>
            <a:r>
              <a:rPr lang="en-US"/>
              <a:t> </a:t>
            </a:r>
            <a:r>
              <a:rPr lang="en-US" err="1"/>
              <a:t>pyodbc</a:t>
            </a:r>
            <a:endParaRPr lang="sl-SI"/>
          </a:p>
        </p:txBody>
      </p:sp>
      <p:sp>
        <p:nvSpPr>
          <p:cNvPr id="3" name="Content Placeholder 2"/>
          <p:cNvSpPr>
            <a:spLocks noGrp="1"/>
          </p:cNvSpPr>
          <p:nvPr>
            <p:ph idx="1"/>
          </p:nvPr>
        </p:nvSpPr>
        <p:spPr/>
        <p:txBody>
          <a:bodyPr/>
          <a:lstStyle/>
          <a:p>
            <a:r>
              <a:rPr lang="en-US" sz="2400"/>
              <a:t>SUPB s </a:t>
            </a:r>
            <a:r>
              <a:rPr lang="en-US" sz="2400" err="1"/>
              <a:t>podatki</a:t>
            </a:r>
            <a:endParaRPr lang="en-US" sz="2400"/>
          </a:p>
          <a:p>
            <a:r>
              <a:rPr lang="en-US" sz="2400"/>
              <a:t>Python in </a:t>
            </a:r>
            <a:r>
              <a:rPr lang="en-US" sz="2400" err="1"/>
              <a:t>pyodbc</a:t>
            </a:r>
            <a:r>
              <a:rPr lang="en-US" sz="2400"/>
              <a:t> </a:t>
            </a:r>
            <a:r>
              <a:rPr lang="sl-SI" sz="2400"/>
              <a:t>(za pripadajoč</a:t>
            </a:r>
            <a:r>
              <a:rPr lang="en-US" sz="2400"/>
              <a:t>o</a:t>
            </a:r>
            <a:r>
              <a:rPr lang="sl-SI" sz="2400"/>
              <a:t> verzijo Pythona)</a:t>
            </a:r>
          </a:p>
          <a:p>
            <a:pPr lvl="1"/>
            <a:r>
              <a:rPr lang="en-US" sz="2000">
                <a:hlinkClick r:id="rId2"/>
              </a:rPr>
              <a:t>https://code.google.com/p/pyodbc/</a:t>
            </a:r>
            <a:endParaRPr lang="sl-SI" sz="2000"/>
          </a:p>
          <a:p>
            <a:r>
              <a:rPr lang="sl-SI" sz="2400"/>
              <a:t>Ali pypyodbc</a:t>
            </a:r>
            <a:r>
              <a:rPr lang="en-US" sz="2400"/>
              <a:t> (1.3.5)</a:t>
            </a:r>
            <a:r>
              <a:rPr lang="sl-SI" sz="2400"/>
              <a:t> namesto pyodbc</a:t>
            </a:r>
          </a:p>
          <a:p>
            <a:pPr lvl="1"/>
            <a:r>
              <a:rPr lang="sl-SI" sz="2000"/>
              <a:t>https://pypi.org/project/pypyodbc/</a:t>
            </a:r>
          </a:p>
          <a:p>
            <a:r>
              <a:rPr lang="en-US" sz="2400" err="1"/>
              <a:t>Delovno</a:t>
            </a:r>
            <a:r>
              <a:rPr lang="en-US" sz="2400"/>
              <a:t> </a:t>
            </a:r>
            <a:r>
              <a:rPr lang="en-US" sz="2400" err="1"/>
              <a:t>okolje</a:t>
            </a:r>
            <a:r>
              <a:rPr lang="en-US" sz="2400"/>
              <a:t>: </a:t>
            </a:r>
            <a:r>
              <a:rPr lang="en-US" sz="2400" err="1"/>
              <a:t>Pythonwin</a:t>
            </a:r>
            <a:r>
              <a:rPr lang="en-US" sz="2400"/>
              <a:t>, Idle, </a:t>
            </a:r>
            <a:r>
              <a:rPr lang="en-US" sz="2400" err="1"/>
              <a:t>Pycharm</a:t>
            </a:r>
            <a:endParaRPr lang="en-US" sz="2400"/>
          </a:p>
          <a:p>
            <a:r>
              <a:rPr lang="en-US" sz="2400"/>
              <a:t>ODBC </a:t>
            </a:r>
            <a:r>
              <a:rPr lang="en-US" sz="2400" err="1"/>
              <a:t>gonilnik</a:t>
            </a:r>
            <a:r>
              <a:rPr lang="en-US" sz="2400"/>
              <a:t> </a:t>
            </a:r>
            <a:r>
              <a:rPr lang="en-US" sz="2400" err="1"/>
              <a:t>za</a:t>
            </a:r>
            <a:r>
              <a:rPr lang="en-US" sz="2400"/>
              <a:t> </a:t>
            </a:r>
            <a:r>
              <a:rPr lang="en-US" sz="2400" err="1"/>
              <a:t>izbrani</a:t>
            </a:r>
            <a:r>
              <a:rPr lang="en-US" sz="2400"/>
              <a:t> OS in SUPB</a:t>
            </a:r>
          </a:p>
          <a:p>
            <a:pPr lvl="1"/>
            <a:r>
              <a:rPr lang="en-US" sz="2000">
                <a:hlinkClick r:id="rId3"/>
              </a:rPr>
              <a:t>https://dev.mysql.com/downloads/connector/odbc/</a:t>
            </a:r>
            <a:r>
              <a:rPr lang="en-US" sz="2000"/>
              <a:t> </a:t>
            </a:r>
            <a:r>
              <a:rPr lang="en-US" sz="2000" err="1"/>
              <a:t>ali</a:t>
            </a:r>
            <a:endParaRPr lang="en-US" sz="2000"/>
          </a:p>
          <a:p>
            <a:pPr lvl="1"/>
            <a:r>
              <a:rPr lang="en-US" sz="2000" err="1"/>
              <a:t>MySQL</a:t>
            </a:r>
            <a:r>
              <a:rPr lang="en-US" sz="2000"/>
              <a:t>: Connector/ODBC (</a:t>
            </a:r>
            <a:r>
              <a:rPr lang="en-US" sz="2000" err="1"/>
              <a:t>na</a:t>
            </a:r>
            <a:r>
              <a:rPr lang="en-US" sz="2000"/>
              <a:t> </a:t>
            </a:r>
            <a:r>
              <a:rPr lang="en-US" sz="2000" err="1"/>
              <a:t>učilnici</a:t>
            </a:r>
            <a:r>
              <a:rPr lang="en-US" sz="2000"/>
              <a:t>: </a:t>
            </a:r>
            <a:r>
              <a:rPr lang="en-US" sz="2000" err="1"/>
              <a:t>instalirajte</a:t>
            </a:r>
            <a:r>
              <a:rPr lang="en-US" sz="2000"/>
              <a:t>)</a:t>
            </a:r>
            <a:endParaRPr lang="en-US"/>
          </a:p>
          <a:p>
            <a:endParaRPr lang="sl-SI"/>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Priprava</a:t>
            </a:r>
            <a:r>
              <a:rPr lang="en-US"/>
              <a:t> </a:t>
            </a:r>
            <a:r>
              <a:rPr lang="en-US" err="1"/>
              <a:t>podatkovnega</a:t>
            </a:r>
            <a:r>
              <a:rPr lang="en-US"/>
              <a:t> </a:t>
            </a:r>
            <a:r>
              <a:rPr lang="en-US" err="1"/>
              <a:t>vira</a:t>
            </a:r>
            <a:r>
              <a:rPr lang="en-US"/>
              <a:t> (Oracle)</a:t>
            </a:r>
            <a:endParaRPr lang="sl-SI"/>
          </a:p>
        </p:txBody>
      </p:sp>
      <p:sp>
        <p:nvSpPr>
          <p:cNvPr id="3" name="Content Placeholder 2"/>
          <p:cNvSpPr>
            <a:spLocks noGrp="1"/>
          </p:cNvSpPr>
          <p:nvPr>
            <p:ph idx="1"/>
          </p:nvPr>
        </p:nvSpPr>
        <p:spPr>
          <a:xfrm>
            <a:off x="457200" y="2209800"/>
            <a:ext cx="7772400" cy="4419600"/>
          </a:xfrm>
        </p:spPr>
        <p:txBody>
          <a:bodyPr/>
          <a:lstStyle/>
          <a:p>
            <a:r>
              <a:rPr lang="en-US" sz="2400" err="1"/>
              <a:t>Odprite</a:t>
            </a:r>
            <a:r>
              <a:rPr lang="en-US" sz="2400"/>
              <a:t> Control Panel-&gt;Administrative tools</a:t>
            </a:r>
            <a:br>
              <a:rPr lang="en-US" sz="2400"/>
            </a:br>
            <a:r>
              <a:rPr lang="en-US" sz="2400"/>
              <a:t>-&gt;Data Sources (ODBC)</a:t>
            </a:r>
          </a:p>
          <a:p>
            <a:r>
              <a:rPr lang="en-US" sz="2400"/>
              <a:t>V </a:t>
            </a:r>
            <a:r>
              <a:rPr lang="en-US" sz="2400" err="1"/>
              <a:t>zavihku</a:t>
            </a:r>
            <a:r>
              <a:rPr lang="en-US" sz="2400"/>
              <a:t> User DSN</a:t>
            </a:r>
            <a:br>
              <a:rPr lang="en-US" sz="2400"/>
            </a:br>
            <a:r>
              <a:rPr lang="en-US" sz="2400"/>
              <a:t> </a:t>
            </a:r>
            <a:r>
              <a:rPr lang="en-US" sz="2400" err="1"/>
              <a:t>izberite</a:t>
            </a:r>
            <a:r>
              <a:rPr lang="en-US" sz="2400"/>
              <a:t> Add in </a:t>
            </a:r>
            <a:r>
              <a:rPr lang="en-US" sz="2400" err="1"/>
              <a:t>gonilnik</a:t>
            </a:r>
            <a:r>
              <a:rPr lang="en-US" sz="2400"/>
              <a:t>:</a:t>
            </a:r>
          </a:p>
          <a:p>
            <a:pPr lvl="1"/>
            <a:r>
              <a:rPr lang="en-US" sz="2000"/>
              <a:t>Microsoft ODBC</a:t>
            </a:r>
            <a:br>
              <a:rPr lang="en-US" sz="2000"/>
            </a:br>
            <a:r>
              <a:rPr lang="en-US" sz="2000"/>
              <a:t> for Oracle </a:t>
            </a:r>
            <a:r>
              <a:rPr lang="en-US" sz="2000" err="1"/>
              <a:t>ali</a:t>
            </a:r>
            <a:endParaRPr lang="en-US" sz="2000"/>
          </a:p>
          <a:p>
            <a:pPr lvl="1"/>
            <a:r>
              <a:rPr lang="en-US" sz="2000"/>
              <a:t>Oracle in </a:t>
            </a:r>
            <a:br>
              <a:rPr lang="en-US" sz="2000"/>
            </a:br>
            <a:r>
              <a:rPr lang="en-US" sz="2000"/>
              <a:t>instantclient_11_1</a:t>
            </a:r>
          </a:p>
          <a:p>
            <a:pPr lvl="1"/>
            <a:r>
              <a:rPr lang="en-US" sz="2000" err="1"/>
              <a:t>Vnesite</a:t>
            </a:r>
            <a:r>
              <a:rPr lang="en-US" sz="2000"/>
              <a:t> </a:t>
            </a:r>
            <a:r>
              <a:rPr lang="en-US" sz="2000" err="1"/>
              <a:t>vrednosti</a:t>
            </a:r>
            <a:r>
              <a:rPr lang="en-US" sz="2000"/>
              <a:t> s</a:t>
            </a:r>
            <a:br>
              <a:rPr lang="en-US" sz="2000"/>
            </a:br>
            <a:r>
              <a:rPr lang="en-US" sz="2000" err="1"/>
              <a:t>slike</a:t>
            </a:r>
            <a:r>
              <a:rPr lang="en-US" sz="2000"/>
              <a:t>: DSN je </a:t>
            </a:r>
            <a:r>
              <a:rPr lang="en-US" sz="2000" err="1"/>
              <a:t>lahko</a:t>
            </a:r>
            <a:br>
              <a:rPr lang="en-US" sz="2000"/>
            </a:br>
            <a:r>
              <a:rPr lang="en-US" sz="2000" err="1"/>
              <a:t>poljuben</a:t>
            </a:r>
            <a:r>
              <a:rPr lang="en-US" sz="2000"/>
              <a:t>.</a:t>
            </a:r>
          </a:p>
          <a:p>
            <a:pPr lvl="1"/>
            <a:r>
              <a:rPr lang="en-US" sz="2000"/>
              <a:t>User ID je </a:t>
            </a:r>
            <a:r>
              <a:rPr lang="en-US" sz="2000" err="1"/>
              <a:t>lahko</a:t>
            </a:r>
            <a:r>
              <a:rPr lang="en-US" sz="2000"/>
              <a:t>:</a:t>
            </a:r>
            <a:br>
              <a:rPr lang="en-US" sz="2000"/>
            </a:br>
            <a:r>
              <a:rPr lang="en-US" sz="2000" err="1"/>
              <a:t>ime</a:t>
            </a:r>
            <a:r>
              <a:rPr lang="en-US" sz="2000"/>
              <a:t>/</a:t>
            </a:r>
            <a:r>
              <a:rPr lang="en-US" sz="2000" err="1"/>
              <a:t>geslo</a:t>
            </a:r>
            <a:endParaRPr lang="en-US" sz="2000"/>
          </a:p>
          <a:p>
            <a:pPr lvl="1"/>
            <a:endParaRPr lang="sl-SI" sz="2000"/>
          </a:p>
        </p:txBody>
      </p:sp>
      <p:pic>
        <p:nvPicPr>
          <p:cNvPr id="6809602" name="Picture 2"/>
          <p:cNvPicPr>
            <a:picLocks noChangeAspect="1" noChangeArrowheads="1"/>
          </p:cNvPicPr>
          <p:nvPr/>
        </p:nvPicPr>
        <p:blipFill>
          <a:blip r:embed="rId2" cstate="print"/>
          <a:srcRect/>
          <a:stretch>
            <a:fillRect/>
          </a:stretch>
        </p:blipFill>
        <p:spPr bwMode="auto">
          <a:xfrm>
            <a:off x="4267200" y="3295650"/>
            <a:ext cx="4876800" cy="3562350"/>
          </a:xfrm>
          <a:prstGeom prst="rect">
            <a:avLst/>
          </a:prstGeom>
          <a:noFill/>
          <a:ln w="9525">
            <a:noFill/>
            <a:miter lim="800000"/>
            <a:headEnd/>
            <a:tailEnd/>
          </a:ln>
        </p:spPr>
      </p:pic>
    </p:spTree>
  </p:cSld>
  <p:clrMapOvr>
    <a:masterClrMapping/>
  </p:clrMapOvr>
  <p:transition/>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Priprava</a:t>
            </a:r>
            <a:r>
              <a:rPr lang="en-US"/>
              <a:t> </a:t>
            </a:r>
            <a:r>
              <a:rPr lang="en-US" err="1"/>
              <a:t>podatkovnega</a:t>
            </a:r>
            <a:r>
              <a:rPr lang="en-US"/>
              <a:t> </a:t>
            </a:r>
            <a:r>
              <a:rPr lang="en-US" err="1"/>
              <a:t>vira</a:t>
            </a:r>
            <a:r>
              <a:rPr lang="en-US"/>
              <a:t> (</a:t>
            </a:r>
            <a:r>
              <a:rPr lang="en-US" err="1"/>
              <a:t>MySQL</a:t>
            </a:r>
            <a:r>
              <a:rPr lang="en-US"/>
              <a:t>)</a:t>
            </a:r>
            <a:endParaRPr lang="sl-SI"/>
          </a:p>
        </p:txBody>
      </p:sp>
      <p:sp>
        <p:nvSpPr>
          <p:cNvPr id="3" name="Content Placeholder 2"/>
          <p:cNvSpPr>
            <a:spLocks noGrp="1"/>
          </p:cNvSpPr>
          <p:nvPr>
            <p:ph idx="1"/>
          </p:nvPr>
        </p:nvSpPr>
        <p:spPr>
          <a:xfrm>
            <a:off x="457200" y="2286000"/>
            <a:ext cx="7772400" cy="4419600"/>
          </a:xfrm>
        </p:spPr>
        <p:txBody>
          <a:bodyPr/>
          <a:lstStyle/>
          <a:p>
            <a:r>
              <a:rPr lang="en-US" sz="2400" err="1"/>
              <a:t>Odprite</a:t>
            </a:r>
            <a:r>
              <a:rPr lang="en-US" sz="2400"/>
              <a:t> Control Panel-&gt;Administrative tools</a:t>
            </a:r>
            <a:br>
              <a:rPr lang="en-US" sz="2400"/>
            </a:br>
            <a:r>
              <a:rPr lang="en-US" sz="2400"/>
              <a:t>-&gt;Set up ODBC data sources</a:t>
            </a:r>
          </a:p>
          <a:p>
            <a:r>
              <a:rPr lang="en-US" sz="2400"/>
              <a:t>V </a:t>
            </a:r>
            <a:r>
              <a:rPr lang="en-US" sz="2400" err="1"/>
              <a:t>zavihku</a:t>
            </a:r>
            <a:r>
              <a:rPr lang="en-US" sz="2400"/>
              <a:t> User DSN </a:t>
            </a:r>
            <a:br>
              <a:rPr lang="en-US" sz="2400"/>
            </a:br>
            <a:r>
              <a:rPr lang="en-US" sz="2400" err="1"/>
              <a:t>izberite</a:t>
            </a:r>
            <a:r>
              <a:rPr lang="en-US" sz="2400"/>
              <a:t> Add in </a:t>
            </a:r>
            <a:r>
              <a:rPr lang="en-US" sz="2400" err="1"/>
              <a:t>nato</a:t>
            </a:r>
            <a:br>
              <a:rPr lang="en-US" sz="2400"/>
            </a:br>
            <a:r>
              <a:rPr lang="en-US" sz="2400" err="1"/>
              <a:t>določite</a:t>
            </a:r>
            <a:r>
              <a:rPr lang="en-US" sz="2400"/>
              <a:t> ODBC </a:t>
            </a:r>
            <a:r>
              <a:rPr lang="en-US" sz="2400" err="1"/>
              <a:t>gonilnik</a:t>
            </a:r>
            <a:r>
              <a:rPr lang="en-US" sz="2400"/>
              <a:t>:</a:t>
            </a:r>
          </a:p>
          <a:p>
            <a:pPr lvl="1"/>
            <a:r>
              <a:rPr lang="en-US" sz="2000"/>
              <a:t>MySQL ODBC 8.0</a:t>
            </a:r>
            <a:br>
              <a:rPr lang="en-US" sz="2000"/>
            </a:br>
            <a:r>
              <a:rPr lang="en-US" sz="2000"/>
              <a:t>ANSI driver </a:t>
            </a:r>
          </a:p>
          <a:p>
            <a:pPr lvl="1"/>
            <a:r>
              <a:rPr lang="en-US" sz="2000" err="1"/>
              <a:t>Prepišite</a:t>
            </a:r>
            <a:r>
              <a:rPr lang="en-US" sz="2000"/>
              <a:t> </a:t>
            </a:r>
            <a:r>
              <a:rPr lang="en-US" sz="2000" err="1"/>
              <a:t>vrednosti</a:t>
            </a:r>
            <a:r>
              <a:rPr lang="en-US" sz="2000"/>
              <a:t> z </a:t>
            </a:r>
            <a:r>
              <a:rPr lang="en-US" sz="2000" err="1"/>
              <a:t>desne</a:t>
            </a:r>
            <a:br>
              <a:rPr lang="en-US" sz="2000"/>
            </a:br>
            <a:r>
              <a:rPr lang="en-US" sz="2000" err="1"/>
              <a:t>slike</a:t>
            </a:r>
            <a:r>
              <a:rPr lang="en-US" sz="2000"/>
              <a:t>: DSN je </a:t>
            </a:r>
            <a:r>
              <a:rPr lang="en-US" sz="2000" err="1"/>
              <a:t>lahko</a:t>
            </a:r>
            <a:r>
              <a:rPr lang="en-US" sz="2000"/>
              <a:t> </a:t>
            </a:r>
            <a:r>
              <a:rPr lang="en-US" sz="2000" err="1"/>
              <a:t>poljuben</a:t>
            </a:r>
            <a:r>
              <a:rPr lang="en-US" sz="2000"/>
              <a:t>.</a:t>
            </a:r>
          </a:p>
          <a:p>
            <a:pPr lvl="1"/>
            <a:r>
              <a:rPr lang="en-US" sz="2000" err="1"/>
              <a:t>Lahko</a:t>
            </a:r>
            <a:r>
              <a:rPr lang="en-US" sz="2000"/>
              <a:t> </a:t>
            </a:r>
            <a:r>
              <a:rPr lang="en-US" sz="2000" err="1"/>
              <a:t>vnesete</a:t>
            </a:r>
            <a:r>
              <a:rPr lang="en-US" sz="2000"/>
              <a:t> </a:t>
            </a:r>
            <a:r>
              <a:rPr lang="en-US" sz="2000" err="1"/>
              <a:t>uporab</a:t>
            </a:r>
            <a:r>
              <a:rPr lang="en-US" sz="2000"/>
              <a:t>.</a:t>
            </a:r>
            <a:br>
              <a:rPr lang="en-US" sz="2000"/>
            </a:br>
            <a:r>
              <a:rPr lang="en-US" sz="2000" err="1"/>
              <a:t>ime</a:t>
            </a:r>
            <a:r>
              <a:rPr lang="en-US" sz="2000"/>
              <a:t> in </a:t>
            </a:r>
            <a:r>
              <a:rPr lang="en-US" sz="2000" err="1"/>
              <a:t>geslo</a:t>
            </a:r>
            <a:endParaRPr lang="en-US" sz="2000"/>
          </a:p>
          <a:p>
            <a:pPr lvl="1"/>
            <a:endParaRPr lang="sl-SI"/>
          </a:p>
        </p:txBody>
      </p:sp>
      <p:pic>
        <p:nvPicPr>
          <p:cNvPr id="6810628" name="Picture 4"/>
          <p:cNvPicPr>
            <a:picLocks noChangeAspect="1" noChangeArrowheads="1"/>
          </p:cNvPicPr>
          <p:nvPr/>
        </p:nvPicPr>
        <p:blipFill>
          <a:blip r:embed="rId2" cstate="print"/>
          <a:srcRect/>
          <a:stretch>
            <a:fillRect/>
          </a:stretch>
        </p:blipFill>
        <p:spPr bwMode="auto">
          <a:xfrm>
            <a:off x="5000625" y="2895600"/>
            <a:ext cx="4143375" cy="3962400"/>
          </a:xfrm>
          <a:prstGeom prst="rect">
            <a:avLst/>
          </a:prstGeom>
          <a:noFill/>
          <a:ln w="9525">
            <a:noFill/>
            <a:miter lim="800000"/>
            <a:headEnd/>
            <a:tailEnd/>
          </a:ln>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Osnovni</a:t>
            </a:r>
            <a:r>
              <a:rPr lang="en-US"/>
              <a:t> </a:t>
            </a:r>
            <a:r>
              <a:rPr lang="en-US" err="1"/>
              <a:t>gradniki</a:t>
            </a:r>
            <a:r>
              <a:rPr lang="en-US"/>
              <a:t> </a:t>
            </a:r>
            <a:r>
              <a:rPr lang="en-US" err="1"/>
              <a:t>pyodbc</a:t>
            </a:r>
            <a:endParaRPr lang="sl-SI"/>
          </a:p>
        </p:txBody>
      </p:sp>
      <p:sp>
        <p:nvSpPr>
          <p:cNvPr id="3" name="Content Placeholder 2"/>
          <p:cNvSpPr>
            <a:spLocks noGrp="1"/>
          </p:cNvSpPr>
          <p:nvPr>
            <p:ph idx="1"/>
          </p:nvPr>
        </p:nvSpPr>
        <p:spPr/>
        <p:txBody>
          <a:bodyPr/>
          <a:lstStyle/>
          <a:p>
            <a:r>
              <a:rPr lang="en-US" err="1"/>
              <a:t>Uvoz</a:t>
            </a:r>
            <a:r>
              <a:rPr lang="en-US"/>
              <a:t> </a:t>
            </a:r>
            <a:r>
              <a:rPr lang="en-US" err="1"/>
              <a:t>modula</a:t>
            </a:r>
            <a:r>
              <a:rPr lang="en-US"/>
              <a:t>:</a:t>
            </a:r>
            <a:br>
              <a:rPr lang="en-US"/>
            </a:br>
            <a:r>
              <a:rPr lang="en-US">
                <a:solidFill>
                  <a:srgbClr val="C00000"/>
                </a:solidFill>
              </a:rPr>
              <a:t>import </a:t>
            </a:r>
            <a:r>
              <a:rPr lang="en-US" err="1">
                <a:solidFill>
                  <a:srgbClr val="C00000"/>
                </a:solidFill>
              </a:rPr>
              <a:t>pyodbc</a:t>
            </a:r>
            <a:r>
              <a:rPr lang="en-US">
                <a:solidFill>
                  <a:srgbClr val="C00000"/>
                </a:solidFill>
              </a:rPr>
              <a:t> #</a:t>
            </a:r>
            <a:r>
              <a:rPr lang="en-US" err="1">
                <a:solidFill>
                  <a:srgbClr val="C00000"/>
                </a:solidFill>
              </a:rPr>
              <a:t>ali</a:t>
            </a:r>
            <a:r>
              <a:rPr lang="en-US">
                <a:solidFill>
                  <a:srgbClr val="C00000"/>
                </a:solidFill>
              </a:rPr>
              <a:t> </a:t>
            </a:r>
            <a:r>
              <a:rPr lang="en-US" err="1">
                <a:solidFill>
                  <a:srgbClr val="C00000"/>
                </a:solidFill>
              </a:rPr>
              <a:t>pypyodbc</a:t>
            </a:r>
            <a:r>
              <a:rPr lang="en-US">
                <a:solidFill>
                  <a:srgbClr val="C00000"/>
                </a:solidFill>
              </a:rPr>
              <a:t> </a:t>
            </a:r>
          </a:p>
          <a:p>
            <a:r>
              <a:rPr lang="en-US" err="1"/>
              <a:t>Najpomembnejši</a:t>
            </a:r>
            <a:r>
              <a:rPr lang="en-US"/>
              <a:t> </a:t>
            </a:r>
            <a:r>
              <a:rPr lang="en-US" err="1"/>
              <a:t>razredi</a:t>
            </a:r>
            <a:r>
              <a:rPr lang="en-US"/>
              <a:t>:</a:t>
            </a:r>
          </a:p>
          <a:p>
            <a:pPr lvl="1"/>
            <a:r>
              <a:rPr lang="en-US" err="1"/>
              <a:t>Povezava</a:t>
            </a:r>
            <a:r>
              <a:rPr lang="en-US"/>
              <a:t> (connection)</a:t>
            </a:r>
          </a:p>
          <a:p>
            <a:pPr lvl="1"/>
            <a:r>
              <a:rPr lang="en-US" err="1"/>
              <a:t>Kurzor</a:t>
            </a:r>
            <a:r>
              <a:rPr lang="en-US"/>
              <a:t> (cursor)</a:t>
            </a:r>
          </a:p>
          <a:p>
            <a:pPr lvl="1"/>
            <a:r>
              <a:rPr lang="en-US" err="1"/>
              <a:t>Podatkovni</a:t>
            </a:r>
            <a:r>
              <a:rPr lang="en-US"/>
              <a:t> tipi in </a:t>
            </a:r>
            <a:r>
              <a:rPr lang="en-US" err="1"/>
              <a:t>njihovi</a:t>
            </a:r>
            <a:r>
              <a:rPr lang="en-US"/>
              <a:t> </a:t>
            </a:r>
            <a:r>
              <a:rPr lang="en-US" err="1"/>
              <a:t>konstruktorji</a:t>
            </a:r>
            <a:endParaRPr lang="en-US"/>
          </a:p>
          <a:p>
            <a:pPr lvl="1"/>
            <a:r>
              <a:rPr lang="en-US" err="1"/>
              <a:t>Obravnava</a:t>
            </a:r>
            <a:r>
              <a:rPr lang="en-US"/>
              <a:t> </a:t>
            </a:r>
            <a:r>
              <a:rPr lang="en-US" err="1"/>
              <a:t>napak</a:t>
            </a:r>
            <a:endParaRPr lang="sl-SI"/>
          </a:p>
        </p:txBody>
      </p:sp>
      <p:sp>
        <p:nvSpPr>
          <p:cNvPr id="4" name="Footer Placeholder 3"/>
          <p:cNvSpPr>
            <a:spLocks noGrp="1"/>
          </p:cNvSpPr>
          <p:nvPr>
            <p:ph type="ftr" sz="quarter" idx="10"/>
          </p:nvPr>
        </p:nvSpPr>
        <p:spPr/>
        <p:txBody>
          <a:bodyPr/>
          <a:lstStyle/>
          <a:p>
            <a:pPr>
              <a:defRPr/>
            </a:pPr>
            <a:r>
              <a:rPr lang="sl-SI"/>
              <a:t>- </a:t>
            </a:r>
            <a:fld id="{89A1F9C2-AFA2-4B22-BE9C-0917389A48C8}" type="slidenum">
              <a:rPr lang="en-GB" sz="1400" smtClean="0">
                <a:latin typeface="Arial Black" pitchFamily="34" charset="0"/>
              </a:rPr>
              <a:pPr>
                <a:defRPr/>
              </a:pPr>
              <a:t>239</a:t>
            </a:fld>
            <a:r>
              <a:rPr lang="sl-SI"/>
              <a:t> -</a:t>
            </a:r>
            <a:endParaRPr lang="en-GB"/>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pyodbc</a:t>
            </a:r>
            <a:r>
              <a:rPr lang="en-US"/>
              <a:t>: </a:t>
            </a:r>
            <a:r>
              <a:rPr lang="en-US" err="1"/>
              <a:t>povezava</a:t>
            </a:r>
            <a:endParaRPr lang="sl-SI"/>
          </a:p>
        </p:txBody>
      </p:sp>
      <p:sp>
        <p:nvSpPr>
          <p:cNvPr id="3" name="Content Placeholder 2"/>
          <p:cNvSpPr>
            <a:spLocks noGrp="1"/>
          </p:cNvSpPr>
          <p:nvPr>
            <p:ph idx="1"/>
          </p:nvPr>
        </p:nvSpPr>
        <p:spPr>
          <a:xfrm>
            <a:off x="838200" y="2362200"/>
            <a:ext cx="8077200" cy="3724275"/>
          </a:xfrm>
        </p:spPr>
        <p:txBody>
          <a:bodyPr/>
          <a:lstStyle/>
          <a:p>
            <a:r>
              <a:rPr lang="en-US" sz="2400" err="1"/>
              <a:t>Povezavo</a:t>
            </a:r>
            <a:r>
              <a:rPr lang="en-US" sz="2400"/>
              <a:t> </a:t>
            </a:r>
            <a:r>
              <a:rPr lang="en-US" sz="2400">
                <a:solidFill>
                  <a:schemeClr val="bg1"/>
                </a:solidFill>
              </a:rPr>
              <a:t>c</a:t>
            </a:r>
            <a:r>
              <a:rPr lang="en-US" sz="2400"/>
              <a:t> </a:t>
            </a:r>
            <a:r>
              <a:rPr lang="en-US" sz="2400" err="1"/>
              <a:t>ustvarimo</a:t>
            </a:r>
            <a:r>
              <a:rPr lang="en-US" sz="2400"/>
              <a:t> z </a:t>
            </a:r>
            <a:r>
              <a:rPr lang="en-US" sz="2400" err="1"/>
              <a:t>ukazom</a:t>
            </a:r>
            <a:r>
              <a:rPr lang="en-US" sz="2400"/>
              <a:t>:</a:t>
            </a:r>
            <a:br>
              <a:rPr lang="en-US" sz="2400"/>
            </a:br>
            <a:r>
              <a:rPr lang="en-US" sz="2400">
                <a:solidFill>
                  <a:srgbClr val="C00000"/>
                </a:solidFill>
              </a:rPr>
              <a:t>c = </a:t>
            </a:r>
            <a:r>
              <a:rPr lang="en-US" sz="2400" err="1">
                <a:solidFill>
                  <a:srgbClr val="C00000"/>
                </a:solidFill>
              </a:rPr>
              <a:t>pyodbc.connect</a:t>
            </a:r>
            <a:r>
              <a:rPr lang="en-US" sz="2400">
                <a:solidFill>
                  <a:srgbClr val="C00000"/>
                </a:solidFill>
              </a:rPr>
              <a:t>(</a:t>
            </a:r>
            <a:r>
              <a:rPr lang="en-US" sz="2400" err="1">
                <a:solidFill>
                  <a:srgbClr val="C00000"/>
                </a:solidFill>
              </a:rPr>
              <a:t>ConnectionString</a:t>
            </a:r>
            <a:r>
              <a:rPr lang="en-US" sz="2400">
                <a:solidFill>
                  <a:srgbClr val="C00000"/>
                </a:solidFill>
              </a:rPr>
              <a:t>)</a:t>
            </a:r>
          </a:p>
          <a:p>
            <a:r>
              <a:rPr lang="en-US" sz="2400" err="1"/>
              <a:t>ConnectionString</a:t>
            </a:r>
            <a:r>
              <a:rPr lang="en-US" sz="2400"/>
              <a:t> </a:t>
            </a:r>
            <a:r>
              <a:rPr lang="en-US" sz="2400" err="1"/>
              <a:t>določa</a:t>
            </a:r>
            <a:r>
              <a:rPr lang="en-US" sz="2400"/>
              <a:t> </a:t>
            </a:r>
            <a:r>
              <a:rPr lang="en-US" sz="2400" err="1"/>
              <a:t>povezavo</a:t>
            </a:r>
            <a:r>
              <a:rPr lang="en-US" sz="2400"/>
              <a:t>, </a:t>
            </a:r>
            <a:r>
              <a:rPr lang="en-US" sz="2400" err="1"/>
              <a:t>npr</a:t>
            </a:r>
            <a:r>
              <a:rPr lang="en-US" sz="2400"/>
              <a:t>.</a:t>
            </a:r>
          </a:p>
          <a:p>
            <a:pPr lvl="1">
              <a:buNone/>
            </a:pPr>
            <a:r>
              <a:rPr lang="en-US" sz="2000" err="1"/>
              <a:t>ConnectionString</a:t>
            </a:r>
            <a:r>
              <a:rPr lang="en-US" sz="2000"/>
              <a:t> = 'DSN=FRI;UID=</a:t>
            </a:r>
            <a:r>
              <a:rPr lang="en-US" sz="2000" err="1"/>
              <a:t>pb;PWD</a:t>
            </a:r>
            <a:r>
              <a:rPr lang="en-US" sz="2000"/>
              <a:t>=</a:t>
            </a:r>
            <a:r>
              <a:rPr lang="en-US" sz="2000" err="1"/>
              <a:t>pbvaje</a:t>
            </a:r>
            <a:r>
              <a:rPr lang="en-US" sz="2000"/>
              <a:t>'</a:t>
            </a:r>
          </a:p>
          <a:p>
            <a:pPr lvl="1">
              <a:buNone/>
            </a:pPr>
            <a:r>
              <a:rPr lang="en-US" sz="2000" err="1"/>
              <a:t>ali</a:t>
            </a:r>
            <a:endParaRPr lang="en-US" sz="2000"/>
          </a:p>
          <a:p>
            <a:pPr lvl="1">
              <a:buNone/>
            </a:pPr>
            <a:r>
              <a:rPr lang="en-US" sz="2000" err="1"/>
              <a:t>ConnectionString</a:t>
            </a:r>
            <a:r>
              <a:rPr lang="en-US" sz="2000"/>
              <a:t> = 'DSN=DOMA;UID=</a:t>
            </a:r>
            <a:r>
              <a:rPr lang="en-US" sz="2000" err="1"/>
              <a:t>pb;PWD</a:t>
            </a:r>
            <a:r>
              <a:rPr lang="en-US" sz="2000"/>
              <a:t>=</a:t>
            </a:r>
            <a:r>
              <a:rPr lang="en-US" sz="2000" err="1"/>
              <a:t>pbvaje</a:t>
            </a:r>
            <a:r>
              <a:rPr lang="en-US" sz="2000"/>
              <a:t>'</a:t>
            </a:r>
          </a:p>
          <a:p>
            <a:pPr lvl="1">
              <a:buNone/>
            </a:pPr>
            <a:r>
              <a:rPr lang="en-US" sz="2000">
                <a:solidFill>
                  <a:schemeClr val="bg1"/>
                </a:solidFill>
              </a:rPr>
              <a:t>	CHARSET=UTF8'</a:t>
            </a:r>
            <a:endParaRPr lang="en-US" sz="2000"/>
          </a:p>
          <a:p>
            <a:pPr lvl="1">
              <a:buNone/>
            </a:pPr>
            <a:endParaRPr lang="en-US" sz="2000">
              <a:solidFill>
                <a:schemeClr val="bg1"/>
              </a:solidFill>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pyodbc</a:t>
            </a:r>
            <a:r>
              <a:rPr lang="en-US"/>
              <a:t>: </a:t>
            </a:r>
            <a:r>
              <a:rPr lang="en-US" err="1"/>
              <a:t>povezava</a:t>
            </a:r>
            <a:endParaRPr lang="sl-SI"/>
          </a:p>
        </p:txBody>
      </p:sp>
      <p:sp>
        <p:nvSpPr>
          <p:cNvPr id="3" name="Content Placeholder 2"/>
          <p:cNvSpPr>
            <a:spLocks noGrp="1"/>
          </p:cNvSpPr>
          <p:nvPr>
            <p:ph idx="1"/>
          </p:nvPr>
        </p:nvSpPr>
        <p:spPr>
          <a:xfrm>
            <a:off x="838200" y="2362200"/>
            <a:ext cx="8077200" cy="3724275"/>
          </a:xfrm>
        </p:spPr>
        <p:txBody>
          <a:bodyPr/>
          <a:lstStyle/>
          <a:p>
            <a:r>
              <a:rPr lang="sl-SI" sz="2400" dirty="0"/>
              <a:t>Za </a:t>
            </a:r>
            <a:r>
              <a:rPr lang="sl-SI" sz="2400" dirty="0" err="1"/>
              <a:t>MySQL</a:t>
            </a:r>
            <a:r>
              <a:rPr lang="sl-SI" sz="2400" dirty="0"/>
              <a:t> bi </a:t>
            </a:r>
            <a:r>
              <a:rPr lang="en-US" sz="2400" dirty="0" err="1"/>
              <a:t>ConnectionString</a:t>
            </a:r>
            <a:r>
              <a:rPr lang="en-US" sz="2400" dirty="0"/>
              <a:t> </a:t>
            </a:r>
            <a:r>
              <a:rPr lang="en-US" sz="2400" dirty="0" err="1"/>
              <a:t>lahko</a:t>
            </a:r>
            <a:r>
              <a:rPr lang="en-US" sz="2400" dirty="0"/>
              <a:t> </a:t>
            </a:r>
            <a:r>
              <a:rPr lang="en-US" sz="2400" dirty="0" err="1"/>
              <a:t>napisali</a:t>
            </a:r>
            <a:r>
              <a:rPr lang="en-US" sz="2400" dirty="0"/>
              <a:t> </a:t>
            </a:r>
            <a:r>
              <a:rPr lang="en-US" sz="2400" dirty="0" err="1"/>
              <a:t>tudi</a:t>
            </a:r>
            <a:r>
              <a:rPr lang="en-US" sz="2400" dirty="0"/>
              <a:t> </a:t>
            </a:r>
            <a:r>
              <a:rPr lang="en-US" sz="2400" dirty="0" err="1"/>
              <a:t>brez</a:t>
            </a:r>
            <a:r>
              <a:rPr lang="en-US" sz="2400" dirty="0"/>
              <a:t> </a:t>
            </a:r>
            <a:r>
              <a:rPr lang="en-US" sz="2400" dirty="0" err="1"/>
              <a:t>definiranega</a:t>
            </a:r>
            <a:r>
              <a:rPr lang="en-US" sz="2400" dirty="0"/>
              <a:t> DSN</a:t>
            </a:r>
            <a:r>
              <a:rPr lang="sl-SI" sz="2400" dirty="0"/>
              <a:t>, npr.</a:t>
            </a:r>
            <a:r>
              <a:rPr lang="en-US" sz="2400" dirty="0"/>
              <a:t>:</a:t>
            </a:r>
          </a:p>
          <a:p>
            <a:pPr>
              <a:buNone/>
            </a:pPr>
            <a:r>
              <a:rPr lang="en-US" sz="2400" dirty="0"/>
              <a:t>	</a:t>
            </a:r>
            <a:r>
              <a:rPr lang="en-US" sz="2000" dirty="0" err="1"/>
              <a:t>ConnectionString</a:t>
            </a:r>
            <a:r>
              <a:rPr lang="en-US" sz="2000" dirty="0"/>
              <a:t> = </a:t>
            </a:r>
            <a:r>
              <a:rPr lang="sl-SI" sz="2000" dirty="0"/>
              <a:t>	</a:t>
            </a:r>
            <a:r>
              <a:rPr lang="en-US" sz="2000" dirty="0"/>
              <a:t>'DRIVER={MySQL ODBC 8.0 </a:t>
            </a:r>
            <a:r>
              <a:rPr lang="sl-SI" sz="2000" dirty="0"/>
              <a:t>ANSI D</a:t>
            </a:r>
            <a:r>
              <a:rPr lang="en-US" sz="2000" dirty="0"/>
              <a:t>river};</a:t>
            </a:r>
            <a:br>
              <a:rPr lang="sl-SI" sz="2000" dirty="0"/>
            </a:br>
            <a:r>
              <a:rPr lang="sl-SI" sz="2000" dirty="0"/>
              <a:t>			</a:t>
            </a:r>
            <a:r>
              <a:rPr lang="en-US" sz="2000" dirty="0"/>
              <a:t>SERVER=</a:t>
            </a:r>
            <a:r>
              <a:rPr lang="sl-SI" sz="2000" dirty="0"/>
              <a:t>pb.fri.uni-lj.si</a:t>
            </a:r>
            <a:r>
              <a:rPr lang="en-US" sz="2000" dirty="0"/>
              <a:t>;</a:t>
            </a:r>
            <a:br>
              <a:rPr lang="sl-SI" sz="2000" dirty="0"/>
            </a:br>
            <a:r>
              <a:rPr lang="sl-SI" sz="2000" dirty="0"/>
              <a:t>			</a:t>
            </a:r>
            <a:r>
              <a:rPr lang="en-US" sz="2000" dirty="0"/>
              <a:t>DATABASE=</a:t>
            </a:r>
            <a:r>
              <a:rPr lang="en-US" sz="2000" dirty="0" err="1"/>
              <a:t>vaje</a:t>
            </a:r>
            <a:r>
              <a:rPr lang="en-US" sz="2000" dirty="0"/>
              <a:t>;</a:t>
            </a:r>
            <a:br>
              <a:rPr lang="sl-SI" sz="2000" dirty="0"/>
            </a:br>
            <a:r>
              <a:rPr lang="sl-SI" sz="2000" dirty="0"/>
              <a:t>			</a:t>
            </a:r>
            <a:r>
              <a:rPr lang="en-US" sz="2000" dirty="0"/>
              <a:t>UID=pb;</a:t>
            </a:r>
            <a:br>
              <a:rPr lang="sl-SI" sz="2000" dirty="0"/>
            </a:br>
            <a:r>
              <a:rPr lang="sl-SI" sz="2000" dirty="0"/>
              <a:t>			</a:t>
            </a:r>
            <a:r>
              <a:rPr lang="en-US" sz="2000" dirty="0"/>
              <a:t>PWD=</a:t>
            </a:r>
            <a:r>
              <a:rPr lang="en-US" sz="2000" dirty="0" err="1"/>
              <a:t>pbvaje</a:t>
            </a:r>
            <a:r>
              <a:rPr lang="en-US" sz="2000" dirty="0"/>
              <a:t>;'</a:t>
            </a:r>
          </a:p>
          <a:p>
            <a:pPr lvl="1">
              <a:buNone/>
            </a:pPr>
            <a:r>
              <a:rPr lang="en-US" sz="2000" dirty="0">
                <a:solidFill>
                  <a:schemeClr val="bg1"/>
                </a:solidFill>
              </a:rPr>
              <a:t>	CHARSET=UTF8'</a:t>
            </a:r>
            <a:endParaRPr lang="en-US" sz="2000" dirty="0"/>
          </a:p>
          <a:p>
            <a:pPr lvl="1">
              <a:buNone/>
            </a:pPr>
            <a:endParaRPr lang="en-US" sz="2000" dirty="0">
              <a:solidFill>
                <a:schemeClr val="bg1"/>
              </a:solidFill>
            </a:endParaRP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pyodbc</a:t>
            </a:r>
            <a:r>
              <a:rPr lang="en-US"/>
              <a:t>: </a:t>
            </a:r>
            <a:r>
              <a:rPr lang="en-US" err="1"/>
              <a:t>povezava</a:t>
            </a:r>
            <a:endParaRPr lang="sl-SI"/>
          </a:p>
        </p:txBody>
      </p:sp>
      <p:sp>
        <p:nvSpPr>
          <p:cNvPr id="3" name="Content Placeholder 2"/>
          <p:cNvSpPr>
            <a:spLocks noGrp="1"/>
          </p:cNvSpPr>
          <p:nvPr>
            <p:ph idx="1"/>
          </p:nvPr>
        </p:nvSpPr>
        <p:spPr>
          <a:xfrm>
            <a:off x="685800" y="2286000"/>
            <a:ext cx="7772400" cy="4419600"/>
          </a:xfrm>
        </p:spPr>
        <p:txBody>
          <a:bodyPr/>
          <a:lstStyle/>
          <a:p>
            <a:r>
              <a:rPr lang="en-US" sz="2400" err="1"/>
              <a:t>Nekatere</a:t>
            </a:r>
            <a:r>
              <a:rPr lang="en-US" sz="2400"/>
              <a:t> </a:t>
            </a:r>
            <a:r>
              <a:rPr lang="en-US" sz="2400" err="1"/>
              <a:t>metode</a:t>
            </a:r>
            <a:r>
              <a:rPr lang="en-US" sz="2400"/>
              <a:t>:</a:t>
            </a:r>
          </a:p>
          <a:p>
            <a:pPr lvl="1"/>
            <a:r>
              <a:rPr lang="en-US" sz="2000"/>
              <a:t>close(): </a:t>
            </a:r>
            <a:r>
              <a:rPr lang="en-US" sz="2000" err="1"/>
              <a:t>zapri</a:t>
            </a:r>
            <a:r>
              <a:rPr lang="en-US" sz="2000"/>
              <a:t> </a:t>
            </a:r>
            <a:r>
              <a:rPr lang="en-US" sz="2000" err="1"/>
              <a:t>povezavo</a:t>
            </a:r>
            <a:r>
              <a:rPr lang="en-US" sz="2000"/>
              <a:t>, </a:t>
            </a:r>
            <a:r>
              <a:rPr lang="en-US" sz="2000" err="1"/>
              <a:t>enako</a:t>
            </a:r>
            <a:r>
              <a:rPr lang="en-US" sz="2000"/>
              <a:t> </a:t>
            </a:r>
            <a:r>
              <a:rPr lang="en-US" sz="2000" err="1"/>
              <a:t>pri</a:t>
            </a:r>
            <a:r>
              <a:rPr lang="en-US" sz="2000"/>
              <a:t> </a:t>
            </a:r>
            <a:r>
              <a:rPr lang="en-US" sz="2000" err="1"/>
              <a:t>destruktorju</a:t>
            </a:r>
            <a:r>
              <a:rPr lang="en-US" sz="2000"/>
              <a:t> </a:t>
            </a:r>
            <a:r>
              <a:rPr lang="en-US" sz="2000" err="1"/>
              <a:t>objekta</a:t>
            </a:r>
            <a:endParaRPr lang="en-US" sz="2000"/>
          </a:p>
          <a:p>
            <a:pPr lvl="1"/>
            <a:r>
              <a:rPr lang="en-US" sz="2000"/>
              <a:t>commit(): </a:t>
            </a:r>
            <a:r>
              <a:rPr lang="en-US" sz="2000" err="1"/>
              <a:t>uveljavi</a:t>
            </a:r>
            <a:r>
              <a:rPr lang="en-US" sz="2000"/>
              <a:t> </a:t>
            </a:r>
            <a:r>
              <a:rPr lang="en-US" sz="2000" err="1"/>
              <a:t>transakcijo</a:t>
            </a:r>
            <a:r>
              <a:rPr lang="en-US" sz="2000"/>
              <a:t> (</a:t>
            </a:r>
            <a:r>
              <a:rPr lang="en-US" sz="2000" err="1"/>
              <a:t>če</a:t>
            </a:r>
            <a:r>
              <a:rPr lang="en-US" sz="2000"/>
              <a:t> SUPB </a:t>
            </a:r>
            <a:r>
              <a:rPr lang="en-US" sz="2000" err="1"/>
              <a:t>podpira</a:t>
            </a:r>
            <a:r>
              <a:rPr lang="en-US" sz="2000"/>
              <a:t>)</a:t>
            </a:r>
          </a:p>
          <a:p>
            <a:pPr lvl="1"/>
            <a:r>
              <a:rPr lang="en-US" sz="2000"/>
              <a:t>rollback(): </a:t>
            </a:r>
            <a:r>
              <a:rPr lang="en-US" sz="2000" err="1"/>
              <a:t>razveljavi</a:t>
            </a:r>
            <a:r>
              <a:rPr lang="en-US" sz="2000"/>
              <a:t> </a:t>
            </a:r>
            <a:r>
              <a:rPr lang="en-US" sz="2000" err="1"/>
              <a:t>transakcijo</a:t>
            </a:r>
            <a:r>
              <a:rPr lang="en-US" sz="2000"/>
              <a:t> (</a:t>
            </a:r>
            <a:r>
              <a:rPr lang="en-US" sz="2000" err="1"/>
              <a:t>če</a:t>
            </a:r>
            <a:r>
              <a:rPr lang="en-US" sz="2000"/>
              <a:t> SUPB </a:t>
            </a:r>
            <a:r>
              <a:rPr lang="en-US" sz="2000" err="1"/>
              <a:t>podpira</a:t>
            </a:r>
            <a:r>
              <a:rPr lang="en-US" sz="2000"/>
              <a:t>)</a:t>
            </a:r>
          </a:p>
          <a:p>
            <a:pPr lvl="1"/>
            <a:r>
              <a:rPr lang="en-US" sz="2000"/>
              <a:t>cursor(): </a:t>
            </a:r>
            <a:r>
              <a:rPr lang="en-US" sz="2000" err="1"/>
              <a:t>vrne</a:t>
            </a:r>
            <a:r>
              <a:rPr lang="en-US" sz="2000"/>
              <a:t> </a:t>
            </a:r>
            <a:r>
              <a:rPr lang="en-US" sz="2000" err="1"/>
              <a:t>nov</a:t>
            </a:r>
            <a:r>
              <a:rPr lang="en-US" sz="2000"/>
              <a:t> </a:t>
            </a:r>
            <a:r>
              <a:rPr lang="en-US" sz="2000" err="1"/>
              <a:t>kurzorski</a:t>
            </a:r>
            <a:r>
              <a:rPr lang="en-US" sz="2000"/>
              <a:t> </a:t>
            </a:r>
            <a:r>
              <a:rPr lang="en-US" sz="2000" err="1"/>
              <a:t>objekt</a:t>
            </a:r>
            <a:r>
              <a:rPr lang="en-US" sz="2000"/>
              <a:t>, </a:t>
            </a:r>
            <a:r>
              <a:rPr lang="en-US" sz="2000" err="1"/>
              <a:t>ki</a:t>
            </a:r>
            <a:r>
              <a:rPr lang="en-US" sz="2000"/>
              <a:t> </a:t>
            </a:r>
            <a:r>
              <a:rPr lang="en-US" sz="2000" err="1"/>
              <a:t>uporablja</a:t>
            </a:r>
            <a:r>
              <a:rPr lang="en-US" sz="2000"/>
              <a:t> </a:t>
            </a:r>
            <a:r>
              <a:rPr lang="en-US" sz="2000" err="1"/>
              <a:t>povezavo</a:t>
            </a:r>
            <a:endParaRPr lang="en-US" sz="2000"/>
          </a:p>
          <a:p>
            <a:r>
              <a:rPr lang="en-US" sz="2400" err="1"/>
              <a:t>Kurzorji</a:t>
            </a:r>
            <a:r>
              <a:rPr lang="en-US" sz="2400"/>
              <a:t>: </a:t>
            </a:r>
            <a:r>
              <a:rPr lang="en-US" sz="2400" err="1"/>
              <a:t>izvajajo</a:t>
            </a:r>
            <a:r>
              <a:rPr lang="en-US" sz="2400"/>
              <a:t> SQL </a:t>
            </a:r>
            <a:r>
              <a:rPr lang="en-US" sz="2400" err="1"/>
              <a:t>stavke</a:t>
            </a:r>
            <a:r>
              <a:rPr lang="en-US" sz="2400"/>
              <a:t> in </a:t>
            </a:r>
            <a:r>
              <a:rPr lang="en-US" sz="2400" err="1"/>
              <a:t>omogočajo</a:t>
            </a:r>
            <a:r>
              <a:rPr lang="en-US" sz="2400"/>
              <a:t> </a:t>
            </a:r>
            <a:r>
              <a:rPr lang="en-US" sz="2400" err="1"/>
              <a:t>iteracijo</a:t>
            </a:r>
            <a:r>
              <a:rPr lang="en-US" sz="2400"/>
              <a:t> </a:t>
            </a:r>
            <a:r>
              <a:rPr lang="en-US" sz="2400" err="1"/>
              <a:t>po</a:t>
            </a:r>
            <a:r>
              <a:rPr lang="en-US" sz="2400"/>
              <a:t> </a:t>
            </a:r>
            <a:r>
              <a:rPr lang="en-US" sz="2400" err="1"/>
              <a:t>vrsticah</a:t>
            </a:r>
            <a:r>
              <a:rPr lang="en-US" sz="2400"/>
              <a:t> </a:t>
            </a:r>
            <a:r>
              <a:rPr lang="en-US" sz="2400" err="1"/>
              <a:t>rezultata</a:t>
            </a:r>
            <a:endParaRPr lang="en-US" sz="240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pyodbc</a:t>
            </a:r>
            <a:r>
              <a:rPr lang="en-US"/>
              <a:t>: </a:t>
            </a:r>
            <a:r>
              <a:rPr lang="en-US" err="1"/>
              <a:t>kurzor</a:t>
            </a:r>
            <a:endParaRPr lang="sl-SI"/>
          </a:p>
        </p:txBody>
      </p:sp>
      <p:sp>
        <p:nvSpPr>
          <p:cNvPr id="3" name="Content Placeholder 2"/>
          <p:cNvSpPr>
            <a:spLocks noGrp="1"/>
          </p:cNvSpPr>
          <p:nvPr>
            <p:ph idx="1"/>
          </p:nvPr>
        </p:nvSpPr>
        <p:spPr/>
        <p:txBody>
          <a:bodyPr/>
          <a:lstStyle/>
          <a:p>
            <a:r>
              <a:rPr lang="en-US" sz="2400" err="1"/>
              <a:t>Kurzor</a:t>
            </a:r>
            <a:r>
              <a:rPr lang="en-US" sz="2400"/>
              <a:t> </a:t>
            </a:r>
            <a:r>
              <a:rPr lang="en-US" sz="2400" i="1"/>
              <a:t>x</a:t>
            </a:r>
            <a:r>
              <a:rPr lang="en-US" sz="2400"/>
              <a:t> </a:t>
            </a:r>
            <a:r>
              <a:rPr lang="en-US" sz="2400" err="1"/>
              <a:t>ustvarimo</a:t>
            </a:r>
            <a:r>
              <a:rPr lang="en-US" sz="2400"/>
              <a:t> z </a:t>
            </a:r>
            <a:r>
              <a:rPr lang="en-US" sz="2400" err="1"/>
              <a:t>ukazom</a:t>
            </a:r>
            <a:r>
              <a:rPr lang="en-US" sz="2400"/>
              <a:t>:</a:t>
            </a:r>
            <a:br>
              <a:rPr lang="en-US" sz="2400"/>
            </a:br>
            <a:r>
              <a:rPr lang="en-US" sz="2400">
                <a:solidFill>
                  <a:srgbClr val="C00000"/>
                </a:solidFill>
              </a:rPr>
              <a:t>x = </a:t>
            </a:r>
            <a:r>
              <a:rPr lang="en-US" sz="2400" err="1">
                <a:solidFill>
                  <a:srgbClr val="C00000"/>
                </a:solidFill>
              </a:rPr>
              <a:t>c.cursor</a:t>
            </a:r>
            <a:r>
              <a:rPr lang="en-US" sz="2400">
                <a:solidFill>
                  <a:srgbClr val="C00000"/>
                </a:solidFill>
              </a:rPr>
              <a:t>()   # c je </a:t>
            </a:r>
            <a:r>
              <a:rPr lang="en-US" sz="2400" err="1">
                <a:solidFill>
                  <a:srgbClr val="C00000"/>
                </a:solidFill>
              </a:rPr>
              <a:t>povezava</a:t>
            </a:r>
            <a:endParaRPr lang="en-US" sz="2400">
              <a:solidFill>
                <a:srgbClr val="C00000"/>
              </a:solidFill>
            </a:endParaRPr>
          </a:p>
          <a:p>
            <a:r>
              <a:rPr lang="en-US" sz="2400" err="1"/>
              <a:t>Nekateri</a:t>
            </a:r>
            <a:r>
              <a:rPr lang="en-US" sz="2400"/>
              <a:t> </a:t>
            </a:r>
            <a:r>
              <a:rPr lang="en-US" sz="2400" err="1"/>
              <a:t>atributi</a:t>
            </a:r>
            <a:r>
              <a:rPr lang="en-US" sz="2400"/>
              <a:t>:</a:t>
            </a:r>
          </a:p>
          <a:p>
            <a:pPr lvl="1"/>
            <a:r>
              <a:rPr lang="en-US" sz="2000"/>
              <a:t>description: </a:t>
            </a:r>
            <a:r>
              <a:rPr lang="en-US" sz="2000" err="1"/>
              <a:t>opis</a:t>
            </a:r>
            <a:r>
              <a:rPr lang="en-US" sz="2000"/>
              <a:t> </a:t>
            </a:r>
            <a:r>
              <a:rPr lang="en-US" sz="2000" err="1"/>
              <a:t>stolpcev</a:t>
            </a:r>
            <a:r>
              <a:rPr lang="en-US" sz="2000"/>
              <a:t> </a:t>
            </a:r>
            <a:r>
              <a:rPr lang="en-US" sz="2000" err="1"/>
              <a:t>rezultata</a:t>
            </a:r>
            <a:r>
              <a:rPr lang="en-US" sz="2000"/>
              <a:t> (</a:t>
            </a:r>
            <a:r>
              <a:rPr lang="en-US" sz="2000" err="1"/>
              <a:t>shema</a:t>
            </a:r>
            <a:r>
              <a:rPr lang="en-US" sz="2000"/>
              <a:t>)</a:t>
            </a:r>
          </a:p>
          <a:p>
            <a:pPr lvl="1"/>
            <a:r>
              <a:rPr lang="en-US" sz="2000" err="1"/>
              <a:t>rowcount</a:t>
            </a:r>
            <a:r>
              <a:rPr lang="en-US" sz="2000"/>
              <a:t>: </a:t>
            </a:r>
            <a:r>
              <a:rPr lang="en-US" sz="2000" err="1"/>
              <a:t>število</a:t>
            </a:r>
            <a:r>
              <a:rPr lang="en-US" sz="2000"/>
              <a:t> </a:t>
            </a:r>
            <a:r>
              <a:rPr lang="en-US" sz="2000" err="1"/>
              <a:t>vrstic</a:t>
            </a:r>
            <a:r>
              <a:rPr lang="en-US" sz="2000"/>
              <a:t> </a:t>
            </a:r>
            <a:r>
              <a:rPr lang="en-US" sz="2000" err="1"/>
              <a:t>rezultata</a:t>
            </a:r>
            <a:endParaRPr lang="en-US" sz="2000"/>
          </a:p>
          <a:p>
            <a:r>
              <a:rPr lang="en-US" sz="2400" err="1"/>
              <a:t>Nekatere</a:t>
            </a:r>
            <a:r>
              <a:rPr lang="en-US" sz="2400"/>
              <a:t> </a:t>
            </a:r>
            <a:r>
              <a:rPr lang="en-US" sz="2400" err="1"/>
              <a:t>metode</a:t>
            </a:r>
            <a:r>
              <a:rPr lang="en-US" sz="2400"/>
              <a:t>:</a:t>
            </a:r>
          </a:p>
          <a:p>
            <a:pPr lvl="1"/>
            <a:r>
              <a:rPr lang="en-US" sz="2000"/>
              <a:t>execute(</a:t>
            </a:r>
            <a:r>
              <a:rPr lang="en-US" sz="2000" err="1"/>
              <a:t>ukaz</a:t>
            </a:r>
            <a:r>
              <a:rPr lang="en-US" sz="2000"/>
              <a:t>, [</a:t>
            </a:r>
            <a:r>
              <a:rPr lang="en-US" sz="2000" err="1"/>
              <a:t>parametri</a:t>
            </a:r>
            <a:r>
              <a:rPr lang="en-US" sz="2000"/>
              <a:t>]): </a:t>
            </a:r>
            <a:r>
              <a:rPr lang="en-US" sz="2000" err="1"/>
              <a:t>izvede</a:t>
            </a:r>
            <a:r>
              <a:rPr lang="en-US" sz="2000"/>
              <a:t> </a:t>
            </a:r>
            <a:r>
              <a:rPr lang="en-US" sz="2000" err="1"/>
              <a:t>ukaz</a:t>
            </a:r>
            <a:r>
              <a:rPr lang="en-US" sz="2000"/>
              <a:t> z </a:t>
            </a:r>
            <a:r>
              <a:rPr lang="en-US" sz="2000" err="1"/>
              <a:t>opcijskimi</a:t>
            </a:r>
            <a:r>
              <a:rPr lang="en-US" sz="2000"/>
              <a:t> </a:t>
            </a:r>
            <a:r>
              <a:rPr lang="en-US" sz="2000" err="1"/>
              <a:t>parametri</a:t>
            </a:r>
            <a:endParaRPr lang="en-US" sz="2000"/>
          </a:p>
          <a:p>
            <a:pPr lvl="1"/>
            <a:r>
              <a:rPr lang="en-US" sz="2000" err="1"/>
              <a:t>fetchall</a:t>
            </a:r>
            <a:r>
              <a:rPr lang="en-US" sz="2000"/>
              <a:t>(): </a:t>
            </a:r>
            <a:r>
              <a:rPr lang="en-US" sz="2000" err="1"/>
              <a:t>prenese</a:t>
            </a:r>
            <a:r>
              <a:rPr lang="en-US" sz="2000"/>
              <a:t> </a:t>
            </a:r>
            <a:r>
              <a:rPr lang="en-US" sz="2000" err="1"/>
              <a:t>vse</a:t>
            </a:r>
            <a:r>
              <a:rPr lang="en-US" sz="2000"/>
              <a:t> </a:t>
            </a:r>
            <a:r>
              <a:rPr lang="en-US" sz="2000" err="1"/>
              <a:t>vrstice</a:t>
            </a:r>
            <a:r>
              <a:rPr lang="en-US" sz="2000"/>
              <a:t> </a:t>
            </a:r>
            <a:r>
              <a:rPr lang="en-US" sz="2000" err="1"/>
              <a:t>rezultata</a:t>
            </a:r>
            <a:endParaRPr lang="en-US" sz="2000"/>
          </a:p>
          <a:p>
            <a:pPr lvl="1"/>
            <a:r>
              <a:rPr lang="en-US" sz="2000" err="1"/>
              <a:t>fetchone</a:t>
            </a:r>
            <a:r>
              <a:rPr lang="en-US" sz="2000"/>
              <a:t>(), </a:t>
            </a:r>
            <a:r>
              <a:rPr lang="en-US" sz="2000" err="1"/>
              <a:t>fetchmany</a:t>
            </a:r>
            <a:r>
              <a:rPr lang="en-US" sz="2000"/>
              <a:t>(size): </a:t>
            </a:r>
            <a:r>
              <a:rPr lang="en-US" sz="2000" err="1"/>
              <a:t>preneseta</a:t>
            </a:r>
            <a:r>
              <a:rPr lang="en-US" sz="2000"/>
              <a:t> </a:t>
            </a:r>
            <a:r>
              <a:rPr lang="en-US" sz="2000" err="1"/>
              <a:t>eno</a:t>
            </a:r>
            <a:r>
              <a:rPr lang="en-US" sz="2000"/>
              <a:t> </a:t>
            </a:r>
            <a:r>
              <a:rPr lang="en-US" sz="2000" err="1"/>
              <a:t>ali</a:t>
            </a:r>
            <a:r>
              <a:rPr lang="en-US" sz="2000"/>
              <a:t> </a:t>
            </a:r>
            <a:r>
              <a:rPr lang="en-US" sz="2000" err="1"/>
              <a:t>več</a:t>
            </a:r>
            <a:r>
              <a:rPr lang="en-US" sz="2000"/>
              <a:t> </a:t>
            </a:r>
            <a:r>
              <a:rPr lang="en-US" sz="2000" err="1"/>
              <a:t>vrstic</a:t>
            </a:r>
            <a:endParaRPr lang="en-US" sz="200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pyodbc</a:t>
            </a:r>
            <a:r>
              <a:rPr lang="en-US"/>
              <a:t>: </a:t>
            </a:r>
            <a:r>
              <a:rPr lang="en-US" err="1"/>
              <a:t>kurzor</a:t>
            </a:r>
            <a:endParaRPr lang="sl-SI"/>
          </a:p>
        </p:txBody>
      </p:sp>
      <p:sp>
        <p:nvSpPr>
          <p:cNvPr id="3" name="Content Placeholder 2"/>
          <p:cNvSpPr>
            <a:spLocks noGrp="1"/>
          </p:cNvSpPr>
          <p:nvPr>
            <p:ph idx="1"/>
          </p:nvPr>
        </p:nvSpPr>
        <p:spPr>
          <a:xfrm>
            <a:off x="685800" y="2286000"/>
            <a:ext cx="7772400" cy="4419600"/>
          </a:xfrm>
        </p:spPr>
        <p:txBody>
          <a:bodyPr/>
          <a:lstStyle/>
          <a:p>
            <a:r>
              <a:rPr lang="en-US" sz="2000"/>
              <a:t>Po </a:t>
            </a:r>
            <a:r>
              <a:rPr lang="en-US" sz="2000" err="1"/>
              <a:t>kurzorju</a:t>
            </a:r>
            <a:r>
              <a:rPr lang="en-US" sz="2000"/>
              <a:t> </a:t>
            </a:r>
            <a:r>
              <a:rPr lang="en-US" sz="2000" err="1"/>
              <a:t>lahko</a:t>
            </a:r>
            <a:r>
              <a:rPr lang="en-US" sz="2000"/>
              <a:t> </a:t>
            </a:r>
            <a:r>
              <a:rPr lang="en-US" sz="2000" err="1"/>
              <a:t>iteriramo</a:t>
            </a:r>
            <a:r>
              <a:rPr lang="en-US" sz="2000"/>
              <a:t>, </a:t>
            </a:r>
            <a:r>
              <a:rPr lang="en-US" sz="2000" err="1"/>
              <a:t>vendar</a:t>
            </a:r>
            <a:r>
              <a:rPr lang="en-US" sz="2000"/>
              <a:t> </a:t>
            </a:r>
            <a:r>
              <a:rPr lang="en-US" sz="2000" b="1" err="1"/>
              <a:t>samo</a:t>
            </a:r>
            <a:r>
              <a:rPr lang="en-US" sz="2000" b="1"/>
              <a:t> </a:t>
            </a:r>
            <a:r>
              <a:rPr lang="en-US" sz="2000" b="1" err="1"/>
              <a:t>enkrat</a:t>
            </a:r>
            <a:r>
              <a:rPr lang="en-US" sz="2000"/>
              <a:t>:</a:t>
            </a:r>
          </a:p>
          <a:p>
            <a:pPr lvl="1">
              <a:buNone/>
            </a:pPr>
            <a:r>
              <a:rPr lang="en-US" sz="1800" err="1"/>
              <a:t>x.execute</a:t>
            </a:r>
            <a:r>
              <a:rPr lang="en-US" sz="1800"/>
              <a:t>(</a:t>
            </a:r>
            <a:r>
              <a:rPr lang="en-US" sz="1800" err="1"/>
              <a:t>SQLukaz</a:t>
            </a:r>
            <a:r>
              <a:rPr lang="en-US" sz="1800"/>
              <a:t>)</a:t>
            </a:r>
          </a:p>
          <a:p>
            <a:pPr lvl="1">
              <a:buNone/>
            </a:pPr>
            <a:r>
              <a:rPr lang="en-US" sz="1800"/>
              <a:t>for r in x: print r</a:t>
            </a:r>
          </a:p>
          <a:p>
            <a:r>
              <a:rPr lang="en-US" sz="2000" err="1"/>
              <a:t>Več</a:t>
            </a:r>
            <a:r>
              <a:rPr lang="en-US" sz="2000"/>
              <a:t> </a:t>
            </a:r>
            <a:r>
              <a:rPr lang="en-US" sz="2000" err="1"/>
              <a:t>iteracij</a:t>
            </a:r>
            <a:r>
              <a:rPr lang="en-US" sz="2000"/>
              <a:t>: v = </a:t>
            </a:r>
            <a:r>
              <a:rPr lang="en-US" sz="2000" err="1"/>
              <a:t>x.fetchall</a:t>
            </a:r>
            <a:r>
              <a:rPr lang="en-US" sz="2000"/>
              <a:t>(), </a:t>
            </a:r>
            <a:r>
              <a:rPr lang="en-US" sz="2000" err="1"/>
              <a:t>nato</a:t>
            </a:r>
            <a:r>
              <a:rPr lang="en-US" sz="2000"/>
              <a:t> </a:t>
            </a:r>
            <a:r>
              <a:rPr lang="en-US" sz="2000" err="1"/>
              <a:t>iteriramo</a:t>
            </a:r>
            <a:r>
              <a:rPr lang="en-US" sz="2000"/>
              <a:t> </a:t>
            </a:r>
            <a:r>
              <a:rPr lang="en-US" sz="2000" err="1"/>
              <a:t>po</a:t>
            </a:r>
            <a:r>
              <a:rPr lang="en-US" sz="2000"/>
              <a:t> v</a:t>
            </a:r>
          </a:p>
          <a:p>
            <a:r>
              <a:rPr lang="en-US" sz="2000" err="1"/>
              <a:t>Parametri</a:t>
            </a:r>
            <a:r>
              <a:rPr lang="en-US" sz="2000"/>
              <a:t> v SQL </a:t>
            </a:r>
            <a:r>
              <a:rPr lang="en-US" sz="2000" err="1"/>
              <a:t>ukazih</a:t>
            </a:r>
            <a:r>
              <a:rPr lang="en-US" sz="2000"/>
              <a:t>:</a:t>
            </a:r>
          </a:p>
          <a:p>
            <a:pPr lvl="1"/>
            <a:r>
              <a:rPr lang="en-US" sz="1800"/>
              <a:t>Primer: </a:t>
            </a:r>
            <a:r>
              <a:rPr lang="en-US" sz="1800" b="1"/>
              <a:t>SELECT</a:t>
            </a:r>
            <a:r>
              <a:rPr lang="en-US" sz="1800"/>
              <a:t> * </a:t>
            </a:r>
            <a:r>
              <a:rPr lang="en-US" sz="1800" b="1"/>
              <a:t>FROM</a:t>
            </a:r>
            <a:r>
              <a:rPr lang="en-US" sz="1800"/>
              <a:t> </a:t>
            </a:r>
            <a:r>
              <a:rPr lang="en-US" sz="1800" err="1"/>
              <a:t>jadralec</a:t>
            </a:r>
            <a:endParaRPr lang="en-US" sz="1800"/>
          </a:p>
          <a:p>
            <a:pPr lvl="1"/>
            <a:r>
              <a:rPr lang="en-US" sz="1800"/>
              <a:t>SQL </a:t>
            </a:r>
            <a:r>
              <a:rPr lang="en-US" sz="1800" err="1"/>
              <a:t>ukaz</a:t>
            </a:r>
            <a:r>
              <a:rPr lang="en-US" sz="1800"/>
              <a:t> </a:t>
            </a:r>
            <a:r>
              <a:rPr lang="en-US" sz="1800" err="1"/>
              <a:t>kot</a:t>
            </a:r>
            <a:r>
              <a:rPr lang="en-US" sz="1800"/>
              <a:t> </a:t>
            </a:r>
            <a:r>
              <a:rPr lang="en-US" sz="1800" err="1"/>
              <a:t>niz</a:t>
            </a:r>
            <a:r>
              <a:rPr lang="en-US" sz="1800"/>
              <a:t> </a:t>
            </a:r>
            <a:r>
              <a:rPr lang="en-US" sz="1800" err="1"/>
              <a:t>znakov</a:t>
            </a:r>
            <a:r>
              <a:rPr lang="en-US" sz="1800"/>
              <a:t>: </a:t>
            </a:r>
            <a:r>
              <a:rPr lang="en-US" sz="1800" err="1"/>
              <a:t>Pythonov</a:t>
            </a:r>
            <a:r>
              <a:rPr lang="en-US" sz="1800"/>
              <a:t> </a:t>
            </a:r>
            <a:r>
              <a:rPr lang="en-US" sz="1800" err="1"/>
              <a:t>na</a:t>
            </a:r>
            <a:r>
              <a:rPr lang="sl-SI" sz="1800"/>
              <a:t>čin </a:t>
            </a:r>
            <a:r>
              <a:rPr lang="sl-SI" sz="1800" err="1"/>
              <a:t>parametrizacije</a:t>
            </a:r>
            <a:endParaRPr lang="en-US" sz="1800"/>
          </a:p>
          <a:p>
            <a:pPr lvl="2"/>
            <a:r>
              <a:rPr lang="en-US" sz="1600" err="1"/>
              <a:t>x.execute</a:t>
            </a:r>
            <a:r>
              <a:rPr lang="en-US" sz="1600"/>
              <a:t>('SELECT %s FROM %s'   %  ('*', '</a:t>
            </a:r>
            <a:r>
              <a:rPr lang="en-US" sz="1600" err="1"/>
              <a:t>jadralec</a:t>
            </a:r>
            <a:r>
              <a:rPr lang="en-US" sz="1600"/>
              <a:t>'))</a:t>
            </a:r>
          </a:p>
          <a:p>
            <a:pPr lvl="1"/>
            <a:r>
              <a:rPr lang="en-US" sz="1800" err="1"/>
              <a:t>pyodbc</a:t>
            </a:r>
            <a:r>
              <a:rPr lang="en-US" sz="1800"/>
              <a:t> </a:t>
            </a:r>
            <a:r>
              <a:rPr lang="en-US" sz="1800" err="1"/>
              <a:t>prenos</a:t>
            </a:r>
            <a:r>
              <a:rPr lang="en-US" sz="1800"/>
              <a:t> </a:t>
            </a:r>
            <a:r>
              <a:rPr lang="en-US" sz="1800" err="1"/>
              <a:t>parametrov</a:t>
            </a:r>
            <a:r>
              <a:rPr lang="en-US" sz="1800"/>
              <a:t> v </a:t>
            </a:r>
            <a:r>
              <a:rPr lang="en-US" sz="1800" err="1"/>
              <a:t>metodi</a:t>
            </a:r>
            <a:r>
              <a:rPr lang="en-US" sz="1800"/>
              <a:t> execute: (</a:t>
            </a:r>
            <a:r>
              <a:rPr lang="en-US" sz="1800" err="1"/>
              <a:t>varneje</a:t>
            </a:r>
            <a:r>
              <a:rPr lang="en-US" sz="1800"/>
              <a:t>)</a:t>
            </a:r>
          </a:p>
          <a:p>
            <a:pPr lvl="2"/>
            <a:r>
              <a:rPr lang="en-US" sz="1600"/>
              <a:t>? </a:t>
            </a:r>
            <a:r>
              <a:rPr lang="en-US" sz="1600" err="1"/>
              <a:t>označuje</a:t>
            </a:r>
            <a:r>
              <a:rPr lang="en-US" sz="1600"/>
              <a:t> parameter</a:t>
            </a:r>
          </a:p>
          <a:p>
            <a:pPr lvl="2"/>
            <a:r>
              <a:rPr lang="en-US" sz="1600" err="1"/>
              <a:t>seznam</a:t>
            </a:r>
            <a:r>
              <a:rPr lang="en-US" sz="1600"/>
              <a:t> </a:t>
            </a:r>
            <a:r>
              <a:rPr lang="en-US" sz="1600" err="1"/>
              <a:t>parametrov</a:t>
            </a:r>
            <a:r>
              <a:rPr lang="en-US" sz="1600"/>
              <a:t> </a:t>
            </a:r>
            <a:r>
              <a:rPr lang="en-US" sz="1600" err="1"/>
              <a:t>za</a:t>
            </a:r>
            <a:r>
              <a:rPr lang="en-US" sz="1600"/>
              <a:t> </a:t>
            </a:r>
            <a:r>
              <a:rPr lang="en-US" sz="1600" err="1"/>
              <a:t>ukazom</a:t>
            </a:r>
            <a:endParaRPr lang="en-US" sz="1600"/>
          </a:p>
          <a:p>
            <a:pPr lvl="2"/>
            <a:r>
              <a:rPr lang="en-US" sz="1600" err="1"/>
              <a:t>x.execute</a:t>
            </a:r>
            <a:r>
              <a:rPr lang="en-US" sz="1600"/>
              <a:t>('SELECT ? FROM ?,  '*', '</a:t>
            </a:r>
            <a:r>
              <a:rPr lang="en-US" sz="1600" err="1"/>
              <a:t>jadralec</a:t>
            </a:r>
            <a:r>
              <a:rPr lang="en-US" sz="1600"/>
              <a:t>')</a:t>
            </a:r>
          </a:p>
          <a:p>
            <a:pPr lvl="2"/>
            <a:r>
              <a:rPr lang="en-US" sz="1600" err="1"/>
              <a:t>x.execute</a:t>
            </a:r>
            <a:r>
              <a:rPr lang="en-US" sz="1600"/>
              <a:t>('SELECT ? FROM ?,  ('*', '</a:t>
            </a:r>
            <a:r>
              <a:rPr lang="en-US" sz="1600" err="1"/>
              <a:t>jadralec</a:t>
            </a:r>
            <a:r>
              <a:rPr lang="en-US" sz="1600"/>
              <a:t>'))</a:t>
            </a:r>
            <a:br>
              <a:rPr lang="en-US" sz="1600"/>
            </a:br>
            <a:br>
              <a:rPr lang="en-US" sz="1600"/>
            </a:br>
            <a:endParaRPr lang="en-US" sz="160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pyodbc</a:t>
            </a:r>
            <a:r>
              <a:rPr lang="en-US"/>
              <a:t>: </a:t>
            </a:r>
            <a:r>
              <a:rPr lang="en-US" err="1"/>
              <a:t>obravnava</a:t>
            </a:r>
            <a:r>
              <a:rPr lang="en-US"/>
              <a:t> </a:t>
            </a:r>
            <a:r>
              <a:rPr lang="en-US" err="1"/>
              <a:t>napak</a:t>
            </a:r>
            <a:endParaRPr lang="sl-SI"/>
          </a:p>
        </p:txBody>
      </p:sp>
      <p:sp>
        <p:nvSpPr>
          <p:cNvPr id="3" name="Content Placeholder 2"/>
          <p:cNvSpPr>
            <a:spLocks noGrp="1"/>
          </p:cNvSpPr>
          <p:nvPr>
            <p:ph idx="1"/>
          </p:nvPr>
        </p:nvSpPr>
        <p:spPr>
          <a:xfrm>
            <a:off x="762000" y="2286000"/>
            <a:ext cx="7772400" cy="4419600"/>
          </a:xfrm>
        </p:spPr>
        <p:txBody>
          <a:bodyPr/>
          <a:lstStyle/>
          <a:p>
            <a:r>
              <a:rPr lang="en-US" err="1"/>
              <a:t>Razredi</a:t>
            </a:r>
            <a:r>
              <a:rPr lang="en-US"/>
              <a:t> </a:t>
            </a:r>
            <a:r>
              <a:rPr lang="en-US" err="1"/>
              <a:t>pyodbc</a:t>
            </a:r>
            <a:r>
              <a:rPr lang="en-US"/>
              <a:t> ob </a:t>
            </a:r>
            <a:r>
              <a:rPr lang="en-US" err="1"/>
              <a:t>napakah</a:t>
            </a:r>
            <a:r>
              <a:rPr lang="en-US"/>
              <a:t> </a:t>
            </a:r>
            <a:r>
              <a:rPr lang="en-US" err="1"/>
              <a:t>javljajo</a:t>
            </a:r>
            <a:r>
              <a:rPr lang="en-US"/>
              <a:t> </a:t>
            </a:r>
            <a:r>
              <a:rPr lang="en-US" err="1"/>
              <a:t>naslednje</a:t>
            </a:r>
            <a:r>
              <a:rPr lang="en-US"/>
              <a:t> </a:t>
            </a:r>
            <a:r>
              <a:rPr lang="en-US" err="1"/>
              <a:t>izjeme</a:t>
            </a:r>
            <a:r>
              <a:rPr lang="en-US"/>
              <a:t>:</a:t>
            </a:r>
          </a:p>
          <a:p>
            <a:pPr lvl="1"/>
            <a:r>
              <a:rPr lang="sl-SI" err="1"/>
              <a:t>DatabaseError</a:t>
            </a:r>
            <a:r>
              <a:rPr lang="sl-SI"/>
              <a:t> </a:t>
            </a:r>
          </a:p>
          <a:p>
            <a:pPr lvl="1"/>
            <a:r>
              <a:rPr lang="sl-SI" err="1"/>
              <a:t>DataError</a:t>
            </a:r>
            <a:r>
              <a:rPr lang="sl-SI"/>
              <a:t> </a:t>
            </a:r>
          </a:p>
          <a:p>
            <a:pPr lvl="1"/>
            <a:r>
              <a:rPr lang="sl-SI" err="1"/>
              <a:t>OperationalError</a:t>
            </a:r>
            <a:r>
              <a:rPr lang="sl-SI"/>
              <a:t> </a:t>
            </a:r>
          </a:p>
          <a:p>
            <a:pPr lvl="1"/>
            <a:r>
              <a:rPr lang="sl-SI" err="1"/>
              <a:t>IntegrityError</a:t>
            </a:r>
            <a:r>
              <a:rPr lang="sl-SI"/>
              <a:t> </a:t>
            </a:r>
          </a:p>
          <a:p>
            <a:pPr lvl="1"/>
            <a:r>
              <a:rPr lang="sl-SI" err="1"/>
              <a:t>InternalError</a:t>
            </a:r>
            <a:r>
              <a:rPr lang="sl-SI"/>
              <a:t> </a:t>
            </a:r>
          </a:p>
          <a:p>
            <a:pPr lvl="1"/>
            <a:r>
              <a:rPr lang="sl-SI" err="1"/>
              <a:t>ProgrammingError</a:t>
            </a:r>
            <a:r>
              <a:rPr lang="sl-SI"/>
              <a:t> </a:t>
            </a:r>
            <a:endParaRPr lang="en-US"/>
          </a:p>
          <a:p>
            <a:pPr lvl="1"/>
            <a:r>
              <a:rPr lang="sl-SI" err="1"/>
              <a:t>NotSupportedError</a:t>
            </a:r>
            <a:endParaRPr lang="sl-SI"/>
          </a:p>
          <a:p>
            <a:pPr lvl="1"/>
            <a:endParaRPr lang="en-US"/>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pyodbc</a:t>
            </a:r>
            <a:r>
              <a:rPr lang="en-US"/>
              <a:t>: </a:t>
            </a:r>
            <a:r>
              <a:rPr lang="en-US" err="1"/>
              <a:t>obravnava</a:t>
            </a:r>
            <a:r>
              <a:rPr lang="en-US"/>
              <a:t> </a:t>
            </a:r>
            <a:r>
              <a:rPr lang="en-US" err="1"/>
              <a:t>napak</a:t>
            </a:r>
            <a:endParaRPr lang="sl-SI"/>
          </a:p>
        </p:txBody>
      </p:sp>
      <p:sp>
        <p:nvSpPr>
          <p:cNvPr id="3" name="Content Placeholder 2"/>
          <p:cNvSpPr>
            <a:spLocks noGrp="1"/>
          </p:cNvSpPr>
          <p:nvPr>
            <p:ph idx="1"/>
          </p:nvPr>
        </p:nvSpPr>
        <p:spPr>
          <a:xfrm>
            <a:off x="762000" y="2286000"/>
            <a:ext cx="7772400" cy="4419600"/>
          </a:xfrm>
        </p:spPr>
        <p:txBody>
          <a:bodyPr/>
          <a:lstStyle/>
          <a:p>
            <a:pPr lvl="1">
              <a:buNone/>
            </a:pPr>
            <a:r>
              <a:rPr lang="sl-SI" sz="2000" err="1"/>
              <a:t>try</a:t>
            </a:r>
            <a:r>
              <a:rPr lang="sl-SI" sz="2000"/>
              <a:t>: </a:t>
            </a:r>
            <a:br>
              <a:rPr lang="sl-SI" sz="2000"/>
            </a:br>
            <a:r>
              <a:rPr lang="sl-SI" sz="2000"/>
              <a:t>     </a:t>
            </a:r>
            <a:r>
              <a:rPr lang="en-US" sz="2000"/>
              <a:t>x</a:t>
            </a:r>
            <a:r>
              <a:rPr lang="sl-SI" sz="2000"/>
              <a:t>.</a:t>
            </a:r>
            <a:r>
              <a:rPr lang="sl-SI" sz="2000" err="1"/>
              <a:t>execute</a:t>
            </a:r>
            <a:r>
              <a:rPr lang="sl-SI" sz="2000"/>
              <a:t> ( </a:t>
            </a:r>
            <a:r>
              <a:rPr lang="en-US" sz="2000" err="1"/>
              <a:t>SQLukaz</a:t>
            </a:r>
            <a:r>
              <a:rPr lang="sl-SI" sz="2000"/>
              <a:t>) </a:t>
            </a:r>
            <a:endParaRPr lang="en-US" sz="2000"/>
          </a:p>
          <a:p>
            <a:pPr lvl="1">
              <a:buNone/>
            </a:pPr>
            <a:r>
              <a:rPr lang="en-US" sz="2000"/>
              <a:t>         …</a:t>
            </a:r>
          </a:p>
          <a:p>
            <a:pPr lvl="1">
              <a:buNone/>
            </a:pPr>
            <a:r>
              <a:rPr lang="sl-SI" sz="2000" err="1"/>
              <a:t>except</a:t>
            </a:r>
            <a:r>
              <a:rPr lang="sl-SI" sz="2000"/>
              <a:t> </a:t>
            </a:r>
            <a:r>
              <a:rPr lang="sl-SI" sz="2000" err="1"/>
              <a:t>pyodbc</a:t>
            </a:r>
            <a:r>
              <a:rPr lang="sl-SI" sz="2000"/>
              <a:t>.</a:t>
            </a:r>
            <a:r>
              <a:rPr lang="sl-SI" sz="2000" err="1"/>
              <a:t>DataError</a:t>
            </a:r>
            <a:r>
              <a:rPr lang="sl-SI" sz="2000"/>
              <a:t>: </a:t>
            </a:r>
            <a:br>
              <a:rPr lang="sl-SI" sz="2000"/>
            </a:br>
            <a:r>
              <a:rPr lang="en-US" sz="2000"/>
              <a:t>     -- </a:t>
            </a:r>
            <a:r>
              <a:rPr lang="en-US" sz="2000" err="1"/>
              <a:t>obravnava</a:t>
            </a:r>
            <a:r>
              <a:rPr lang="en-US" sz="2000"/>
              <a:t> </a:t>
            </a:r>
            <a:r>
              <a:rPr lang="en-US" sz="2000" err="1"/>
              <a:t>napake</a:t>
            </a:r>
            <a:br>
              <a:rPr lang="sl-SI" sz="2000"/>
            </a:br>
            <a:r>
              <a:rPr lang="sl-SI" sz="2000"/>
              <a:t>     </a:t>
            </a:r>
            <a:r>
              <a:rPr lang="en-US" sz="2000"/>
              <a:t>pass</a:t>
            </a:r>
          </a:p>
          <a:p>
            <a:pPr lvl="1">
              <a:buNone/>
            </a:pPr>
            <a:r>
              <a:rPr lang="en-US" sz="2000"/>
              <a:t>…</a:t>
            </a:r>
          </a:p>
          <a:p>
            <a:pPr lvl="1">
              <a:buNone/>
            </a:pPr>
            <a:r>
              <a:rPr lang="sl-SI" sz="2000" err="1"/>
              <a:t>except</a:t>
            </a:r>
            <a:r>
              <a:rPr lang="sl-SI" sz="2000"/>
              <a:t> </a:t>
            </a:r>
            <a:r>
              <a:rPr lang="sl-SI" sz="2000" err="1"/>
              <a:t>pyodbc</a:t>
            </a:r>
            <a:r>
              <a:rPr lang="sl-SI" sz="2000"/>
              <a:t>.</a:t>
            </a:r>
            <a:r>
              <a:rPr lang="sl-SI" sz="2000" err="1"/>
              <a:t>DatabaseError</a:t>
            </a:r>
            <a:r>
              <a:rPr lang="sl-SI" sz="2000"/>
              <a:t>: </a:t>
            </a:r>
            <a:endParaRPr lang="en-US" sz="2000"/>
          </a:p>
          <a:p>
            <a:pPr lvl="1">
              <a:buNone/>
            </a:pPr>
            <a:r>
              <a:rPr lang="en-US" sz="2000"/>
              <a:t>         -- </a:t>
            </a:r>
            <a:r>
              <a:rPr lang="en-US" sz="2000" err="1"/>
              <a:t>obravnava</a:t>
            </a:r>
            <a:r>
              <a:rPr lang="en-US" sz="2000"/>
              <a:t> </a:t>
            </a:r>
            <a:r>
              <a:rPr lang="en-US" sz="2000" err="1"/>
              <a:t>napake</a:t>
            </a:r>
            <a:br>
              <a:rPr lang="sl-SI" sz="2000"/>
            </a:br>
            <a:r>
              <a:rPr lang="sl-SI" sz="2000"/>
              <a:t>     </a:t>
            </a:r>
            <a:r>
              <a:rPr lang="en-US" sz="2000"/>
              <a:t>pass</a:t>
            </a:r>
          </a:p>
          <a:p>
            <a:pPr lvl="1">
              <a:buNone/>
            </a:pPr>
            <a:r>
              <a:rPr lang="en-US" sz="2000"/>
              <a:t>except:</a:t>
            </a:r>
          </a:p>
          <a:p>
            <a:pPr lvl="1">
              <a:buNone/>
            </a:pPr>
            <a:r>
              <a:rPr lang="en-US" sz="2000"/>
              <a:t>         -- </a:t>
            </a:r>
            <a:r>
              <a:rPr lang="en-US" sz="2000" err="1"/>
              <a:t>obravnava</a:t>
            </a:r>
            <a:r>
              <a:rPr lang="en-US" sz="2000"/>
              <a:t> </a:t>
            </a:r>
            <a:r>
              <a:rPr lang="en-US" sz="2000" err="1"/>
              <a:t>ostalih</a:t>
            </a:r>
            <a:r>
              <a:rPr lang="en-US" sz="2000"/>
              <a:t> </a:t>
            </a:r>
            <a:r>
              <a:rPr lang="en-US" sz="2000" err="1"/>
              <a:t>napak</a:t>
            </a:r>
            <a:br>
              <a:rPr lang="sl-SI" sz="2000"/>
            </a:br>
            <a:r>
              <a:rPr lang="en-US" sz="2000"/>
              <a:t>	   pass</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4400"/>
            <a:ext cx="7521679" cy="692148"/>
          </a:xfrm>
        </p:spPr>
        <p:txBody>
          <a:bodyPr/>
          <a:lstStyle/>
          <a:p>
            <a:r>
              <a:rPr lang="en-US" sz="2800" err="1"/>
              <a:t>pyodbc</a:t>
            </a:r>
            <a:r>
              <a:rPr lang="en-US" sz="2800"/>
              <a:t>: </a:t>
            </a:r>
            <a:r>
              <a:rPr lang="en-US" sz="2800" err="1"/>
              <a:t>preslikava</a:t>
            </a:r>
            <a:r>
              <a:rPr lang="en-US" sz="2800"/>
              <a:t> med ODBC/SQL in </a:t>
            </a:r>
            <a:r>
              <a:rPr lang="en-US" sz="2800" err="1"/>
              <a:t>Pythonovimi</a:t>
            </a:r>
            <a:r>
              <a:rPr lang="en-US" sz="2800"/>
              <a:t> </a:t>
            </a:r>
            <a:r>
              <a:rPr lang="en-US" sz="2800" err="1"/>
              <a:t>podatkovnimi</a:t>
            </a:r>
            <a:r>
              <a:rPr lang="en-US" sz="2800"/>
              <a:t> tipi</a:t>
            </a:r>
            <a:endParaRPr lang="sl-SI" sz="2800"/>
          </a:p>
        </p:txBody>
      </p:sp>
      <p:graphicFrame>
        <p:nvGraphicFramePr>
          <p:cNvPr id="5" name="Content Placeholder 4"/>
          <p:cNvGraphicFramePr>
            <a:graphicFrameLocks noGrp="1"/>
          </p:cNvGraphicFramePr>
          <p:nvPr>
            <p:ph idx="1"/>
          </p:nvPr>
        </p:nvGraphicFramePr>
        <p:xfrm>
          <a:off x="1447800" y="1905000"/>
          <a:ext cx="6172199" cy="4804410"/>
        </p:xfrm>
        <a:graphic>
          <a:graphicData uri="http://schemas.openxmlformats.org/drawingml/2006/table">
            <a:tbl>
              <a:tblPr firstRow="1" bandRow="1">
                <a:tableStyleId>{9DCAF9ED-07DC-4A11-8D7F-57B35C25682E}</a:tableStyleId>
              </a:tblPr>
              <a:tblGrid>
                <a:gridCol w="3584658">
                  <a:extLst>
                    <a:ext uri="{9D8B030D-6E8A-4147-A177-3AD203B41FA5}">
                      <a16:colId xmlns:a16="http://schemas.microsoft.com/office/drawing/2014/main" val="20000"/>
                    </a:ext>
                  </a:extLst>
                </a:gridCol>
                <a:gridCol w="2587541">
                  <a:extLst>
                    <a:ext uri="{9D8B030D-6E8A-4147-A177-3AD203B41FA5}">
                      <a16:colId xmlns:a16="http://schemas.microsoft.com/office/drawing/2014/main" val="20001"/>
                    </a:ext>
                  </a:extLst>
                </a:gridCol>
              </a:tblGrid>
              <a:tr h="339969">
                <a:tc>
                  <a:txBody>
                    <a:bodyPr/>
                    <a:lstStyle/>
                    <a:p>
                      <a:r>
                        <a:rPr lang="sl-SI"/>
                        <a:t>ODBC </a:t>
                      </a:r>
                    </a:p>
                  </a:txBody>
                  <a:tcPr marL="47625" marR="47625" marT="47625" marB="47625" anchor="ctr"/>
                </a:tc>
                <a:tc>
                  <a:txBody>
                    <a:bodyPr/>
                    <a:lstStyle/>
                    <a:p>
                      <a:r>
                        <a:rPr lang="sl-SI"/>
                        <a:t>Python </a:t>
                      </a:r>
                    </a:p>
                  </a:txBody>
                  <a:tcPr marL="47625" marR="47625" marT="47625" marB="47625" anchor="ctr"/>
                </a:tc>
                <a:extLst>
                  <a:ext uri="{0D108BD9-81ED-4DB2-BD59-A6C34878D82A}">
                    <a16:rowId xmlns:a16="http://schemas.microsoft.com/office/drawing/2014/main" val="10000"/>
                  </a:ext>
                </a:extLst>
              </a:tr>
              <a:tr h="339969">
                <a:tc>
                  <a:txBody>
                    <a:bodyPr/>
                    <a:lstStyle/>
                    <a:p>
                      <a:r>
                        <a:rPr lang="sl-SI"/>
                        <a:t>char varchar longvarchar GUID </a:t>
                      </a:r>
                    </a:p>
                  </a:txBody>
                  <a:tcPr marL="47625" marR="47625" marT="47625" marB="47625" anchor="ctr"/>
                </a:tc>
                <a:tc>
                  <a:txBody>
                    <a:bodyPr/>
                    <a:lstStyle/>
                    <a:p>
                      <a:r>
                        <a:rPr lang="sl-SI"/>
                        <a:t>string </a:t>
                      </a:r>
                    </a:p>
                  </a:txBody>
                  <a:tcPr marL="47625" marR="47625" marT="47625" marB="47625" anchor="ctr"/>
                </a:tc>
                <a:extLst>
                  <a:ext uri="{0D108BD9-81ED-4DB2-BD59-A6C34878D82A}">
                    <a16:rowId xmlns:a16="http://schemas.microsoft.com/office/drawing/2014/main" val="10001"/>
                  </a:ext>
                </a:extLst>
              </a:tr>
              <a:tr h="339969">
                <a:tc>
                  <a:txBody>
                    <a:bodyPr/>
                    <a:lstStyle/>
                    <a:p>
                      <a:r>
                        <a:rPr lang="sl-SI"/>
                        <a:t>wchar wvarchar wlongvarchar </a:t>
                      </a:r>
                    </a:p>
                  </a:txBody>
                  <a:tcPr marL="47625" marR="47625" marT="47625" marB="47625" anchor="ctr"/>
                </a:tc>
                <a:tc>
                  <a:txBody>
                    <a:bodyPr/>
                    <a:lstStyle/>
                    <a:p>
                      <a:r>
                        <a:rPr lang="sl-SI"/>
                        <a:t>unicode </a:t>
                      </a:r>
                    </a:p>
                  </a:txBody>
                  <a:tcPr marL="47625" marR="47625" marT="47625" marB="47625" anchor="ctr"/>
                </a:tc>
                <a:extLst>
                  <a:ext uri="{0D108BD9-81ED-4DB2-BD59-A6C34878D82A}">
                    <a16:rowId xmlns:a16="http://schemas.microsoft.com/office/drawing/2014/main" val="10002"/>
                  </a:ext>
                </a:extLst>
              </a:tr>
              <a:tr h="339969">
                <a:tc>
                  <a:txBody>
                    <a:bodyPr/>
                    <a:lstStyle/>
                    <a:p>
                      <a:r>
                        <a:rPr lang="sl-SI"/>
                        <a:t>smallint integer tinyint </a:t>
                      </a:r>
                    </a:p>
                  </a:txBody>
                  <a:tcPr marL="47625" marR="47625" marT="47625" marB="47625" anchor="ctr"/>
                </a:tc>
                <a:tc>
                  <a:txBody>
                    <a:bodyPr/>
                    <a:lstStyle/>
                    <a:p>
                      <a:r>
                        <a:rPr lang="sl-SI"/>
                        <a:t>int </a:t>
                      </a:r>
                    </a:p>
                  </a:txBody>
                  <a:tcPr marL="47625" marR="47625" marT="47625" marB="47625" anchor="ctr"/>
                </a:tc>
                <a:extLst>
                  <a:ext uri="{0D108BD9-81ED-4DB2-BD59-A6C34878D82A}">
                    <a16:rowId xmlns:a16="http://schemas.microsoft.com/office/drawing/2014/main" val="10003"/>
                  </a:ext>
                </a:extLst>
              </a:tr>
              <a:tr h="339969">
                <a:tc>
                  <a:txBody>
                    <a:bodyPr/>
                    <a:lstStyle/>
                    <a:p>
                      <a:r>
                        <a:rPr lang="sl-SI"/>
                        <a:t>bigint </a:t>
                      </a:r>
                    </a:p>
                  </a:txBody>
                  <a:tcPr marL="47625" marR="47625" marT="47625" marB="47625" anchor="ctr"/>
                </a:tc>
                <a:tc>
                  <a:txBody>
                    <a:bodyPr/>
                    <a:lstStyle/>
                    <a:p>
                      <a:r>
                        <a:rPr lang="sl-SI"/>
                        <a:t>long </a:t>
                      </a:r>
                    </a:p>
                  </a:txBody>
                  <a:tcPr marL="47625" marR="47625" marT="47625" marB="47625" anchor="ctr"/>
                </a:tc>
                <a:extLst>
                  <a:ext uri="{0D108BD9-81ED-4DB2-BD59-A6C34878D82A}">
                    <a16:rowId xmlns:a16="http://schemas.microsoft.com/office/drawing/2014/main" val="10004"/>
                  </a:ext>
                </a:extLst>
              </a:tr>
              <a:tr h="339969">
                <a:tc>
                  <a:txBody>
                    <a:bodyPr/>
                    <a:lstStyle/>
                    <a:p>
                      <a:r>
                        <a:rPr lang="sl-SI"/>
                        <a:t>decimal numeric </a:t>
                      </a:r>
                    </a:p>
                  </a:txBody>
                  <a:tcPr marL="47625" marR="47625" marT="47625" marB="47625" anchor="ctr"/>
                </a:tc>
                <a:tc>
                  <a:txBody>
                    <a:bodyPr/>
                    <a:lstStyle/>
                    <a:p>
                      <a:r>
                        <a:rPr lang="sl-SI"/>
                        <a:t>decimal </a:t>
                      </a:r>
                    </a:p>
                  </a:txBody>
                  <a:tcPr marL="47625" marR="47625" marT="47625" marB="47625" anchor="ctr"/>
                </a:tc>
                <a:extLst>
                  <a:ext uri="{0D108BD9-81ED-4DB2-BD59-A6C34878D82A}">
                    <a16:rowId xmlns:a16="http://schemas.microsoft.com/office/drawing/2014/main" val="10005"/>
                  </a:ext>
                </a:extLst>
              </a:tr>
              <a:tr h="339969">
                <a:tc>
                  <a:txBody>
                    <a:bodyPr/>
                    <a:lstStyle/>
                    <a:p>
                      <a:r>
                        <a:rPr lang="sl-SI"/>
                        <a:t>real float double </a:t>
                      </a:r>
                    </a:p>
                  </a:txBody>
                  <a:tcPr marL="47625" marR="47625" marT="47625" marB="47625" anchor="ctr"/>
                </a:tc>
                <a:tc>
                  <a:txBody>
                    <a:bodyPr/>
                    <a:lstStyle/>
                    <a:p>
                      <a:r>
                        <a:rPr lang="sl-SI"/>
                        <a:t>double </a:t>
                      </a:r>
                    </a:p>
                  </a:txBody>
                  <a:tcPr marL="47625" marR="47625" marT="47625" marB="47625" anchor="ctr"/>
                </a:tc>
                <a:extLst>
                  <a:ext uri="{0D108BD9-81ED-4DB2-BD59-A6C34878D82A}">
                    <a16:rowId xmlns:a16="http://schemas.microsoft.com/office/drawing/2014/main" val="10006"/>
                  </a:ext>
                </a:extLst>
              </a:tr>
              <a:tr h="339969">
                <a:tc>
                  <a:txBody>
                    <a:bodyPr/>
                    <a:lstStyle/>
                    <a:p>
                      <a:r>
                        <a:rPr lang="sl-SI"/>
                        <a:t>date </a:t>
                      </a:r>
                    </a:p>
                  </a:txBody>
                  <a:tcPr marL="47625" marR="47625" marT="47625" marB="47625" anchor="ctr"/>
                </a:tc>
                <a:tc>
                  <a:txBody>
                    <a:bodyPr/>
                    <a:lstStyle/>
                    <a:p>
                      <a:r>
                        <a:rPr lang="sl-SI"/>
                        <a:t>datetime.date </a:t>
                      </a:r>
                    </a:p>
                  </a:txBody>
                  <a:tcPr marL="47625" marR="47625" marT="47625" marB="47625" anchor="ctr"/>
                </a:tc>
                <a:extLst>
                  <a:ext uri="{0D108BD9-81ED-4DB2-BD59-A6C34878D82A}">
                    <a16:rowId xmlns:a16="http://schemas.microsoft.com/office/drawing/2014/main" val="10007"/>
                  </a:ext>
                </a:extLst>
              </a:tr>
              <a:tr h="339969">
                <a:tc>
                  <a:txBody>
                    <a:bodyPr/>
                    <a:lstStyle/>
                    <a:p>
                      <a:r>
                        <a:rPr lang="sl-SI"/>
                        <a:t>time </a:t>
                      </a:r>
                    </a:p>
                  </a:txBody>
                  <a:tcPr marL="47625" marR="47625" marT="47625" marB="47625" anchor="ctr"/>
                </a:tc>
                <a:tc>
                  <a:txBody>
                    <a:bodyPr/>
                    <a:lstStyle/>
                    <a:p>
                      <a:r>
                        <a:rPr lang="sl-SI"/>
                        <a:t>datetime.time </a:t>
                      </a:r>
                    </a:p>
                  </a:txBody>
                  <a:tcPr marL="47625" marR="47625" marT="47625" marB="47625" anchor="ctr"/>
                </a:tc>
                <a:extLst>
                  <a:ext uri="{0D108BD9-81ED-4DB2-BD59-A6C34878D82A}">
                    <a16:rowId xmlns:a16="http://schemas.microsoft.com/office/drawing/2014/main" val="10008"/>
                  </a:ext>
                </a:extLst>
              </a:tr>
              <a:tr h="339969">
                <a:tc>
                  <a:txBody>
                    <a:bodyPr/>
                    <a:lstStyle/>
                    <a:p>
                      <a:r>
                        <a:rPr lang="sl-SI"/>
                        <a:t>timestamp </a:t>
                      </a:r>
                    </a:p>
                  </a:txBody>
                  <a:tcPr marL="47625" marR="47625" marT="47625" marB="47625" anchor="ctr"/>
                </a:tc>
                <a:tc>
                  <a:txBody>
                    <a:bodyPr/>
                    <a:lstStyle/>
                    <a:p>
                      <a:r>
                        <a:rPr lang="sl-SI"/>
                        <a:t>datetime.datetime </a:t>
                      </a:r>
                    </a:p>
                  </a:txBody>
                  <a:tcPr marL="47625" marR="47625" marT="47625" marB="47625" anchor="ctr"/>
                </a:tc>
                <a:extLst>
                  <a:ext uri="{0D108BD9-81ED-4DB2-BD59-A6C34878D82A}">
                    <a16:rowId xmlns:a16="http://schemas.microsoft.com/office/drawing/2014/main" val="10009"/>
                  </a:ext>
                </a:extLst>
              </a:tr>
              <a:tr h="339969">
                <a:tc>
                  <a:txBody>
                    <a:bodyPr/>
                    <a:lstStyle/>
                    <a:p>
                      <a:r>
                        <a:rPr lang="sl-SI"/>
                        <a:t>bit </a:t>
                      </a:r>
                    </a:p>
                  </a:txBody>
                  <a:tcPr marL="47625" marR="47625" marT="47625" marB="47625" anchor="ctr"/>
                </a:tc>
                <a:tc>
                  <a:txBody>
                    <a:bodyPr/>
                    <a:lstStyle/>
                    <a:p>
                      <a:r>
                        <a:rPr lang="sl-SI"/>
                        <a:t>bool </a:t>
                      </a:r>
                    </a:p>
                  </a:txBody>
                  <a:tcPr marL="47625" marR="47625" marT="47625" marB="47625" anchor="ctr"/>
                </a:tc>
                <a:extLst>
                  <a:ext uri="{0D108BD9-81ED-4DB2-BD59-A6C34878D82A}">
                    <a16:rowId xmlns:a16="http://schemas.microsoft.com/office/drawing/2014/main" val="10010"/>
                  </a:ext>
                </a:extLst>
              </a:tr>
              <a:tr h="339969">
                <a:tc>
                  <a:txBody>
                    <a:bodyPr/>
                    <a:lstStyle/>
                    <a:p>
                      <a:r>
                        <a:rPr lang="sl-SI" err="1"/>
                        <a:t>binary</a:t>
                      </a:r>
                      <a:r>
                        <a:rPr lang="sl-SI"/>
                        <a:t> </a:t>
                      </a:r>
                      <a:r>
                        <a:rPr lang="sl-SI" err="1"/>
                        <a:t>varbinary</a:t>
                      </a:r>
                      <a:r>
                        <a:rPr lang="sl-SI"/>
                        <a:t> </a:t>
                      </a:r>
                      <a:r>
                        <a:rPr lang="sl-SI" err="1"/>
                        <a:t>longvarbinary</a:t>
                      </a:r>
                      <a:r>
                        <a:rPr lang="sl-SI"/>
                        <a:t> </a:t>
                      </a:r>
                    </a:p>
                  </a:txBody>
                  <a:tcPr marL="47625" marR="47625" marT="47625" marB="47625" anchor="ctr"/>
                </a:tc>
                <a:tc>
                  <a:txBody>
                    <a:bodyPr/>
                    <a:lstStyle/>
                    <a:p>
                      <a:r>
                        <a:rPr lang="sl-SI"/>
                        <a:t>buffer </a:t>
                      </a:r>
                    </a:p>
                  </a:txBody>
                  <a:tcPr marL="47625" marR="47625" marT="47625" marB="47625" anchor="ctr"/>
                </a:tc>
                <a:extLst>
                  <a:ext uri="{0D108BD9-81ED-4DB2-BD59-A6C34878D82A}">
                    <a16:rowId xmlns:a16="http://schemas.microsoft.com/office/drawing/2014/main" val="10011"/>
                  </a:ext>
                </a:extLst>
              </a:tr>
              <a:tr h="339969">
                <a:tc>
                  <a:txBody>
                    <a:bodyPr/>
                    <a:lstStyle/>
                    <a:p>
                      <a:r>
                        <a:rPr lang="sl-SI"/>
                        <a:t>SQL Server XML </a:t>
                      </a:r>
                      <a:r>
                        <a:rPr lang="sl-SI" err="1"/>
                        <a:t>type</a:t>
                      </a:r>
                      <a:r>
                        <a:rPr lang="sl-SI"/>
                        <a:t> </a:t>
                      </a:r>
                    </a:p>
                  </a:txBody>
                  <a:tcPr marL="47625" marR="47625" marT="47625" marB="47625" anchor="ctr"/>
                </a:tc>
                <a:tc>
                  <a:txBody>
                    <a:bodyPr/>
                    <a:lstStyle/>
                    <a:p>
                      <a:r>
                        <a:rPr lang="sl-SI" err="1"/>
                        <a:t>unicode</a:t>
                      </a:r>
                      <a:r>
                        <a:rPr lang="sl-SI"/>
                        <a:t> </a:t>
                      </a:r>
                    </a:p>
                  </a:txBody>
                  <a:tcPr marL="47625" marR="47625" marT="47625" marB="47625"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Primer </a:t>
            </a:r>
            <a:r>
              <a:rPr lang="en-US" err="1"/>
              <a:t>programa</a:t>
            </a:r>
            <a:endParaRPr lang="sl-SI"/>
          </a:p>
        </p:txBody>
      </p:sp>
      <p:sp>
        <p:nvSpPr>
          <p:cNvPr id="3" name="Content Placeholder 2"/>
          <p:cNvSpPr>
            <a:spLocks noGrp="1"/>
          </p:cNvSpPr>
          <p:nvPr>
            <p:ph idx="1"/>
          </p:nvPr>
        </p:nvSpPr>
        <p:spPr/>
        <p:txBody>
          <a:bodyPr/>
          <a:lstStyle/>
          <a:p>
            <a:r>
              <a:rPr lang="en-US" dirty="0" err="1"/>
              <a:t>Naloga</a:t>
            </a:r>
            <a:r>
              <a:rPr lang="en-US" dirty="0"/>
              <a:t>: </a:t>
            </a:r>
            <a:r>
              <a:rPr lang="en-US" dirty="0" err="1"/>
              <a:t>Postaraj</a:t>
            </a:r>
            <a:r>
              <a:rPr lang="en-US" dirty="0"/>
              <a:t> </a:t>
            </a:r>
            <a:r>
              <a:rPr lang="en-US" dirty="0" err="1"/>
              <a:t>jadralce</a:t>
            </a:r>
            <a:r>
              <a:rPr lang="en-US" dirty="0"/>
              <a:t> za </a:t>
            </a:r>
            <a:r>
              <a:rPr lang="en-US" dirty="0" err="1"/>
              <a:t>eno</a:t>
            </a:r>
            <a:r>
              <a:rPr lang="en-US" dirty="0"/>
              <a:t> </a:t>
            </a:r>
            <a:r>
              <a:rPr lang="en-US" dirty="0" err="1"/>
              <a:t>leto</a:t>
            </a:r>
            <a:r>
              <a:rPr lang="en-US" dirty="0"/>
              <a:t>.</a:t>
            </a:r>
          </a:p>
          <a:p>
            <a:r>
              <a:rPr lang="en-US" dirty="0" err="1"/>
              <a:t>Izvedba</a:t>
            </a:r>
            <a:r>
              <a:rPr lang="en-US" dirty="0"/>
              <a:t>:</a:t>
            </a:r>
          </a:p>
          <a:p>
            <a:pPr lvl="1"/>
            <a:r>
              <a:rPr lang="en-US" dirty="0" err="1"/>
              <a:t>ustvari</a:t>
            </a:r>
            <a:r>
              <a:rPr lang="en-US" dirty="0"/>
              <a:t> novo </a:t>
            </a:r>
            <a:r>
              <a:rPr lang="en-US" dirty="0" err="1"/>
              <a:t>tabelo</a:t>
            </a:r>
            <a:r>
              <a:rPr lang="en-US" dirty="0"/>
              <a:t>: </a:t>
            </a:r>
            <a:r>
              <a:rPr lang="en-US" dirty="0" err="1"/>
              <a:t>postarani</a:t>
            </a:r>
            <a:endParaRPr lang="en-US" dirty="0"/>
          </a:p>
          <a:p>
            <a:pPr lvl="1"/>
            <a:r>
              <a:rPr lang="en-US" dirty="0"/>
              <a:t>v </a:t>
            </a:r>
            <a:r>
              <a:rPr lang="en-US" dirty="0" err="1"/>
              <a:t>vsaki</a:t>
            </a:r>
            <a:r>
              <a:rPr lang="en-US" dirty="0"/>
              <a:t> </a:t>
            </a:r>
            <a:r>
              <a:rPr lang="en-US" dirty="0" err="1"/>
              <a:t>vrstici</a:t>
            </a:r>
            <a:r>
              <a:rPr lang="en-US" dirty="0"/>
              <a:t> </a:t>
            </a:r>
            <a:r>
              <a:rPr lang="en-US" dirty="0" err="1"/>
              <a:t>pove</a:t>
            </a:r>
            <a:r>
              <a:rPr lang="sl-SI" dirty="0"/>
              <a:t>č</a:t>
            </a:r>
            <a:r>
              <a:rPr lang="en-US" dirty="0" err="1"/>
              <a:t>aj</a:t>
            </a:r>
            <a:r>
              <a:rPr lang="en-US" dirty="0"/>
              <a:t> starost za 1</a:t>
            </a:r>
            <a:endParaRPr lang="sl-SI" dirty="0"/>
          </a:p>
          <a:p>
            <a:r>
              <a:rPr lang="sl-SI" dirty="0"/>
              <a:t>Vse to lahko naredimo direktno v SQL-u. Kako</a:t>
            </a:r>
            <a:r>
              <a:rPr lang="en-US" dirty="0"/>
              <a:t>?</a:t>
            </a:r>
            <a:r>
              <a:rPr lang="sl-SI" dirty="0"/>
              <a:t> Vaja prejšnjega tedna.</a:t>
            </a:r>
          </a:p>
        </p:txBody>
      </p:sp>
      <p:sp>
        <p:nvSpPr>
          <p:cNvPr id="4" name="Footer Placeholder 3"/>
          <p:cNvSpPr>
            <a:spLocks noGrp="1"/>
          </p:cNvSpPr>
          <p:nvPr>
            <p:ph type="ftr" sz="quarter" idx="11"/>
          </p:nvPr>
        </p:nvSpPr>
        <p:spPr/>
        <p:txBody>
          <a:bodyPr/>
          <a:lstStyle/>
          <a:p>
            <a:r>
              <a:rPr lang="en-US"/>
              <a:t>© Matjaž </a:t>
            </a:r>
            <a:r>
              <a:rPr lang="en-US" err="1"/>
              <a:t>Kukar</a:t>
            </a:r>
            <a:r>
              <a:rPr lang="en-US"/>
              <a:t>, Matej Pičulin, Luka Šajn 2026</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Matjaž </a:t>
            </a:r>
            <a:r>
              <a:rPr lang="en-US" dirty="0" err="1"/>
              <a:t>Kukar</a:t>
            </a:r>
            <a:r>
              <a:rPr lang="en-US" dirty="0"/>
              <a:t>, Matej Pičulin, Luka Šajn 2026</a:t>
            </a:r>
          </a:p>
        </p:txBody>
      </p:sp>
      <p:sp>
        <p:nvSpPr>
          <p:cNvPr id="3" name="TextBox 2"/>
          <p:cNvSpPr txBox="1"/>
          <p:nvPr/>
        </p:nvSpPr>
        <p:spPr>
          <a:xfrm>
            <a:off x="914400" y="2362200"/>
            <a:ext cx="7924800" cy="3139321"/>
          </a:xfrm>
          <a:prstGeom prst="rect">
            <a:avLst/>
          </a:prstGeom>
          <a:noFill/>
        </p:spPr>
        <p:txBody>
          <a:bodyPr wrap="square" rtlCol="0">
            <a:spAutoFit/>
          </a:bodyPr>
          <a:lstStyle/>
          <a:p>
            <a:pPr algn="l"/>
            <a:r>
              <a:rPr lang="en-US" dirty="0"/>
              <a:t>import </a:t>
            </a:r>
            <a:r>
              <a:rPr lang="en-US" dirty="0" err="1"/>
              <a:t>pyodbc</a:t>
            </a:r>
            <a:endParaRPr lang="en-US" dirty="0"/>
          </a:p>
          <a:p>
            <a:pPr algn="l"/>
            <a:r>
              <a:rPr lang="en-US" dirty="0" err="1"/>
              <a:t>cnxn</a:t>
            </a:r>
            <a:r>
              <a:rPr lang="en-US" dirty="0"/>
              <a:t> = </a:t>
            </a:r>
            <a:r>
              <a:rPr lang="en-US" dirty="0" err="1"/>
              <a:t>pyodbc.connect</a:t>
            </a:r>
            <a:r>
              <a:rPr lang="en-US" dirty="0"/>
              <a:t>('DSN=FRI;UID=</a:t>
            </a:r>
            <a:r>
              <a:rPr lang="en-US" dirty="0" err="1"/>
              <a:t>pb;PWD</a:t>
            </a:r>
            <a:r>
              <a:rPr lang="en-US" dirty="0"/>
              <a:t>=</a:t>
            </a:r>
            <a:r>
              <a:rPr lang="en-US" dirty="0" err="1"/>
              <a:t>pbvaje</a:t>
            </a:r>
            <a:r>
              <a:rPr lang="en-US" dirty="0"/>
              <a:t>')</a:t>
            </a:r>
          </a:p>
          <a:p>
            <a:pPr algn="l"/>
            <a:r>
              <a:rPr lang="en-US" dirty="0"/>
              <a:t>cursor  = </a:t>
            </a:r>
            <a:r>
              <a:rPr lang="en-US" dirty="0" err="1"/>
              <a:t>cnxn.cursor</a:t>
            </a:r>
            <a:r>
              <a:rPr lang="en-US" dirty="0"/>
              <a:t>()</a:t>
            </a:r>
          </a:p>
          <a:p>
            <a:pPr algn="l"/>
            <a:r>
              <a:rPr lang="en-US" dirty="0"/>
              <a:t>updater= </a:t>
            </a:r>
            <a:r>
              <a:rPr lang="en-US" dirty="0" err="1"/>
              <a:t>cnxn.cursor</a:t>
            </a:r>
            <a:r>
              <a:rPr lang="en-US" dirty="0"/>
              <a:t>()</a:t>
            </a:r>
          </a:p>
          <a:p>
            <a:pPr algn="l"/>
            <a:r>
              <a:rPr lang="en-US" dirty="0"/>
              <a:t>try:</a:t>
            </a:r>
          </a:p>
          <a:p>
            <a:pPr algn="l"/>
            <a:r>
              <a:rPr lang="en-US" dirty="0"/>
              <a:t>    </a:t>
            </a:r>
            <a:r>
              <a:rPr lang="en-US" dirty="0" err="1"/>
              <a:t>cursor.execute</a:t>
            </a:r>
            <a:r>
              <a:rPr lang="en-US" dirty="0"/>
              <a:t>("DROP TABLE </a:t>
            </a:r>
            <a:r>
              <a:rPr lang="en-US" dirty="0" err="1"/>
              <a:t>postarani</a:t>
            </a:r>
            <a:r>
              <a:rPr lang="en-US" dirty="0"/>
              <a:t>")</a:t>
            </a:r>
          </a:p>
          <a:p>
            <a:pPr algn="l"/>
            <a:r>
              <a:rPr lang="en-US" dirty="0"/>
              <a:t>except </a:t>
            </a:r>
            <a:r>
              <a:rPr lang="en-US" dirty="0" err="1"/>
              <a:t>pyodbc.DatabaseError</a:t>
            </a:r>
            <a:r>
              <a:rPr lang="en-US" dirty="0"/>
              <a:t>:</a:t>
            </a:r>
          </a:p>
          <a:p>
            <a:pPr algn="l"/>
            <a:r>
              <a:rPr lang="en-US" dirty="0"/>
              <a:t>    pass</a:t>
            </a:r>
          </a:p>
          <a:p>
            <a:pPr algn="l"/>
            <a:r>
              <a:rPr lang="en-US" dirty="0" err="1"/>
              <a:t>cursor.execute</a:t>
            </a:r>
            <a:r>
              <a:rPr lang="en-US" dirty="0"/>
              <a:t>("CREATE TABLE </a:t>
            </a:r>
            <a:r>
              <a:rPr lang="en-US" dirty="0" err="1"/>
              <a:t>postarani</a:t>
            </a:r>
            <a:r>
              <a:rPr lang="en-US" dirty="0"/>
              <a:t> AS SELECT * FROM </a:t>
            </a:r>
            <a:r>
              <a:rPr lang="en-US" dirty="0" err="1"/>
              <a:t>jadralec</a:t>
            </a:r>
            <a:r>
              <a:rPr lang="en-US" dirty="0"/>
              <a:t>")</a:t>
            </a:r>
          </a:p>
          <a:p>
            <a:pPr algn="l"/>
            <a:r>
              <a:rPr lang="en-US" dirty="0" err="1"/>
              <a:t>cnxn.commit</a:t>
            </a:r>
            <a:r>
              <a:rPr lang="en-US" dirty="0"/>
              <a:t>()</a:t>
            </a:r>
          </a:p>
          <a:p>
            <a:pPr algn="l"/>
            <a:endParaRPr lang="sl-SI" dirty="0"/>
          </a:p>
        </p:txBody>
      </p:sp>
      <p:sp>
        <p:nvSpPr>
          <p:cNvPr id="5" name="Title 1"/>
          <p:cNvSpPr txBox="1">
            <a:spLocks/>
          </p:cNvSpPr>
          <p:nvPr/>
        </p:nvSpPr>
        <p:spPr>
          <a:xfrm>
            <a:off x="838200" y="762000"/>
            <a:ext cx="7924800" cy="1143000"/>
          </a:xfrm>
          <a:prstGeom prst="roundRect">
            <a:avLst>
              <a:gd name="adj" fmla="val 21667"/>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3600" b="1" i="0" u="none" strike="noStrike" kern="0" cap="none" spc="0" normalizeH="0" baseline="0" noProof="0">
                <a:ln>
                  <a:noFill/>
                </a:ln>
                <a:solidFill>
                  <a:schemeClr val="tx2"/>
                </a:solidFill>
                <a:effectLst/>
                <a:uLnTx/>
                <a:uFillTx/>
                <a:latin typeface="+mj-lt"/>
                <a:ea typeface="+mj-ea"/>
                <a:cs typeface="+mj-cs"/>
              </a:rPr>
              <a:t>Primer </a:t>
            </a:r>
            <a:r>
              <a:rPr kumimoji="0" lang="en-US" sz="3600" b="1" i="0" u="none" strike="noStrike" kern="0" cap="none" spc="0" normalizeH="0" baseline="0" noProof="0" err="1">
                <a:ln>
                  <a:noFill/>
                </a:ln>
                <a:solidFill>
                  <a:schemeClr val="tx2"/>
                </a:solidFill>
                <a:effectLst/>
                <a:uLnTx/>
                <a:uFillTx/>
                <a:latin typeface="+mj-lt"/>
                <a:ea typeface="+mj-ea"/>
                <a:cs typeface="+mj-cs"/>
              </a:rPr>
              <a:t>programa</a:t>
            </a:r>
            <a:endParaRPr kumimoji="0" lang="sl-SI" sz="3600" b="1" i="0" u="none" strike="noStrike" kern="0" cap="none" spc="0" normalizeH="0" baseline="0" noProof="0">
              <a:ln>
                <a:noFill/>
              </a:ln>
              <a:solidFill>
                <a:schemeClr val="tx2"/>
              </a:solidFill>
              <a:effectLst/>
              <a:uLnTx/>
              <a:uFillTx/>
              <a:latin typeface="+mj-lt"/>
              <a:ea typeface="+mj-ea"/>
              <a:cs typeface="+mj-cs"/>
            </a:endParaRPr>
          </a:p>
        </p:txBody>
      </p:sp>
      <p:sp>
        <p:nvSpPr>
          <p:cNvPr id="6" name="Rounded Rectangular Callout 5"/>
          <p:cNvSpPr/>
          <p:nvPr/>
        </p:nvSpPr>
        <p:spPr bwMode="auto">
          <a:xfrm>
            <a:off x="6400800" y="3124200"/>
            <a:ext cx="2438400" cy="914400"/>
          </a:xfrm>
          <a:prstGeom prst="wedgeRoundRectCallout">
            <a:avLst>
              <a:gd name="adj1" fmla="val -86197"/>
              <a:gd name="adj2" fmla="val 37376"/>
              <a:gd name="adj3" fmla="val 16667"/>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err="1">
                <a:ln>
                  <a:noFill/>
                </a:ln>
                <a:effectLst/>
                <a:latin typeface="Arial" charset="0"/>
                <a:cs typeface="Arial" charset="0"/>
              </a:rPr>
              <a:t>Izbri</a:t>
            </a:r>
            <a:r>
              <a:rPr lang="sl-SI" sz="2400" b="1" err="1"/>
              <a:t>ši</a:t>
            </a:r>
            <a:r>
              <a:rPr lang="sl-SI" sz="2400" b="1"/>
              <a:t>, če že obstaja tabela.</a:t>
            </a:r>
            <a:endParaRPr kumimoji="0" lang="sl-SI" sz="2400" b="1" i="0" u="none" strike="noStrike" cap="none" normalizeH="0" baseline="0">
              <a:ln>
                <a:noFill/>
              </a:ln>
              <a:effectLst/>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 name="TextBox 2"/>
          <p:cNvSpPr txBox="1"/>
          <p:nvPr/>
        </p:nvSpPr>
        <p:spPr>
          <a:xfrm>
            <a:off x="914400" y="2362200"/>
            <a:ext cx="8077200" cy="3970318"/>
          </a:xfrm>
          <a:prstGeom prst="rect">
            <a:avLst/>
          </a:prstGeom>
          <a:noFill/>
        </p:spPr>
        <p:txBody>
          <a:bodyPr wrap="square" rtlCol="0">
            <a:spAutoFit/>
          </a:bodyPr>
          <a:lstStyle/>
          <a:p>
            <a:pPr algn="l"/>
            <a:r>
              <a:rPr lang="sl-SI" dirty="0" err="1"/>
              <a:t>cursor.execute</a:t>
            </a:r>
            <a:r>
              <a:rPr lang="sl-SI" dirty="0"/>
              <a:t>("SELECT * FROM postarani")</a:t>
            </a:r>
          </a:p>
          <a:p>
            <a:pPr algn="l"/>
            <a:r>
              <a:rPr lang="sl-SI" dirty="0" err="1"/>
              <a:t>print</a:t>
            </a:r>
            <a:r>
              <a:rPr lang="en-US" dirty="0"/>
              <a:t>(</a:t>
            </a:r>
            <a:r>
              <a:rPr lang="sl-SI" dirty="0"/>
              <a:t>"PRED"</a:t>
            </a:r>
            <a:r>
              <a:rPr lang="en-US" dirty="0"/>
              <a:t>)</a:t>
            </a:r>
            <a:endParaRPr lang="sl-SI" dirty="0"/>
          </a:p>
          <a:p>
            <a:pPr algn="l"/>
            <a:r>
              <a:rPr lang="sl-SI" dirty="0" err="1"/>
              <a:t>for</a:t>
            </a:r>
            <a:r>
              <a:rPr lang="sl-SI" dirty="0"/>
              <a:t> r in </a:t>
            </a:r>
            <a:r>
              <a:rPr lang="sl-SI" dirty="0" err="1"/>
              <a:t>cursor</a:t>
            </a:r>
            <a:r>
              <a:rPr lang="sl-SI" dirty="0"/>
              <a:t>:</a:t>
            </a:r>
          </a:p>
          <a:p>
            <a:pPr algn="l"/>
            <a:r>
              <a:rPr lang="sl-SI" dirty="0"/>
              <a:t>    </a:t>
            </a:r>
            <a:r>
              <a:rPr lang="sl-SI" dirty="0" err="1"/>
              <a:t>print</a:t>
            </a:r>
            <a:r>
              <a:rPr lang="en-US" dirty="0"/>
              <a:t>(</a:t>
            </a:r>
            <a:r>
              <a:rPr lang="sl-SI" dirty="0"/>
              <a:t>r</a:t>
            </a:r>
            <a:r>
              <a:rPr lang="en-US" dirty="0"/>
              <a:t>)</a:t>
            </a:r>
            <a:endParaRPr lang="sl-SI" dirty="0"/>
          </a:p>
          <a:p>
            <a:pPr algn="l"/>
            <a:r>
              <a:rPr lang="sl-SI" dirty="0" err="1"/>
              <a:t>cursor.execute</a:t>
            </a:r>
            <a:r>
              <a:rPr lang="sl-SI" dirty="0"/>
              <a:t>("SELECT * FROM postarani")</a:t>
            </a:r>
          </a:p>
          <a:p>
            <a:pPr algn="l"/>
            <a:r>
              <a:rPr lang="sl-SI" dirty="0" err="1"/>
              <a:t>for</a:t>
            </a:r>
            <a:r>
              <a:rPr lang="sl-SI" dirty="0"/>
              <a:t> r in </a:t>
            </a:r>
            <a:r>
              <a:rPr lang="sl-SI" dirty="0" err="1"/>
              <a:t>cursor</a:t>
            </a:r>
            <a:r>
              <a:rPr lang="sl-SI" dirty="0"/>
              <a:t>:</a:t>
            </a:r>
            <a:endParaRPr lang="en-US" dirty="0"/>
          </a:p>
          <a:p>
            <a:pPr algn="l"/>
            <a:r>
              <a:rPr lang="en-US" dirty="0"/>
              <a:t>     </a:t>
            </a:r>
            <a:r>
              <a:rPr lang="sl-SI" dirty="0" err="1"/>
              <a:t>updater.execute</a:t>
            </a:r>
            <a:r>
              <a:rPr lang="sl-SI" dirty="0"/>
              <a:t>("UPDATE postarani SET starost =? WHERE </a:t>
            </a:r>
            <a:r>
              <a:rPr lang="sl-SI" dirty="0" err="1"/>
              <a:t>jid</a:t>
            </a:r>
            <a:r>
              <a:rPr lang="sl-SI" dirty="0"/>
              <a:t> =?", </a:t>
            </a:r>
            <a:r>
              <a:rPr lang="en-US" dirty="0"/>
              <a:t>                             		    </a:t>
            </a:r>
            <a:r>
              <a:rPr lang="sl-SI" dirty="0"/>
              <a:t>r.</a:t>
            </a:r>
            <a:r>
              <a:rPr lang="en-US" dirty="0"/>
              <a:t>starost</a:t>
            </a:r>
            <a:r>
              <a:rPr lang="sl-SI" dirty="0"/>
              <a:t> + 1, r.</a:t>
            </a:r>
            <a:r>
              <a:rPr lang="en-US" dirty="0" err="1"/>
              <a:t>jid</a:t>
            </a:r>
            <a:r>
              <a:rPr lang="sl-SI" dirty="0"/>
              <a:t>)</a:t>
            </a:r>
          </a:p>
          <a:p>
            <a:pPr algn="l"/>
            <a:r>
              <a:rPr lang="sl-SI" dirty="0" err="1"/>
              <a:t>cursor.execute</a:t>
            </a:r>
            <a:r>
              <a:rPr lang="sl-SI" dirty="0"/>
              <a:t>("SELECT * FROM postarani")</a:t>
            </a:r>
          </a:p>
          <a:p>
            <a:pPr algn="l"/>
            <a:r>
              <a:rPr lang="sl-SI" dirty="0" err="1"/>
              <a:t>print</a:t>
            </a:r>
            <a:r>
              <a:rPr lang="en-US" dirty="0"/>
              <a:t>(</a:t>
            </a:r>
            <a:r>
              <a:rPr lang="sl-SI" dirty="0"/>
              <a:t>"PO "</a:t>
            </a:r>
            <a:r>
              <a:rPr lang="en-US" dirty="0"/>
              <a:t>)</a:t>
            </a:r>
            <a:endParaRPr lang="sl-SI" dirty="0"/>
          </a:p>
          <a:p>
            <a:pPr algn="l"/>
            <a:r>
              <a:rPr lang="sl-SI" dirty="0" err="1"/>
              <a:t>for</a:t>
            </a:r>
            <a:r>
              <a:rPr lang="sl-SI" dirty="0"/>
              <a:t> r in </a:t>
            </a:r>
            <a:r>
              <a:rPr lang="sl-SI" dirty="0" err="1"/>
              <a:t>cursor</a:t>
            </a:r>
            <a:r>
              <a:rPr lang="sl-SI" dirty="0"/>
              <a:t>:</a:t>
            </a:r>
          </a:p>
          <a:p>
            <a:pPr algn="l"/>
            <a:r>
              <a:rPr lang="sl-SI" dirty="0"/>
              <a:t>    </a:t>
            </a:r>
            <a:r>
              <a:rPr lang="sl-SI" dirty="0" err="1"/>
              <a:t>print</a:t>
            </a:r>
            <a:r>
              <a:rPr lang="en-US" dirty="0"/>
              <a:t>(</a:t>
            </a:r>
            <a:r>
              <a:rPr lang="sl-SI" dirty="0"/>
              <a:t>r</a:t>
            </a:r>
            <a:r>
              <a:rPr lang="en-US" dirty="0"/>
              <a:t>)</a:t>
            </a:r>
            <a:endParaRPr lang="sl-SI" dirty="0"/>
          </a:p>
          <a:p>
            <a:pPr algn="l"/>
            <a:r>
              <a:rPr lang="sl-SI" dirty="0" err="1"/>
              <a:t>cnxn.commit</a:t>
            </a:r>
            <a:r>
              <a:rPr lang="sl-SI" dirty="0"/>
              <a:t>()</a:t>
            </a:r>
          </a:p>
          <a:p>
            <a:pPr algn="l"/>
            <a:endParaRPr lang="sl-SI" dirty="0"/>
          </a:p>
        </p:txBody>
      </p:sp>
      <p:sp>
        <p:nvSpPr>
          <p:cNvPr id="5" name="Title 1"/>
          <p:cNvSpPr txBox="1">
            <a:spLocks/>
          </p:cNvSpPr>
          <p:nvPr/>
        </p:nvSpPr>
        <p:spPr>
          <a:xfrm>
            <a:off x="762000" y="762000"/>
            <a:ext cx="7924800" cy="1143000"/>
          </a:xfrm>
          <a:prstGeom prst="roundRect">
            <a:avLst>
              <a:gd name="adj" fmla="val 21667"/>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3600" b="1" i="0" u="none" strike="noStrike" kern="0" cap="none" spc="0" normalizeH="0" baseline="0" noProof="0">
                <a:ln>
                  <a:noFill/>
                </a:ln>
                <a:solidFill>
                  <a:schemeClr val="tx2"/>
                </a:solidFill>
                <a:effectLst/>
                <a:uLnTx/>
                <a:uFillTx/>
                <a:latin typeface="+mj-lt"/>
                <a:ea typeface="+mj-ea"/>
                <a:cs typeface="+mj-cs"/>
              </a:rPr>
              <a:t>Primer </a:t>
            </a:r>
            <a:r>
              <a:rPr kumimoji="0" lang="en-US" sz="3600" b="1" i="0" u="none" strike="noStrike" kern="0" cap="none" spc="0" normalizeH="0" baseline="0" noProof="0" err="1">
                <a:ln>
                  <a:noFill/>
                </a:ln>
                <a:solidFill>
                  <a:schemeClr val="tx2"/>
                </a:solidFill>
                <a:effectLst/>
                <a:uLnTx/>
                <a:uFillTx/>
                <a:latin typeface="+mj-lt"/>
                <a:ea typeface="+mj-ea"/>
                <a:cs typeface="+mj-cs"/>
              </a:rPr>
              <a:t>programa</a:t>
            </a:r>
            <a:endParaRPr kumimoji="0" lang="sl-SI" sz="3600" b="1" i="0" u="none" strike="noStrike" kern="0" cap="none" spc="0" normalizeH="0" baseline="0" noProof="0">
              <a:ln>
                <a:noFill/>
              </a:ln>
              <a:solidFill>
                <a:schemeClr val="tx2"/>
              </a:solidFill>
              <a:effectLst/>
              <a:uLnTx/>
              <a:uFillTx/>
              <a:latin typeface="+mj-lt"/>
              <a:ea typeface="+mj-ea"/>
              <a:cs typeface="+mj-cs"/>
            </a:endParaRPr>
          </a:p>
        </p:txBody>
      </p:sp>
      <p:sp>
        <p:nvSpPr>
          <p:cNvPr id="6" name="Rounded Rectangular Callout 5"/>
          <p:cNvSpPr/>
          <p:nvPr/>
        </p:nvSpPr>
        <p:spPr bwMode="auto">
          <a:xfrm>
            <a:off x="6019800" y="2590800"/>
            <a:ext cx="2286000" cy="914400"/>
          </a:xfrm>
          <a:prstGeom prst="wedgeRoundRectCallout">
            <a:avLst>
              <a:gd name="adj1" fmla="val -79166"/>
              <a:gd name="adj2" fmla="val 54043"/>
              <a:gd name="adj3" fmla="val 16667"/>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err="1">
                <a:ln>
                  <a:noFill/>
                </a:ln>
                <a:effectLst/>
                <a:latin typeface="Arial" charset="0"/>
                <a:cs typeface="Arial" charset="0"/>
              </a:rPr>
              <a:t>Zakaj</a:t>
            </a:r>
            <a:r>
              <a:rPr kumimoji="0" lang="en-US" sz="2400" b="1" i="0" u="none" strike="noStrike" cap="none" normalizeH="0" baseline="0">
                <a:ln>
                  <a:noFill/>
                </a:ln>
                <a:effectLst/>
                <a:latin typeface="Arial" charset="0"/>
                <a:cs typeface="Arial" charset="0"/>
              </a:rPr>
              <a:t> </a:t>
            </a:r>
            <a:r>
              <a:rPr kumimoji="0" lang="en-US" sz="2400" b="1" i="0" u="none" strike="noStrike" cap="none" normalizeH="0" baseline="0" err="1">
                <a:ln>
                  <a:noFill/>
                </a:ln>
                <a:effectLst/>
                <a:latin typeface="Arial" charset="0"/>
                <a:cs typeface="Arial" charset="0"/>
              </a:rPr>
              <a:t>še</a:t>
            </a:r>
            <a:r>
              <a:rPr kumimoji="0" lang="en-US" sz="2400" b="1" i="0" u="none" strike="noStrike" cap="none" normalizeH="0" baseline="0">
                <a:ln>
                  <a:noFill/>
                </a:ln>
                <a:effectLst/>
                <a:latin typeface="Arial" charset="0"/>
                <a:cs typeface="Arial" charset="0"/>
              </a:rPr>
              <a:t> en SELECT?</a:t>
            </a:r>
            <a:endParaRPr kumimoji="0" lang="sl-SI" sz="2400" b="1" i="0" u="none" strike="noStrike" cap="none" normalizeH="0" baseline="0">
              <a:ln>
                <a:noFill/>
              </a:ln>
              <a:effectLst/>
              <a:latin typeface="Arial" charset="0"/>
              <a:cs typeface="Arial" charset="0"/>
            </a:endParaRPr>
          </a:p>
        </p:txBody>
      </p:sp>
      <p:sp>
        <p:nvSpPr>
          <p:cNvPr id="7" name="Rounded Rectangular Callout 6"/>
          <p:cNvSpPr/>
          <p:nvPr/>
        </p:nvSpPr>
        <p:spPr bwMode="auto">
          <a:xfrm>
            <a:off x="6400800" y="4724400"/>
            <a:ext cx="2286000" cy="1600200"/>
          </a:xfrm>
          <a:prstGeom prst="wedgeRoundRectCallout">
            <a:avLst>
              <a:gd name="adj1" fmla="val -109999"/>
              <a:gd name="adj2" fmla="val -62624"/>
              <a:gd name="adj3" fmla="val 16667"/>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err="1">
                <a:ln>
                  <a:noFill/>
                </a:ln>
                <a:effectLst/>
                <a:latin typeface="Arial" charset="0"/>
                <a:cs typeface="Arial" charset="0"/>
              </a:rPr>
              <a:t>Pazite</a:t>
            </a:r>
            <a:r>
              <a:rPr kumimoji="0" lang="en-US" sz="2400" b="1" i="0" u="none" strike="noStrike" cap="none" normalizeH="0" baseline="0">
                <a:ln>
                  <a:noFill/>
                </a:ln>
                <a:effectLst/>
                <a:latin typeface="Arial" charset="0"/>
                <a:cs typeface="Arial" charset="0"/>
              </a:rPr>
              <a:t> </a:t>
            </a:r>
            <a:r>
              <a:rPr kumimoji="0" lang="en-US" sz="2400" b="1" i="0" u="none" strike="noStrike" cap="none" normalizeH="0" baseline="0" err="1">
                <a:ln>
                  <a:noFill/>
                </a:ln>
                <a:effectLst/>
                <a:latin typeface="Arial" charset="0"/>
                <a:cs typeface="Arial" charset="0"/>
              </a:rPr>
              <a:t>na</a:t>
            </a:r>
            <a:r>
              <a:rPr kumimoji="0" lang="en-US" sz="2400" b="1" i="0" u="none" strike="noStrike" cap="none" normalizeH="0" baseline="0">
                <a:ln>
                  <a:noFill/>
                </a:ln>
                <a:effectLst/>
                <a:latin typeface="Arial" charset="0"/>
                <a:cs typeface="Arial" charset="0"/>
              </a:rPr>
              <a:t> </a:t>
            </a:r>
            <a:r>
              <a:rPr kumimoji="0" lang="en-US" sz="2400" b="1" i="0" u="none" strike="noStrike" cap="none" normalizeH="0" baseline="0" err="1">
                <a:ln>
                  <a:noFill/>
                </a:ln>
                <a:effectLst/>
                <a:latin typeface="Arial" charset="0"/>
                <a:cs typeface="Arial" charset="0"/>
              </a:rPr>
              <a:t>vel</a:t>
            </a:r>
            <a:r>
              <a:rPr lang="en-US" sz="2400" b="1" err="1"/>
              <a:t>ikost</a:t>
            </a:r>
            <a:r>
              <a:rPr lang="en-US" sz="2400" b="1"/>
              <a:t> </a:t>
            </a:r>
            <a:r>
              <a:rPr lang="en-US" sz="2400" b="1" err="1"/>
              <a:t>črk</a:t>
            </a:r>
            <a:r>
              <a:rPr lang="en-US" sz="2400" b="1"/>
              <a:t> </a:t>
            </a:r>
            <a:r>
              <a:rPr lang="en-US" sz="2400" b="1" err="1"/>
              <a:t>pri</a:t>
            </a:r>
            <a:r>
              <a:rPr kumimoji="0" lang="en-US" sz="2400" b="1" i="0" u="none" strike="noStrike" cap="none" normalizeH="0" baseline="0">
                <a:ln>
                  <a:noFill/>
                </a:ln>
                <a:effectLst/>
                <a:latin typeface="Arial" charset="0"/>
                <a:cs typeface="Arial" charset="0"/>
              </a:rPr>
              <a:t> </a:t>
            </a:r>
            <a:r>
              <a:rPr kumimoji="0" lang="en-US" sz="2400" b="1" i="0" u="none" strike="noStrike" cap="none" normalizeH="0" baseline="0" err="1">
                <a:ln>
                  <a:noFill/>
                </a:ln>
                <a:effectLst/>
                <a:latin typeface="Arial" charset="0"/>
                <a:cs typeface="Arial" charset="0"/>
              </a:rPr>
              <a:t>imenih</a:t>
            </a:r>
            <a:r>
              <a:rPr kumimoji="0" lang="en-US" sz="2400" b="1" i="0" u="none" strike="noStrike" cap="none" normalizeH="0" baseline="0">
                <a:ln>
                  <a:noFill/>
                </a:ln>
                <a:effectLst/>
                <a:latin typeface="Arial" charset="0"/>
                <a:cs typeface="Arial" charset="0"/>
              </a:rPr>
              <a:t> </a:t>
            </a:r>
            <a:r>
              <a:rPr kumimoji="0" lang="en-US" sz="2400" b="1" i="0" u="none" strike="noStrike" cap="none" normalizeH="0" baseline="0" err="1">
                <a:ln>
                  <a:noFill/>
                </a:ln>
                <a:effectLst/>
                <a:latin typeface="Arial" charset="0"/>
                <a:cs typeface="Arial" charset="0"/>
              </a:rPr>
              <a:t>atributov</a:t>
            </a:r>
            <a:endParaRPr kumimoji="0" lang="sl-SI" sz="2400" b="1" i="0" u="none" strike="noStrike" cap="none" normalizeH="0" baseline="0">
              <a:ln>
                <a:noFill/>
              </a:ln>
              <a:effectLst/>
              <a:latin typeface="Arial" charset="0"/>
              <a:cs typeface="Arial" charset="0"/>
            </a:endParaRPr>
          </a:p>
        </p:txBody>
      </p:sp>
      <p:sp>
        <p:nvSpPr>
          <p:cNvPr id="10" name="Rounded Rectangular Callout 9"/>
          <p:cNvSpPr/>
          <p:nvPr/>
        </p:nvSpPr>
        <p:spPr bwMode="auto">
          <a:xfrm>
            <a:off x="3124200" y="5562600"/>
            <a:ext cx="2743200" cy="914400"/>
          </a:xfrm>
          <a:prstGeom prst="wedgeRoundRectCallout">
            <a:avLst>
              <a:gd name="adj1" fmla="val -73610"/>
              <a:gd name="adj2" fmla="val -18873"/>
              <a:gd name="adj3" fmla="val 16667"/>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effectLst/>
                <a:latin typeface="Arial" charset="0"/>
                <a:cs typeface="Arial" charset="0"/>
              </a:rPr>
              <a:t>COMMIT</a:t>
            </a:r>
            <a:r>
              <a:rPr kumimoji="0" lang="en-US" sz="2400" b="1" i="0" u="none" strike="noStrike" cap="none" normalizeH="0">
                <a:ln>
                  <a:noFill/>
                </a:ln>
                <a:effectLst/>
                <a:latin typeface="Arial" charset="0"/>
                <a:cs typeface="Arial" charset="0"/>
              </a:rPr>
              <a:t> </a:t>
            </a:r>
            <a:r>
              <a:rPr kumimoji="0" lang="en-US" sz="2400" b="1" i="0" u="none" strike="noStrike" cap="none" normalizeH="0" err="1">
                <a:ln>
                  <a:noFill/>
                </a:ln>
                <a:effectLst/>
                <a:latin typeface="Arial" charset="0"/>
                <a:cs typeface="Arial" charset="0"/>
              </a:rPr>
              <a:t>zares</a:t>
            </a:r>
            <a:r>
              <a:rPr kumimoji="0" lang="en-US" sz="2400" b="1" i="0" u="none" strike="noStrike" cap="none" normalizeH="0">
                <a:ln>
                  <a:noFill/>
                </a:ln>
                <a:effectLst/>
                <a:latin typeface="Arial" charset="0"/>
                <a:cs typeface="Arial" charset="0"/>
              </a:rPr>
              <a:t> </a:t>
            </a:r>
            <a:r>
              <a:rPr kumimoji="0" lang="en-US" sz="2400" b="1" i="0" u="none" strike="noStrike" cap="none" normalizeH="0" err="1">
                <a:ln>
                  <a:noFill/>
                </a:ln>
                <a:effectLst/>
                <a:latin typeface="Arial" charset="0"/>
                <a:cs typeface="Arial" charset="0"/>
              </a:rPr>
              <a:t>zapiše</a:t>
            </a:r>
            <a:r>
              <a:rPr kumimoji="0" lang="en-US" sz="2400" b="1" i="0" u="none" strike="noStrike" cap="none" normalizeH="0">
                <a:ln>
                  <a:noFill/>
                </a:ln>
                <a:effectLst/>
                <a:latin typeface="Arial" charset="0"/>
                <a:cs typeface="Arial" charset="0"/>
              </a:rPr>
              <a:t> v </a:t>
            </a:r>
            <a:r>
              <a:rPr kumimoji="0" lang="en-US" sz="2400" b="1" i="0" u="none" strike="noStrike" cap="none" normalizeH="0" err="1">
                <a:ln>
                  <a:noFill/>
                </a:ln>
                <a:effectLst/>
                <a:latin typeface="Arial" charset="0"/>
                <a:cs typeface="Arial" charset="0"/>
              </a:rPr>
              <a:t>bazo</a:t>
            </a:r>
            <a:endParaRPr kumimoji="0" lang="sl-SI" sz="2400" b="1" i="0" u="none" strike="noStrike" cap="none" normalizeH="0" baseline="0">
              <a:ln>
                <a:noFill/>
              </a:ln>
              <a:effectLst/>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1" y="3377172"/>
            <a:ext cx="4724400" cy="3192628"/>
          </a:xfrm>
          <a:prstGeom prst="rect">
            <a:avLst/>
          </a:prstGeom>
        </p:spPr>
      </p:pic>
      <p:sp>
        <p:nvSpPr>
          <p:cNvPr id="2" name="Title 1"/>
          <p:cNvSpPr>
            <a:spLocks noGrp="1"/>
          </p:cNvSpPr>
          <p:nvPr>
            <p:ph type="title"/>
          </p:nvPr>
        </p:nvSpPr>
        <p:spPr/>
        <p:txBody>
          <a:bodyPr/>
          <a:lstStyle/>
          <a:p>
            <a:r>
              <a:rPr lang="en-US"/>
              <a:t>Microsoft Excel in ODBC</a:t>
            </a:r>
            <a:endParaRPr lang="sl-SI"/>
          </a:p>
        </p:txBody>
      </p:sp>
      <p:sp>
        <p:nvSpPr>
          <p:cNvPr id="3" name="Content Placeholder 2"/>
          <p:cNvSpPr>
            <a:spLocks noGrp="1"/>
          </p:cNvSpPr>
          <p:nvPr>
            <p:ph idx="1"/>
          </p:nvPr>
        </p:nvSpPr>
        <p:spPr>
          <a:xfrm>
            <a:off x="762000" y="2286000"/>
            <a:ext cx="8085195" cy="1752624"/>
          </a:xfrm>
        </p:spPr>
        <p:txBody>
          <a:bodyPr/>
          <a:lstStyle/>
          <a:p>
            <a:r>
              <a:rPr lang="en-US" sz="2000" err="1"/>
              <a:t>Izberite</a:t>
            </a:r>
            <a:r>
              <a:rPr lang="en-US" sz="2000"/>
              <a:t> </a:t>
            </a:r>
            <a:br>
              <a:rPr lang="en-US" sz="2000"/>
            </a:br>
            <a:r>
              <a:rPr lang="en-US" sz="1800"/>
              <a:t>Data-&gt;From Other Sources-&gt;From Microsoft Query</a:t>
            </a:r>
          </a:p>
          <a:p>
            <a:r>
              <a:rPr lang="en-US" sz="1800" err="1"/>
              <a:t>Izberite</a:t>
            </a:r>
            <a:r>
              <a:rPr lang="en-US" sz="1800"/>
              <a:t> </a:t>
            </a:r>
            <a:r>
              <a:rPr lang="en-US" sz="1800" err="1"/>
              <a:t>vir</a:t>
            </a:r>
            <a:r>
              <a:rPr lang="en-US" sz="1800"/>
              <a:t> </a:t>
            </a:r>
            <a:r>
              <a:rPr lang="en-US" sz="1800" err="1"/>
              <a:t>podatkov</a:t>
            </a:r>
            <a:r>
              <a:rPr lang="en-US" sz="1800"/>
              <a:t>, </a:t>
            </a:r>
            <a:r>
              <a:rPr lang="en-US" sz="1800" err="1"/>
              <a:t>kot</a:t>
            </a:r>
            <a:r>
              <a:rPr lang="en-US" sz="1800"/>
              <a:t> </a:t>
            </a:r>
            <a:r>
              <a:rPr lang="en-US" sz="1800" err="1"/>
              <a:t>definirano</a:t>
            </a:r>
            <a:r>
              <a:rPr lang="en-US" sz="1800"/>
              <a:t> v ODBC Data Sources (</a:t>
            </a:r>
            <a:r>
              <a:rPr lang="en-US" sz="1800" err="1"/>
              <a:t>npr</a:t>
            </a:r>
            <a:r>
              <a:rPr lang="en-US" sz="1800"/>
              <a:t>. FRI)</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Microsoft Excel in ODBC</a:t>
            </a:r>
            <a:endParaRPr lang="sl-SI"/>
          </a:p>
        </p:txBody>
      </p:sp>
      <p:sp>
        <p:nvSpPr>
          <p:cNvPr id="3" name="Content Placeholder 2"/>
          <p:cNvSpPr>
            <a:spLocks noGrp="1"/>
          </p:cNvSpPr>
          <p:nvPr>
            <p:ph idx="1"/>
          </p:nvPr>
        </p:nvSpPr>
        <p:spPr>
          <a:xfrm>
            <a:off x="762001" y="2362200"/>
            <a:ext cx="4343400" cy="2057400"/>
          </a:xfrm>
        </p:spPr>
        <p:txBody>
          <a:bodyPr/>
          <a:lstStyle/>
          <a:p>
            <a:r>
              <a:rPr lang="en-US" sz="2000"/>
              <a:t>Ne </a:t>
            </a:r>
            <a:r>
              <a:rPr lang="en-US" sz="2000" err="1"/>
              <a:t>izberite</a:t>
            </a:r>
            <a:r>
              <a:rPr lang="en-US" sz="2000"/>
              <a:t> </a:t>
            </a:r>
            <a:r>
              <a:rPr lang="en-US" sz="2000" err="1"/>
              <a:t>nobene</a:t>
            </a:r>
            <a:r>
              <a:rPr lang="en-US" sz="2000"/>
              <a:t> </a:t>
            </a:r>
            <a:r>
              <a:rPr lang="en-US" sz="2000" err="1"/>
              <a:t>tabele</a:t>
            </a:r>
            <a:r>
              <a:rPr lang="en-US" sz="2000"/>
              <a:t> </a:t>
            </a:r>
            <a:br>
              <a:rPr lang="en-US" sz="2000"/>
            </a:br>
            <a:r>
              <a:rPr lang="en-US" sz="2000"/>
              <a:t>(</a:t>
            </a:r>
            <a:r>
              <a:rPr lang="en-US" sz="2000" err="1"/>
              <a:t>gumb</a:t>
            </a:r>
            <a:r>
              <a:rPr lang="en-US" sz="2000"/>
              <a:t> Close)</a:t>
            </a:r>
          </a:p>
          <a:p>
            <a:r>
              <a:rPr lang="en-US" sz="2000" err="1"/>
              <a:t>Izberite</a:t>
            </a:r>
            <a:r>
              <a:rPr lang="en-US" sz="2000"/>
              <a:t> File-&gt;Execute SQL</a:t>
            </a:r>
          </a:p>
          <a:p>
            <a:r>
              <a:rPr lang="en-US" sz="2000" err="1"/>
              <a:t>Vnesite</a:t>
            </a:r>
            <a:r>
              <a:rPr lang="en-US" sz="2000"/>
              <a:t> SQL </a:t>
            </a:r>
            <a:r>
              <a:rPr lang="en-US" sz="2000" err="1"/>
              <a:t>poizvedbo</a:t>
            </a:r>
            <a:r>
              <a:rPr lang="en-US" sz="2000"/>
              <a:t> in </a:t>
            </a:r>
            <a:r>
              <a:rPr lang="en-US" sz="2000" err="1"/>
              <a:t>pritisnite</a:t>
            </a:r>
            <a:r>
              <a:rPr lang="en-US" sz="2000"/>
              <a:t> </a:t>
            </a:r>
            <a:r>
              <a:rPr lang="en-US" sz="2000" err="1"/>
              <a:t>gumb</a:t>
            </a:r>
            <a:r>
              <a:rPr lang="en-US" sz="2000"/>
              <a:t> Execute</a:t>
            </a:r>
          </a:p>
        </p:txBody>
      </p:sp>
      <p:grpSp>
        <p:nvGrpSpPr>
          <p:cNvPr id="5" name="Group 7"/>
          <p:cNvGrpSpPr/>
          <p:nvPr/>
        </p:nvGrpSpPr>
        <p:grpSpPr>
          <a:xfrm>
            <a:off x="5104816" y="3194041"/>
            <a:ext cx="4039184" cy="3663959"/>
            <a:chOff x="876008" y="2625714"/>
            <a:chExt cx="4039184" cy="3663959"/>
          </a:xfrm>
        </p:grpSpPr>
        <p:pic>
          <p:nvPicPr>
            <p:cNvPr id="6812675" name="Picture 3"/>
            <p:cNvPicPr>
              <a:picLocks noChangeAspect="1" noChangeArrowheads="1"/>
            </p:cNvPicPr>
            <p:nvPr/>
          </p:nvPicPr>
          <p:blipFill>
            <a:blip r:embed="rId2" cstate="print"/>
            <a:srcRect/>
            <a:stretch>
              <a:fillRect/>
            </a:stretch>
          </p:blipFill>
          <p:spPr bwMode="auto">
            <a:xfrm>
              <a:off x="876008" y="2625714"/>
              <a:ext cx="4039184" cy="3663959"/>
            </a:xfrm>
            <a:prstGeom prst="rect">
              <a:avLst/>
            </a:prstGeom>
            <a:noFill/>
            <a:ln w="9525">
              <a:noFill/>
              <a:miter lim="800000"/>
              <a:headEnd/>
              <a:tailEnd/>
            </a:ln>
          </p:spPr>
        </p:pic>
        <p:sp>
          <p:nvSpPr>
            <p:cNvPr id="6" name="Oval 5"/>
            <p:cNvSpPr/>
            <p:nvPr/>
          </p:nvSpPr>
          <p:spPr bwMode="auto">
            <a:xfrm>
              <a:off x="3672763" y="2990844"/>
              <a:ext cx="1242429" cy="547695"/>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bg1"/>
                </a:solidFill>
                <a:effectLst/>
                <a:latin typeface="Trebuchet MS" pitchFamily="34" charset="0"/>
              </a:endParaRPr>
            </a:p>
          </p:txBody>
        </p:sp>
      </p:grpSp>
      <p:sp>
        <p:nvSpPr>
          <p:cNvPr id="10" name="Rounded Rectangular Callout 9"/>
          <p:cNvSpPr/>
          <p:nvPr/>
        </p:nvSpPr>
        <p:spPr bwMode="auto">
          <a:xfrm>
            <a:off x="762000" y="4953000"/>
            <a:ext cx="3651300" cy="1789137"/>
          </a:xfrm>
          <a:prstGeom prst="wedgeRoundRectCallout">
            <a:avLst>
              <a:gd name="adj1" fmla="val 79464"/>
              <a:gd name="adj2" fmla="val -74931"/>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Trebuchet MS" pitchFamily="34" charset="0"/>
              </a:rPr>
              <a:t>SQL </a:t>
            </a:r>
            <a:r>
              <a:rPr kumimoji="0" lang="en-US" sz="1800" b="0" i="0" u="none" strike="noStrike" cap="none" normalizeH="0" baseline="0" err="1">
                <a:ln>
                  <a:noFill/>
                </a:ln>
                <a:solidFill>
                  <a:schemeClr val="tx1"/>
                </a:solidFill>
                <a:effectLst/>
                <a:latin typeface="Trebuchet MS" pitchFamily="34" charset="0"/>
              </a:rPr>
              <a:t>poizvedbo</a:t>
            </a:r>
            <a:r>
              <a:rPr kumimoji="0" lang="en-US" sz="1800" b="0" i="0" u="none" strike="noStrike" cap="none" normalizeH="0" baseline="0">
                <a:ln>
                  <a:noFill/>
                </a:ln>
                <a:solidFill>
                  <a:schemeClr val="tx1"/>
                </a:solidFill>
                <a:effectLst/>
                <a:latin typeface="Trebuchet MS" pitchFamily="34" charset="0"/>
              </a:rPr>
              <a:t> je </a:t>
            </a:r>
            <a:r>
              <a:rPr kumimoji="0" lang="en-US" sz="1800" b="0" i="0" u="none" strike="noStrike" cap="none" normalizeH="0" baseline="0" err="1">
                <a:ln>
                  <a:noFill/>
                </a:ln>
                <a:solidFill>
                  <a:schemeClr val="tx1"/>
                </a:solidFill>
                <a:effectLst/>
                <a:latin typeface="Trebuchet MS" pitchFamily="34" charset="0"/>
              </a:rPr>
              <a:t>smiselno</a:t>
            </a:r>
            <a:r>
              <a:rPr kumimoji="0" lang="en-US" sz="1800" b="0" i="0" u="none" strike="noStrike" cap="none" normalizeH="0">
                <a:ln>
                  <a:noFill/>
                </a:ln>
                <a:solidFill>
                  <a:schemeClr val="tx1"/>
                </a:solidFill>
                <a:effectLst/>
                <a:latin typeface="Trebuchet MS" pitchFamily="34" charset="0"/>
              </a:rPr>
              <a:t> </a:t>
            </a:r>
            <a:r>
              <a:rPr kumimoji="0" lang="en-US" sz="1800" b="0" i="0" u="none" strike="noStrike" cap="none" normalizeH="0" err="1">
                <a:ln>
                  <a:noFill/>
                </a:ln>
                <a:solidFill>
                  <a:schemeClr val="tx1"/>
                </a:solidFill>
                <a:effectLst/>
                <a:latin typeface="Trebuchet MS" pitchFamily="34" charset="0"/>
              </a:rPr>
              <a:t>napisati</a:t>
            </a:r>
            <a:r>
              <a:rPr kumimoji="0" lang="en-US" sz="1800" b="0" i="0" u="none" strike="noStrike" cap="none" normalizeH="0">
                <a:ln>
                  <a:noFill/>
                </a:ln>
                <a:solidFill>
                  <a:schemeClr val="tx1"/>
                </a:solidFill>
                <a:effectLst/>
                <a:latin typeface="Trebuchet MS" pitchFamily="34" charset="0"/>
              </a:rPr>
              <a:t> in </a:t>
            </a:r>
            <a:r>
              <a:rPr kumimoji="0" lang="en-US" sz="1800" b="0" i="0" u="none" strike="noStrike" cap="none" normalizeH="0" err="1">
                <a:ln>
                  <a:noFill/>
                </a:ln>
                <a:solidFill>
                  <a:schemeClr val="tx1"/>
                </a:solidFill>
                <a:effectLst/>
                <a:latin typeface="Trebuchet MS" pitchFamily="34" charset="0"/>
              </a:rPr>
              <a:t>preveriti</a:t>
            </a:r>
            <a:r>
              <a:rPr kumimoji="0" lang="en-US" sz="1800" b="0" i="0" u="none" strike="noStrike" cap="none" normalizeH="0">
                <a:ln>
                  <a:noFill/>
                </a:ln>
                <a:solidFill>
                  <a:schemeClr val="tx1"/>
                </a:solidFill>
                <a:effectLst/>
                <a:latin typeface="Trebuchet MS" pitchFamily="34" charset="0"/>
              </a:rPr>
              <a:t>  v </a:t>
            </a:r>
            <a:r>
              <a:rPr kumimoji="0" lang="en-US" sz="1800" b="0" i="0" u="none" strike="noStrike" cap="none" normalizeH="0" err="1">
                <a:ln>
                  <a:noFill/>
                </a:ln>
                <a:solidFill>
                  <a:schemeClr val="tx1"/>
                </a:solidFill>
                <a:effectLst/>
                <a:latin typeface="Trebuchet MS" pitchFamily="34" charset="0"/>
              </a:rPr>
              <a:t>za</a:t>
            </a:r>
            <a:r>
              <a:rPr kumimoji="0" lang="en-US" sz="1800" b="0" i="0" u="none" strike="noStrike" cap="none" normalizeH="0">
                <a:ln>
                  <a:noFill/>
                </a:ln>
                <a:solidFill>
                  <a:schemeClr val="tx1"/>
                </a:solidFill>
                <a:effectLst/>
                <a:latin typeface="Trebuchet MS" pitchFamily="34" charset="0"/>
              </a:rPr>
              <a:t> to </a:t>
            </a:r>
            <a:r>
              <a:rPr kumimoji="0" lang="en-US" sz="1800" b="0" i="0" u="none" strike="noStrike" cap="none" normalizeH="0" err="1">
                <a:ln>
                  <a:noFill/>
                </a:ln>
                <a:solidFill>
                  <a:schemeClr val="tx1"/>
                </a:solidFill>
                <a:effectLst/>
                <a:latin typeface="Trebuchet MS" pitchFamily="34" charset="0"/>
              </a:rPr>
              <a:t>namenjenem</a:t>
            </a:r>
            <a:r>
              <a:rPr kumimoji="0" lang="en-US" sz="1800" b="0" i="0" u="none" strike="noStrike" cap="none" normalizeH="0">
                <a:ln>
                  <a:noFill/>
                </a:ln>
                <a:solidFill>
                  <a:schemeClr val="tx1"/>
                </a:solidFill>
                <a:effectLst/>
                <a:latin typeface="Trebuchet MS" pitchFamily="34" charset="0"/>
              </a:rPr>
              <a:t> </a:t>
            </a:r>
            <a:r>
              <a:rPr kumimoji="0" lang="en-US" sz="1800" b="0" i="0" u="none" strike="noStrike" cap="none" normalizeH="0" err="1">
                <a:ln>
                  <a:noFill/>
                </a:ln>
                <a:solidFill>
                  <a:schemeClr val="tx1"/>
                </a:solidFill>
                <a:effectLst/>
                <a:latin typeface="Trebuchet MS" pitchFamily="34" charset="0"/>
              </a:rPr>
              <a:t>okolju</a:t>
            </a:r>
            <a:r>
              <a:rPr kumimoji="0" lang="en-US" sz="1800" b="0" i="0" u="none" strike="noStrike" cap="none" normalizeH="0">
                <a:ln>
                  <a:noFill/>
                </a:ln>
                <a:solidFill>
                  <a:schemeClr val="tx1"/>
                </a:solidFill>
                <a:effectLst/>
                <a:latin typeface="Trebuchet MS" pitchFamily="34" charset="0"/>
              </a:rPr>
              <a:t> (SQL Developer, </a:t>
            </a:r>
            <a:r>
              <a:rPr kumimoji="0" lang="en-US" sz="1800" b="0" i="0" u="none" strike="noStrike" cap="none" normalizeH="0" err="1">
                <a:ln>
                  <a:noFill/>
                </a:ln>
                <a:solidFill>
                  <a:schemeClr val="tx1"/>
                </a:solidFill>
                <a:effectLst/>
                <a:latin typeface="Trebuchet MS" pitchFamily="34" charset="0"/>
              </a:rPr>
              <a:t>MySQL</a:t>
            </a:r>
            <a:r>
              <a:rPr kumimoji="0" lang="en-US" sz="1800" b="0" i="0" u="none" strike="noStrike" cap="none" normalizeH="0">
                <a:ln>
                  <a:noFill/>
                </a:ln>
                <a:solidFill>
                  <a:schemeClr val="tx1"/>
                </a:solidFill>
                <a:effectLst/>
                <a:latin typeface="Trebuchet MS" pitchFamily="34" charset="0"/>
              </a:rPr>
              <a:t> Workbench) ob </a:t>
            </a:r>
            <a:r>
              <a:rPr kumimoji="0" lang="en-US" sz="1800" b="0" i="0" u="none" strike="noStrike" cap="none" normalizeH="0" err="1">
                <a:ln>
                  <a:noFill/>
                </a:ln>
                <a:solidFill>
                  <a:schemeClr val="tx1"/>
                </a:solidFill>
                <a:effectLst/>
                <a:latin typeface="Trebuchet MS" pitchFamily="34" charset="0"/>
              </a:rPr>
              <a:t>upoštevanju</a:t>
            </a:r>
            <a:r>
              <a:rPr kumimoji="0" lang="en-US" sz="1800" b="0" i="0" u="none" strike="noStrike" cap="none" normalizeH="0">
                <a:ln>
                  <a:noFill/>
                </a:ln>
                <a:solidFill>
                  <a:schemeClr val="tx1"/>
                </a:solidFill>
                <a:effectLst/>
                <a:latin typeface="Trebuchet MS" pitchFamily="34" charset="0"/>
              </a:rPr>
              <a:t> ODBC </a:t>
            </a:r>
            <a:r>
              <a:rPr kumimoji="0" lang="en-US" sz="1800" b="0" i="0" u="none" strike="noStrike" cap="none" normalizeH="0" err="1">
                <a:ln>
                  <a:noFill/>
                </a:ln>
                <a:solidFill>
                  <a:schemeClr val="tx1"/>
                </a:solidFill>
                <a:effectLst/>
                <a:latin typeface="Trebuchet MS" pitchFamily="34" charset="0"/>
              </a:rPr>
              <a:t>omejitev</a:t>
            </a:r>
            <a:r>
              <a:rPr kumimoji="0" lang="en-US" sz="1800" b="0" i="0" u="none" strike="noStrike" cap="none" normalizeH="0">
                <a:ln>
                  <a:noFill/>
                </a:ln>
                <a:solidFill>
                  <a:schemeClr val="tx1"/>
                </a:solidFill>
                <a:effectLst/>
                <a:latin typeface="Trebuchet MS" pitchFamily="34" charset="0"/>
              </a:rPr>
              <a:t>.</a:t>
            </a:r>
            <a:endParaRPr kumimoji="0" lang="sl-SI" sz="1800" b="0" i="0" u="none" strike="noStrike" cap="none" normalizeH="0" baseline="0">
              <a:ln>
                <a:noFill/>
              </a:ln>
              <a:solidFill>
                <a:schemeClr val="tx1"/>
              </a:solidFill>
              <a:effectLst/>
              <a:latin typeface="Trebuchet MS"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Microsoft Excel in ODBC</a:t>
            </a:r>
            <a:endParaRPr lang="sl-SI"/>
          </a:p>
        </p:txBody>
      </p:sp>
      <p:sp>
        <p:nvSpPr>
          <p:cNvPr id="3" name="Content Placeholder 2"/>
          <p:cNvSpPr>
            <a:spLocks noGrp="1"/>
          </p:cNvSpPr>
          <p:nvPr>
            <p:ph idx="1"/>
          </p:nvPr>
        </p:nvSpPr>
        <p:spPr>
          <a:xfrm>
            <a:off x="762000" y="5356210"/>
            <a:ext cx="8085195" cy="1501790"/>
          </a:xfrm>
        </p:spPr>
        <p:txBody>
          <a:bodyPr/>
          <a:lstStyle/>
          <a:p>
            <a:r>
              <a:rPr lang="en-US" sz="2000" err="1"/>
              <a:t>Izberite</a:t>
            </a:r>
            <a:r>
              <a:rPr lang="en-US" sz="2000"/>
              <a:t> File-&gt;Return Data to Microsoft Excel</a:t>
            </a:r>
          </a:p>
          <a:p>
            <a:r>
              <a:rPr lang="en-US" sz="2000"/>
              <a:t>V </a:t>
            </a:r>
            <a:r>
              <a:rPr lang="en-US" sz="2000" err="1"/>
              <a:t>Excelu</a:t>
            </a:r>
            <a:r>
              <a:rPr lang="en-US" sz="2000"/>
              <a:t> </a:t>
            </a:r>
            <a:r>
              <a:rPr lang="en-US" sz="2000" err="1"/>
              <a:t>dobite</a:t>
            </a:r>
            <a:r>
              <a:rPr lang="en-US" sz="2000"/>
              <a:t> </a:t>
            </a:r>
            <a:r>
              <a:rPr lang="en-US" sz="2000" err="1"/>
              <a:t>tabelo</a:t>
            </a:r>
            <a:r>
              <a:rPr lang="en-US" sz="2000"/>
              <a:t> z </a:t>
            </a:r>
            <a:r>
              <a:rPr lang="en-US" sz="2000" err="1"/>
              <a:t>rezultatom</a:t>
            </a:r>
            <a:endParaRPr lang="en-US" sz="2000"/>
          </a:p>
          <a:p>
            <a:r>
              <a:rPr lang="en-US" sz="2000" err="1"/>
              <a:t>Odvisno</a:t>
            </a:r>
            <a:r>
              <a:rPr lang="en-US" sz="2000"/>
              <a:t> </a:t>
            </a:r>
            <a:r>
              <a:rPr lang="en-US" sz="2000" err="1"/>
              <a:t>od</a:t>
            </a:r>
            <a:r>
              <a:rPr lang="en-US" sz="2000"/>
              <a:t> </a:t>
            </a:r>
            <a:r>
              <a:rPr lang="en-US" sz="2000" err="1"/>
              <a:t>definicije</a:t>
            </a:r>
            <a:r>
              <a:rPr lang="en-US" sz="2000"/>
              <a:t> DSN (z </a:t>
            </a:r>
            <a:r>
              <a:rPr lang="en-US" sz="2000" err="1"/>
              <a:t>ali</a:t>
            </a:r>
            <a:r>
              <a:rPr lang="en-US" sz="2000"/>
              <a:t> </a:t>
            </a:r>
            <a:r>
              <a:rPr lang="en-US" sz="2000" err="1"/>
              <a:t>brez</a:t>
            </a:r>
            <a:r>
              <a:rPr lang="en-US" sz="2000"/>
              <a:t> </a:t>
            </a:r>
            <a:r>
              <a:rPr lang="en-US" sz="2000" err="1"/>
              <a:t>gesla</a:t>
            </a:r>
            <a:r>
              <a:rPr lang="en-US" sz="2000"/>
              <a:t>) je </a:t>
            </a:r>
            <a:r>
              <a:rPr lang="en-US" sz="2000" err="1"/>
              <a:t>občasno</a:t>
            </a:r>
            <a:r>
              <a:rPr lang="en-US" sz="2000"/>
              <a:t> </a:t>
            </a:r>
            <a:r>
              <a:rPr lang="en-US" sz="2000" err="1"/>
              <a:t>potrebno</a:t>
            </a:r>
            <a:r>
              <a:rPr lang="en-US" sz="2000"/>
              <a:t> </a:t>
            </a:r>
            <a:r>
              <a:rPr lang="en-US" sz="2000" err="1"/>
              <a:t>vnesti</a:t>
            </a:r>
            <a:r>
              <a:rPr lang="en-US" sz="2000"/>
              <a:t> </a:t>
            </a:r>
            <a:r>
              <a:rPr lang="en-US" sz="2000" err="1"/>
              <a:t>ime</a:t>
            </a:r>
            <a:r>
              <a:rPr lang="en-US" sz="2000"/>
              <a:t> in </a:t>
            </a:r>
            <a:r>
              <a:rPr lang="en-US" sz="2000" err="1"/>
              <a:t>geslo</a:t>
            </a:r>
            <a:r>
              <a:rPr lang="en-US" sz="2000"/>
              <a:t> </a:t>
            </a:r>
            <a:r>
              <a:rPr lang="en-US" sz="2000" err="1"/>
              <a:t>za</a:t>
            </a:r>
            <a:r>
              <a:rPr lang="en-US" sz="2000"/>
              <a:t> </a:t>
            </a:r>
            <a:r>
              <a:rPr lang="en-US" sz="2000" err="1"/>
              <a:t>dostop</a:t>
            </a:r>
            <a:r>
              <a:rPr lang="en-US" sz="2000"/>
              <a:t> do </a:t>
            </a:r>
            <a:r>
              <a:rPr lang="en-US" sz="2000" err="1"/>
              <a:t>podatkovne</a:t>
            </a:r>
            <a:r>
              <a:rPr lang="en-US" sz="2000"/>
              <a:t> </a:t>
            </a:r>
            <a:r>
              <a:rPr lang="en-US" sz="2000" err="1"/>
              <a:t>baze</a:t>
            </a:r>
            <a:endParaRPr lang="en-US" sz="2000"/>
          </a:p>
        </p:txBody>
      </p:sp>
      <p:grpSp>
        <p:nvGrpSpPr>
          <p:cNvPr id="5" name="Group 6"/>
          <p:cNvGrpSpPr/>
          <p:nvPr/>
        </p:nvGrpSpPr>
        <p:grpSpPr>
          <a:xfrm>
            <a:off x="0" y="1828800"/>
            <a:ext cx="9044031" cy="3471877"/>
            <a:chOff x="0" y="1274733"/>
            <a:chExt cx="9044031" cy="3014677"/>
          </a:xfrm>
        </p:grpSpPr>
        <p:pic>
          <p:nvPicPr>
            <p:cNvPr id="6813698" name="Picture 2"/>
            <p:cNvPicPr>
              <a:picLocks noChangeAspect="1" noChangeArrowheads="1"/>
            </p:cNvPicPr>
            <p:nvPr/>
          </p:nvPicPr>
          <p:blipFill>
            <a:blip r:embed="rId2" cstate="print"/>
            <a:srcRect/>
            <a:stretch>
              <a:fillRect/>
            </a:stretch>
          </p:blipFill>
          <p:spPr bwMode="auto">
            <a:xfrm>
              <a:off x="0" y="1274733"/>
              <a:ext cx="9044031" cy="3014677"/>
            </a:xfrm>
            <a:prstGeom prst="rect">
              <a:avLst/>
            </a:prstGeom>
            <a:noFill/>
            <a:ln w="9525">
              <a:noFill/>
              <a:miter lim="800000"/>
              <a:headEnd/>
              <a:tailEnd/>
            </a:ln>
          </p:spPr>
        </p:pic>
        <p:sp>
          <p:nvSpPr>
            <p:cNvPr id="6" name="Oval 5"/>
            <p:cNvSpPr/>
            <p:nvPr/>
          </p:nvSpPr>
          <p:spPr bwMode="auto">
            <a:xfrm>
              <a:off x="0" y="2990844"/>
              <a:ext cx="2089116" cy="32861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bg1"/>
                </a:solidFill>
                <a:effectLst/>
                <a:latin typeface="Trebuchet MS" pitchFamily="34" charset="0"/>
              </a:endParaRPr>
            </a:p>
          </p:txBody>
        </p:sp>
      </p:gr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457200"/>
          </a:xfrm>
        </p:spPr>
        <p:txBody>
          <a:bodyPr/>
          <a:lstStyle/>
          <a:p>
            <a:r>
              <a:rPr lang="en-US" err="1"/>
              <a:t>Rezultat</a:t>
            </a:r>
            <a:r>
              <a:rPr lang="en-US"/>
              <a:t> </a:t>
            </a:r>
            <a:r>
              <a:rPr lang="en-US" err="1"/>
              <a:t>poizvedbe</a:t>
            </a:r>
            <a:r>
              <a:rPr lang="en-US"/>
              <a:t> v </a:t>
            </a:r>
            <a:r>
              <a:rPr lang="en-US" err="1"/>
              <a:t>Excelu</a:t>
            </a:r>
            <a:endParaRPr lang="sl-SI"/>
          </a:p>
        </p:txBody>
      </p:sp>
      <p:pic>
        <p:nvPicPr>
          <p:cNvPr id="6816771" name="Picture 3"/>
          <p:cNvPicPr>
            <a:picLocks noGrp="1" noChangeAspect="1" noChangeArrowheads="1"/>
          </p:cNvPicPr>
          <p:nvPr>
            <p:ph idx="1"/>
          </p:nvPr>
        </p:nvPicPr>
        <p:blipFill>
          <a:blip r:embed="rId2" cstate="print"/>
          <a:srcRect/>
          <a:stretch>
            <a:fillRect/>
          </a:stretch>
        </p:blipFill>
        <p:spPr bwMode="auto">
          <a:xfrm>
            <a:off x="0" y="762000"/>
            <a:ext cx="9191888" cy="6096000"/>
          </a:xfrm>
          <a:prstGeom prst="rect">
            <a:avLst/>
          </a:prstGeom>
          <a:noFill/>
          <a:ln w="9525">
            <a:noFill/>
            <a:miter lim="800000"/>
            <a:headEnd/>
            <a:tailEnd/>
          </a:ln>
        </p:spPr>
      </p:pic>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Microsoft Excel in ODBC</a:t>
            </a:r>
            <a:endParaRPr lang="sl-SI"/>
          </a:p>
        </p:txBody>
      </p:sp>
      <p:sp>
        <p:nvSpPr>
          <p:cNvPr id="3" name="Content Placeholder 2"/>
          <p:cNvSpPr>
            <a:spLocks noGrp="1"/>
          </p:cNvSpPr>
          <p:nvPr>
            <p:ph idx="1"/>
          </p:nvPr>
        </p:nvSpPr>
        <p:spPr>
          <a:xfrm>
            <a:off x="685799" y="2286000"/>
            <a:ext cx="8085195" cy="1617669"/>
          </a:xfrm>
        </p:spPr>
        <p:txBody>
          <a:bodyPr numCol="2"/>
          <a:lstStyle/>
          <a:p>
            <a:r>
              <a:rPr lang="en-US" sz="2400" err="1"/>
              <a:t>Povezave</a:t>
            </a:r>
            <a:r>
              <a:rPr lang="en-US" sz="2400"/>
              <a:t> s </a:t>
            </a:r>
            <a:r>
              <a:rPr lang="en-US" sz="2400" err="1"/>
              <a:t>podatkovno</a:t>
            </a:r>
            <a:r>
              <a:rPr lang="en-US" sz="2400"/>
              <a:t> </a:t>
            </a:r>
            <a:r>
              <a:rPr lang="en-US" sz="2400" err="1"/>
              <a:t>bazo</a:t>
            </a:r>
            <a:r>
              <a:rPr lang="en-US" sz="2400"/>
              <a:t> so "</a:t>
            </a:r>
            <a:r>
              <a:rPr lang="en-US" sz="2400" err="1"/>
              <a:t>žive</a:t>
            </a:r>
            <a:r>
              <a:rPr lang="en-US" sz="2400"/>
              <a:t>"</a:t>
            </a:r>
          </a:p>
          <a:p>
            <a:pPr lvl="1"/>
            <a:r>
              <a:rPr lang="en-US" sz="2000"/>
              <a:t>S </a:t>
            </a:r>
            <a:r>
              <a:rPr lang="en-US" sz="2000" err="1"/>
              <a:t>pritiskom</a:t>
            </a:r>
            <a:r>
              <a:rPr lang="en-US" sz="2000"/>
              <a:t> </a:t>
            </a:r>
            <a:r>
              <a:rPr lang="en-US" sz="2000" err="1"/>
              <a:t>na</a:t>
            </a:r>
            <a:r>
              <a:rPr lang="en-US" sz="2000"/>
              <a:t> Data-&gt; Refresh All </a:t>
            </a:r>
            <a:r>
              <a:rPr lang="en-US" sz="2000" err="1"/>
              <a:t>osvežite</a:t>
            </a:r>
            <a:r>
              <a:rPr lang="en-US" sz="2000"/>
              <a:t> </a:t>
            </a:r>
            <a:r>
              <a:rPr lang="en-US" sz="2000" err="1"/>
              <a:t>vsebino</a:t>
            </a:r>
            <a:r>
              <a:rPr lang="en-US" sz="2000"/>
              <a:t> </a:t>
            </a:r>
            <a:r>
              <a:rPr lang="en-US" sz="2000" err="1"/>
              <a:t>rezultata</a:t>
            </a:r>
            <a:r>
              <a:rPr lang="en-US" sz="2000"/>
              <a:t> </a:t>
            </a:r>
            <a:r>
              <a:rPr lang="en-US" sz="2000" err="1"/>
              <a:t>poizvedbe</a:t>
            </a:r>
            <a:endParaRPr lang="en-US" sz="2000"/>
          </a:p>
          <a:p>
            <a:r>
              <a:rPr lang="en-US" sz="2400" err="1"/>
              <a:t>Urejanje</a:t>
            </a:r>
            <a:r>
              <a:rPr lang="en-US" sz="2400"/>
              <a:t> </a:t>
            </a:r>
            <a:r>
              <a:rPr lang="en-US" sz="2400" err="1"/>
              <a:t>poizvedb</a:t>
            </a:r>
            <a:endParaRPr lang="en-US" sz="2400"/>
          </a:p>
          <a:p>
            <a:pPr lvl="1"/>
            <a:r>
              <a:rPr lang="en-US" sz="2000" err="1"/>
              <a:t>Pritisnite</a:t>
            </a:r>
            <a:r>
              <a:rPr lang="en-US" sz="2000"/>
              <a:t> Data-&gt;Existing Connections</a:t>
            </a:r>
          </a:p>
          <a:p>
            <a:pPr lvl="1"/>
            <a:r>
              <a:rPr lang="en-US" sz="2000" err="1"/>
              <a:t>Izberite</a:t>
            </a:r>
            <a:r>
              <a:rPr lang="en-US" sz="2000"/>
              <a:t> </a:t>
            </a:r>
            <a:r>
              <a:rPr lang="en-US" sz="2000" err="1"/>
              <a:t>ustrezno</a:t>
            </a:r>
            <a:r>
              <a:rPr lang="en-US" sz="2000"/>
              <a:t> </a:t>
            </a:r>
            <a:r>
              <a:rPr lang="en-US" sz="2000" err="1"/>
              <a:t>poizvedbo</a:t>
            </a:r>
            <a:r>
              <a:rPr lang="en-US" sz="2000"/>
              <a:t> in </a:t>
            </a:r>
            <a:r>
              <a:rPr lang="en-US" sz="2000" err="1"/>
              <a:t>pritisnite</a:t>
            </a:r>
            <a:r>
              <a:rPr lang="en-US" sz="2000"/>
              <a:t> Open</a:t>
            </a:r>
          </a:p>
        </p:txBody>
      </p:sp>
      <p:grpSp>
        <p:nvGrpSpPr>
          <p:cNvPr id="5" name="Group 9"/>
          <p:cNvGrpSpPr/>
          <p:nvPr/>
        </p:nvGrpSpPr>
        <p:grpSpPr>
          <a:xfrm>
            <a:off x="3557511" y="4275566"/>
            <a:ext cx="5586489" cy="2582434"/>
            <a:chOff x="1468394" y="3684591"/>
            <a:chExt cx="5586489" cy="2582434"/>
          </a:xfrm>
        </p:grpSpPr>
        <p:pic>
          <p:nvPicPr>
            <p:cNvPr id="6814723" name="Picture 3"/>
            <p:cNvPicPr>
              <a:picLocks noChangeAspect="1" noChangeArrowheads="1"/>
            </p:cNvPicPr>
            <p:nvPr/>
          </p:nvPicPr>
          <p:blipFill>
            <a:blip r:embed="rId2" cstate="print"/>
            <a:srcRect/>
            <a:stretch>
              <a:fillRect/>
            </a:stretch>
          </p:blipFill>
          <p:spPr bwMode="auto">
            <a:xfrm>
              <a:off x="1468394" y="3684591"/>
              <a:ext cx="5586489" cy="2582434"/>
            </a:xfrm>
            <a:prstGeom prst="rect">
              <a:avLst/>
            </a:prstGeom>
            <a:noFill/>
            <a:ln w="9525">
              <a:noFill/>
              <a:miter lim="800000"/>
              <a:headEnd/>
              <a:tailEnd/>
            </a:ln>
          </p:spPr>
        </p:pic>
        <p:sp>
          <p:nvSpPr>
            <p:cNvPr id="9" name="Oval 8"/>
            <p:cNvSpPr/>
            <p:nvPr/>
          </p:nvSpPr>
          <p:spPr bwMode="auto">
            <a:xfrm>
              <a:off x="4159284" y="5765832"/>
              <a:ext cx="2089116" cy="32861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bg1"/>
                </a:solidFill>
                <a:effectLst/>
                <a:latin typeface="Trebuchet MS" pitchFamily="34" charset="0"/>
              </a:endParaRPr>
            </a:p>
          </p:txBody>
        </p:sp>
      </p:gr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Microsoft Excel in ODBC</a:t>
            </a:r>
            <a:endParaRPr lang="sl-SI"/>
          </a:p>
        </p:txBody>
      </p:sp>
      <p:sp>
        <p:nvSpPr>
          <p:cNvPr id="3" name="Content Placeholder 2"/>
          <p:cNvSpPr>
            <a:spLocks noGrp="1"/>
          </p:cNvSpPr>
          <p:nvPr>
            <p:ph idx="1"/>
          </p:nvPr>
        </p:nvSpPr>
        <p:spPr>
          <a:xfrm>
            <a:off x="381000" y="2220849"/>
            <a:ext cx="4419600" cy="1436751"/>
          </a:xfrm>
        </p:spPr>
        <p:txBody>
          <a:bodyPr/>
          <a:lstStyle/>
          <a:p>
            <a:pPr lvl="1"/>
            <a:r>
              <a:rPr lang="en-US" sz="1800" err="1"/>
              <a:t>Izberite</a:t>
            </a:r>
            <a:r>
              <a:rPr lang="en-US" sz="1800"/>
              <a:t> Properties in </a:t>
            </a:r>
            <a:r>
              <a:rPr lang="en-US" sz="1800" err="1"/>
              <a:t>nato</a:t>
            </a:r>
            <a:r>
              <a:rPr lang="en-US" sz="1800"/>
              <a:t> </a:t>
            </a:r>
            <a:r>
              <a:rPr lang="en-US" sz="1800" err="1"/>
              <a:t>zavihek</a:t>
            </a:r>
            <a:r>
              <a:rPr lang="en-US" sz="1800"/>
              <a:t> Definition</a:t>
            </a:r>
          </a:p>
          <a:p>
            <a:pPr lvl="1"/>
            <a:r>
              <a:rPr lang="en-US" sz="1800"/>
              <a:t>V </a:t>
            </a:r>
            <a:r>
              <a:rPr lang="en-US" sz="1800" err="1"/>
              <a:t>okencu</a:t>
            </a:r>
            <a:r>
              <a:rPr lang="en-US" sz="1800"/>
              <a:t> Command text </a:t>
            </a:r>
            <a:r>
              <a:rPr lang="en-US" sz="1800" err="1"/>
              <a:t>ali</a:t>
            </a:r>
            <a:r>
              <a:rPr lang="en-US" sz="1800"/>
              <a:t> s </a:t>
            </a:r>
            <a:r>
              <a:rPr lang="en-US" sz="1800" err="1"/>
              <a:t>klikom</a:t>
            </a:r>
            <a:r>
              <a:rPr lang="en-US" sz="1800"/>
              <a:t> </a:t>
            </a:r>
            <a:r>
              <a:rPr lang="en-US" sz="1800" err="1"/>
              <a:t>na</a:t>
            </a:r>
            <a:r>
              <a:rPr lang="en-US" sz="1800"/>
              <a:t> Edit Query </a:t>
            </a:r>
            <a:r>
              <a:rPr lang="en-US" sz="1800" err="1"/>
              <a:t>lahko</a:t>
            </a:r>
            <a:r>
              <a:rPr lang="en-US" sz="1800"/>
              <a:t> </a:t>
            </a:r>
            <a:r>
              <a:rPr lang="en-US" sz="1800" err="1"/>
              <a:t>popravimo</a:t>
            </a:r>
            <a:r>
              <a:rPr lang="en-US" sz="1800"/>
              <a:t> </a:t>
            </a:r>
            <a:r>
              <a:rPr lang="en-US" sz="1800" err="1"/>
              <a:t>poizvedbo</a:t>
            </a:r>
            <a:endParaRPr lang="en-US" sz="1800"/>
          </a:p>
        </p:txBody>
      </p:sp>
      <p:grpSp>
        <p:nvGrpSpPr>
          <p:cNvPr id="5" name="Group 11"/>
          <p:cNvGrpSpPr/>
          <p:nvPr/>
        </p:nvGrpSpPr>
        <p:grpSpPr>
          <a:xfrm>
            <a:off x="533400" y="3733800"/>
            <a:ext cx="4000608" cy="3036421"/>
            <a:chOff x="299979" y="3021449"/>
            <a:chExt cx="4000608" cy="3036421"/>
          </a:xfrm>
        </p:grpSpPr>
        <p:pic>
          <p:nvPicPr>
            <p:cNvPr id="6815746" name="Picture 2"/>
            <p:cNvPicPr>
              <a:picLocks noChangeAspect="1" noChangeArrowheads="1"/>
            </p:cNvPicPr>
            <p:nvPr/>
          </p:nvPicPr>
          <p:blipFill>
            <a:blip r:embed="rId2" cstate="print"/>
            <a:srcRect/>
            <a:stretch>
              <a:fillRect/>
            </a:stretch>
          </p:blipFill>
          <p:spPr bwMode="auto">
            <a:xfrm>
              <a:off x="685800" y="3021449"/>
              <a:ext cx="3614787" cy="3036421"/>
            </a:xfrm>
            <a:prstGeom prst="rect">
              <a:avLst/>
            </a:prstGeom>
            <a:noFill/>
            <a:ln w="9525">
              <a:noFill/>
              <a:miter lim="800000"/>
              <a:headEnd/>
              <a:tailEnd/>
            </a:ln>
          </p:spPr>
        </p:pic>
        <p:sp>
          <p:nvSpPr>
            <p:cNvPr id="9" name="Oval 8"/>
            <p:cNvSpPr/>
            <p:nvPr/>
          </p:nvSpPr>
          <p:spPr bwMode="auto">
            <a:xfrm>
              <a:off x="299979" y="5546754"/>
              <a:ext cx="2089116" cy="32861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bg1"/>
                </a:solidFill>
                <a:effectLst/>
                <a:latin typeface="Trebuchet MS" pitchFamily="34" charset="0"/>
              </a:endParaRPr>
            </a:p>
          </p:txBody>
        </p:sp>
      </p:grpSp>
      <p:grpSp>
        <p:nvGrpSpPr>
          <p:cNvPr id="6" name="Group 12"/>
          <p:cNvGrpSpPr/>
          <p:nvPr/>
        </p:nvGrpSpPr>
        <p:grpSpPr>
          <a:xfrm>
            <a:off x="4724400" y="1905000"/>
            <a:ext cx="4299769" cy="4819650"/>
            <a:chOff x="4394199" y="1384272"/>
            <a:chExt cx="4299769" cy="4819650"/>
          </a:xfrm>
        </p:grpSpPr>
        <p:pic>
          <p:nvPicPr>
            <p:cNvPr id="6815748" name="Picture 4"/>
            <p:cNvPicPr>
              <a:picLocks noChangeAspect="1" noChangeArrowheads="1"/>
            </p:cNvPicPr>
            <p:nvPr/>
          </p:nvPicPr>
          <p:blipFill>
            <a:blip r:embed="rId3" cstate="print"/>
            <a:srcRect/>
            <a:stretch>
              <a:fillRect/>
            </a:stretch>
          </p:blipFill>
          <p:spPr bwMode="auto">
            <a:xfrm>
              <a:off x="4702993" y="1384272"/>
              <a:ext cx="3990975" cy="4819650"/>
            </a:xfrm>
            <a:prstGeom prst="rect">
              <a:avLst/>
            </a:prstGeom>
            <a:noFill/>
            <a:ln w="9525">
              <a:noFill/>
              <a:miter lim="800000"/>
              <a:headEnd/>
              <a:tailEnd/>
            </a:ln>
          </p:spPr>
        </p:pic>
        <p:sp>
          <p:nvSpPr>
            <p:cNvPr id="10" name="Oval 9"/>
            <p:cNvSpPr/>
            <p:nvPr/>
          </p:nvSpPr>
          <p:spPr bwMode="auto">
            <a:xfrm>
              <a:off x="4394199" y="5382445"/>
              <a:ext cx="2089116" cy="32861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bg1"/>
                </a:solidFill>
                <a:effectLst/>
                <a:latin typeface="Trebuchet MS" pitchFamily="34" charset="0"/>
              </a:endParaRPr>
            </a:p>
          </p:txBody>
        </p:sp>
        <p:sp>
          <p:nvSpPr>
            <p:cNvPr id="11" name="Oval 10"/>
            <p:cNvSpPr/>
            <p:nvPr/>
          </p:nvSpPr>
          <p:spPr bwMode="auto">
            <a:xfrm>
              <a:off x="5438757" y="4451364"/>
              <a:ext cx="2089116" cy="58420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sl-SI" sz="1800" b="0" i="0" u="none" strike="noStrike" cap="none" normalizeH="0" baseline="0">
                <a:ln>
                  <a:noFill/>
                </a:ln>
                <a:solidFill>
                  <a:schemeClr val="bg1"/>
                </a:solidFill>
                <a:effectLst/>
                <a:latin typeface="Trebuchet MS" pitchFamily="34" charset="0"/>
              </a:endParaRPr>
            </a:p>
          </p:txBody>
        </p:sp>
      </p:gr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 name="TextBox 2"/>
          <p:cNvSpPr txBox="1"/>
          <p:nvPr/>
        </p:nvSpPr>
        <p:spPr>
          <a:xfrm>
            <a:off x="914400" y="2362200"/>
            <a:ext cx="8077200" cy="4247317"/>
          </a:xfrm>
          <a:prstGeom prst="rect">
            <a:avLst/>
          </a:prstGeom>
          <a:noFill/>
        </p:spPr>
        <p:txBody>
          <a:bodyPr wrap="square" rtlCol="0">
            <a:spAutoFit/>
          </a:bodyPr>
          <a:lstStyle/>
          <a:p>
            <a:pPr algn="l">
              <a:buFont typeface="Arial" pitchFamily="34" charset="0"/>
              <a:buChar char="•"/>
            </a:pPr>
            <a:r>
              <a:rPr lang="sl-SI" err="1"/>
              <a:t>SQLlite</a:t>
            </a:r>
            <a:r>
              <a:rPr lang="sl-SI"/>
              <a:t> uporablja datotečni sistem ali pomnilnik za shranjevanje podatkov.</a:t>
            </a:r>
          </a:p>
          <a:p>
            <a:pPr algn="l">
              <a:buFont typeface="Arial" pitchFamily="34" charset="0"/>
              <a:buChar char="•"/>
            </a:pPr>
            <a:endParaRPr lang="sl-SI"/>
          </a:p>
          <a:p>
            <a:pPr algn="l">
              <a:buFont typeface="Arial" pitchFamily="34" charset="0"/>
              <a:buChar char="•"/>
            </a:pPr>
            <a:r>
              <a:rPr lang="sl-SI"/>
              <a:t>Dobite ga na strani </a:t>
            </a:r>
            <a:r>
              <a:rPr lang="sl-SI" err="1">
                <a:hlinkClick r:id="rId2"/>
              </a:rPr>
              <a:t>www.sqlite.org</a:t>
            </a:r>
            <a:endParaRPr lang="sl-SI"/>
          </a:p>
          <a:p>
            <a:pPr algn="l">
              <a:buFont typeface="Arial" pitchFamily="34" charset="0"/>
              <a:buChar char="•"/>
            </a:pPr>
            <a:endParaRPr lang="sl-SI"/>
          </a:p>
          <a:p>
            <a:pPr algn="l">
              <a:buFont typeface="Arial" pitchFamily="34" charset="0"/>
              <a:buChar char="•"/>
            </a:pPr>
            <a:r>
              <a:rPr lang="sl-SI"/>
              <a:t>V </a:t>
            </a:r>
            <a:r>
              <a:rPr lang="sl-SI" err="1"/>
              <a:t>Pythonu</a:t>
            </a:r>
            <a:r>
              <a:rPr lang="sl-SI"/>
              <a:t> je modul sqlite3 že vključen.</a:t>
            </a:r>
          </a:p>
          <a:p>
            <a:pPr algn="l"/>
            <a:endParaRPr lang="sl-SI"/>
          </a:p>
          <a:p>
            <a:pPr algn="l"/>
            <a:r>
              <a:rPr lang="sl-SI"/>
              <a:t>Primer povezave z </a:t>
            </a:r>
            <a:r>
              <a:rPr lang="sl-SI" err="1"/>
              <a:t>sqlite</a:t>
            </a:r>
            <a:r>
              <a:rPr lang="sl-SI"/>
              <a:t>:</a:t>
            </a:r>
          </a:p>
          <a:p>
            <a:pPr algn="l"/>
            <a:endParaRPr lang="sl-SI"/>
          </a:p>
          <a:p>
            <a:pPr algn="l"/>
            <a:r>
              <a:rPr lang="sl-SI" err="1"/>
              <a:t>import</a:t>
            </a:r>
            <a:r>
              <a:rPr lang="sl-SI"/>
              <a:t> sqlite3</a:t>
            </a:r>
          </a:p>
          <a:p>
            <a:pPr algn="l"/>
            <a:r>
              <a:rPr lang="sl-SI"/>
              <a:t>#Ustvari povezavo na datoteko z imenom </a:t>
            </a:r>
            <a:r>
              <a:rPr lang="sl-SI" err="1"/>
              <a:t>PBBaza.db</a:t>
            </a:r>
            <a:endParaRPr lang="sl-SI"/>
          </a:p>
          <a:p>
            <a:pPr algn="l"/>
            <a:r>
              <a:rPr lang="sl-SI"/>
              <a:t>c = </a:t>
            </a:r>
            <a:r>
              <a:rPr lang="sl-SI" err="1"/>
              <a:t>sqlite3.connect</a:t>
            </a:r>
            <a:r>
              <a:rPr lang="sl-SI"/>
              <a:t>(‘</a:t>
            </a:r>
            <a:r>
              <a:rPr lang="sl-SI" err="1"/>
              <a:t>PBBaza.db</a:t>
            </a:r>
            <a:r>
              <a:rPr lang="sl-SI"/>
              <a:t>’)</a:t>
            </a:r>
          </a:p>
          <a:p>
            <a:pPr algn="l"/>
            <a:r>
              <a:rPr lang="sl-SI"/>
              <a:t>#Od tukaj naprej je enako kot uporaba </a:t>
            </a:r>
            <a:r>
              <a:rPr lang="sl-SI" err="1"/>
              <a:t>pyodbc</a:t>
            </a:r>
            <a:endParaRPr lang="sl-SI"/>
          </a:p>
          <a:p>
            <a:pPr algn="l"/>
            <a:r>
              <a:rPr lang="sl-SI"/>
              <a:t>x = </a:t>
            </a:r>
            <a:r>
              <a:rPr lang="sl-SI" err="1"/>
              <a:t>c.cursor</a:t>
            </a:r>
            <a:r>
              <a:rPr lang="sl-SI"/>
              <a:t>()</a:t>
            </a:r>
          </a:p>
          <a:p>
            <a:pPr algn="l"/>
            <a:r>
              <a:rPr lang="sl-SI" err="1"/>
              <a:t>x.execute</a:t>
            </a:r>
            <a:r>
              <a:rPr lang="sl-SI"/>
              <a:t>(</a:t>
            </a:r>
            <a:r>
              <a:rPr lang="sl-SI" err="1"/>
              <a:t>SQLstavki</a:t>
            </a:r>
            <a:r>
              <a:rPr lang="sl-SI"/>
              <a:t>)</a:t>
            </a:r>
          </a:p>
          <a:p>
            <a:pPr algn="l"/>
            <a:r>
              <a:rPr lang="sl-SI" err="1"/>
              <a:t>c.close</a:t>
            </a:r>
            <a:r>
              <a:rPr lang="sl-SI"/>
              <a:t>()</a:t>
            </a:r>
          </a:p>
        </p:txBody>
      </p:sp>
      <p:sp>
        <p:nvSpPr>
          <p:cNvPr id="5" name="Title 1"/>
          <p:cNvSpPr txBox="1">
            <a:spLocks/>
          </p:cNvSpPr>
          <p:nvPr/>
        </p:nvSpPr>
        <p:spPr>
          <a:xfrm>
            <a:off x="762000" y="762000"/>
            <a:ext cx="7924800" cy="1143000"/>
          </a:xfrm>
          <a:prstGeom prst="roundRect">
            <a:avLst>
              <a:gd name="adj" fmla="val 21667"/>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sl-SI" sz="3600" b="1" i="0" u="none" strike="noStrike" kern="0" cap="none" spc="0" normalizeH="0" baseline="0" noProof="0" err="1">
                <a:ln>
                  <a:noFill/>
                </a:ln>
                <a:solidFill>
                  <a:schemeClr val="tx2"/>
                </a:solidFill>
                <a:effectLst/>
                <a:uLnTx/>
                <a:uFillTx/>
                <a:latin typeface="+mj-lt"/>
                <a:ea typeface="+mj-ea"/>
                <a:cs typeface="+mj-cs"/>
              </a:rPr>
              <a:t>SQLite</a:t>
            </a:r>
            <a:r>
              <a:rPr kumimoji="0" lang="sl-SI" sz="3600" b="1" i="0" u="none" strike="noStrike" kern="0" cap="none" spc="0" normalizeH="0" baseline="0" noProof="0">
                <a:ln>
                  <a:noFill/>
                </a:ln>
                <a:solidFill>
                  <a:schemeClr val="tx2"/>
                </a:solidFill>
                <a:effectLst/>
                <a:uLnTx/>
                <a:uFillTx/>
                <a:latin typeface="+mj-lt"/>
                <a:ea typeface="+mj-ea"/>
                <a:cs typeface="+mj-cs"/>
              </a:rPr>
              <a:t> in </a:t>
            </a:r>
            <a:r>
              <a:rPr kumimoji="0" lang="sl-SI" sz="3600" b="1" i="0" u="none" strike="noStrike" kern="0" cap="none" spc="0" normalizeH="0" baseline="0" noProof="0" err="1">
                <a:ln>
                  <a:noFill/>
                </a:ln>
                <a:solidFill>
                  <a:schemeClr val="tx2"/>
                </a:solidFill>
                <a:effectLst/>
                <a:uLnTx/>
                <a:uFillTx/>
                <a:latin typeface="+mj-lt"/>
                <a:ea typeface="+mj-ea"/>
                <a:cs typeface="+mj-cs"/>
              </a:rPr>
              <a:t>Python</a:t>
            </a:r>
            <a:endParaRPr kumimoji="0" lang="sl-SI" sz="3600" b="1" i="0" u="none" strike="noStrike" kern="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 name="TextBox 2"/>
          <p:cNvSpPr txBox="1"/>
          <p:nvPr/>
        </p:nvSpPr>
        <p:spPr>
          <a:xfrm>
            <a:off x="914400" y="2362200"/>
            <a:ext cx="8077200" cy="2585323"/>
          </a:xfrm>
          <a:prstGeom prst="rect">
            <a:avLst/>
          </a:prstGeom>
          <a:noFill/>
        </p:spPr>
        <p:txBody>
          <a:bodyPr wrap="square" rtlCol="0">
            <a:spAutoFit/>
          </a:bodyPr>
          <a:lstStyle/>
          <a:p>
            <a:pPr algn="l"/>
            <a:r>
              <a:rPr lang="sl-SI"/>
              <a:t> Naredite lahko tudi povezavo na pomnilnik, kar pomeni, da se bo baza po zaprtju programa izgubila.</a:t>
            </a:r>
          </a:p>
          <a:p>
            <a:pPr algn="l"/>
            <a:endParaRPr lang="sl-SI"/>
          </a:p>
          <a:p>
            <a:pPr algn="l"/>
            <a:r>
              <a:rPr lang="sl-SI" err="1"/>
              <a:t>import</a:t>
            </a:r>
            <a:r>
              <a:rPr lang="sl-SI"/>
              <a:t> sqlite3</a:t>
            </a:r>
          </a:p>
          <a:p>
            <a:pPr algn="l"/>
            <a:r>
              <a:rPr lang="sl-SI"/>
              <a:t>c = </a:t>
            </a:r>
            <a:r>
              <a:rPr lang="sl-SI" err="1"/>
              <a:t>sqlite3.connect</a:t>
            </a:r>
            <a:r>
              <a:rPr lang="sl-SI"/>
              <a:t>(‘:</a:t>
            </a:r>
            <a:r>
              <a:rPr lang="sl-SI" err="1"/>
              <a:t>memory</a:t>
            </a:r>
            <a:r>
              <a:rPr lang="sl-SI"/>
              <a:t>:’)</a:t>
            </a:r>
            <a:br>
              <a:rPr lang="sl-SI"/>
            </a:br>
            <a:r>
              <a:rPr lang="sl-SI"/>
              <a:t>#vaš program</a:t>
            </a:r>
          </a:p>
          <a:p>
            <a:pPr algn="l"/>
            <a:r>
              <a:rPr lang="sl-SI" err="1"/>
              <a:t>c.close</a:t>
            </a:r>
            <a:r>
              <a:rPr lang="sl-SI"/>
              <a:t>()</a:t>
            </a:r>
          </a:p>
          <a:p>
            <a:pPr algn="l"/>
            <a:endParaRPr lang="sl-SI"/>
          </a:p>
          <a:p>
            <a:pPr algn="l"/>
            <a:endParaRPr lang="sl-SI"/>
          </a:p>
        </p:txBody>
      </p:sp>
      <p:sp>
        <p:nvSpPr>
          <p:cNvPr id="5" name="Title 1"/>
          <p:cNvSpPr txBox="1">
            <a:spLocks/>
          </p:cNvSpPr>
          <p:nvPr/>
        </p:nvSpPr>
        <p:spPr>
          <a:xfrm>
            <a:off x="762000" y="762000"/>
            <a:ext cx="7924800" cy="1143000"/>
          </a:xfrm>
          <a:prstGeom prst="roundRect">
            <a:avLst>
              <a:gd name="adj" fmla="val 21667"/>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sl-SI" sz="3600" b="1" i="0" u="none" strike="noStrike" kern="0" cap="none" spc="0" normalizeH="0" baseline="0" noProof="0" err="1">
                <a:ln>
                  <a:noFill/>
                </a:ln>
                <a:solidFill>
                  <a:schemeClr val="tx2"/>
                </a:solidFill>
                <a:effectLst/>
                <a:uLnTx/>
                <a:uFillTx/>
                <a:latin typeface="+mj-lt"/>
                <a:ea typeface="+mj-ea"/>
                <a:cs typeface="+mj-cs"/>
              </a:rPr>
              <a:t>SQLite</a:t>
            </a:r>
            <a:r>
              <a:rPr kumimoji="0" lang="sl-SI" sz="3600" b="1" i="0" u="none" strike="noStrike" kern="0" cap="none" spc="0" normalizeH="0" baseline="0" noProof="0">
                <a:ln>
                  <a:noFill/>
                </a:ln>
                <a:solidFill>
                  <a:schemeClr val="tx2"/>
                </a:solidFill>
                <a:effectLst/>
                <a:uLnTx/>
                <a:uFillTx/>
                <a:latin typeface="+mj-lt"/>
                <a:ea typeface="+mj-ea"/>
                <a:cs typeface="+mj-cs"/>
              </a:rPr>
              <a:t> in </a:t>
            </a:r>
            <a:r>
              <a:rPr kumimoji="0" lang="sl-SI" sz="3600" b="1" i="0" u="none" strike="noStrike" kern="0" cap="none" spc="0" normalizeH="0" baseline="0" noProof="0" err="1">
                <a:ln>
                  <a:noFill/>
                </a:ln>
                <a:solidFill>
                  <a:schemeClr val="tx2"/>
                </a:solidFill>
                <a:effectLst/>
                <a:uLnTx/>
                <a:uFillTx/>
                <a:latin typeface="+mj-lt"/>
                <a:ea typeface="+mj-ea"/>
                <a:cs typeface="+mj-cs"/>
              </a:rPr>
              <a:t>Python</a:t>
            </a:r>
            <a:endParaRPr kumimoji="0" lang="sl-SI" sz="3600" b="1" i="0" u="none" strike="noStrike" kern="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 name="TextBox 2"/>
          <p:cNvSpPr txBox="1"/>
          <p:nvPr/>
        </p:nvSpPr>
        <p:spPr>
          <a:xfrm>
            <a:off x="914400" y="2362200"/>
            <a:ext cx="8077200" cy="4247317"/>
          </a:xfrm>
          <a:prstGeom prst="rect">
            <a:avLst/>
          </a:prstGeom>
          <a:noFill/>
        </p:spPr>
        <p:txBody>
          <a:bodyPr wrap="square" rtlCol="0">
            <a:spAutoFit/>
          </a:bodyPr>
          <a:lstStyle/>
          <a:p>
            <a:pPr algn="l"/>
            <a:r>
              <a:rPr lang="sl-SI"/>
              <a:t>Bazo </a:t>
            </a:r>
            <a:r>
              <a:rPr lang="sl-SI" err="1"/>
              <a:t>SQLite</a:t>
            </a:r>
            <a:r>
              <a:rPr lang="sl-SI"/>
              <a:t> lahko uporabljate tudi samostojno. Iz uradne strani </a:t>
            </a:r>
            <a:r>
              <a:rPr lang="sl-SI">
                <a:hlinkClick r:id="rId2"/>
              </a:rPr>
              <a:t>www.sqlite.org</a:t>
            </a:r>
            <a:r>
              <a:rPr lang="sl-SI"/>
              <a:t> prenesite sqlite3.exe, ki ga dobite v arhivu </a:t>
            </a:r>
            <a:r>
              <a:rPr lang="sl-SI">
                <a:hlinkClick r:id="rId3"/>
              </a:rPr>
              <a:t>sqlite-tools-win32-x86-32</a:t>
            </a:r>
            <a:r>
              <a:rPr lang="en-US">
                <a:hlinkClick r:id="rId3"/>
              </a:rPr>
              <a:t>70200</a:t>
            </a:r>
            <a:r>
              <a:rPr lang="sl-SI">
                <a:hlinkClick r:id="rId3"/>
              </a:rPr>
              <a:t>.zip</a:t>
            </a:r>
            <a:r>
              <a:rPr lang="sl-SI"/>
              <a:t>. </a:t>
            </a:r>
          </a:p>
          <a:p>
            <a:pPr algn="l"/>
            <a:endParaRPr lang="sl-SI"/>
          </a:p>
          <a:p>
            <a:pPr algn="l"/>
            <a:r>
              <a:rPr lang="sl-SI"/>
              <a:t>Povezava na bazo: sqlite3 </a:t>
            </a:r>
            <a:r>
              <a:rPr lang="sl-SI" err="1"/>
              <a:t>PBBaza.db</a:t>
            </a:r>
            <a:endParaRPr lang="sl-SI"/>
          </a:p>
          <a:p>
            <a:pPr algn="l"/>
            <a:r>
              <a:rPr lang="sl-SI"/>
              <a:t>Baza mora biti v isti mapi, kot sqlite3.</a:t>
            </a:r>
          </a:p>
          <a:p>
            <a:pPr algn="l"/>
            <a:endParaRPr lang="sl-SI"/>
          </a:p>
          <a:p>
            <a:pPr algn="l"/>
            <a:r>
              <a:rPr lang="sl-SI"/>
              <a:t>Lahko tudi poženete: sqlite3</a:t>
            </a:r>
          </a:p>
          <a:p>
            <a:pPr algn="l"/>
            <a:r>
              <a:rPr lang="sl-SI"/>
              <a:t>Ter nato znotraj </a:t>
            </a:r>
            <a:r>
              <a:rPr lang="sl-SI" err="1"/>
              <a:t>SQLite</a:t>
            </a:r>
            <a:r>
              <a:rPr lang="sl-SI"/>
              <a:t> </a:t>
            </a:r>
            <a:r>
              <a:rPr lang="sl-SI" err="1"/>
              <a:t>napištete</a:t>
            </a:r>
            <a:r>
              <a:rPr lang="sl-SI"/>
              <a:t>: .open </a:t>
            </a:r>
            <a:r>
              <a:rPr lang="sl-SI" err="1"/>
              <a:t>PBBaza.db</a:t>
            </a:r>
            <a:endParaRPr lang="sl-SI"/>
          </a:p>
          <a:p>
            <a:pPr algn="l"/>
            <a:endParaRPr lang="sl-SI"/>
          </a:p>
          <a:p>
            <a:pPr algn="l"/>
            <a:r>
              <a:rPr lang="sl-SI"/>
              <a:t>Poženete lahko tudi </a:t>
            </a:r>
            <a:r>
              <a:rPr lang="sl-SI" err="1"/>
              <a:t>skripto</a:t>
            </a:r>
            <a:r>
              <a:rPr lang="sl-SI"/>
              <a:t> iz diska: .</a:t>
            </a:r>
            <a:r>
              <a:rPr lang="sl-SI" err="1"/>
              <a:t>read</a:t>
            </a:r>
            <a:r>
              <a:rPr lang="sl-SI"/>
              <a:t> </a:t>
            </a:r>
            <a:r>
              <a:rPr lang="sl-SI" err="1"/>
              <a:t>jadralci.sql</a:t>
            </a:r>
            <a:endParaRPr lang="sl-SI"/>
          </a:p>
          <a:p>
            <a:pPr algn="l"/>
            <a:endParaRPr lang="sl-SI"/>
          </a:p>
          <a:p>
            <a:pPr algn="l"/>
            <a:endParaRPr lang="sl-SI"/>
          </a:p>
          <a:p>
            <a:pPr algn="l"/>
            <a:endParaRPr lang="sl-SI"/>
          </a:p>
          <a:p>
            <a:pPr algn="l"/>
            <a:endParaRPr lang="sl-SI"/>
          </a:p>
        </p:txBody>
      </p:sp>
      <p:sp>
        <p:nvSpPr>
          <p:cNvPr id="5" name="Title 1"/>
          <p:cNvSpPr txBox="1">
            <a:spLocks/>
          </p:cNvSpPr>
          <p:nvPr/>
        </p:nvSpPr>
        <p:spPr>
          <a:xfrm>
            <a:off x="762000" y="762000"/>
            <a:ext cx="7924800" cy="1143000"/>
          </a:xfrm>
          <a:prstGeom prst="roundRect">
            <a:avLst>
              <a:gd name="adj" fmla="val 21667"/>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sl-SI" sz="3600" b="1" i="0" u="none" strike="noStrike" kern="0" cap="none" spc="0" normalizeH="0" baseline="0" noProof="0" err="1">
                <a:ln>
                  <a:noFill/>
                </a:ln>
                <a:solidFill>
                  <a:schemeClr val="tx2"/>
                </a:solidFill>
                <a:effectLst/>
                <a:uLnTx/>
                <a:uFillTx/>
                <a:latin typeface="+mj-lt"/>
                <a:ea typeface="+mj-ea"/>
                <a:cs typeface="+mj-cs"/>
              </a:rPr>
              <a:t>SQLite</a:t>
            </a:r>
            <a:r>
              <a:rPr kumimoji="0" lang="sl-SI" sz="3600" b="1" i="0" u="none" strike="noStrike" kern="0" cap="none" spc="0" normalizeH="0" noProof="0">
                <a:ln>
                  <a:noFill/>
                </a:ln>
                <a:solidFill>
                  <a:schemeClr val="tx2"/>
                </a:solidFill>
                <a:effectLst/>
                <a:uLnTx/>
                <a:uFillTx/>
                <a:latin typeface="+mj-lt"/>
                <a:ea typeface="+mj-ea"/>
                <a:cs typeface="+mj-cs"/>
              </a:rPr>
              <a:t> (</a:t>
            </a:r>
            <a:r>
              <a:rPr kumimoji="0" lang="sl-SI" sz="3600" b="1" i="0" u="none" strike="noStrike" kern="0" cap="none" spc="0" normalizeH="0" noProof="0" err="1">
                <a:ln>
                  <a:noFill/>
                </a:ln>
                <a:solidFill>
                  <a:schemeClr val="tx2"/>
                </a:solidFill>
                <a:effectLst/>
                <a:uLnTx/>
                <a:uFillTx/>
                <a:latin typeface="+mj-lt"/>
                <a:ea typeface="+mj-ea"/>
                <a:cs typeface="+mj-cs"/>
              </a:rPr>
              <a:t>sqlite3.exe</a:t>
            </a:r>
            <a:r>
              <a:rPr kumimoji="0" lang="sl-SI" sz="3600" b="1" i="0" u="none" strike="noStrike" kern="0" cap="none" spc="0" normalizeH="0" noProof="0">
                <a:ln>
                  <a:noFill/>
                </a:ln>
                <a:solidFill>
                  <a:schemeClr val="tx2"/>
                </a:solidFill>
                <a:effectLst/>
                <a:uLnTx/>
                <a:uFillTx/>
                <a:latin typeface="+mj-lt"/>
                <a:ea typeface="+mj-ea"/>
                <a:cs typeface="+mj-cs"/>
              </a:rPr>
              <a:t>)</a:t>
            </a:r>
            <a:endParaRPr kumimoji="0" lang="sl-SI" sz="3600" b="1" i="0" u="none" strike="noStrike" kern="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NALOGA V EXCELU</a:t>
            </a:r>
            <a:endParaRPr lang="sl-SI"/>
          </a:p>
        </p:txBody>
      </p:sp>
      <p:sp>
        <p:nvSpPr>
          <p:cNvPr id="3" name="Content Placeholder 2"/>
          <p:cNvSpPr>
            <a:spLocks noGrp="1"/>
          </p:cNvSpPr>
          <p:nvPr>
            <p:ph idx="1"/>
          </p:nvPr>
        </p:nvSpPr>
        <p:spPr>
          <a:xfrm>
            <a:off x="685799" y="2286001"/>
            <a:ext cx="8085195" cy="914400"/>
          </a:xfrm>
        </p:spPr>
        <p:txBody>
          <a:bodyPr numCol="1"/>
          <a:lstStyle/>
          <a:p>
            <a:r>
              <a:rPr lang="en-US" sz="2400" err="1"/>
              <a:t>Povežite</a:t>
            </a:r>
            <a:r>
              <a:rPr lang="en-US" sz="2400"/>
              <a:t> se </a:t>
            </a:r>
            <a:r>
              <a:rPr lang="en-US" sz="2400" err="1"/>
              <a:t>na</a:t>
            </a:r>
            <a:r>
              <a:rPr lang="en-US" sz="2400"/>
              <a:t> </a:t>
            </a:r>
            <a:r>
              <a:rPr lang="en-US" sz="2400" err="1"/>
              <a:t>bazo</a:t>
            </a:r>
            <a:r>
              <a:rPr lang="en-US" sz="2400"/>
              <a:t> in </a:t>
            </a:r>
            <a:r>
              <a:rPr lang="en-US" sz="2400" err="1"/>
              <a:t>prenesite</a:t>
            </a:r>
            <a:r>
              <a:rPr lang="en-US" sz="2400"/>
              <a:t> </a:t>
            </a:r>
            <a:r>
              <a:rPr lang="en-US" sz="2400" err="1"/>
              <a:t>tabelo</a:t>
            </a:r>
            <a:r>
              <a:rPr lang="en-US" sz="2400"/>
              <a:t> optimal</a:t>
            </a:r>
            <a:endParaRPr lang="en-US" sz="2000"/>
          </a:p>
          <a:p>
            <a:r>
              <a:rPr lang="en-US" sz="2400" err="1"/>
              <a:t>Narišite</a:t>
            </a:r>
            <a:r>
              <a:rPr lang="en-US" sz="2400"/>
              <a:t> </a:t>
            </a:r>
            <a:r>
              <a:rPr lang="en-US" sz="2400" err="1"/>
              <a:t>graf</a:t>
            </a:r>
            <a:r>
              <a:rPr lang="en-US" sz="2400"/>
              <a:t> </a:t>
            </a:r>
            <a:r>
              <a:rPr lang="en-US" sz="2400" err="1"/>
              <a:t>te</a:t>
            </a:r>
            <a:r>
              <a:rPr lang="en-US" sz="2400"/>
              <a:t> </a:t>
            </a:r>
            <a:r>
              <a:rPr lang="en-US" sz="2400" err="1"/>
              <a:t>tabele</a:t>
            </a:r>
            <a:r>
              <a:rPr lang="en-US" sz="2400"/>
              <a:t>, </a:t>
            </a:r>
            <a:r>
              <a:rPr lang="en-US" sz="2400" err="1"/>
              <a:t>kot</a:t>
            </a:r>
            <a:r>
              <a:rPr lang="en-US" sz="2400"/>
              <a:t> </a:t>
            </a:r>
            <a:r>
              <a:rPr lang="en-US" sz="2400" err="1"/>
              <a:t>ga</a:t>
            </a:r>
            <a:r>
              <a:rPr lang="en-US" sz="2400"/>
              <a:t> </a:t>
            </a:r>
            <a:r>
              <a:rPr lang="en-US" sz="2400" err="1"/>
              <a:t>kaže</a:t>
            </a:r>
            <a:r>
              <a:rPr lang="en-US" sz="2400"/>
              <a:t> </a:t>
            </a:r>
            <a:r>
              <a:rPr lang="en-US" sz="2400" err="1"/>
              <a:t>slika</a:t>
            </a:r>
            <a:r>
              <a:rPr lang="en-US" sz="2400"/>
              <a:t>.</a:t>
            </a:r>
          </a:p>
        </p:txBody>
      </p:sp>
      <p:graphicFrame>
        <p:nvGraphicFramePr>
          <p:cNvPr id="7" name="Table 6"/>
          <p:cNvGraphicFramePr>
            <a:graphicFrameLocks noGrp="1"/>
          </p:cNvGraphicFramePr>
          <p:nvPr/>
        </p:nvGraphicFramePr>
        <p:xfrm>
          <a:off x="990600" y="3505200"/>
          <a:ext cx="2209799" cy="2971801"/>
        </p:xfrm>
        <a:graphic>
          <a:graphicData uri="http://schemas.openxmlformats.org/drawingml/2006/table">
            <a:tbl>
              <a:tblPr/>
              <a:tblGrid>
                <a:gridCol w="503704">
                  <a:extLst>
                    <a:ext uri="{9D8B030D-6E8A-4147-A177-3AD203B41FA5}">
                      <a16:colId xmlns:a16="http://schemas.microsoft.com/office/drawing/2014/main" val="20000"/>
                    </a:ext>
                  </a:extLst>
                </a:gridCol>
                <a:gridCol w="536201">
                  <a:extLst>
                    <a:ext uri="{9D8B030D-6E8A-4147-A177-3AD203B41FA5}">
                      <a16:colId xmlns:a16="http://schemas.microsoft.com/office/drawing/2014/main" val="20001"/>
                    </a:ext>
                  </a:extLst>
                </a:gridCol>
                <a:gridCol w="1169894">
                  <a:extLst>
                    <a:ext uri="{9D8B030D-6E8A-4147-A177-3AD203B41FA5}">
                      <a16:colId xmlns:a16="http://schemas.microsoft.com/office/drawing/2014/main" val="20002"/>
                    </a:ext>
                  </a:extLst>
                </a:gridCol>
              </a:tblGrid>
              <a:tr h="200891">
                <a:tc>
                  <a:txBody>
                    <a:bodyPr/>
                    <a:lstStyle/>
                    <a:p>
                      <a:pPr algn="l" fontAlgn="b"/>
                      <a:r>
                        <a:rPr lang="sl-SI" sz="1100" b="1" i="0" u="none" strike="noStrike">
                          <a:solidFill>
                            <a:srgbClr val="FFFFFF"/>
                          </a:solidFill>
                          <a:latin typeface="Calibri"/>
                        </a:rPr>
                        <a:t>JID</a:t>
                      </a:r>
                    </a:p>
                  </a:txBody>
                  <a:tcPr marL="0" marR="0" marT="0" marB="0" anchor="b">
                    <a:lnL>
                      <a:noFill/>
                    </a:lnL>
                    <a:lnR w="63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4F81BD"/>
                    </a:solidFill>
                  </a:tcPr>
                </a:tc>
                <a:tc>
                  <a:txBody>
                    <a:bodyPr/>
                    <a:lstStyle/>
                    <a:p>
                      <a:pPr algn="l" fontAlgn="b"/>
                      <a:r>
                        <a:rPr lang="sl-SI" sz="1100" b="1" i="0" u="none" strike="noStrike">
                          <a:solidFill>
                            <a:srgbClr val="FFFFFF"/>
                          </a:solidFill>
                          <a:latin typeface="Calibri"/>
                        </a:rPr>
                        <a:t>CID</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4F81BD"/>
                    </a:solidFill>
                  </a:tcPr>
                </a:tc>
                <a:tc>
                  <a:txBody>
                    <a:bodyPr/>
                    <a:lstStyle/>
                    <a:p>
                      <a:pPr algn="l" fontAlgn="b"/>
                      <a:r>
                        <a:rPr lang="sl-SI" sz="1100" b="1" i="0" u="none" strike="noStrike">
                          <a:solidFill>
                            <a:srgbClr val="FFFFFF"/>
                          </a:solidFill>
                          <a:latin typeface="Calibri"/>
                        </a:rPr>
                        <a:t>SKLADNOST</a:t>
                      </a:r>
                    </a:p>
                  </a:txBody>
                  <a:tcPr marL="0" marR="0" marT="0" marB="0" anchor="b">
                    <a:lnL w="63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277091">
                <a:tc>
                  <a:txBody>
                    <a:bodyPr/>
                    <a:lstStyle/>
                    <a:p>
                      <a:pPr algn="r" fontAlgn="b"/>
                      <a:r>
                        <a:rPr lang="sl-SI" sz="1100" b="0" i="0" u="none" strike="noStrike">
                          <a:solidFill>
                            <a:srgbClr val="000000"/>
                          </a:solidFill>
                          <a:latin typeface="Calibri"/>
                        </a:rPr>
                        <a:t>22</a:t>
                      </a:r>
                    </a:p>
                  </a:txBody>
                  <a:tcPr marL="0" marR="0" marT="0" marB="0" anchor="b">
                    <a:lnL>
                      <a:noFill/>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104</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5</a:t>
                      </a:r>
                    </a:p>
                  </a:txBody>
                  <a:tcPr marL="0" marR="0" marT="0" marB="0" anchor="b">
                    <a:lnL w="63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extLst>
                  <a:ext uri="{0D108BD9-81ED-4DB2-BD59-A6C34878D82A}">
                    <a16:rowId xmlns:a16="http://schemas.microsoft.com/office/drawing/2014/main" val="10001"/>
                  </a:ext>
                </a:extLst>
              </a:tr>
              <a:tr h="277091">
                <a:tc>
                  <a:txBody>
                    <a:bodyPr/>
                    <a:lstStyle/>
                    <a:p>
                      <a:pPr algn="r" fontAlgn="b"/>
                      <a:r>
                        <a:rPr lang="sl-SI" sz="1100" b="0" i="0" u="none" strike="noStrike">
                          <a:solidFill>
                            <a:srgbClr val="000000"/>
                          </a:solidFill>
                          <a:latin typeface="Calibri"/>
                        </a:rPr>
                        <a:t>29</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tc>
                  <a:txBody>
                    <a:bodyPr/>
                    <a:lstStyle/>
                    <a:p>
                      <a:pPr algn="r" fontAlgn="b"/>
                      <a:r>
                        <a:rPr lang="sl-SI" sz="1100" b="0" i="0" u="none" strike="noStrike">
                          <a:solidFill>
                            <a:srgbClr val="000000"/>
                          </a:solidFill>
                          <a:latin typeface="Calibri"/>
                        </a:rPr>
                        <a:t>102</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tc>
                  <a:txBody>
                    <a:bodyPr/>
                    <a:lstStyle/>
                    <a:p>
                      <a:pPr algn="r" fontAlgn="b"/>
                      <a:r>
                        <a:rPr lang="sl-SI" sz="1100" b="0" i="0" u="none" strike="noStrike">
                          <a:solidFill>
                            <a:srgbClr val="000000"/>
                          </a:solidFill>
                          <a:latin typeface="Calibri"/>
                        </a:rPr>
                        <a:t>10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extLst>
                  <a:ext uri="{0D108BD9-81ED-4DB2-BD59-A6C34878D82A}">
                    <a16:rowId xmlns:a16="http://schemas.microsoft.com/office/drawing/2014/main" val="10002"/>
                  </a:ext>
                </a:extLst>
              </a:tr>
              <a:tr h="277091">
                <a:tc>
                  <a:txBody>
                    <a:bodyPr/>
                    <a:lstStyle/>
                    <a:p>
                      <a:pPr algn="r" fontAlgn="b"/>
                      <a:r>
                        <a:rPr lang="sl-SI" sz="1100" b="0" i="0" u="none" strike="noStrike">
                          <a:solidFill>
                            <a:srgbClr val="000000"/>
                          </a:solidFill>
                          <a:latin typeface="Calibri"/>
                        </a:rPr>
                        <a:t>31</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104</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extLst>
                  <a:ext uri="{0D108BD9-81ED-4DB2-BD59-A6C34878D82A}">
                    <a16:rowId xmlns:a16="http://schemas.microsoft.com/office/drawing/2014/main" val="10003"/>
                  </a:ext>
                </a:extLst>
              </a:tr>
              <a:tr h="277091">
                <a:tc>
                  <a:txBody>
                    <a:bodyPr/>
                    <a:lstStyle/>
                    <a:p>
                      <a:pPr algn="r" fontAlgn="b"/>
                      <a:r>
                        <a:rPr lang="sl-SI" sz="1100" b="0" i="0" u="none" strike="noStrike">
                          <a:solidFill>
                            <a:srgbClr val="000000"/>
                          </a:solidFill>
                          <a:latin typeface="Calibri"/>
                        </a:rPr>
                        <a:t>32</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tc>
                  <a:txBody>
                    <a:bodyPr/>
                    <a:lstStyle/>
                    <a:p>
                      <a:pPr algn="r" fontAlgn="b"/>
                      <a:r>
                        <a:rPr lang="sl-SI" sz="1100" b="0" i="0" u="none" strike="noStrike">
                          <a:solidFill>
                            <a:srgbClr val="000000"/>
                          </a:solidFill>
                          <a:latin typeface="Calibri"/>
                        </a:rPr>
                        <a:t>104</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tc>
                  <a:txBody>
                    <a:bodyPr/>
                    <a:lstStyle/>
                    <a:p>
                      <a:pPr algn="r" fontAlgn="b"/>
                      <a:r>
                        <a:rPr lang="sl-SI" sz="1100" b="0" i="0" u="none" strike="noStrike">
                          <a:solidFill>
                            <a:srgbClr val="000000"/>
                          </a:solidFill>
                          <a:latin typeface="Calibri"/>
                        </a:rPr>
                        <a:t>4</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extLst>
                  <a:ext uri="{0D108BD9-81ED-4DB2-BD59-A6C34878D82A}">
                    <a16:rowId xmlns:a16="http://schemas.microsoft.com/office/drawing/2014/main" val="10004"/>
                  </a:ext>
                </a:extLst>
              </a:tr>
              <a:tr h="277091">
                <a:tc>
                  <a:txBody>
                    <a:bodyPr/>
                    <a:lstStyle/>
                    <a:p>
                      <a:pPr algn="r" fontAlgn="b"/>
                      <a:r>
                        <a:rPr lang="sl-SI" sz="1100" b="0" i="0" u="none" strike="noStrike">
                          <a:solidFill>
                            <a:srgbClr val="000000"/>
                          </a:solidFill>
                          <a:latin typeface="Calibri"/>
                        </a:rPr>
                        <a:t>58</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104</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8</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extLst>
                  <a:ext uri="{0D108BD9-81ED-4DB2-BD59-A6C34878D82A}">
                    <a16:rowId xmlns:a16="http://schemas.microsoft.com/office/drawing/2014/main" val="10005"/>
                  </a:ext>
                </a:extLst>
              </a:tr>
              <a:tr h="277091">
                <a:tc>
                  <a:txBody>
                    <a:bodyPr/>
                    <a:lstStyle/>
                    <a:p>
                      <a:pPr algn="r" fontAlgn="b"/>
                      <a:r>
                        <a:rPr lang="sl-SI" sz="1100" b="0" i="0" u="none" strike="noStrike">
                          <a:solidFill>
                            <a:srgbClr val="000000"/>
                          </a:solidFill>
                          <a:latin typeface="Calibri"/>
                        </a:rPr>
                        <a:t>64</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tc>
                  <a:txBody>
                    <a:bodyPr/>
                    <a:lstStyle/>
                    <a:p>
                      <a:pPr algn="r" fontAlgn="b"/>
                      <a:r>
                        <a:rPr lang="sl-SI" sz="1100" b="0" i="0" u="none" strike="noStrike">
                          <a:solidFill>
                            <a:srgbClr val="000000"/>
                          </a:solidFill>
                          <a:latin typeface="Calibri"/>
                        </a:rPr>
                        <a:t>104</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tc>
                  <a:txBody>
                    <a:bodyPr/>
                    <a:lstStyle/>
                    <a:p>
                      <a:pPr algn="r" fontAlgn="b"/>
                      <a:r>
                        <a:rPr lang="sl-SI" sz="1100" b="0" i="0" u="none" strike="noStrike">
                          <a:solidFill>
                            <a:srgbClr val="000000"/>
                          </a:solidFill>
                          <a:latin typeface="Calibri"/>
                        </a:rPr>
                        <a:t>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extLst>
                  <a:ext uri="{0D108BD9-81ED-4DB2-BD59-A6C34878D82A}">
                    <a16:rowId xmlns:a16="http://schemas.microsoft.com/office/drawing/2014/main" val="10006"/>
                  </a:ext>
                </a:extLst>
              </a:tr>
              <a:tr h="277091">
                <a:tc>
                  <a:txBody>
                    <a:bodyPr/>
                    <a:lstStyle/>
                    <a:p>
                      <a:pPr algn="r" fontAlgn="b"/>
                      <a:r>
                        <a:rPr lang="sl-SI" sz="1100" b="0" i="0" u="none" strike="noStrike">
                          <a:solidFill>
                            <a:srgbClr val="000000"/>
                          </a:solidFill>
                          <a:latin typeface="Calibri"/>
                        </a:rPr>
                        <a:t>71</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104</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10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extLst>
                  <a:ext uri="{0D108BD9-81ED-4DB2-BD59-A6C34878D82A}">
                    <a16:rowId xmlns:a16="http://schemas.microsoft.com/office/drawing/2014/main" val="10007"/>
                  </a:ext>
                </a:extLst>
              </a:tr>
              <a:tr h="277091">
                <a:tc>
                  <a:txBody>
                    <a:bodyPr/>
                    <a:lstStyle/>
                    <a:p>
                      <a:pPr algn="r" fontAlgn="b"/>
                      <a:r>
                        <a:rPr lang="sl-SI" sz="1100" b="0" i="0" u="none" strike="noStrike">
                          <a:solidFill>
                            <a:srgbClr val="000000"/>
                          </a:solidFill>
                          <a:latin typeface="Calibri"/>
                        </a:rPr>
                        <a:t>74</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tc>
                  <a:txBody>
                    <a:bodyPr/>
                    <a:lstStyle/>
                    <a:p>
                      <a:pPr algn="r" fontAlgn="b"/>
                      <a:r>
                        <a:rPr lang="sl-SI" sz="1100" b="0" i="0" u="none" strike="noStrike">
                          <a:solidFill>
                            <a:srgbClr val="000000"/>
                          </a:solidFill>
                          <a:latin typeface="Calibri"/>
                        </a:rPr>
                        <a:t>101</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tc>
                  <a:txBody>
                    <a:bodyPr/>
                    <a:lstStyle/>
                    <a:p>
                      <a:pPr algn="r" fontAlgn="b"/>
                      <a:r>
                        <a:rPr lang="sl-SI" sz="1100" b="0" i="0" u="none" strike="noStrike">
                          <a:solidFill>
                            <a:srgbClr val="000000"/>
                          </a:solidFill>
                          <a:latin typeface="Calibri"/>
                        </a:rPr>
                        <a:t>10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BE5F1"/>
                    </a:solidFill>
                  </a:tcPr>
                </a:tc>
                <a:extLst>
                  <a:ext uri="{0D108BD9-81ED-4DB2-BD59-A6C34878D82A}">
                    <a16:rowId xmlns:a16="http://schemas.microsoft.com/office/drawing/2014/main" val="10008"/>
                  </a:ext>
                </a:extLst>
              </a:tr>
              <a:tr h="277091">
                <a:tc>
                  <a:txBody>
                    <a:bodyPr/>
                    <a:lstStyle/>
                    <a:p>
                      <a:pPr algn="r" fontAlgn="b"/>
                      <a:r>
                        <a:rPr lang="sl-SI" sz="1100" b="0" i="0" u="none" strike="noStrike">
                          <a:solidFill>
                            <a:srgbClr val="000000"/>
                          </a:solidFill>
                          <a:latin typeface="Calibri"/>
                        </a:rPr>
                        <a:t>85</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101</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r" fontAlgn="b"/>
                      <a:r>
                        <a:rPr lang="sl-SI" sz="1100" b="0" i="0" u="none" strike="noStrike">
                          <a:solidFill>
                            <a:srgbClr val="000000"/>
                          </a:solidFill>
                          <a:latin typeface="Calibri"/>
                        </a:rPr>
                        <a:t>10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extLst>
                  <a:ext uri="{0D108BD9-81ED-4DB2-BD59-A6C34878D82A}">
                    <a16:rowId xmlns:a16="http://schemas.microsoft.com/office/drawing/2014/main" val="10009"/>
                  </a:ext>
                </a:extLst>
              </a:tr>
              <a:tr h="277091">
                <a:tc>
                  <a:txBody>
                    <a:bodyPr/>
                    <a:lstStyle/>
                    <a:p>
                      <a:pPr algn="r" fontAlgn="b"/>
                      <a:r>
                        <a:rPr lang="sl-SI" sz="1100" b="0" i="0" u="none" strike="noStrike">
                          <a:solidFill>
                            <a:srgbClr val="000000"/>
                          </a:solidFill>
                          <a:latin typeface="Calibri"/>
                        </a:rPr>
                        <a:t>95</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DBE5F1"/>
                    </a:solidFill>
                  </a:tcPr>
                </a:tc>
                <a:tc>
                  <a:txBody>
                    <a:bodyPr/>
                    <a:lstStyle/>
                    <a:p>
                      <a:pPr algn="r" fontAlgn="b"/>
                      <a:r>
                        <a:rPr lang="sl-SI" sz="1100" b="0" i="0" u="none" strike="noStrike">
                          <a:solidFill>
                            <a:srgbClr val="000000"/>
                          </a:solidFill>
                          <a:latin typeface="Calibri"/>
                        </a:rPr>
                        <a:t>102</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DBE5F1"/>
                    </a:solidFill>
                  </a:tcPr>
                </a:tc>
                <a:tc>
                  <a:txBody>
                    <a:bodyPr/>
                    <a:lstStyle/>
                    <a:p>
                      <a:pPr algn="r" fontAlgn="b"/>
                      <a:r>
                        <a:rPr lang="sl-SI" sz="1100" b="0" i="0" u="none" strike="noStrike">
                          <a:solidFill>
                            <a:srgbClr val="000000"/>
                          </a:solidFill>
                          <a:latin typeface="Calibri"/>
                        </a:rPr>
                        <a:t>10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a:noFill/>
                    </a:lnB>
                    <a:solidFill>
                      <a:srgbClr val="DBE5F1"/>
                    </a:solidFill>
                  </a:tcPr>
                </a:tc>
                <a:extLst>
                  <a:ext uri="{0D108BD9-81ED-4DB2-BD59-A6C34878D82A}">
                    <a16:rowId xmlns:a16="http://schemas.microsoft.com/office/drawing/2014/main" val="10010"/>
                  </a:ext>
                </a:extLst>
              </a:tr>
            </a:tbl>
          </a:graphicData>
        </a:graphic>
      </p:graphicFrame>
      <p:graphicFrame>
        <p:nvGraphicFramePr>
          <p:cNvPr id="11" name="Chart 10"/>
          <p:cNvGraphicFramePr/>
          <p:nvPr/>
        </p:nvGraphicFramePr>
        <p:xfrm>
          <a:off x="3962400" y="3352800"/>
          <a:ext cx="5181600" cy="3505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92993975"/>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NALOGA</a:t>
            </a:r>
            <a:r>
              <a:rPr lang="sl-SI"/>
              <a:t> (Python)</a:t>
            </a:r>
          </a:p>
        </p:txBody>
      </p:sp>
      <p:sp>
        <p:nvSpPr>
          <p:cNvPr id="3" name="Content Placeholder 2"/>
          <p:cNvSpPr>
            <a:spLocks noGrp="1"/>
          </p:cNvSpPr>
          <p:nvPr>
            <p:ph idx="1"/>
          </p:nvPr>
        </p:nvSpPr>
        <p:spPr>
          <a:xfrm>
            <a:off x="685800" y="2438400"/>
            <a:ext cx="8077200" cy="3724275"/>
          </a:xfrm>
        </p:spPr>
        <p:txBody>
          <a:bodyPr/>
          <a:lstStyle/>
          <a:p>
            <a:r>
              <a:rPr lang="en-US"/>
              <a:t>V </a:t>
            </a:r>
            <a:r>
              <a:rPr lang="en-US" err="1"/>
              <a:t>Pythonu</a:t>
            </a:r>
            <a:r>
              <a:rPr lang="en-US"/>
              <a:t> </a:t>
            </a:r>
            <a:r>
              <a:rPr lang="en-US" err="1"/>
              <a:t>napišite</a:t>
            </a:r>
            <a:r>
              <a:rPr lang="en-US"/>
              <a:t> program, </a:t>
            </a:r>
            <a:r>
              <a:rPr lang="en-US" err="1"/>
              <a:t>ki</a:t>
            </a:r>
            <a:r>
              <a:rPr lang="en-US"/>
              <a:t> </a:t>
            </a:r>
            <a:r>
              <a:rPr lang="en-US" err="1"/>
              <a:t>za</a:t>
            </a:r>
            <a:r>
              <a:rPr lang="en-US"/>
              <a:t> </a:t>
            </a:r>
            <a:r>
              <a:rPr lang="en-US" err="1"/>
              <a:t>vsakega</a:t>
            </a:r>
            <a:r>
              <a:rPr lang="en-US"/>
              <a:t> </a:t>
            </a:r>
            <a:r>
              <a:rPr lang="en-US" err="1"/>
              <a:t>jadralca</a:t>
            </a:r>
            <a:r>
              <a:rPr lang="en-US"/>
              <a:t> </a:t>
            </a:r>
            <a:r>
              <a:rPr lang="en-US" err="1"/>
              <a:t>izpi</a:t>
            </a:r>
            <a:r>
              <a:rPr lang="sl-SI"/>
              <a:t>še šifro najbolj</a:t>
            </a:r>
            <a:r>
              <a:rPr lang="en-US"/>
              <a:t> </a:t>
            </a:r>
            <a:r>
              <a:rPr lang="sl-SI"/>
              <a:t>“</a:t>
            </a:r>
            <a:r>
              <a:rPr lang="en-US" i="1" err="1"/>
              <a:t>skladnega</a:t>
            </a:r>
            <a:r>
              <a:rPr lang="sl-SI" i="1"/>
              <a:t>”</a:t>
            </a:r>
            <a:r>
              <a:rPr lang="sl-SI"/>
              <a:t> čolna.</a:t>
            </a:r>
            <a:endParaRPr lang="en-US"/>
          </a:p>
          <a:p>
            <a:r>
              <a:rPr lang="en-US" err="1"/>
              <a:t>Rezultate</a:t>
            </a:r>
            <a:r>
              <a:rPr lang="en-US"/>
              <a:t> </a:t>
            </a:r>
            <a:r>
              <a:rPr lang="en-US" err="1"/>
              <a:t>zapisite</a:t>
            </a:r>
            <a:r>
              <a:rPr lang="en-US"/>
              <a:t> v </a:t>
            </a:r>
            <a:r>
              <a:rPr lang="en-US" err="1"/>
              <a:t>tabelo</a:t>
            </a:r>
            <a:r>
              <a:rPr lang="en-US"/>
              <a:t> </a:t>
            </a:r>
            <a:br>
              <a:rPr lang="en-US"/>
            </a:br>
            <a:r>
              <a:rPr lang="en-US"/>
              <a:t>optimal(</a:t>
            </a:r>
            <a:r>
              <a:rPr lang="en-US" u="sng" err="1"/>
              <a:t>jid</a:t>
            </a:r>
            <a:r>
              <a:rPr lang="en-US"/>
              <a:t>, cid, </a:t>
            </a:r>
            <a:r>
              <a:rPr lang="en-US" err="1"/>
              <a:t>skladnost</a:t>
            </a:r>
            <a:r>
              <a:rPr lang="en-US"/>
              <a:t>)</a:t>
            </a:r>
            <a:endParaRPr lang="sl-SI"/>
          </a:p>
          <a:p>
            <a:r>
              <a:rPr lang="sl-SI"/>
              <a:t>Najbolj</a:t>
            </a:r>
            <a:r>
              <a:rPr lang="en-US"/>
              <a:t> </a:t>
            </a:r>
            <a:r>
              <a:rPr lang="sl-SI"/>
              <a:t>“</a:t>
            </a:r>
            <a:r>
              <a:rPr lang="en-US" i="1" err="1"/>
              <a:t>skladen</a:t>
            </a:r>
            <a:r>
              <a:rPr lang="sl-SI" i="1"/>
              <a:t>”</a:t>
            </a:r>
            <a:r>
              <a:rPr lang="sl-SI"/>
              <a:t> čoln </a:t>
            </a:r>
            <a:r>
              <a:rPr lang="sl-SI" i="1" err="1"/>
              <a:t>cid</a:t>
            </a:r>
            <a:r>
              <a:rPr lang="sl-SI"/>
              <a:t> za jadralca </a:t>
            </a:r>
            <a:r>
              <a:rPr lang="sl-SI" i="1" err="1"/>
              <a:t>jid</a:t>
            </a:r>
            <a:r>
              <a:rPr lang="sl-SI"/>
              <a:t> je tisti, ki po formuli </a:t>
            </a:r>
            <a:r>
              <a:rPr lang="sl-SI" i="1"/>
              <a:t>(</a:t>
            </a:r>
            <a:r>
              <a:rPr lang="sl-SI" i="1" err="1"/>
              <a:t>jid</a:t>
            </a:r>
            <a:r>
              <a:rPr lang="en-US" i="1"/>
              <a:t>+cid) % 11</a:t>
            </a:r>
            <a:r>
              <a:rPr lang="en-US"/>
              <a:t> </a:t>
            </a:r>
            <a:r>
              <a:rPr lang="en-US" err="1"/>
              <a:t>daje</a:t>
            </a:r>
            <a:r>
              <a:rPr lang="en-US"/>
              <a:t> </a:t>
            </a:r>
            <a:r>
              <a:rPr lang="en-US" err="1"/>
              <a:t>najvišjo</a:t>
            </a:r>
            <a:r>
              <a:rPr lang="en-US"/>
              <a:t> </a:t>
            </a:r>
            <a:r>
              <a:rPr lang="en-US" err="1"/>
              <a:t>vrednost</a:t>
            </a:r>
            <a:r>
              <a:rPr lang="en-US"/>
              <a:t>. </a:t>
            </a:r>
            <a:endParaRPr lang="sl-SI"/>
          </a:p>
        </p:txBody>
      </p:sp>
      <p:sp>
        <p:nvSpPr>
          <p:cNvPr id="4" name="Footer Placeholder 3"/>
          <p:cNvSpPr>
            <a:spLocks noGrp="1"/>
          </p:cNvSpPr>
          <p:nvPr>
            <p:ph type="ftr" sz="quarter" idx="11"/>
          </p:nvPr>
        </p:nvSpPr>
        <p:spPr/>
        <p:txBody>
          <a:bodyPr/>
          <a:lstStyle/>
          <a:p>
            <a:r>
              <a:rPr lang="en-US"/>
              <a:t>© Matjaž </a:t>
            </a:r>
            <a:r>
              <a:rPr lang="en-US" err="1"/>
              <a:t>Kukar</a:t>
            </a:r>
            <a:r>
              <a:rPr lang="en-US"/>
              <a:t>, Matej Pičulin, Luka Šajn 2026</a:t>
            </a:r>
          </a:p>
        </p:txBody>
      </p:sp>
    </p:spTree>
    <p:extLst>
      <p:ext uri="{BB962C8B-B14F-4D97-AF65-F5344CB8AC3E}">
        <p14:creationId xmlns:p14="http://schemas.microsoft.com/office/powerpoint/2010/main" val="380852188"/>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NALOGA V </a:t>
            </a:r>
            <a:r>
              <a:rPr lang="sl-SI" err="1"/>
              <a:t>SQLite</a:t>
            </a:r>
            <a:endParaRPr lang="sl-SI"/>
          </a:p>
        </p:txBody>
      </p:sp>
      <p:sp>
        <p:nvSpPr>
          <p:cNvPr id="3" name="Content Placeholder 2"/>
          <p:cNvSpPr>
            <a:spLocks noGrp="1"/>
          </p:cNvSpPr>
          <p:nvPr>
            <p:ph idx="1"/>
          </p:nvPr>
        </p:nvSpPr>
        <p:spPr>
          <a:xfrm>
            <a:off x="685799" y="2286001"/>
            <a:ext cx="8085195" cy="914400"/>
          </a:xfrm>
        </p:spPr>
        <p:txBody>
          <a:bodyPr numCol="1"/>
          <a:lstStyle/>
          <a:p>
            <a:r>
              <a:rPr lang="sl-SI" sz="2400"/>
              <a:t>Ustvarite svojo bazo na disku in jo napolnite s podatki iz </a:t>
            </a:r>
            <a:r>
              <a:rPr lang="sl-SI" sz="2400" err="1"/>
              <a:t>skripte</a:t>
            </a:r>
            <a:r>
              <a:rPr lang="sl-SI" sz="2400"/>
              <a:t> jadralci.</a:t>
            </a:r>
            <a:r>
              <a:rPr lang="sl-SI" sz="2400" err="1"/>
              <a:t>sql</a:t>
            </a:r>
            <a:r>
              <a:rPr lang="sl-SI" sz="2400"/>
              <a:t>. Uporabite sqlite3.</a:t>
            </a:r>
            <a:r>
              <a:rPr lang="sl-SI" sz="2400" err="1"/>
              <a:t>exe</a:t>
            </a:r>
            <a:r>
              <a:rPr lang="sl-SI" sz="2400"/>
              <a:t>.</a:t>
            </a:r>
          </a:p>
          <a:p>
            <a:pPr lvl="1"/>
            <a:r>
              <a:rPr lang="sl-SI" sz="2000"/>
              <a:t>Pozor: Skripto predelajte tako, da ne bo vračala napak, saj je sintaksa SQLite nekoliko drugačna od sintakse MariaDB.</a:t>
            </a:r>
            <a:endParaRPr lang="en-US" sz="2000"/>
          </a:p>
          <a:p>
            <a:pPr lvl="1"/>
            <a:r>
              <a:rPr lang="sl-SI" sz="2000"/>
              <a:t>Na narejeno bazo se povežite s Pythonom in izpišite vse tabele.</a:t>
            </a:r>
            <a:r>
              <a:rPr lang="en-US" sz="2000"/>
              <a:t> </a:t>
            </a:r>
            <a:r>
              <a:rPr lang="en-US" sz="2000" err="1"/>
              <a:t>Preverite</a:t>
            </a:r>
            <a:r>
              <a:rPr lang="en-US" sz="2000"/>
              <a:t>, da so </a:t>
            </a:r>
            <a:r>
              <a:rPr lang="en-US" sz="2000" err="1"/>
              <a:t>podatki</a:t>
            </a:r>
            <a:r>
              <a:rPr lang="en-US" sz="2000"/>
              <a:t> v </a:t>
            </a:r>
            <a:r>
              <a:rPr lang="en-US" sz="2000" err="1"/>
              <a:t>tabelah</a:t>
            </a:r>
            <a:r>
              <a:rPr lang="en-US" sz="2000"/>
              <a:t> </a:t>
            </a:r>
            <a:r>
              <a:rPr lang="en-US" sz="2000" err="1"/>
              <a:t>pravilni</a:t>
            </a:r>
            <a:r>
              <a:rPr lang="en-US" sz="2000"/>
              <a:t>.</a:t>
            </a:r>
          </a:p>
        </p:txBody>
      </p:sp>
    </p:spTree>
    <p:extLst>
      <p:ext uri="{BB962C8B-B14F-4D97-AF65-F5344CB8AC3E}">
        <p14:creationId xmlns:p14="http://schemas.microsoft.com/office/powerpoint/2010/main" val="792993975"/>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NALOGA V </a:t>
            </a:r>
            <a:r>
              <a:rPr lang="sl-SI" err="1"/>
              <a:t>PyODBC</a:t>
            </a:r>
            <a:r>
              <a:rPr lang="sl-SI"/>
              <a:t> in ponovitev</a:t>
            </a:r>
          </a:p>
        </p:txBody>
      </p:sp>
      <p:sp>
        <p:nvSpPr>
          <p:cNvPr id="3" name="Content Placeholder 2"/>
          <p:cNvSpPr>
            <a:spLocks noGrp="1"/>
          </p:cNvSpPr>
          <p:nvPr>
            <p:ph idx="1"/>
          </p:nvPr>
        </p:nvSpPr>
        <p:spPr>
          <a:xfrm>
            <a:off x="838200" y="2286000"/>
            <a:ext cx="8085195" cy="914400"/>
          </a:xfrm>
        </p:spPr>
        <p:txBody>
          <a:bodyPr numCol="1"/>
          <a:lstStyle/>
          <a:p>
            <a:r>
              <a:rPr lang="sl-SI" sz="2400"/>
              <a:t>S </a:t>
            </a:r>
            <a:r>
              <a:rPr lang="sl-SI" sz="2400" err="1"/>
              <a:t>Pythonom</a:t>
            </a:r>
            <a:r>
              <a:rPr lang="sl-SI" sz="2400"/>
              <a:t> se povežite na bazo (</a:t>
            </a:r>
            <a:r>
              <a:rPr lang="sl-SI" sz="2400" err="1"/>
              <a:t>pyodbc</a:t>
            </a:r>
            <a:r>
              <a:rPr lang="sl-SI" sz="2400"/>
              <a:t>) in izpišite vse nadpovprečne velike alianse. Za velikost alianse vzemite velikost alianse.</a:t>
            </a:r>
          </a:p>
          <a:p>
            <a:r>
              <a:rPr lang="sl-SI" sz="2000"/>
              <a:t>Napišite funkcijo, ki vam bo vrnila pozicijo alianse glede na velikost alians. Največja aliansa je tista z največjim številom igralcev, če pa se število članov dveh alians ujema jih razvrstite glede na skupno število populacije vseh članov alianse.</a:t>
            </a:r>
            <a:endParaRPr lang="en-US" sz="2000"/>
          </a:p>
        </p:txBody>
      </p:sp>
    </p:spTree>
    <p:extLst>
      <p:ext uri="{BB962C8B-B14F-4D97-AF65-F5344CB8AC3E}">
        <p14:creationId xmlns:p14="http://schemas.microsoft.com/office/powerpoint/2010/main" val="792993975"/>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49" name="AutoShape 2"/>
          <p:cNvSpPr>
            <a:spLocks noGrp="1" noChangeArrowheads="1"/>
          </p:cNvSpPr>
          <p:nvPr>
            <p:ph type="title"/>
          </p:nvPr>
        </p:nvSpPr>
        <p:spPr/>
        <p:txBody>
          <a:bodyPr/>
          <a:lstStyle/>
          <a:p>
            <a:r>
              <a:rPr lang="en-US" err="1"/>
              <a:t>Normalizacija</a:t>
            </a:r>
            <a:r>
              <a:rPr lang="en-US"/>
              <a:t> </a:t>
            </a:r>
            <a:r>
              <a:rPr lang="en-US" err="1"/>
              <a:t>relacij</a:t>
            </a:r>
            <a:r>
              <a:rPr lang="en-US"/>
              <a:t> (</a:t>
            </a:r>
            <a:r>
              <a:rPr lang="en-US" err="1"/>
              <a:t>tabel</a:t>
            </a:r>
            <a:r>
              <a:rPr lang="en-US"/>
              <a:t>)</a:t>
            </a:r>
          </a:p>
        </p:txBody>
      </p:sp>
      <p:sp>
        <p:nvSpPr>
          <p:cNvPr id="514050" name="Rectangle 3"/>
          <p:cNvSpPr>
            <a:spLocks noGrp="1" noChangeArrowheads="1"/>
          </p:cNvSpPr>
          <p:nvPr>
            <p:ph type="body" idx="1"/>
          </p:nvPr>
        </p:nvSpPr>
        <p:spPr/>
        <p:txBody>
          <a:bodyPr/>
          <a:lstStyle/>
          <a:p>
            <a:pPr>
              <a:lnSpc>
                <a:spcPct val="80000"/>
              </a:lnSpc>
            </a:pPr>
            <a:r>
              <a:rPr lang="en-US" sz="2400" dirty="0" err="1"/>
              <a:t>Relacijski</a:t>
            </a:r>
            <a:r>
              <a:rPr lang="en-US" sz="2400" dirty="0"/>
              <a:t> </a:t>
            </a:r>
            <a:r>
              <a:rPr lang="en-US" sz="2400" dirty="0" err="1"/>
              <a:t>podatkovni</a:t>
            </a:r>
            <a:r>
              <a:rPr lang="en-US" sz="2400" dirty="0"/>
              <a:t> model</a:t>
            </a:r>
            <a:endParaRPr lang="sl-SI" sz="2400" dirty="0"/>
          </a:p>
          <a:p>
            <a:pPr>
              <a:lnSpc>
                <a:spcPct val="80000"/>
              </a:lnSpc>
            </a:pPr>
            <a:r>
              <a:rPr lang="sl-SI" sz="2400" dirty="0"/>
              <a:t>Relacija, atribut, relacijska shema</a:t>
            </a:r>
          </a:p>
          <a:p>
            <a:pPr>
              <a:lnSpc>
                <a:spcPct val="80000"/>
              </a:lnSpc>
            </a:pPr>
            <a:r>
              <a:rPr lang="sl-SI" sz="2400" dirty="0"/>
              <a:t>Odvisnosti med atributi relacije:</a:t>
            </a:r>
          </a:p>
          <a:p>
            <a:pPr lvl="1">
              <a:lnSpc>
                <a:spcPct val="80000"/>
              </a:lnSpc>
            </a:pPr>
            <a:r>
              <a:rPr lang="sl-SI" sz="2000" u="sng" dirty="0"/>
              <a:t>Funkcionalne</a:t>
            </a:r>
          </a:p>
          <a:p>
            <a:pPr lvl="1">
              <a:lnSpc>
                <a:spcPct val="80000"/>
              </a:lnSpc>
            </a:pPr>
            <a:r>
              <a:rPr lang="sl-SI" sz="2000" dirty="0"/>
              <a:t>Večvrednostne</a:t>
            </a:r>
          </a:p>
          <a:p>
            <a:pPr lvl="1">
              <a:lnSpc>
                <a:spcPct val="80000"/>
              </a:lnSpc>
            </a:pPr>
            <a:r>
              <a:rPr lang="sl-SI" sz="2000" dirty="0"/>
              <a:t>Stične</a:t>
            </a:r>
          </a:p>
          <a:p>
            <a:pPr>
              <a:lnSpc>
                <a:spcPct val="80000"/>
              </a:lnSpc>
            </a:pPr>
            <a:r>
              <a:rPr lang="en-US" sz="2400" dirty="0"/>
              <a:t>A</a:t>
            </a:r>
            <a:r>
              <a:rPr lang="sl-SI" sz="2400" dirty="0" err="1"/>
              <a:t>žurirne</a:t>
            </a:r>
            <a:r>
              <a:rPr lang="sl-SI" sz="2400" dirty="0"/>
              <a:t> anomalije</a:t>
            </a:r>
            <a:endParaRPr lang="en-US" sz="2400" dirty="0"/>
          </a:p>
          <a:p>
            <a:pPr>
              <a:lnSpc>
                <a:spcPct val="80000"/>
              </a:lnSpc>
            </a:pPr>
            <a:r>
              <a:rPr lang="sl-SI" sz="2400" dirty="0"/>
              <a:t>Normalne oblike relacij (</a:t>
            </a:r>
            <a:r>
              <a:rPr lang="sl-SI" sz="2400" u="sng" dirty="0"/>
              <a:t>1, 2, 3</a:t>
            </a:r>
            <a:r>
              <a:rPr lang="sl-SI" sz="2400" dirty="0"/>
              <a:t>, BCNO,</a:t>
            </a:r>
            <a:r>
              <a:rPr lang="en-US" sz="2400" dirty="0"/>
              <a:t> </a:t>
            </a:r>
            <a:r>
              <a:rPr lang="sl-SI" sz="2400" dirty="0"/>
              <a:t>4, 5)</a:t>
            </a:r>
            <a:br>
              <a:rPr lang="en-US" sz="2400" dirty="0"/>
            </a:br>
            <a:r>
              <a:rPr lang="sl-SI" sz="2400" dirty="0"/>
              <a:t>in postopki za normalizacijo</a:t>
            </a:r>
          </a:p>
          <a:p>
            <a:pPr>
              <a:lnSpc>
                <a:spcPct val="80000"/>
              </a:lnSpc>
            </a:pPr>
            <a:r>
              <a:rPr lang="sl-SI" sz="2400" dirty="0"/>
              <a:t>Kako določiti ključ relacije na podlagi funkcionalnih odvisnosti</a:t>
            </a:r>
            <a:r>
              <a:rPr lang="en-US" sz="2400" dirty="0"/>
              <a:t>?</a:t>
            </a:r>
          </a:p>
          <a:p>
            <a:pPr>
              <a:lnSpc>
                <a:spcPct val="80000"/>
              </a:lnSpc>
            </a:pPr>
            <a:endParaRPr lang="en-US" sz="24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7" name="AutoShape 2"/>
          <p:cNvSpPr>
            <a:spLocks noGrp="1" noChangeArrowheads="1"/>
          </p:cNvSpPr>
          <p:nvPr>
            <p:ph type="title"/>
          </p:nvPr>
        </p:nvSpPr>
        <p:spPr/>
        <p:txBody>
          <a:bodyPr/>
          <a:lstStyle/>
          <a:p>
            <a:r>
              <a:rPr lang="sl-SI"/>
              <a:t>Relacijski podatkovni model</a:t>
            </a:r>
            <a:endParaRPr lang="en-US"/>
          </a:p>
        </p:txBody>
      </p:sp>
      <p:sp>
        <p:nvSpPr>
          <p:cNvPr id="516098" name="Rectangle 3"/>
          <p:cNvSpPr>
            <a:spLocks noGrp="1" noChangeArrowheads="1"/>
          </p:cNvSpPr>
          <p:nvPr>
            <p:ph type="body" idx="1"/>
          </p:nvPr>
        </p:nvSpPr>
        <p:spPr/>
        <p:txBody>
          <a:bodyPr/>
          <a:lstStyle/>
          <a:p>
            <a:pPr>
              <a:lnSpc>
                <a:spcPct val="90000"/>
              </a:lnSpc>
            </a:pPr>
            <a:r>
              <a:rPr lang="sl-SI" sz="2400"/>
              <a:t>Svet modeliramo z relacijami (množicami resničnih trditev)</a:t>
            </a:r>
          </a:p>
          <a:p>
            <a:pPr>
              <a:lnSpc>
                <a:spcPct val="90000"/>
              </a:lnSpc>
            </a:pPr>
            <a:r>
              <a:rPr lang="sl-SI" sz="2400">
                <a:sym typeface="Symbol" pitchFamily="18" charset="2"/>
              </a:rPr>
              <a:t>Atribut A</a:t>
            </a:r>
            <a:r>
              <a:rPr lang="sl-SI" sz="2400" baseline="-25000">
                <a:sym typeface="Symbol" pitchFamily="18" charset="2"/>
              </a:rPr>
              <a:t>i</a:t>
            </a:r>
            <a:r>
              <a:rPr lang="sl-SI" sz="2400">
                <a:sym typeface="Symbol" pitchFamily="18" charset="2"/>
              </a:rPr>
              <a:t>: opisuje določeno lastnost</a:t>
            </a:r>
            <a:endParaRPr lang="en-US" sz="2400">
              <a:sym typeface="Symbol" pitchFamily="18" charset="2"/>
            </a:endParaRPr>
          </a:p>
          <a:p>
            <a:pPr>
              <a:lnSpc>
                <a:spcPct val="90000"/>
              </a:lnSpc>
            </a:pPr>
            <a:r>
              <a:rPr lang="en-US" sz="2400">
                <a:sym typeface="Symbol" pitchFamily="18" charset="2"/>
              </a:rPr>
              <a:t>D</a:t>
            </a:r>
            <a:r>
              <a:rPr lang="en-US" sz="2400" baseline="-25000">
                <a:sym typeface="Symbol" pitchFamily="18" charset="2"/>
              </a:rPr>
              <a:t>i</a:t>
            </a:r>
            <a:r>
              <a:rPr lang="en-US" sz="2400">
                <a:sym typeface="Symbol" pitchFamily="18" charset="2"/>
              </a:rPr>
              <a:t>: </a:t>
            </a:r>
            <a:r>
              <a:rPr lang="en-US" sz="2400" err="1">
                <a:sym typeface="Symbol" pitchFamily="18" charset="2"/>
              </a:rPr>
              <a:t>domena</a:t>
            </a:r>
            <a:r>
              <a:rPr lang="en-US" sz="2400">
                <a:sym typeface="Symbol" pitchFamily="18" charset="2"/>
              </a:rPr>
              <a:t> </a:t>
            </a:r>
            <a:r>
              <a:rPr lang="sl-SI" sz="2400">
                <a:sym typeface="Symbol" pitchFamily="18" charset="2"/>
              </a:rPr>
              <a:t>(vrednostna množica) atributa</a:t>
            </a:r>
            <a:r>
              <a:rPr lang="en-US" sz="2400">
                <a:sym typeface="Symbol" pitchFamily="18" charset="2"/>
              </a:rPr>
              <a:t> </a:t>
            </a:r>
            <a:r>
              <a:rPr lang="sl-SI" sz="2400">
                <a:sym typeface="Symbol" pitchFamily="18" charset="2"/>
              </a:rPr>
              <a:t>A</a:t>
            </a:r>
            <a:r>
              <a:rPr lang="sl-SI" sz="2400" baseline="-25000">
                <a:sym typeface="Symbol" pitchFamily="18" charset="2"/>
              </a:rPr>
              <a:t>i</a:t>
            </a:r>
          </a:p>
          <a:p>
            <a:pPr>
              <a:lnSpc>
                <a:spcPct val="90000"/>
              </a:lnSpc>
            </a:pPr>
            <a:r>
              <a:rPr lang="sl-SI" sz="2400"/>
              <a:t>Relacija r: D</a:t>
            </a:r>
            <a:r>
              <a:rPr lang="sl-SI" sz="2400" baseline="-25000"/>
              <a:t>1</a:t>
            </a:r>
            <a:r>
              <a:rPr lang="sl-SI" sz="2400"/>
              <a:t> x D</a:t>
            </a:r>
            <a:r>
              <a:rPr lang="sl-SI" sz="2400" baseline="-25000"/>
              <a:t>2</a:t>
            </a:r>
            <a:r>
              <a:rPr lang="sl-SI" sz="2400"/>
              <a:t> x ... </a:t>
            </a:r>
            <a:r>
              <a:rPr lang="en-US" sz="2400"/>
              <a:t>x</a:t>
            </a:r>
            <a:r>
              <a:rPr lang="sl-SI" sz="2400"/>
              <a:t> D</a:t>
            </a:r>
            <a:r>
              <a:rPr lang="sl-SI" sz="2400" baseline="-25000"/>
              <a:t>n</a:t>
            </a:r>
            <a:r>
              <a:rPr lang="sl-SI" sz="2400"/>
              <a:t> </a:t>
            </a:r>
            <a:r>
              <a:rPr lang="sl-SI" sz="2400">
                <a:sym typeface="Symbol" pitchFamily="18" charset="2"/>
              </a:rPr>
              <a:t></a:t>
            </a:r>
            <a:r>
              <a:rPr lang="en-US" sz="2400">
                <a:sym typeface="Symbol" pitchFamily="18" charset="2"/>
              </a:rPr>
              <a:t> {res, </a:t>
            </a:r>
            <a:r>
              <a:rPr lang="en-US" sz="2400" err="1">
                <a:sym typeface="Symbol" pitchFamily="18" charset="2"/>
              </a:rPr>
              <a:t>ni</a:t>
            </a:r>
            <a:r>
              <a:rPr lang="en-US" sz="2400">
                <a:sym typeface="Symbol" pitchFamily="18" charset="2"/>
              </a:rPr>
              <a:t> res}</a:t>
            </a:r>
            <a:endParaRPr lang="sl-SI" sz="2400">
              <a:sym typeface="Symbol" pitchFamily="18" charset="2"/>
            </a:endParaRPr>
          </a:p>
          <a:p>
            <a:pPr>
              <a:lnSpc>
                <a:spcPct val="90000"/>
              </a:lnSpc>
            </a:pPr>
            <a:r>
              <a:rPr lang="sl-SI" sz="2400">
                <a:sym typeface="Symbol" pitchFamily="18" charset="2"/>
              </a:rPr>
              <a:t>Shema relacije (glava tabele):</a:t>
            </a:r>
            <a:br>
              <a:rPr lang="sl-SI" sz="2400">
                <a:sym typeface="Symbol" pitchFamily="18" charset="2"/>
              </a:rPr>
            </a:br>
            <a:r>
              <a:rPr lang="sl-SI" sz="2400">
                <a:sym typeface="Symbol" pitchFamily="18" charset="2"/>
              </a:rPr>
              <a:t>Sh(r) </a:t>
            </a:r>
            <a:r>
              <a:rPr lang="en-US" sz="2400">
                <a:sym typeface="Symbol" pitchFamily="18" charset="2"/>
              </a:rPr>
              <a:t>= R(A</a:t>
            </a:r>
            <a:r>
              <a:rPr lang="en-US" sz="2400" baseline="-25000">
                <a:sym typeface="Symbol" pitchFamily="18" charset="2"/>
              </a:rPr>
              <a:t>1</a:t>
            </a:r>
            <a:r>
              <a:rPr lang="en-US" sz="2400">
                <a:sym typeface="Symbol" pitchFamily="18" charset="2"/>
              </a:rPr>
              <a:t>:D</a:t>
            </a:r>
            <a:r>
              <a:rPr lang="en-US" sz="2400" baseline="-25000">
                <a:sym typeface="Symbol" pitchFamily="18" charset="2"/>
              </a:rPr>
              <a:t>1</a:t>
            </a:r>
            <a:r>
              <a:rPr lang="en-US" sz="2400">
                <a:sym typeface="Symbol" pitchFamily="18" charset="2"/>
              </a:rPr>
              <a:t>, …, </a:t>
            </a:r>
            <a:r>
              <a:rPr lang="en-US" sz="2400" err="1">
                <a:sym typeface="Symbol" pitchFamily="18" charset="2"/>
              </a:rPr>
              <a:t>A</a:t>
            </a:r>
            <a:r>
              <a:rPr lang="en-US" sz="2400" baseline="-25000" err="1">
                <a:sym typeface="Symbol" pitchFamily="18" charset="2"/>
              </a:rPr>
              <a:t>n</a:t>
            </a:r>
            <a:r>
              <a:rPr lang="en-US" sz="2400" err="1">
                <a:sym typeface="Symbol" pitchFamily="18" charset="2"/>
              </a:rPr>
              <a:t>:D</a:t>
            </a:r>
            <a:r>
              <a:rPr lang="en-US" sz="2400" baseline="-25000" err="1">
                <a:sym typeface="Symbol" pitchFamily="18" charset="2"/>
              </a:rPr>
              <a:t>n</a:t>
            </a:r>
            <a:r>
              <a:rPr lang="en-US" sz="2400">
                <a:sym typeface="Symbol" pitchFamily="18" charset="2"/>
              </a:rPr>
              <a:t>)</a:t>
            </a:r>
          </a:p>
          <a:p>
            <a:pPr>
              <a:lnSpc>
                <a:spcPct val="90000"/>
              </a:lnSpc>
            </a:pPr>
            <a:r>
              <a:rPr lang="en-US" sz="2400" err="1">
                <a:sym typeface="Symbol" pitchFamily="18" charset="2"/>
              </a:rPr>
              <a:t>Vsaka</a:t>
            </a:r>
            <a:r>
              <a:rPr lang="en-US" sz="2400">
                <a:sym typeface="Symbol" pitchFamily="18" charset="2"/>
              </a:rPr>
              <a:t> </a:t>
            </a:r>
            <a:r>
              <a:rPr lang="en-US" sz="2400" err="1">
                <a:sym typeface="Symbol" pitchFamily="18" charset="2"/>
              </a:rPr>
              <a:t>relacija</a:t>
            </a:r>
            <a:r>
              <a:rPr lang="en-US" sz="2400">
                <a:sym typeface="Symbol" pitchFamily="18" charset="2"/>
              </a:rPr>
              <a:t> </a:t>
            </a:r>
            <a:r>
              <a:rPr lang="en-US" sz="2400" err="1">
                <a:sym typeface="Symbol" pitchFamily="18" charset="2"/>
              </a:rPr>
              <a:t>ima</a:t>
            </a:r>
            <a:r>
              <a:rPr lang="en-US" sz="2400">
                <a:sym typeface="Symbol" pitchFamily="18" charset="2"/>
              </a:rPr>
              <a:t> </a:t>
            </a:r>
            <a:r>
              <a:rPr lang="en-US" sz="2400" err="1">
                <a:sym typeface="Symbol" pitchFamily="18" charset="2"/>
              </a:rPr>
              <a:t>natanko</a:t>
            </a:r>
            <a:r>
              <a:rPr lang="en-US" sz="2400">
                <a:sym typeface="Symbol" pitchFamily="18" charset="2"/>
              </a:rPr>
              <a:t> </a:t>
            </a:r>
            <a:r>
              <a:rPr lang="en-US" sz="2400" err="1">
                <a:sym typeface="Symbol" pitchFamily="18" charset="2"/>
              </a:rPr>
              <a:t>eno</a:t>
            </a:r>
            <a:r>
              <a:rPr lang="en-US" sz="2400">
                <a:sym typeface="Symbol" pitchFamily="18" charset="2"/>
              </a:rPr>
              <a:t> </a:t>
            </a:r>
            <a:r>
              <a:rPr lang="en-US" sz="2400" err="1">
                <a:sym typeface="Symbol" pitchFamily="18" charset="2"/>
              </a:rPr>
              <a:t>shemo</a:t>
            </a:r>
            <a:r>
              <a:rPr lang="en-US" sz="2400">
                <a:sym typeface="Symbol" pitchFamily="18" charset="2"/>
              </a:rPr>
              <a:t>, </a:t>
            </a:r>
            <a:r>
              <a:rPr lang="en-US" sz="2400" err="1">
                <a:sym typeface="Symbol" pitchFamily="18" charset="2"/>
              </a:rPr>
              <a:t>vsaki</a:t>
            </a:r>
            <a:r>
              <a:rPr lang="en-US" sz="2400">
                <a:sym typeface="Symbol" pitchFamily="18" charset="2"/>
              </a:rPr>
              <a:t> </a:t>
            </a:r>
            <a:r>
              <a:rPr lang="en-US" sz="2400" err="1">
                <a:sym typeface="Symbol" pitchFamily="18" charset="2"/>
              </a:rPr>
              <a:t>shemi</a:t>
            </a:r>
            <a:r>
              <a:rPr lang="en-US" sz="2400">
                <a:sym typeface="Symbol" pitchFamily="18" charset="2"/>
              </a:rPr>
              <a:t> pa </a:t>
            </a:r>
            <a:r>
              <a:rPr lang="sl-SI" sz="2400">
                <a:sym typeface="Symbol" pitchFamily="18" charset="2"/>
              </a:rPr>
              <a:t>lahko </a:t>
            </a:r>
            <a:r>
              <a:rPr lang="en-US" sz="2400" err="1">
                <a:sym typeface="Symbol" pitchFamily="18" charset="2"/>
              </a:rPr>
              <a:t>pripada</a:t>
            </a:r>
            <a:r>
              <a:rPr lang="en-US" sz="2400">
                <a:sym typeface="Symbol" pitchFamily="18" charset="2"/>
              </a:rPr>
              <a:t> </a:t>
            </a:r>
            <a:r>
              <a:rPr lang="en-US" sz="2400" err="1">
                <a:sym typeface="Symbol" pitchFamily="18" charset="2"/>
              </a:rPr>
              <a:t>ve</a:t>
            </a:r>
            <a:r>
              <a:rPr lang="sl-SI" sz="2400">
                <a:sym typeface="Symbol" pitchFamily="18" charset="2"/>
              </a:rPr>
              <a:t>č različnih relacij</a:t>
            </a:r>
          </a:p>
          <a:p>
            <a:pPr>
              <a:lnSpc>
                <a:spcPct val="90000"/>
              </a:lnSpc>
            </a:pPr>
            <a:endParaRPr lang="sl-SI" sz="2400" baseline="-25000">
              <a:sym typeface="Symbol" pitchFamily="18" charset="2"/>
            </a:endParaRP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5" name="AutoShape 2"/>
          <p:cNvSpPr>
            <a:spLocks noGrp="1" noChangeArrowheads="1"/>
          </p:cNvSpPr>
          <p:nvPr>
            <p:ph type="title"/>
          </p:nvPr>
        </p:nvSpPr>
        <p:spPr/>
        <p:txBody>
          <a:bodyPr/>
          <a:lstStyle/>
          <a:p>
            <a:r>
              <a:rPr lang="sl-SI"/>
              <a:t>Odvisnosti med atributi relacije</a:t>
            </a:r>
            <a:endParaRPr lang="en-US"/>
          </a:p>
        </p:txBody>
      </p:sp>
      <p:sp>
        <p:nvSpPr>
          <p:cNvPr id="518146" name="Rectangle 3"/>
          <p:cNvSpPr>
            <a:spLocks noGrp="1" noChangeArrowheads="1"/>
          </p:cNvSpPr>
          <p:nvPr>
            <p:ph type="body" idx="1"/>
          </p:nvPr>
        </p:nvSpPr>
        <p:spPr/>
        <p:txBody>
          <a:bodyPr/>
          <a:lstStyle/>
          <a:p>
            <a:r>
              <a:rPr lang="en-US" sz="2400" dirty="0" err="1"/>
              <a:t>Relacija</a:t>
            </a:r>
            <a:r>
              <a:rPr lang="en-US" sz="2400" dirty="0"/>
              <a:t> </a:t>
            </a:r>
            <a:r>
              <a:rPr lang="sl-SI" sz="2400" dirty="0"/>
              <a:t>se podreja </a:t>
            </a:r>
            <a:r>
              <a:rPr lang="sl-SI" sz="2400" dirty="0" err="1"/>
              <a:t>integritetnim</a:t>
            </a:r>
            <a:r>
              <a:rPr lang="sl-SI" sz="2400" dirty="0"/>
              <a:t> omejitvam iz realnega sveta, ki</a:t>
            </a:r>
            <a:r>
              <a:rPr lang="en-US" sz="2400" dirty="0"/>
              <a:t> </a:t>
            </a:r>
            <a:r>
              <a:rPr lang="en-US" sz="2400" dirty="0" err="1"/>
              <a:t>omogočajo</a:t>
            </a:r>
            <a:r>
              <a:rPr lang="en-US" sz="2400" dirty="0"/>
              <a:t>, le </a:t>
            </a:r>
            <a:r>
              <a:rPr lang="en-US" sz="2400" dirty="0" err="1"/>
              <a:t>določen</a:t>
            </a:r>
            <a:r>
              <a:rPr lang="sl-SI" sz="2400" dirty="0"/>
              <a:t>e kombinacije vrednosti atributov</a:t>
            </a:r>
            <a:r>
              <a:rPr lang="en-US" sz="2400" dirty="0"/>
              <a:t>.</a:t>
            </a:r>
          </a:p>
          <a:p>
            <a:r>
              <a:rPr lang="sl-SI" sz="2400" dirty="0" err="1"/>
              <a:t>Integritetne</a:t>
            </a:r>
            <a:r>
              <a:rPr lang="sl-SI" sz="2400" dirty="0"/>
              <a:t> o</a:t>
            </a:r>
            <a:r>
              <a:rPr lang="en-US" sz="2400" dirty="0" err="1"/>
              <a:t>mejitve</a:t>
            </a:r>
            <a:r>
              <a:rPr lang="en-US" sz="2400" dirty="0"/>
              <a:t> v </a:t>
            </a:r>
            <a:r>
              <a:rPr lang="en-US" sz="2400" dirty="0" err="1"/>
              <a:t>modelu</a:t>
            </a:r>
            <a:r>
              <a:rPr lang="en-US" sz="2400" dirty="0"/>
              <a:t> </a:t>
            </a:r>
            <a:r>
              <a:rPr lang="en-US" sz="2400" dirty="0" err="1"/>
              <a:t>določimo</a:t>
            </a:r>
            <a:r>
              <a:rPr lang="en-US" sz="2400" dirty="0"/>
              <a:t> s </a:t>
            </a:r>
            <a:r>
              <a:rPr lang="en-US" sz="2400" dirty="0" err="1"/>
              <a:t>pomočjo</a:t>
            </a:r>
            <a:r>
              <a:rPr lang="en-US" sz="2400" dirty="0"/>
              <a:t> </a:t>
            </a:r>
            <a:r>
              <a:rPr lang="sl-SI" sz="2400" dirty="0"/>
              <a:t>funkcionalnih in drugih </a:t>
            </a:r>
            <a:r>
              <a:rPr lang="en-US" sz="2400" dirty="0" err="1"/>
              <a:t>odvisnosti</a:t>
            </a:r>
            <a:r>
              <a:rPr lang="sl-SI" sz="2400" dirty="0"/>
              <a:t>.</a:t>
            </a:r>
            <a:endParaRPr lang="en-US" sz="2400" dirty="0"/>
          </a:p>
          <a:p>
            <a:r>
              <a:rPr lang="en-US" sz="2400" dirty="0" err="1"/>
              <a:t>Odvisnosti</a:t>
            </a:r>
            <a:r>
              <a:rPr lang="en-US" sz="2400" dirty="0"/>
              <a:t> so </a:t>
            </a:r>
            <a:r>
              <a:rPr lang="en-US" sz="2400" dirty="0" err="1"/>
              <a:t>sredstvo</a:t>
            </a:r>
            <a:r>
              <a:rPr lang="en-US" sz="2400" dirty="0"/>
              <a:t>, s </a:t>
            </a:r>
            <a:r>
              <a:rPr lang="en-US" sz="2400" dirty="0" err="1"/>
              <a:t>katerim</a:t>
            </a:r>
            <a:r>
              <a:rPr lang="en-US" sz="2400" dirty="0"/>
              <a:t> </a:t>
            </a:r>
            <a:r>
              <a:rPr lang="en-US" sz="2400" dirty="0" err="1"/>
              <a:t>lahko</a:t>
            </a:r>
            <a:r>
              <a:rPr lang="en-US" sz="2400" dirty="0"/>
              <a:t> v </a:t>
            </a:r>
            <a:r>
              <a:rPr lang="en-US" sz="2400" dirty="0" err="1"/>
              <a:t>relacijskem</a:t>
            </a:r>
            <a:r>
              <a:rPr lang="en-US" sz="2400" dirty="0"/>
              <a:t> </a:t>
            </a:r>
            <a:r>
              <a:rPr lang="en-US" sz="2400" dirty="0" err="1"/>
              <a:t>modelu</a:t>
            </a:r>
            <a:r>
              <a:rPr lang="en-US" sz="2400" dirty="0"/>
              <a:t> </a:t>
            </a:r>
            <a:r>
              <a:rPr lang="en-US" sz="2400" dirty="0" err="1"/>
              <a:t>povemo</a:t>
            </a:r>
            <a:r>
              <a:rPr lang="en-US" sz="2400" dirty="0"/>
              <a:t>, </a:t>
            </a:r>
            <a:r>
              <a:rPr lang="en-US" sz="2400" dirty="0" err="1"/>
              <a:t>katere</a:t>
            </a:r>
            <a:r>
              <a:rPr lang="en-US" sz="2400" dirty="0"/>
              <a:t> </a:t>
            </a:r>
            <a:r>
              <a:rPr lang="sl-SI" sz="2400" dirty="0"/>
              <a:t>vrstice relacij (kombinacije </a:t>
            </a:r>
            <a:r>
              <a:rPr lang="en-US" sz="2400" dirty="0" err="1"/>
              <a:t>vrednosti</a:t>
            </a:r>
            <a:r>
              <a:rPr lang="en-US" sz="2400" dirty="0"/>
              <a:t> </a:t>
            </a:r>
            <a:r>
              <a:rPr lang="sl-SI" sz="2400" dirty="0"/>
              <a:t>atributov)</a:t>
            </a:r>
            <a:r>
              <a:rPr lang="en-US" sz="2400" dirty="0"/>
              <a:t> so </a:t>
            </a:r>
            <a:r>
              <a:rPr lang="sl-SI" sz="2400" dirty="0"/>
              <a:t>oziroma bi lahko bile </a:t>
            </a:r>
            <a:r>
              <a:rPr lang="en-US" sz="2400" dirty="0" err="1"/>
              <a:t>veljavne</a:t>
            </a:r>
            <a:r>
              <a:rPr lang="en-US" sz="2400" dirty="0"/>
              <a:t> in </a:t>
            </a:r>
            <a:r>
              <a:rPr lang="en-US" sz="2400" dirty="0" err="1"/>
              <a:t>katere</a:t>
            </a:r>
            <a:r>
              <a:rPr lang="en-US" sz="2400" dirty="0"/>
              <a:t> </a:t>
            </a:r>
            <a:r>
              <a:rPr lang="en-US" sz="2400" dirty="0" err="1"/>
              <a:t>sploh</a:t>
            </a:r>
            <a:r>
              <a:rPr lang="en-US" sz="2400" dirty="0"/>
              <a:t> ne </a:t>
            </a:r>
            <a:r>
              <a:rPr lang="en-US" sz="2400" dirty="0" err="1"/>
              <a:t>morejo</a:t>
            </a:r>
            <a:r>
              <a:rPr lang="en-US" sz="2400" dirty="0"/>
              <a:t> </a:t>
            </a:r>
            <a:r>
              <a:rPr lang="en-US" sz="2400" dirty="0" err="1"/>
              <a:t>obstajati</a:t>
            </a:r>
            <a:r>
              <a:rPr lang="en-US" sz="2400" dirty="0"/>
              <a:t>.  </a:t>
            </a:r>
          </a:p>
          <a:p>
            <a:endParaRPr lang="en-US" sz="24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3" name="AutoShape 2"/>
          <p:cNvSpPr>
            <a:spLocks noGrp="1" noChangeArrowheads="1"/>
          </p:cNvSpPr>
          <p:nvPr>
            <p:ph type="title"/>
          </p:nvPr>
        </p:nvSpPr>
        <p:spPr/>
        <p:txBody>
          <a:bodyPr/>
          <a:lstStyle/>
          <a:p>
            <a:r>
              <a:rPr lang="sl-SI"/>
              <a:t>Upoštevanje odvisnosti</a:t>
            </a:r>
            <a:endParaRPr lang="en-US"/>
          </a:p>
        </p:txBody>
      </p:sp>
      <p:sp>
        <p:nvSpPr>
          <p:cNvPr id="520194" name="Rectangle 3"/>
          <p:cNvSpPr>
            <a:spLocks noGrp="1" noChangeArrowheads="1"/>
          </p:cNvSpPr>
          <p:nvPr>
            <p:ph type="body" idx="1"/>
          </p:nvPr>
        </p:nvSpPr>
        <p:spPr>
          <a:xfrm>
            <a:off x="838200" y="2362200"/>
            <a:ext cx="7693025" cy="3886200"/>
          </a:xfrm>
        </p:spPr>
        <p:txBody>
          <a:bodyPr/>
          <a:lstStyle/>
          <a:p>
            <a:r>
              <a:rPr lang="sl-SI" sz="2400"/>
              <a:t>Pri ažuriranju relacij (tabel) je treba odvisnosti upoštevati, sicer pride do ažurirnih anomalij.</a:t>
            </a:r>
          </a:p>
          <a:p>
            <a:r>
              <a:rPr lang="sl-SI" sz="2400"/>
              <a:t>Več možnosti za upoštevanje:</a:t>
            </a:r>
          </a:p>
          <a:p>
            <a:pPr lvl="1"/>
            <a:r>
              <a:rPr lang="sl-SI" sz="2000"/>
              <a:t>Uporabnik se zaveda vseh odvisnosti in jih upošteva</a:t>
            </a:r>
          </a:p>
          <a:p>
            <a:pPr lvl="1"/>
            <a:r>
              <a:rPr lang="sl-SI" sz="2000"/>
              <a:t>SUPB preverja vse odvisnosti (časovno zahtevno)</a:t>
            </a:r>
          </a:p>
          <a:p>
            <a:pPr lvl="1"/>
            <a:r>
              <a:rPr lang="sl-SI" sz="2000"/>
              <a:t>Preoblikovanje relacij na način, da do ažurirnih anomalij sploh ne more priti (normalizacija)</a:t>
            </a:r>
            <a:endParaRPr lang="en-US" sz="200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1" name="AutoShape 2"/>
          <p:cNvSpPr>
            <a:spLocks noGrp="1" noChangeArrowheads="1"/>
          </p:cNvSpPr>
          <p:nvPr>
            <p:ph type="title"/>
          </p:nvPr>
        </p:nvSpPr>
        <p:spPr/>
        <p:txBody>
          <a:bodyPr/>
          <a:lstStyle/>
          <a:p>
            <a:r>
              <a:rPr lang="sl-SI"/>
              <a:t>Funkcionalne odvisnosti</a:t>
            </a:r>
            <a:endParaRPr lang="en-US"/>
          </a:p>
        </p:txBody>
      </p:sp>
      <p:sp>
        <p:nvSpPr>
          <p:cNvPr id="522242" name="Rectangle 3"/>
          <p:cNvSpPr>
            <a:spLocks noGrp="1" noChangeArrowheads="1"/>
          </p:cNvSpPr>
          <p:nvPr>
            <p:ph type="body" idx="1"/>
          </p:nvPr>
        </p:nvSpPr>
        <p:spPr>
          <a:xfrm>
            <a:off x="838200" y="2362200"/>
            <a:ext cx="7693025" cy="3886200"/>
          </a:xfrm>
        </p:spPr>
        <p:txBody>
          <a:bodyPr/>
          <a:lstStyle/>
          <a:p>
            <a:pPr>
              <a:lnSpc>
                <a:spcPct val="80000"/>
              </a:lnSpc>
            </a:pPr>
            <a:r>
              <a:rPr lang="sl-SI" sz="2400"/>
              <a:t>Funkcionalne odvisnosti veljajo na nivoju </a:t>
            </a:r>
            <a:r>
              <a:rPr lang="sl-SI" sz="2400" u="sng"/>
              <a:t>relacijske sheme</a:t>
            </a:r>
            <a:r>
              <a:rPr lang="sl-SI" sz="2400"/>
              <a:t>, torej za </a:t>
            </a:r>
            <a:r>
              <a:rPr lang="sl-SI" sz="2400" u="sng"/>
              <a:t>vse</a:t>
            </a:r>
            <a:r>
              <a:rPr lang="sl-SI" sz="2400"/>
              <a:t> relacije, ki pripadajo </a:t>
            </a:r>
            <a:r>
              <a:rPr lang="sl-SI" sz="2400" u="sng"/>
              <a:t>isti shemi</a:t>
            </a:r>
            <a:r>
              <a:rPr lang="sl-SI" sz="2400"/>
              <a:t>.</a:t>
            </a:r>
          </a:p>
          <a:p>
            <a:pPr>
              <a:lnSpc>
                <a:spcPct val="80000"/>
              </a:lnSpc>
            </a:pPr>
            <a:r>
              <a:rPr lang="sl-SI" sz="2400"/>
              <a:t>Imejmo </a:t>
            </a:r>
            <a:r>
              <a:rPr lang="en-US" sz="2400" err="1"/>
              <a:t>relacijsk</a:t>
            </a:r>
            <a:r>
              <a:rPr lang="sl-SI" sz="2400"/>
              <a:t>o</a:t>
            </a:r>
            <a:r>
              <a:rPr lang="en-US" sz="2400"/>
              <a:t> </a:t>
            </a:r>
            <a:r>
              <a:rPr lang="en-US" sz="2400" err="1"/>
              <a:t>shem</a:t>
            </a:r>
            <a:r>
              <a:rPr lang="sl-SI" sz="2400"/>
              <a:t>o</a:t>
            </a:r>
            <a:r>
              <a:rPr lang="en-US" sz="2400"/>
              <a:t> R </a:t>
            </a:r>
            <a:r>
              <a:rPr lang="sl-SI" sz="2400"/>
              <a:t>s </a:t>
            </a:r>
            <a:r>
              <a:rPr lang="en-US" sz="2400"/>
              <a:t> </a:t>
            </a:r>
            <a:r>
              <a:rPr lang="sl-SI" sz="2400"/>
              <a:t>pod</a:t>
            </a:r>
            <a:r>
              <a:rPr lang="en-US" sz="2400" err="1"/>
              <a:t>množic</a:t>
            </a:r>
            <a:r>
              <a:rPr lang="sl-SI" sz="2400"/>
              <a:t>ama</a:t>
            </a:r>
            <a:r>
              <a:rPr lang="en-US" sz="2400"/>
              <a:t> </a:t>
            </a:r>
            <a:r>
              <a:rPr lang="en-US" sz="2400" err="1"/>
              <a:t>atributov</a:t>
            </a:r>
            <a:r>
              <a:rPr lang="en-US" sz="2400"/>
              <a:t> X in Y.</a:t>
            </a:r>
          </a:p>
          <a:p>
            <a:pPr>
              <a:lnSpc>
                <a:spcPct val="80000"/>
              </a:lnSpc>
            </a:pPr>
            <a:r>
              <a:rPr lang="en-US" sz="2400"/>
              <a:t>V </a:t>
            </a:r>
            <a:r>
              <a:rPr lang="en-US" sz="2400" err="1"/>
              <a:t>relacijski</a:t>
            </a:r>
            <a:r>
              <a:rPr lang="en-US" sz="2400"/>
              <a:t> </a:t>
            </a:r>
            <a:r>
              <a:rPr lang="en-US" sz="2400" err="1"/>
              <a:t>shemi</a:t>
            </a:r>
            <a:r>
              <a:rPr lang="en-US" sz="2400"/>
              <a:t> R </a:t>
            </a:r>
            <a:r>
              <a:rPr lang="en-US" sz="2400" err="1"/>
              <a:t>velja</a:t>
            </a:r>
            <a:r>
              <a:rPr lang="en-US" sz="2400"/>
              <a:t> X </a:t>
            </a:r>
            <a:r>
              <a:rPr lang="sl-SI" sz="2400">
                <a:sym typeface="Symbol" pitchFamily="18" charset="2"/>
              </a:rPr>
              <a:t></a:t>
            </a:r>
            <a:r>
              <a:rPr lang="en-US" sz="2400"/>
              <a:t> Y</a:t>
            </a:r>
            <a:r>
              <a:rPr lang="sl-SI" sz="2400"/>
              <a:t> </a:t>
            </a:r>
            <a:r>
              <a:rPr lang="en-US" sz="2400"/>
              <a:t>(X </a:t>
            </a:r>
            <a:r>
              <a:rPr lang="en-US" sz="2400" err="1"/>
              <a:t>funkcionalno</a:t>
            </a:r>
            <a:r>
              <a:rPr lang="en-US" sz="2400"/>
              <a:t> </a:t>
            </a:r>
            <a:r>
              <a:rPr lang="en-US" sz="2400" err="1"/>
              <a:t>določa</a:t>
            </a:r>
            <a:r>
              <a:rPr lang="en-US" sz="2400"/>
              <a:t> Y </a:t>
            </a:r>
            <a:r>
              <a:rPr lang="en-US" sz="2400" err="1"/>
              <a:t>oziroma</a:t>
            </a:r>
            <a:r>
              <a:rPr lang="en-US" sz="2400"/>
              <a:t> Y je </a:t>
            </a:r>
            <a:r>
              <a:rPr lang="en-US" sz="2400" err="1"/>
              <a:t>funkcionalno</a:t>
            </a:r>
            <a:r>
              <a:rPr lang="en-US" sz="2400"/>
              <a:t> </a:t>
            </a:r>
            <a:r>
              <a:rPr lang="en-US" sz="2400" err="1"/>
              <a:t>odvisen</a:t>
            </a:r>
            <a:r>
              <a:rPr lang="en-US" sz="2400"/>
              <a:t> od X), </a:t>
            </a:r>
            <a:br>
              <a:rPr lang="en-US" sz="2400"/>
            </a:br>
            <a:r>
              <a:rPr lang="en-US" sz="2400" err="1"/>
              <a:t>če</a:t>
            </a:r>
            <a:r>
              <a:rPr lang="en-US" sz="2400"/>
              <a:t> v </a:t>
            </a:r>
            <a:r>
              <a:rPr lang="en-US" sz="2400" err="1"/>
              <a:t>nobeni</a:t>
            </a:r>
            <a:r>
              <a:rPr lang="en-US" sz="2400"/>
              <a:t> </a:t>
            </a:r>
            <a:r>
              <a:rPr lang="en-US" sz="2400" err="1"/>
              <a:t>relaciji</a:t>
            </a:r>
            <a:r>
              <a:rPr lang="en-US" sz="2400"/>
              <a:t>, </a:t>
            </a:r>
            <a:r>
              <a:rPr lang="en-US" sz="2400" err="1"/>
              <a:t>ki</a:t>
            </a:r>
            <a:r>
              <a:rPr lang="en-US" sz="2400"/>
              <a:t> </a:t>
            </a:r>
            <a:r>
              <a:rPr lang="en-US" sz="2400" err="1"/>
              <a:t>pripada</a:t>
            </a:r>
            <a:r>
              <a:rPr lang="en-US" sz="2400"/>
              <a:t> </a:t>
            </a:r>
            <a:r>
              <a:rPr lang="en-US" sz="2400" err="1"/>
              <a:t>shemi</a:t>
            </a:r>
            <a:r>
              <a:rPr lang="en-US" sz="2400"/>
              <a:t> R, ne </a:t>
            </a:r>
            <a:r>
              <a:rPr lang="en-US" sz="2400" err="1"/>
              <a:t>obstajata</a:t>
            </a:r>
            <a:r>
              <a:rPr lang="en-US" sz="2400"/>
              <a:t> </a:t>
            </a:r>
            <a:r>
              <a:rPr lang="en-US" sz="2400" err="1"/>
              <a:t>dve</a:t>
            </a:r>
            <a:r>
              <a:rPr lang="en-US" sz="2400"/>
              <a:t> n-</a:t>
            </a:r>
            <a:r>
              <a:rPr lang="en-US" sz="2400" err="1"/>
              <a:t>terici</a:t>
            </a:r>
            <a:r>
              <a:rPr lang="en-US" sz="2400"/>
              <a:t>, </a:t>
            </a:r>
            <a:r>
              <a:rPr lang="en-US" sz="2400" err="1"/>
              <a:t>ki</a:t>
            </a:r>
            <a:r>
              <a:rPr lang="en-US" sz="2400"/>
              <a:t> bi se </a:t>
            </a:r>
            <a:r>
              <a:rPr lang="en-US" sz="2400" err="1"/>
              <a:t>ujemali</a:t>
            </a:r>
            <a:r>
              <a:rPr lang="en-US" sz="2400"/>
              <a:t> v </a:t>
            </a:r>
            <a:r>
              <a:rPr lang="en-US" sz="2400" err="1"/>
              <a:t>vrednostih</a:t>
            </a:r>
            <a:r>
              <a:rPr lang="en-US" sz="2400"/>
              <a:t> </a:t>
            </a:r>
            <a:r>
              <a:rPr lang="en-US" sz="2400" err="1"/>
              <a:t>atributov</a:t>
            </a:r>
            <a:r>
              <a:rPr lang="en-US" sz="2400"/>
              <a:t> X in se ne bi </a:t>
            </a:r>
            <a:r>
              <a:rPr lang="en-US" sz="2400" err="1"/>
              <a:t>ujemali</a:t>
            </a:r>
            <a:r>
              <a:rPr lang="en-US" sz="2400"/>
              <a:t> v </a:t>
            </a:r>
            <a:r>
              <a:rPr lang="en-US" sz="2400" err="1"/>
              <a:t>vrednostih</a:t>
            </a:r>
            <a:r>
              <a:rPr lang="en-US" sz="2400"/>
              <a:t> </a:t>
            </a:r>
            <a:r>
              <a:rPr lang="en-US" sz="2400" err="1"/>
              <a:t>atributov</a:t>
            </a:r>
            <a:r>
              <a:rPr lang="en-US" sz="2400"/>
              <a:t> Y.</a:t>
            </a:r>
            <a:endParaRPr lang="sl-SI" sz="2400"/>
          </a:p>
          <a:p>
            <a:pPr>
              <a:lnSpc>
                <a:spcPct val="80000"/>
              </a:lnSpc>
            </a:pPr>
            <a:r>
              <a:rPr lang="sl-SI" sz="2400"/>
              <a:t>Preprosto povedano, obstaja neka funkcija, s pomočjo katere lahko iz vrednosti X izračunamo vrednosti Y.</a:t>
            </a:r>
            <a:endParaRPr lang="en-US" sz="2400"/>
          </a:p>
          <a:p>
            <a:pPr>
              <a:lnSpc>
                <a:spcPct val="80000"/>
              </a:lnSpc>
            </a:pPr>
            <a:endParaRPr lang="en-US" sz="240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89" name="AutoShape 2"/>
          <p:cNvSpPr>
            <a:spLocks noGrp="1" noChangeArrowheads="1"/>
          </p:cNvSpPr>
          <p:nvPr>
            <p:ph type="title"/>
          </p:nvPr>
        </p:nvSpPr>
        <p:spPr/>
        <p:txBody>
          <a:bodyPr/>
          <a:lstStyle/>
          <a:p>
            <a:r>
              <a:rPr lang="sl-SI"/>
              <a:t>Ažurirne anomalije</a:t>
            </a:r>
            <a:endParaRPr lang="en-US"/>
          </a:p>
        </p:txBody>
      </p:sp>
      <p:sp>
        <p:nvSpPr>
          <p:cNvPr id="524290" name="Rectangle 3"/>
          <p:cNvSpPr>
            <a:spLocks noGrp="1" noChangeArrowheads="1"/>
          </p:cNvSpPr>
          <p:nvPr>
            <p:ph type="body" idx="1"/>
          </p:nvPr>
        </p:nvSpPr>
        <p:spPr/>
        <p:txBody>
          <a:bodyPr/>
          <a:lstStyle/>
          <a:p>
            <a:r>
              <a:rPr lang="en-US"/>
              <a:t>Relacije, ki vsebujejo odvečne podatke lahko povzročajo </a:t>
            </a:r>
            <a:r>
              <a:rPr lang="sl-SI"/>
              <a:t>ažurirne </a:t>
            </a:r>
            <a:r>
              <a:rPr lang="en-US"/>
              <a:t>anomalije pri operacijah nad podatki</a:t>
            </a:r>
            <a:r>
              <a:rPr lang="sl-SI"/>
              <a:t>.</a:t>
            </a:r>
          </a:p>
          <a:p>
            <a:r>
              <a:rPr lang="en-US"/>
              <a:t>Poznamo več vrst anomalij:</a:t>
            </a:r>
          </a:p>
          <a:p>
            <a:pPr lvl="1"/>
            <a:r>
              <a:rPr lang="en-US"/>
              <a:t>Anomalije pri dodajanju n-teric v relacijo</a:t>
            </a:r>
          </a:p>
          <a:p>
            <a:pPr lvl="1"/>
            <a:r>
              <a:rPr lang="en-US"/>
              <a:t>Anomalije pri brisanju n-teric iz relacije</a:t>
            </a:r>
          </a:p>
          <a:p>
            <a:pPr lvl="1"/>
            <a:r>
              <a:rPr lang="en-US"/>
              <a:t>Anomalije pri spreminjanju n-teric</a:t>
            </a:r>
          </a:p>
          <a:p>
            <a:endParaRPr lang="en-US"/>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7" name="AutoShape 2"/>
          <p:cNvSpPr>
            <a:spLocks noGrp="1" noChangeArrowheads="1"/>
          </p:cNvSpPr>
          <p:nvPr>
            <p:ph type="title"/>
          </p:nvPr>
        </p:nvSpPr>
        <p:spPr/>
        <p:txBody>
          <a:bodyPr/>
          <a:lstStyle/>
          <a:p>
            <a:r>
              <a:rPr lang="sl-SI"/>
              <a:t>Anomalije pri dodajanju vrstic</a:t>
            </a:r>
            <a:endParaRPr lang="en-US"/>
          </a:p>
        </p:txBody>
      </p:sp>
      <p:sp>
        <p:nvSpPr>
          <p:cNvPr id="526338" name="Rectangle 4"/>
          <p:cNvSpPr>
            <a:spLocks noGrp="1" noChangeArrowheads="1"/>
          </p:cNvSpPr>
          <p:nvPr>
            <p:ph type="body" sz="half" idx="1"/>
          </p:nvPr>
        </p:nvSpPr>
        <p:spPr>
          <a:xfrm>
            <a:off x="838200" y="2362200"/>
            <a:ext cx="7693025" cy="1524000"/>
          </a:xfrm>
        </p:spPr>
        <p:txBody>
          <a:bodyPr/>
          <a:lstStyle/>
          <a:p>
            <a:pPr>
              <a:lnSpc>
                <a:spcPct val="90000"/>
              </a:lnSpc>
            </a:pPr>
            <a:r>
              <a:rPr lang="sl-SI" sz="2400"/>
              <a:t>Dodajanje novih članov oddelka: ponovno moramo (pravilno)</a:t>
            </a:r>
            <a:r>
              <a:rPr lang="en-US" sz="2400"/>
              <a:t> </a:t>
            </a:r>
            <a:r>
              <a:rPr lang="sl-SI" sz="2400"/>
              <a:t>vpisati naslov oddelka</a:t>
            </a:r>
          </a:p>
          <a:p>
            <a:pPr>
              <a:lnSpc>
                <a:spcPct val="90000"/>
              </a:lnSpc>
            </a:pPr>
            <a:r>
              <a:rPr lang="sl-SI" sz="2400"/>
              <a:t>Dodajanje novega oddelka: za podatke o članu vpišemo NULL</a:t>
            </a:r>
            <a:endParaRPr lang="en-US" sz="2400"/>
          </a:p>
        </p:txBody>
      </p:sp>
      <p:graphicFrame>
        <p:nvGraphicFramePr>
          <p:cNvPr id="527456" name="Group 96"/>
          <p:cNvGraphicFramePr>
            <a:graphicFrameLocks noGrp="1"/>
          </p:cNvGraphicFramePr>
          <p:nvPr>
            <p:ph sz="half" idx="2"/>
          </p:nvPr>
        </p:nvGraphicFramePr>
        <p:xfrm>
          <a:off x="914400" y="3886200"/>
          <a:ext cx="7693025" cy="2743200"/>
        </p:xfrm>
        <a:graphic>
          <a:graphicData uri="http://schemas.openxmlformats.org/drawingml/2006/table">
            <a:tbl>
              <a:tblPr/>
              <a:tblGrid>
                <a:gridCol w="1924050">
                  <a:extLst>
                    <a:ext uri="{9D8B030D-6E8A-4147-A177-3AD203B41FA5}">
                      <a16:colId xmlns:a16="http://schemas.microsoft.com/office/drawing/2014/main" val="20000"/>
                    </a:ext>
                  </a:extLst>
                </a:gridCol>
                <a:gridCol w="173355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2587625">
                  <a:extLst>
                    <a:ext uri="{9D8B030D-6E8A-4147-A177-3AD203B41FA5}">
                      <a16:colId xmlns:a16="http://schemas.microsoft.com/office/drawing/2014/main" val="20003"/>
                    </a:ext>
                  </a:extLst>
                </a:gridCol>
              </a:tblGrid>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Ime</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Priimek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Oddelek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Naslov</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7675">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Janez</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Novak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1A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Tržaška 25</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Peter</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Klepec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1A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Tržaška 25</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Marija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Kovač</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2A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Dunajska 6</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Janko</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66"/>
                    </a:solid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Jankovič</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66"/>
                    </a:solid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1A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66"/>
                    </a:solid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Tržaška 52</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66"/>
                    </a:solidFill>
                  </a:tcPr>
                </a:tc>
                <a:extLst>
                  <a:ext uri="{0D108BD9-81ED-4DB2-BD59-A6C34878D82A}">
                    <a16:rowId xmlns:a16="http://schemas.microsoft.com/office/drawing/2014/main" val="10004"/>
                  </a:ext>
                </a:extLst>
              </a:tr>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rgbClr val="FF0066"/>
                          </a:solidFill>
                          <a:effectLst/>
                          <a:latin typeface="Arial" charset="0"/>
                          <a:cs typeface="Arial" charset="0"/>
                        </a:rPr>
                        <a:t>NULL</a:t>
                      </a:r>
                      <a:endParaRPr kumimoji="0" lang="en-US" sz="2400" b="0" i="0" u="none" strike="noStrike" cap="none" normalizeH="0" baseline="0">
                        <a:ln>
                          <a:noFill/>
                        </a:ln>
                        <a:solidFill>
                          <a:srgbClr val="FF0066"/>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rgbClr val="FF0066"/>
                          </a:solidFill>
                          <a:effectLst/>
                          <a:latin typeface="Arial" charset="0"/>
                          <a:cs typeface="Arial" charset="0"/>
                        </a:rPr>
                        <a:t>NULL</a:t>
                      </a:r>
                      <a:endParaRPr kumimoji="0" lang="en-US" sz="2400" b="0" i="0" u="none" strike="noStrike" cap="none" normalizeH="0" baseline="0">
                        <a:ln>
                          <a:noFill/>
                        </a:ln>
                        <a:solidFill>
                          <a:srgbClr val="FF0066"/>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rgbClr val="FF0066"/>
                          </a:solidFill>
                          <a:effectLst/>
                          <a:latin typeface="Arial" charset="0"/>
                          <a:cs typeface="Arial" charset="0"/>
                        </a:rPr>
                        <a:t>3A</a:t>
                      </a:r>
                      <a:endParaRPr kumimoji="0" lang="en-US" sz="2400" b="0" i="0" u="none" strike="noStrike" cap="none" normalizeH="0" baseline="0">
                        <a:ln>
                          <a:noFill/>
                        </a:ln>
                        <a:solidFill>
                          <a:srgbClr val="FF0066"/>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rgbClr val="FF0066"/>
                          </a:solidFill>
                          <a:effectLst/>
                          <a:latin typeface="Arial" charset="0"/>
                          <a:cs typeface="Arial" charset="0"/>
                        </a:rPr>
                        <a:t>Celovška 12</a:t>
                      </a:r>
                      <a:endParaRPr kumimoji="0" lang="en-US" sz="2400" b="0" i="0" u="none" strike="noStrike" cap="none" normalizeH="0" baseline="0">
                        <a:ln>
                          <a:noFill/>
                        </a:ln>
                        <a:solidFill>
                          <a:srgbClr val="FF0066"/>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5" name="AutoShape 2"/>
          <p:cNvSpPr>
            <a:spLocks noGrp="1" noChangeArrowheads="1"/>
          </p:cNvSpPr>
          <p:nvPr>
            <p:ph type="title"/>
          </p:nvPr>
        </p:nvSpPr>
        <p:spPr/>
        <p:txBody>
          <a:bodyPr/>
          <a:lstStyle/>
          <a:p>
            <a:r>
              <a:rPr lang="sl-SI"/>
              <a:t>Anomalije pri </a:t>
            </a:r>
            <a:r>
              <a:rPr lang="en-US"/>
              <a:t>brisanju</a:t>
            </a:r>
            <a:r>
              <a:rPr lang="sl-SI"/>
              <a:t> vrstic</a:t>
            </a:r>
            <a:endParaRPr lang="en-US"/>
          </a:p>
        </p:txBody>
      </p:sp>
      <p:sp>
        <p:nvSpPr>
          <p:cNvPr id="528386" name="Rectangle 3"/>
          <p:cNvSpPr>
            <a:spLocks noGrp="1" noChangeArrowheads="1"/>
          </p:cNvSpPr>
          <p:nvPr>
            <p:ph type="body" sz="half" idx="1"/>
          </p:nvPr>
        </p:nvSpPr>
        <p:spPr>
          <a:xfrm>
            <a:off x="838200" y="2362200"/>
            <a:ext cx="7693025" cy="1524000"/>
          </a:xfrm>
        </p:spPr>
        <p:txBody>
          <a:bodyPr/>
          <a:lstStyle/>
          <a:p>
            <a:r>
              <a:rPr lang="en-US" sz="2400"/>
              <a:t>Brisanje edinega </a:t>
            </a:r>
            <a:r>
              <a:rPr lang="sl-SI" sz="2400"/>
              <a:t>člana oddelka: izgubimo tudi vse informacije o tem oddelku (šifra oddelka, naslov)</a:t>
            </a:r>
            <a:endParaRPr lang="en-US" sz="2400"/>
          </a:p>
        </p:txBody>
      </p:sp>
      <p:graphicFrame>
        <p:nvGraphicFramePr>
          <p:cNvPr id="530475" name="Group 43"/>
          <p:cNvGraphicFramePr>
            <a:graphicFrameLocks noGrp="1"/>
          </p:cNvGraphicFramePr>
          <p:nvPr>
            <p:ph sz="half" idx="2"/>
          </p:nvPr>
        </p:nvGraphicFramePr>
        <p:xfrm>
          <a:off x="914400" y="3886200"/>
          <a:ext cx="7693025" cy="1828800"/>
        </p:xfrm>
        <a:graphic>
          <a:graphicData uri="http://schemas.openxmlformats.org/drawingml/2006/table">
            <a:tbl>
              <a:tblPr/>
              <a:tblGrid>
                <a:gridCol w="1924050">
                  <a:extLst>
                    <a:ext uri="{9D8B030D-6E8A-4147-A177-3AD203B41FA5}">
                      <a16:colId xmlns:a16="http://schemas.microsoft.com/office/drawing/2014/main" val="20000"/>
                    </a:ext>
                  </a:extLst>
                </a:gridCol>
                <a:gridCol w="173355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2587625">
                  <a:extLst>
                    <a:ext uri="{9D8B030D-6E8A-4147-A177-3AD203B41FA5}">
                      <a16:colId xmlns:a16="http://schemas.microsoft.com/office/drawing/2014/main" val="20003"/>
                    </a:ext>
                  </a:extLst>
                </a:gridCol>
              </a:tblGrid>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Ime</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Priimek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Oddelek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Naslov</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7675">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Janez</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Novak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1A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Tržaška 25</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Peter</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Klepec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1A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Tržaška 25</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Marija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Kovač</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2A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Dunajska 6</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28414" name="Line 44"/>
          <p:cNvSpPr>
            <a:spLocks noChangeShapeType="1"/>
          </p:cNvSpPr>
          <p:nvPr/>
        </p:nvSpPr>
        <p:spPr bwMode="auto">
          <a:xfrm>
            <a:off x="762000" y="5486400"/>
            <a:ext cx="8077200" cy="0"/>
          </a:xfrm>
          <a:prstGeom prst="line">
            <a:avLst/>
          </a:prstGeom>
          <a:noFill/>
          <a:ln w="38100">
            <a:solidFill>
              <a:srgbClr val="FF0000"/>
            </a:solidFill>
            <a:round/>
            <a:headEnd/>
            <a:tailEnd/>
          </a:ln>
        </p:spPr>
        <p:txBody>
          <a:bodyPr/>
          <a:lstStyle/>
          <a:p>
            <a:endParaRPr lang="en-US"/>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3" name="AutoShape 2"/>
          <p:cNvSpPr>
            <a:spLocks noGrp="1" noChangeArrowheads="1"/>
          </p:cNvSpPr>
          <p:nvPr>
            <p:ph type="title"/>
          </p:nvPr>
        </p:nvSpPr>
        <p:spPr/>
        <p:txBody>
          <a:bodyPr/>
          <a:lstStyle/>
          <a:p>
            <a:r>
              <a:rPr lang="sl-SI"/>
              <a:t>Anomalije pri spreminjanju vrstic</a:t>
            </a:r>
            <a:endParaRPr lang="en-US"/>
          </a:p>
        </p:txBody>
      </p:sp>
      <p:sp>
        <p:nvSpPr>
          <p:cNvPr id="530434" name="Rectangle 3"/>
          <p:cNvSpPr>
            <a:spLocks noGrp="1" noChangeArrowheads="1"/>
          </p:cNvSpPr>
          <p:nvPr>
            <p:ph type="body" sz="half" idx="1"/>
          </p:nvPr>
        </p:nvSpPr>
        <p:spPr>
          <a:xfrm>
            <a:off x="838200" y="2362200"/>
            <a:ext cx="7693025" cy="1524000"/>
          </a:xfrm>
        </p:spPr>
        <p:txBody>
          <a:bodyPr/>
          <a:lstStyle/>
          <a:p>
            <a:r>
              <a:rPr lang="sl-SI" sz="2400"/>
              <a:t>Oddelek 1A se preseli na Jadransko 21. Naslov je treba pravilno popraviti pri vseh članih oddelka!</a:t>
            </a:r>
            <a:endParaRPr lang="en-US" sz="2400"/>
          </a:p>
        </p:txBody>
      </p:sp>
      <p:graphicFrame>
        <p:nvGraphicFramePr>
          <p:cNvPr id="532484" name="Group 4"/>
          <p:cNvGraphicFramePr>
            <a:graphicFrameLocks noGrp="1"/>
          </p:cNvGraphicFramePr>
          <p:nvPr>
            <p:ph sz="half" idx="2"/>
          </p:nvPr>
        </p:nvGraphicFramePr>
        <p:xfrm>
          <a:off x="914400" y="3886200"/>
          <a:ext cx="7693025" cy="1828800"/>
        </p:xfrm>
        <a:graphic>
          <a:graphicData uri="http://schemas.openxmlformats.org/drawingml/2006/table">
            <a:tbl>
              <a:tblPr/>
              <a:tblGrid>
                <a:gridCol w="1924050">
                  <a:extLst>
                    <a:ext uri="{9D8B030D-6E8A-4147-A177-3AD203B41FA5}">
                      <a16:colId xmlns:a16="http://schemas.microsoft.com/office/drawing/2014/main" val="20000"/>
                    </a:ext>
                  </a:extLst>
                </a:gridCol>
                <a:gridCol w="173355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2587625">
                  <a:extLst>
                    <a:ext uri="{9D8B030D-6E8A-4147-A177-3AD203B41FA5}">
                      <a16:colId xmlns:a16="http://schemas.microsoft.com/office/drawing/2014/main" val="20003"/>
                    </a:ext>
                  </a:extLst>
                </a:gridCol>
              </a:tblGrid>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Ime</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Priimek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Oddelek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Naslov</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7675">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Janez</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Novak</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1A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Tržaška 25</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Peter</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Klepec</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1A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Tržaška 25</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6088">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Marija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Kovač</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2A</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sl-SI" sz="2400" b="0" i="0" u="none" strike="noStrike" cap="none" normalizeH="0" baseline="0">
                          <a:ln>
                            <a:noFill/>
                          </a:ln>
                          <a:solidFill>
                            <a:schemeClr val="tx1"/>
                          </a:solidFill>
                          <a:effectLst/>
                          <a:latin typeface="Arial" charset="0"/>
                          <a:cs typeface="Arial" charset="0"/>
                        </a:rPr>
                        <a:t>Dunajska 6</a:t>
                      </a:r>
                      <a:endParaRPr kumimoji="0" lang="en-US" sz="2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30462" name="Oval 32"/>
          <p:cNvSpPr>
            <a:spLocks noChangeArrowheads="1"/>
          </p:cNvSpPr>
          <p:nvPr/>
        </p:nvSpPr>
        <p:spPr bwMode="auto">
          <a:xfrm>
            <a:off x="5715000" y="4267200"/>
            <a:ext cx="3200400" cy="1066800"/>
          </a:xfrm>
          <a:prstGeom prst="ellipse">
            <a:avLst/>
          </a:prstGeom>
          <a:noFill/>
          <a:ln w="38100">
            <a:solidFill>
              <a:srgbClr val="FF0000"/>
            </a:solidFill>
            <a:round/>
            <a:headEnd/>
            <a:tailEnd/>
          </a:ln>
        </p:spPr>
        <p:txBody>
          <a:bodyPr wrap="none" anchor="ctr"/>
          <a:lstStyle/>
          <a:p>
            <a:endParaRPr lang="en-US"/>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1" name="AutoShape 2"/>
          <p:cNvSpPr>
            <a:spLocks noGrp="1" noChangeArrowheads="1"/>
          </p:cNvSpPr>
          <p:nvPr>
            <p:ph type="title"/>
          </p:nvPr>
        </p:nvSpPr>
        <p:spPr/>
        <p:txBody>
          <a:bodyPr/>
          <a:lstStyle/>
          <a:p>
            <a:r>
              <a:rPr lang="sl-SI"/>
              <a:t>Primarni ključ</a:t>
            </a:r>
            <a:endParaRPr lang="en-US"/>
          </a:p>
        </p:txBody>
      </p:sp>
      <p:sp>
        <p:nvSpPr>
          <p:cNvPr id="532482" name="Rectangle 3"/>
          <p:cNvSpPr>
            <a:spLocks noGrp="1" noChangeArrowheads="1"/>
          </p:cNvSpPr>
          <p:nvPr>
            <p:ph type="body" idx="1"/>
          </p:nvPr>
        </p:nvSpPr>
        <p:spPr>
          <a:xfrm>
            <a:off x="838200" y="2362200"/>
            <a:ext cx="7693025" cy="4343400"/>
          </a:xfrm>
        </p:spPr>
        <p:txBody>
          <a:bodyPr/>
          <a:lstStyle/>
          <a:p>
            <a:pPr marL="533400" indent="-533400"/>
            <a:r>
              <a:rPr lang="sl-SI" sz="2400" dirty="0"/>
              <a:t>Imejmo </a:t>
            </a:r>
            <a:r>
              <a:rPr lang="en-US" sz="2400" dirty="0" err="1"/>
              <a:t>relacijsk</a:t>
            </a:r>
            <a:r>
              <a:rPr lang="sl-SI" sz="2400" dirty="0"/>
              <a:t>o</a:t>
            </a:r>
            <a:r>
              <a:rPr lang="en-US" sz="2400" dirty="0"/>
              <a:t> </a:t>
            </a:r>
            <a:r>
              <a:rPr lang="en-US" sz="2400" dirty="0" err="1"/>
              <a:t>shem</a:t>
            </a:r>
            <a:r>
              <a:rPr lang="sl-SI" sz="2400" dirty="0"/>
              <a:t>o</a:t>
            </a:r>
            <a:r>
              <a:rPr lang="en-US" sz="2400" dirty="0"/>
              <a:t> R </a:t>
            </a:r>
            <a:r>
              <a:rPr lang="sl-SI" sz="2400" dirty="0"/>
              <a:t>s pod</a:t>
            </a:r>
            <a:r>
              <a:rPr lang="en-US" sz="2400" dirty="0" err="1"/>
              <a:t>množic</a:t>
            </a:r>
            <a:r>
              <a:rPr lang="sl-SI" sz="2400" dirty="0"/>
              <a:t>o</a:t>
            </a:r>
            <a:r>
              <a:rPr lang="en-US" sz="2400" dirty="0"/>
              <a:t> </a:t>
            </a:r>
            <a:br>
              <a:rPr lang="sl-SI" sz="2400" dirty="0"/>
            </a:br>
            <a:r>
              <a:rPr lang="en-US" sz="2400" dirty="0" err="1"/>
              <a:t>atributov</a:t>
            </a:r>
            <a:r>
              <a:rPr lang="en-US" sz="2400" dirty="0"/>
              <a:t> X.</a:t>
            </a:r>
            <a:endParaRPr lang="sl-SI" sz="2400" dirty="0"/>
          </a:p>
          <a:p>
            <a:pPr marL="533400" indent="-533400"/>
            <a:r>
              <a:rPr lang="sl-SI" sz="2400" dirty="0"/>
              <a:t>X je ključ relacijske sheme R, če velja</a:t>
            </a:r>
          </a:p>
          <a:p>
            <a:pPr marL="914400" lvl="1" indent="-457200">
              <a:buFontTx/>
              <a:buAutoNum type="arabicPeriod"/>
            </a:pPr>
            <a:r>
              <a:rPr lang="sl-SI" sz="2000" dirty="0"/>
              <a:t>X </a:t>
            </a:r>
            <a:r>
              <a:rPr lang="sl-SI" sz="2000" dirty="0">
                <a:sym typeface="Symbol" pitchFamily="18" charset="2"/>
              </a:rPr>
              <a:t> R</a:t>
            </a:r>
          </a:p>
          <a:p>
            <a:pPr marL="914400" lvl="1" indent="-457200">
              <a:buFontTx/>
              <a:buAutoNum type="arabicPeriod"/>
            </a:pPr>
            <a:r>
              <a:rPr lang="sl-SI" sz="2000" dirty="0">
                <a:sym typeface="Symbol" pitchFamily="18" charset="2"/>
              </a:rPr>
              <a:t>Za noben atribut A iz X ne velja (X-A)</a:t>
            </a:r>
            <a:r>
              <a:rPr lang="sl-SI" sz="2000" dirty="0"/>
              <a:t> </a:t>
            </a:r>
            <a:r>
              <a:rPr lang="sl-SI" sz="2000" dirty="0">
                <a:sym typeface="Symbol" pitchFamily="18" charset="2"/>
              </a:rPr>
              <a:t> R</a:t>
            </a:r>
            <a:br>
              <a:rPr lang="sl-SI" sz="2000" dirty="0">
                <a:sym typeface="Symbol" pitchFamily="18" charset="2"/>
              </a:rPr>
            </a:br>
            <a:r>
              <a:rPr lang="sl-SI" sz="2000" dirty="0">
                <a:sym typeface="Symbol" pitchFamily="18" charset="2"/>
              </a:rPr>
              <a:t>(minimalnost)</a:t>
            </a:r>
            <a:endParaRPr lang="sl-SI" sz="2000" dirty="0"/>
          </a:p>
          <a:p>
            <a:pPr marL="533400" indent="-533400"/>
            <a:r>
              <a:rPr lang="sl-SI" sz="2400" dirty="0"/>
              <a:t>Shema ima lahko več ključev, izberemo enega najprimernejšega, ki mu pravimo </a:t>
            </a:r>
            <a:r>
              <a:rPr lang="sl-SI" sz="2400" u="sng" dirty="0"/>
              <a:t>primarni ključ</a:t>
            </a:r>
            <a:r>
              <a:rPr lang="sl-SI" sz="2400" dirty="0"/>
              <a:t>. Ostalim pravimo </a:t>
            </a:r>
            <a:r>
              <a:rPr lang="sl-SI" sz="2400" u="sng" dirty="0"/>
              <a:t>alternativni ključi</a:t>
            </a:r>
            <a:r>
              <a:rPr lang="sl-SI" sz="2400" dirty="0"/>
              <a:t>.</a:t>
            </a:r>
            <a:endParaRPr lang="en-US" sz="2400" dirty="0"/>
          </a:p>
          <a:p>
            <a:pPr marL="533400" indent="-533400"/>
            <a:r>
              <a:rPr lang="en-US" sz="2400" dirty="0" err="1"/>
              <a:t>Specifikacija</a:t>
            </a:r>
            <a:r>
              <a:rPr lang="en-US" sz="2400" dirty="0"/>
              <a:t> </a:t>
            </a:r>
            <a:r>
              <a:rPr lang="en-US" sz="2400" dirty="0" err="1"/>
              <a:t>primarnih</a:t>
            </a:r>
            <a:r>
              <a:rPr lang="en-US" sz="2400" dirty="0"/>
              <a:t> in </a:t>
            </a:r>
            <a:r>
              <a:rPr lang="en-US" sz="2400" dirty="0" err="1"/>
              <a:t>alternativnih</a:t>
            </a:r>
            <a:r>
              <a:rPr lang="en-US" sz="2400" dirty="0"/>
              <a:t> </a:t>
            </a:r>
            <a:r>
              <a:rPr lang="en-US" sz="2400" dirty="0" err="1"/>
              <a:t>ključev</a:t>
            </a:r>
            <a:r>
              <a:rPr lang="en-US" sz="2400" dirty="0"/>
              <a:t> </a:t>
            </a:r>
            <a:r>
              <a:rPr lang="en-US" sz="2400" dirty="0" err="1"/>
              <a:t>omogoča</a:t>
            </a:r>
            <a:r>
              <a:rPr lang="en-US" sz="2400" dirty="0"/>
              <a:t> </a:t>
            </a:r>
            <a:r>
              <a:rPr lang="en-US" sz="2400" dirty="0" err="1"/>
              <a:t>dosledno</a:t>
            </a:r>
            <a:r>
              <a:rPr lang="en-US" sz="2400" dirty="0"/>
              <a:t> </a:t>
            </a:r>
            <a:r>
              <a:rPr lang="en-US" sz="2400" dirty="0" err="1"/>
              <a:t>spoštovanje</a:t>
            </a:r>
            <a:r>
              <a:rPr lang="en-US" sz="2400" dirty="0"/>
              <a:t> </a:t>
            </a:r>
            <a:r>
              <a:rPr lang="en-US" sz="2400" dirty="0" err="1"/>
              <a:t>nekaterih</a:t>
            </a:r>
            <a:r>
              <a:rPr lang="en-US" sz="2400" dirty="0"/>
              <a:t> </a:t>
            </a:r>
            <a:r>
              <a:rPr lang="en-US" sz="2400" dirty="0" err="1"/>
              <a:t>omejitev</a:t>
            </a:r>
            <a:r>
              <a:rPr lang="en-US" sz="2400" dirty="0"/>
              <a:t>!</a:t>
            </a:r>
            <a:endParaRPr lang="sl-SI" sz="2400" dirty="0"/>
          </a:p>
          <a:p>
            <a:pPr marL="533400" indent="-533400"/>
            <a:endParaRPr lang="en-US" sz="2400" dirty="0"/>
          </a:p>
          <a:p>
            <a:pPr marL="533400" indent="-533400"/>
            <a:endParaRPr lang="en-US" sz="24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7" name="AutoShape 2"/>
          <p:cNvSpPr>
            <a:spLocks noGrp="1" noChangeArrowheads="1"/>
          </p:cNvSpPr>
          <p:nvPr>
            <p:ph type="title"/>
          </p:nvPr>
        </p:nvSpPr>
        <p:spPr>
          <a:xfrm>
            <a:off x="685800" y="762000"/>
            <a:ext cx="8229600" cy="1143000"/>
          </a:xfrm>
        </p:spPr>
        <p:txBody>
          <a:bodyPr/>
          <a:lstStyle/>
          <a:p>
            <a:r>
              <a:rPr lang="sl-SI"/>
              <a:t>Pomožni </a:t>
            </a:r>
            <a:r>
              <a:rPr lang="en-US" err="1"/>
              <a:t>koncepti</a:t>
            </a:r>
            <a:r>
              <a:rPr lang="en-US"/>
              <a:t> </a:t>
            </a:r>
            <a:r>
              <a:rPr lang="en-US" err="1"/>
              <a:t>za</a:t>
            </a:r>
            <a:r>
              <a:rPr lang="en-US"/>
              <a:t> </a:t>
            </a:r>
            <a:r>
              <a:rPr lang="en-US" err="1"/>
              <a:t>iskanje</a:t>
            </a:r>
            <a:r>
              <a:rPr lang="en-US"/>
              <a:t> </a:t>
            </a:r>
            <a:r>
              <a:rPr lang="en-US" err="1"/>
              <a:t>klju</a:t>
            </a:r>
            <a:r>
              <a:rPr lang="sl-SI" err="1"/>
              <a:t>čev</a:t>
            </a:r>
            <a:r>
              <a:rPr lang="sl-SI"/>
              <a:t> na podlagi funkcionalnih odvisnosti</a:t>
            </a:r>
            <a:endParaRPr lang="en-US"/>
          </a:p>
        </p:txBody>
      </p:sp>
      <p:sp>
        <p:nvSpPr>
          <p:cNvPr id="546818" name="Rectangle 3"/>
          <p:cNvSpPr>
            <a:spLocks noGrp="1" noChangeArrowheads="1"/>
          </p:cNvSpPr>
          <p:nvPr>
            <p:ph type="body" idx="1"/>
          </p:nvPr>
        </p:nvSpPr>
        <p:spPr/>
        <p:txBody>
          <a:bodyPr/>
          <a:lstStyle/>
          <a:p>
            <a:r>
              <a:rPr lang="sl-SI" sz="2400"/>
              <a:t>Imejmo shemo R v kateri velja množica funkcionalnih odvisnosti F</a:t>
            </a:r>
          </a:p>
          <a:p>
            <a:r>
              <a:rPr lang="sl-SI" sz="2400"/>
              <a:t>Osnovni atribut: del nekega (ne nujno primarnega) ključa</a:t>
            </a:r>
          </a:p>
          <a:p>
            <a:r>
              <a:rPr lang="sl-SI" sz="2400"/>
              <a:t>Kanonična oblika funkcionalne odvisnosti: na desni strani je največ en atribut</a:t>
            </a:r>
          </a:p>
          <a:p>
            <a:r>
              <a:rPr lang="sl-SI" sz="2400"/>
              <a:t>Logična izpeljava odvisnosti: F </a:t>
            </a:r>
            <a:r>
              <a:rPr lang="sl-SI" sz="2400">
                <a:sym typeface="Symbol" pitchFamily="18" charset="2"/>
              </a:rPr>
              <a:t> XY</a:t>
            </a:r>
          </a:p>
          <a:p>
            <a:r>
              <a:rPr lang="sl-SI" sz="2400"/>
              <a:t>Zaprtje množice </a:t>
            </a:r>
            <a:r>
              <a:rPr lang="sl-SI" sz="2400" b="1"/>
              <a:t>odvisnosti</a:t>
            </a:r>
            <a:r>
              <a:rPr lang="sl-SI" sz="2400"/>
              <a:t>: F</a:t>
            </a:r>
            <a:r>
              <a:rPr lang="en-US" sz="2400" baseline="30000"/>
              <a:t>+ </a:t>
            </a:r>
            <a:r>
              <a:rPr lang="en-US" sz="2400"/>
              <a:t>= {</a:t>
            </a:r>
            <a:r>
              <a:rPr lang="sl-SI" sz="2400">
                <a:sym typeface="Symbol" pitchFamily="18" charset="2"/>
              </a:rPr>
              <a:t>XY</a:t>
            </a:r>
            <a:r>
              <a:rPr lang="en-US" sz="2400"/>
              <a:t>: F </a:t>
            </a:r>
            <a:r>
              <a:rPr lang="sl-SI" sz="2400">
                <a:sym typeface="Symbol" pitchFamily="18" charset="2"/>
              </a:rPr>
              <a:t></a:t>
            </a:r>
            <a:r>
              <a:rPr lang="en-US" sz="2400">
                <a:sym typeface="Symbol" pitchFamily="18" charset="2"/>
              </a:rPr>
              <a:t> </a:t>
            </a:r>
            <a:r>
              <a:rPr lang="sl-SI" sz="2400">
                <a:sym typeface="Symbol" pitchFamily="18" charset="2"/>
              </a:rPr>
              <a:t>XY</a:t>
            </a:r>
            <a:r>
              <a:rPr lang="en-US" sz="2400"/>
              <a:t>}</a:t>
            </a:r>
            <a:br>
              <a:rPr lang="en-US" sz="2400"/>
            </a:br>
            <a:r>
              <a:rPr lang="en-US" sz="2400"/>
              <a:t>(</a:t>
            </a:r>
            <a:r>
              <a:rPr lang="en-US" sz="2400" err="1"/>
              <a:t>vse</a:t>
            </a:r>
            <a:r>
              <a:rPr lang="en-US" sz="2400"/>
              <a:t> </a:t>
            </a:r>
            <a:r>
              <a:rPr lang="en-US" sz="2400" err="1"/>
              <a:t>mo</a:t>
            </a:r>
            <a:r>
              <a:rPr lang="sl-SI" sz="2400"/>
              <a:t>žne izpeljane odvisnosti)</a:t>
            </a:r>
          </a:p>
          <a:p>
            <a:endParaRPr lang="en-US" sz="240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5" name="AutoShape 2"/>
          <p:cNvSpPr>
            <a:spLocks noGrp="1" noChangeArrowheads="1"/>
          </p:cNvSpPr>
          <p:nvPr>
            <p:ph type="title"/>
          </p:nvPr>
        </p:nvSpPr>
        <p:spPr/>
        <p:txBody>
          <a:bodyPr/>
          <a:lstStyle/>
          <a:p>
            <a:r>
              <a:rPr lang="sl-SI" sz="3200"/>
              <a:t>Zaprtje (closure) množice atributov</a:t>
            </a:r>
            <a:endParaRPr lang="en-US" sz="3200"/>
          </a:p>
        </p:txBody>
      </p:sp>
      <p:sp>
        <p:nvSpPr>
          <p:cNvPr id="548866" name="Rectangle 3"/>
          <p:cNvSpPr>
            <a:spLocks noGrp="1" noChangeArrowheads="1"/>
          </p:cNvSpPr>
          <p:nvPr>
            <p:ph type="body" idx="1"/>
          </p:nvPr>
        </p:nvSpPr>
        <p:spPr>
          <a:xfrm>
            <a:off x="838200" y="2362200"/>
            <a:ext cx="7693025" cy="4191000"/>
          </a:xfrm>
        </p:spPr>
        <p:txBody>
          <a:bodyPr/>
          <a:lstStyle/>
          <a:p>
            <a:pPr>
              <a:lnSpc>
                <a:spcPct val="80000"/>
              </a:lnSpc>
            </a:pPr>
            <a:r>
              <a:rPr lang="en-US" sz="2000" err="1"/>
              <a:t>Zaprtje</a:t>
            </a:r>
            <a:r>
              <a:rPr lang="en-US" sz="2000"/>
              <a:t> </a:t>
            </a:r>
            <a:r>
              <a:rPr lang="en-US" sz="2000" err="1"/>
              <a:t>mno</a:t>
            </a:r>
            <a:r>
              <a:rPr lang="sl-SI" sz="2000"/>
              <a:t>žice </a:t>
            </a:r>
            <a:r>
              <a:rPr lang="sl-SI" sz="2000" b="1"/>
              <a:t>atributov</a:t>
            </a:r>
            <a:r>
              <a:rPr lang="sl-SI" sz="2000"/>
              <a:t> X glede na F</a:t>
            </a:r>
            <a:br>
              <a:rPr lang="sl-SI" sz="2000"/>
            </a:br>
            <a:r>
              <a:rPr lang="sl-SI" sz="2000"/>
              <a:t>X</a:t>
            </a:r>
            <a:r>
              <a:rPr lang="en-US" sz="2000" baseline="30000"/>
              <a:t>+</a:t>
            </a:r>
            <a:r>
              <a:rPr lang="en-US" sz="2000"/>
              <a:t> = {A: X </a:t>
            </a:r>
            <a:r>
              <a:rPr lang="sl-SI" sz="2000">
                <a:sym typeface="Symbol" pitchFamily="18" charset="2"/>
              </a:rPr>
              <a:t></a:t>
            </a:r>
            <a:r>
              <a:rPr lang="en-US" sz="2000">
                <a:sym typeface="Symbol" pitchFamily="18" charset="2"/>
              </a:rPr>
              <a:t> A  F</a:t>
            </a:r>
            <a:r>
              <a:rPr lang="en-US" sz="2000" baseline="30000">
                <a:sym typeface="Symbol" pitchFamily="18" charset="2"/>
              </a:rPr>
              <a:t>+</a:t>
            </a:r>
            <a:r>
              <a:rPr lang="en-US" sz="2000"/>
              <a:t>}</a:t>
            </a:r>
            <a:br>
              <a:rPr lang="en-US" sz="2000"/>
            </a:br>
            <a:endParaRPr lang="sl-SI" sz="2000"/>
          </a:p>
          <a:p>
            <a:pPr>
              <a:lnSpc>
                <a:spcPct val="80000"/>
              </a:lnSpc>
            </a:pPr>
            <a:r>
              <a:rPr lang="sl-SI" sz="2000"/>
              <a:t>Postopek za izračun X</a:t>
            </a:r>
            <a:r>
              <a:rPr lang="en-US" sz="2000" baseline="30000"/>
              <a:t>+</a:t>
            </a:r>
          </a:p>
          <a:p>
            <a:pPr>
              <a:lnSpc>
                <a:spcPct val="80000"/>
              </a:lnSpc>
              <a:buFont typeface="Wingdings" pitchFamily="2" charset="2"/>
              <a:buNone/>
            </a:pPr>
            <a:endParaRPr lang="en-US" sz="1800" b="1">
              <a:latin typeface="Courier New" pitchFamily="49" charset="0"/>
            </a:endParaRPr>
          </a:p>
          <a:p>
            <a:pPr>
              <a:lnSpc>
                <a:spcPct val="80000"/>
              </a:lnSpc>
              <a:buFont typeface="Wingdings" pitchFamily="2" charset="2"/>
              <a:buNone/>
            </a:pPr>
            <a:r>
              <a:rPr lang="en-US" sz="1800" b="1">
                <a:latin typeface="Courier New" pitchFamily="49" charset="0"/>
              </a:rPr>
              <a:t>	</a:t>
            </a:r>
            <a:r>
              <a:rPr lang="en-US" sz="1800" b="1" err="1">
                <a:latin typeface="Courier New" pitchFamily="49" charset="0"/>
              </a:rPr>
              <a:t>Vhod</a:t>
            </a:r>
            <a:r>
              <a:rPr lang="en-US" sz="1800" b="1">
                <a:latin typeface="Courier New" pitchFamily="49" charset="0"/>
              </a:rPr>
              <a:t>: X, F		</a:t>
            </a:r>
            <a:endParaRPr lang="sl-SI" sz="1800" b="1">
              <a:latin typeface="Courier New" pitchFamily="49" charset="0"/>
            </a:endParaRPr>
          </a:p>
          <a:p>
            <a:pPr>
              <a:lnSpc>
                <a:spcPct val="80000"/>
              </a:lnSpc>
              <a:buFont typeface="Wingdings" pitchFamily="2" charset="2"/>
              <a:buNone/>
            </a:pPr>
            <a:r>
              <a:rPr lang="sl-SI" sz="1800" b="1">
                <a:latin typeface="Courier New" pitchFamily="49" charset="0"/>
              </a:rPr>
              <a:t>	</a:t>
            </a:r>
            <a:r>
              <a:rPr lang="en-US" sz="1800" b="1" err="1">
                <a:latin typeface="Courier New" pitchFamily="49" charset="0"/>
              </a:rPr>
              <a:t>Izhod</a:t>
            </a:r>
            <a:r>
              <a:rPr lang="en-US" sz="1800" b="1">
                <a:latin typeface="Courier New" pitchFamily="49" charset="0"/>
              </a:rPr>
              <a:t>: X</a:t>
            </a:r>
            <a:r>
              <a:rPr lang="en-US" sz="1800" b="1" baseline="30000">
                <a:latin typeface="Courier New" pitchFamily="49" charset="0"/>
              </a:rPr>
              <a:t>+</a:t>
            </a:r>
            <a:br>
              <a:rPr lang="sl-SI" sz="1800" b="1" baseline="30000">
                <a:latin typeface="Courier New" pitchFamily="49" charset="0"/>
              </a:rPr>
            </a:br>
            <a:endParaRPr lang="en-US" sz="1800" b="1" baseline="30000">
              <a:latin typeface="Courier New" pitchFamily="49" charset="0"/>
            </a:endParaRPr>
          </a:p>
          <a:p>
            <a:pPr>
              <a:lnSpc>
                <a:spcPct val="80000"/>
              </a:lnSpc>
              <a:buFont typeface="Wingdings" pitchFamily="2" charset="2"/>
              <a:buNone/>
            </a:pPr>
            <a:r>
              <a:rPr lang="en-US" sz="1800" b="1">
                <a:latin typeface="Courier New" pitchFamily="49" charset="0"/>
              </a:rPr>
              <a:t>	X</a:t>
            </a:r>
            <a:r>
              <a:rPr lang="en-US" sz="1800" b="1" baseline="30000">
                <a:latin typeface="Courier New" pitchFamily="49" charset="0"/>
              </a:rPr>
              <a:t>+</a:t>
            </a:r>
            <a:r>
              <a:rPr lang="en-US" sz="1800" b="1">
                <a:latin typeface="Courier New" pitchFamily="49" charset="0"/>
              </a:rPr>
              <a:t> = X</a:t>
            </a:r>
          </a:p>
          <a:p>
            <a:pPr>
              <a:lnSpc>
                <a:spcPct val="80000"/>
              </a:lnSpc>
              <a:buFont typeface="Wingdings" pitchFamily="2" charset="2"/>
              <a:buNone/>
            </a:pPr>
            <a:r>
              <a:rPr lang="en-US" sz="1800" b="1">
                <a:latin typeface="Courier New" pitchFamily="49" charset="0"/>
              </a:rPr>
              <a:t>	</a:t>
            </a:r>
            <a:r>
              <a:rPr lang="en-US" sz="1800" b="1" err="1">
                <a:latin typeface="Courier New" pitchFamily="49" charset="0"/>
              </a:rPr>
              <a:t>ponavljaj</a:t>
            </a:r>
            <a:endParaRPr lang="en-US" sz="1800" b="1">
              <a:latin typeface="Courier New" pitchFamily="49" charset="0"/>
            </a:endParaRPr>
          </a:p>
          <a:p>
            <a:pPr>
              <a:lnSpc>
                <a:spcPct val="80000"/>
              </a:lnSpc>
              <a:buFont typeface="Wingdings" pitchFamily="2" charset="2"/>
              <a:buNone/>
            </a:pPr>
            <a:r>
              <a:rPr lang="en-US" sz="1800" b="1">
                <a:latin typeface="Courier New" pitchFamily="49" charset="0"/>
              </a:rPr>
              <a:t>		</a:t>
            </a:r>
            <a:r>
              <a:rPr lang="en-US" sz="1800" b="1" err="1">
                <a:latin typeface="Courier New" pitchFamily="49" charset="0"/>
              </a:rPr>
              <a:t>stari</a:t>
            </a:r>
            <a:r>
              <a:rPr lang="en-US" sz="1800" b="1">
                <a:latin typeface="Courier New" pitchFamily="49" charset="0"/>
              </a:rPr>
              <a:t> X</a:t>
            </a:r>
            <a:r>
              <a:rPr lang="en-US" sz="1800" b="1" baseline="30000">
                <a:latin typeface="Courier New" pitchFamily="49" charset="0"/>
              </a:rPr>
              <a:t>+</a:t>
            </a:r>
            <a:r>
              <a:rPr lang="en-US" sz="1800" b="1">
                <a:latin typeface="Courier New" pitchFamily="49" charset="0"/>
              </a:rPr>
              <a:t> = X</a:t>
            </a:r>
            <a:r>
              <a:rPr lang="en-US" sz="1800" b="1" baseline="30000">
                <a:latin typeface="Courier New" pitchFamily="49" charset="0"/>
              </a:rPr>
              <a:t>+</a:t>
            </a:r>
            <a:endParaRPr lang="en-US" sz="1800" b="1">
              <a:latin typeface="Courier New" pitchFamily="49" charset="0"/>
            </a:endParaRPr>
          </a:p>
          <a:p>
            <a:pPr>
              <a:lnSpc>
                <a:spcPct val="80000"/>
              </a:lnSpc>
              <a:buFont typeface="Wingdings" pitchFamily="2" charset="2"/>
              <a:buNone/>
            </a:pPr>
            <a:r>
              <a:rPr lang="en-US" sz="1800" b="1">
                <a:latin typeface="Courier New" pitchFamily="49" charset="0"/>
              </a:rPr>
              <a:t>		</a:t>
            </a:r>
            <a:r>
              <a:rPr lang="en-US" sz="1800" b="1" err="1">
                <a:latin typeface="Courier New" pitchFamily="49" charset="0"/>
              </a:rPr>
              <a:t>za</a:t>
            </a:r>
            <a:r>
              <a:rPr lang="en-US" sz="1800" b="1">
                <a:latin typeface="Courier New" pitchFamily="49" charset="0"/>
              </a:rPr>
              <a:t> </a:t>
            </a:r>
            <a:r>
              <a:rPr lang="en-US" sz="1800" b="1" err="1">
                <a:latin typeface="Courier New" pitchFamily="49" charset="0"/>
              </a:rPr>
              <a:t>vsako</a:t>
            </a:r>
            <a:r>
              <a:rPr lang="en-US" sz="1800" b="1">
                <a:latin typeface="Courier New" pitchFamily="49" charset="0"/>
              </a:rPr>
              <a:t> </a:t>
            </a:r>
            <a:r>
              <a:rPr lang="en-US" sz="1800" b="1" err="1">
                <a:latin typeface="Courier New" pitchFamily="49" charset="0"/>
              </a:rPr>
              <a:t>odvisnost</a:t>
            </a:r>
            <a:r>
              <a:rPr lang="en-US" sz="1800" b="1">
                <a:latin typeface="Courier New" pitchFamily="49" charset="0"/>
              </a:rPr>
              <a:t> Y </a:t>
            </a:r>
            <a:r>
              <a:rPr lang="sl-SI" sz="2000" b="1">
                <a:latin typeface="Courier New" pitchFamily="49" charset="0"/>
                <a:sym typeface="Symbol" pitchFamily="18" charset="2"/>
              </a:rPr>
              <a:t></a:t>
            </a:r>
            <a:r>
              <a:rPr lang="en-US" sz="1800" b="1">
                <a:latin typeface="Courier New" pitchFamily="49" charset="0"/>
              </a:rPr>
              <a:t> Z </a:t>
            </a:r>
            <a:r>
              <a:rPr lang="en-US" sz="2000" b="1">
                <a:latin typeface="Courier New" pitchFamily="49" charset="0"/>
                <a:sym typeface="Symbol" pitchFamily="18" charset="2"/>
              </a:rPr>
              <a:t> F </a:t>
            </a:r>
            <a:r>
              <a:rPr lang="en-US" sz="2000" b="1" err="1">
                <a:latin typeface="Courier New" pitchFamily="49" charset="0"/>
                <a:sym typeface="Symbol" pitchFamily="18" charset="2"/>
              </a:rPr>
              <a:t>naredi</a:t>
            </a:r>
            <a:endParaRPr lang="en-US" sz="2000" b="1">
              <a:latin typeface="Courier New" pitchFamily="49" charset="0"/>
              <a:sym typeface="Symbol" pitchFamily="18" charset="2"/>
            </a:endParaRPr>
          </a:p>
          <a:p>
            <a:pPr>
              <a:lnSpc>
                <a:spcPct val="80000"/>
              </a:lnSpc>
              <a:buNone/>
            </a:pPr>
            <a:r>
              <a:rPr lang="en-US" sz="1800" b="1">
                <a:latin typeface="Courier New" pitchFamily="49" charset="0"/>
              </a:rPr>
              <a:t>			</a:t>
            </a:r>
            <a:r>
              <a:rPr lang="sl-SI" sz="1800" b="1">
                <a:latin typeface="Courier New" pitchFamily="49" charset="0"/>
              </a:rPr>
              <a:t>če Y </a:t>
            </a:r>
            <a:r>
              <a:rPr lang="sl-SI" sz="2000" b="1">
                <a:latin typeface="Courier New" pitchFamily="49" charset="0"/>
                <a:sym typeface="Symbol" pitchFamily="18" charset="2"/>
              </a:rPr>
              <a:t> X</a:t>
            </a:r>
            <a:r>
              <a:rPr lang="en-US" sz="2000" b="1" baseline="30000">
                <a:latin typeface="Courier New" pitchFamily="49" charset="0"/>
              </a:rPr>
              <a:t>+</a:t>
            </a:r>
            <a:r>
              <a:rPr lang="sl-SI" sz="2000" b="1">
                <a:latin typeface="Courier New" pitchFamily="49" charset="0"/>
                <a:sym typeface="Symbol" pitchFamily="18" charset="2"/>
              </a:rPr>
              <a:t> potem </a:t>
            </a:r>
            <a:endParaRPr lang="en-US" sz="2000" b="1">
              <a:latin typeface="Courier New" pitchFamily="49" charset="0"/>
              <a:sym typeface="Symbol" pitchFamily="18" charset="2"/>
            </a:endParaRPr>
          </a:p>
          <a:p>
            <a:pPr>
              <a:lnSpc>
                <a:spcPct val="80000"/>
              </a:lnSpc>
              <a:buFont typeface="Wingdings" pitchFamily="2" charset="2"/>
              <a:buNone/>
            </a:pPr>
            <a:r>
              <a:rPr lang="en-US" sz="2000" b="1">
                <a:latin typeface="Courier New" pitchFamily="49" charset="0"/>
                <a:sym typeface="Symbol" pitchFamily="18" charset="2"/>
              </a:rPr>
              <a:t>				</a:t>
            </a:r>
            <a:r>
              <a:rPr lang="sl-SI" sz="2000" b="1">
                <a:latin typeface="Courier New" pitchFamily="49" charset="0"/>
                <a:sym typeface="Symbol" pitchFamily="18" charset="2"/>
              </a:rPr>
              <a:t>X</a:t>
            </a:r>
            <a:r>
              <a:rPr lang="en-US" sz="1800" b="1" baseline="30000">
                <a:latin typeface="Courier New" pitchFamily="49" charset="0"/>
              </a:rPr>
              <a:t>+</a:t>
            </a:r>
            <a:r>
              <a:rPr lang="sl-SI" sz="2000" b="1">
                <a:latin typeface="Courier New" pitchFamily="49" charset="0"/>
                <a:sym typeface="Symbol" pitchFamily="18" charset="2"/>
              </a:rPr>
              <a:t> </a:t>
            </a:r>
            <a:r>
              <a:rPr lang="en-US" sz="2000" b="1">
                <a:latin typeface="Courier New" pitchFamily="49" charset="0"/>
                <a:sym typeface="Symbol" pitchFamily="18" charset="2"/>
              </a:rPr>
              <a:t>= X</a:t>
            </a:r>
            <a:r>
              <a:rPr lang="en-US" sz="1800" b="1" baseline="30000">
                <a:latin typeface="Courier New" pitchFamily="49" charset="0"/>
              </a:rPr>
              <a:t>+</a:t>
            </a:r>
            <a:r>
              <a:rPr lang="en-US" sz="2000" b="1">
                <a:latin typeface="Courier New" pitchFamily="49" charset="0"/>
                <a:sym typeface="Symbol" pitchFamily="18" charset="2"/>
              </a:rPr>
              <a:t>  Z</a:t>
            </a:r>
          </a:p>
          <a:p>
            <a:pPr>
              <a:lnSpc>
                <a:spcPct val="80000"/>
              </a:lnSpc>
              <a:buFont typeface="Wingdings" pitchFamily="2" charset="2"/>
              <a:buNone/>
            </a:pPr>
            <a:r>
              <a:rPr lang="en-US" sz="2000" b="1">
                <a:latin typeface="Courier New" pitchFamily="49" charset="0"/>
                <a:sym typeface="Symbol" pitchFamily="18" charset="2"/>
              </a:rPr>
              <a:t>	</a:t>
            </a:r>
            <a:r>
              <a:rPr lang="en-US" sz="2000" b="1" err="1">
                <a:latin typeface="Courier New" pitchFamily="49" charset="0"/>
                <a:sym typeface="Symbol" pitchFamily="18" charset="2"/>
              </a:rPr>
              <a:t>dokler</a:t>
            </a:r>
            <a:r>
              <a:rPr lang="en-US" sz="2000" b="1">
                <a:latin typeface="Courier New" pitchFamily="49" charset="0"/>
                <a:sym typeface="Symbol" pitchFamily="18" charset="2"/>
              </a:rPr>
              <a:t> </a:t>
            </a:r>
            <a:r>
              <a:rPr lang="en-US" sz="2000" b="1" err="1">
                <a:latin typeface="Courier New" pitchFamily="49" charset="0"/>
                <a:sym typeface="Symbol" pitchFamily="18" charset="2"/>
              </a:rPr>
              <a:t>ni</a:t>
            </a:r>
            <a:r>
              <a:rPr lang="en-US" sz="2000" b="1">
                <a:latin typeface="Courier New" pitchFamily="49" charset="0"/>
                <a:sym typeface="Symbol" pitchFamily="18" charset="2"/>
              </a:rPr>
              <a:t> </a:t>
            </a:r>
            <a:r>
              <a:rPr lang="en-US" sz="1800" b="1" err="1">
                <a:latin typeface="Courier New" pitchFamily="49" charset="0"/>
              </a:rPr>
              <a:t>stari</a:t>
            </a:r>
            <a:r>
              <a:rPr lang="en-US" sz="1800" b="1">
                <a:latin typeface="Courier New" pitchFamily="49" charset="0"/>
              </a:rPr>
              <a:t> X</a:t>
            </a:r>
            <a:r>
              <a:rPr lang="en-US" sz="1800" b="1" baseline="30000">
                <a:latin typeface="Courier New" pitchFamily="49" charset="0"/>
              </a:rPr>
              <a:t>+</a:t>
            </a:r>
            <a:r>
              <a:rPr lang="en-US" sz="1800" b="1">
                <a:latin typeface="Courier New" pitchFamily="49" charset="0"/>
              </a:rPr>
              <a:t> = X</a:t>
            </a:r>
            <a:r>
              <a:rPr lang="en-US" sz="1800" b="1" baseline="30000">
                <a:latin typeface="Courier New" pitchFamily="49" charset="0"/>
              </a:rPr>
              <a:t>+</a:t>
            </a:r>
            <a:endParaRPr lang="en-US" sz="2000" b="1">
              <a:latin typeface="Courier New" pitchFamily="49" charset="0"/>
              <a:sym typeface="Symbol" pitchFamily="18" charset="2"/>
            </a:endParaRP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3" name="AutoShape 2"/>
          <p:cNvSpPr>
            <a:spLocks noGrp="1" noChangeArrowheads="1"/>
          </p:cNvSpPr>
          <p:nvPr>
            <p:ph type="title"/>
          </p:nvPr>
        </p:nvSpPr>
        <p:spPr/>
        <p:txBody>
          <a:bodyPr/>
          <a:lstStyle/>
          <a:p>
            <a:r>
              <a:rPr lang="en-US"/>
              <a:t>Primer izra</a:t>
            </a:r>
            <a:r>
              <a:rPr lang="sl-SI"/>
              <a:t>čuna zaprtja</a:t>
            </a:r>
            <a:endParaRPr lang="en-US"/>
          </a:p>
        </p:txBody>
      </p:sp>
      <p:sp>
        <p:nvSpPr>
          <p:cNvPr id="550914" name="Rectangle 3"/>
          <p:cNvSpPr>
            <a:spLocks noGrp="1" noChangeArrowheads="1"/>
          </p:cNvSpPr>
          <p:nvPr>
            <p:ph type="body" idx="1"/>
          </p:nvPr>
        </p:nvSpPr>
        <p:spPr/>
        <p:txBody>
          <a:bodyPr/>
          <a:lstStyle/>
          <a:p>
            <a:pPr marL="533400" indent="-533400">
              <a:buFont typeface="Wingdings" pitchFamily="2" charset="2"/>
              <a:buNone/>
            </a:pPr>
            <a:r>
              <a:rPr lang="sl-SI" sz="2400"/>
              <a:t>R</a:t>
            </a:r>
            <a:r>
              <a:rPr lang="en-US" sz="2400"/>
              <a:t>=ABCDEFG</a:t>
            </a:r>
          </a:p>
          <a:p>
            <a:pPr marL="533400" indent="-533400">
              <a:buFont typeface="Wingdings" pitchFamily="2" charset="2"/>
              <a:buNone/>
            </a:pPr>
            <a:r>
              <a:rPr lang="en-US" sz="2400"/>
              <a:t>F={A</a:t>
            </a:r>
            <a:r>
              <a:rPr lang="sl-SI" sz="2400">
                <a:sym typeface="Symbol" pitchFamily="18" charset="2"/>
              </a:rPr>
              <a:t></a:t>
            </a:r>
            <a:r>
              <a:rPr lang="en-US" sz="2400">
                <a:sym typeface="Symbol" pitchFamily="18" charset="2"/>
              </a:rPr>
              <a:t>B, BE</a:t>
            </a:r>
            <a:r>
              <a:rPr lang="sl-SI" sz="2400">
                <a:sym typeface="Symbol" pitchFamily="18" charset="2"/>
              </a:rPr>
              <a:t></a:t>
            </a:r>
            <a:r>
              <a:rPr lang="en-US" sz="2400">
                <a:sym typeface="Symbol" pitchFamily="18" charset="2"/>
              </a:rPr>
              <a:t>G, EF</a:t>
            </a:r>
            <a:r>
              <a:rPr lang="sl-SI" sz="2400">
                <a:sym typeface="Symbol" pitchFamily="18" charset="2"/>
              </a:rPr>
              <a:t></a:t>
            </a:r>
            <a:r>
              <a:rPr lang="en-US" sz="2400">
                <a:sym typeface="Symbol" pitchFamily="18" charset="2"/>
              </a:rPr>
              <a:t>A, D</a:t>
            </a:r>
            <a:r>
              <a:rPr lang="sl-SI" sz="2400">
                <a:sym typeface="Symbol" pitchFamily="18" charset="2"/>
              </a:rPr>
              <a:t></a:t>
            </a:r>
            <a:r>
              <a:rPr lang="en-US" sz="2400">
                <a:sym typeface="Symbol" pitchFamily="18" charset="2"/>
              </a:rPr>
              <a:t>AC}</a:t>
            </a:r>
          </a:p>
          <a:p>
            <a:pPr marL="533400" indent="-533400">
              <a:buFont typeface="Wingdings" pitchFamily="2" charset="2"/>
              <a:buNone/>
            </a:pPr>
            <a:r>
              <a:rPr lang="en-US" sz="2400">
                <a:sym typeface="Symbol" pitchFamily="18" charset="2"/>
              </a:rPr>
              <a:t>I</a:t>
            </a:r>
            <a:r>
              <a:rPr lang="sl-SI" sz="2400">
                <a:sym typeface="Symbol" pitchFamily="18" charset="2"/>
              </a:rPr>
              <a:t>ščemo </a:t>
            </a:r>
            <a:r>
              <a:rPr lang="en-US" sz="2400">
                <a:sym typeface="Symbol" pitchFamily="18" charset="2"/>
              </a:rPr>
              <a:t>{EF}</a:t>
            </a:r>
            <a:r>
              <a:rPr lang="en-US" sz="2400" baseline="30000">
                <a:sym typeface="Symbol" pitchFamily="18" charset="2"/>
              </a:rPr>
              <a:t>+</a:t>
            </a:r>
            <a:r>
              <a:rPr lang="sl-SI" sz="2400">
                <a:sym typeface="Symbol" pitchFamily="18" charset="2"/>
              </a:rPr>
              <a:t>:</a:t>
            </a:r>
            <a:endParaRPr lang="en-US" sz="2400">
              <a:sym typeface="Symbol" pitchFamily="18" charset="2"/>
            </a:endParaRPr>
          </a:p>
          <a:p>
            <a:pPr marL="533400" indent="-533400">
              <a:buFont typeface="Wingdings" pitchFamily="2" charset="2"/>
              <a:buAutoNum type="arabicPeriod"/>
            </a:pPr>
            <a:r>
              <a:rPr lang="en-US" sz="2400">
                <a:sym typeface="Symbol" pitchFamily="18" charset="2"/>
              </a:rPr>
              <a:t>{EF}</a:t>
            </a:r>
            <a:r>
              <a:rPr lang="en-US" sz="2400" baseline="30000">
                <a:sym typeface="Symbol" pitchFamily="18" charset="2"/>
              </a:rPr>
              <a:t>+ </a:t>
            </a:r>
            <a:r>
              <a:rPr lang="en-US" sz="2400">
                <a:sym typeface="Symbol" pitchFamily="18" charset="2"/>
              </a:rPr>
              <a:t>= EF</a:t>
            </a:r>
          </a:p>
          <a:p>
            <a:pPr marL="533400" indent="-533400">
              <a:buFont typeface="Wingdings" pitchFamily="2" charset="2"/>
              <a:buAutoNum type="arabicPeriod"/>
            </a:pPr>
            <a:r>
              <a:rPr lang="en-US" sz="2400">
                <a:sym typeface="Symbol" pitchFamily="18" charset="2"/>
              </a:rPr>
              <a:t>{EF}</a:t>
            </a:r>
            <a:r>
              <a:rPr lang="en-US" sz="2400" baseline="30000">
                <a:sym typeface="Symbol" pitchFamily="18" charset="2"/>
              </a:rPr>
              <a:t>+ </a:t>
            </a:r>
            <a:r>
              <a:rPr lang="en-US" sz="2400">
                <a:sym typeface="Symbol" pitchFamily="18" charset="2"/>
              </a:rPr>
              <a:t>= EFA</a:t>
            </a:r>
          </a:p>
          <a:p>
            <a:pPr marL="533400" indent="-533400">
              <a:buFont typeface="Wingdings" pitchFamily="2" charset="2"/>
              <a:buAutoNum type="arabicPeriod"/>
            </a:pPr>
            <a:r>
              <a:rPr lang="en-US" sz="2400">
                <a:sym typeface="Symbol" pitchFamily="18" charset="2"/>
              </a:rPr>
              <a:t>{EF}</a:t>
            </a:r>
            <a:r>
              <a:rPr lang="en-US" sz="2400" baseline="30000">
                <a:sym typeface="Symbol" pitchFamily="18" charset="2"/>
              </a:rPr>
              <a:t>+ </a:t>
            </a:r>
            <a:r>
              <a:rPr lang="en-US" sz="2400">
                <a:sym typeface="Symbol" pitchFamily="18" charset="2"/>
              </a:rPr>
              <a:t>= EFAB</a:t>
            </a:r>
          </a:p>
          <a:p>
            <a:pPr marL="533400" indent="-533400">
              <a:buFont typeface="Wingdings" pitchFamily="2" charset="2"/>
              <a:buAutoNum type="arabicPeriod"/>
            </a:pPr>
            <a:r>
              <a:rPr lang="en-US" sz="2400">
                <a:sym typeface="Symbol" pitchFamily="18" charset="2"/>
              </a:rPr>
              <a:t>{EF}</a:t>
            </a:r>
            <a:r>
              <a:rPr lang="en-US" sz="2400" baseline="30000">
                <a:sym typeface="Symbol" pitchFamily="18" charset="2"/>
              </a:rPr>
              <a:t>+ </a:t>
            </a:r>
            <a:r>
              <a:rPr lang="en-US" sz="2400">
                <a:sym typeface="Symbol" pitchFamily="18" charset="2"/>
              </a:rPr>
              <a:t>= EFABG</a:t>
            </a:r>
          </a:p>
          <a:p>
            <a:pPr marL="533400" indent="-533400">
              <a:buFont typeface="Wingdings" pitchFamily="2" charset="2"/>
              <a:buAutoNum type="arabicPeriod"/>
            </a:pPr>
            <a:r>
              <a:rPr lang="en-US" sz="2400">
                <a:solidFill>
                  <a:srgbClr val="FF0066"/>
                </a:solidFill>
                <a:sym typeface="Symbol" pitchFamily="18" charset="2"/>
              </a:rPr>
              <a:t>{EF}</a:t>
            </a:r>
            <a:r>
              <a:rPr lang="en-US" sz="2400" baseline="30000">
                <a:solidFill>
                  <a:srgbClr val="FF0066"/>
                </a:solidFill>
                <a:sym typeface="Symbol" pitchFamily="18" charset="2"/>
              </a:rPr>
              <a:t>+ </a:t>
            </a:r>
            <a:r>
              <a:rPr lang="en-US" sz="2400">
                <a:solidFill>
                  <a:srgbClr val="FF0066"/>
                </a:solidFill>
                <a:sym typeface="Symbol" pitchFamily="18" charset="2"/>
              </a:rPr>
              <a:t>= EFABG</a:t>
            </a:r>
            <a:endParaRPr lang="en-US" sz="2400" baseline="30000">
              <a:solidFill>
                <a:srgbClr val="FF0066"/>
              </a:solidFill>
              <a:sym typeface="Symbol" pitchFamily="18" charset="2"/>
            </a:endParaRPr>
          </a:p>
          <a:p>
            <a:pPr marL="533400" indent="-533400">
              <a:buFont typeface="Wingdings" pitchFamily="2" charset="2"/>
              <a:buAutoNum type="arabicPeriod"/>
            </a:pPr>
            <a:endParaRPr lang="en-US" sz="2400" baseline="30000">
              <a:solidFill>
                <a:srgbClr val="FF0066"/>
              </a:solidFill>
              <a:sym typeface="Symbol" pitchFamily="18" charset="2"/>
            </a:endParaRPr>
          </a:p>
          <a:p>
            <a:pPr marL="533400" indent="-533400">
              <a:buFont typeface="Wingdings" pitchFamily="2" charset="2"/>
              <a:buAutoNum type="arabicPeriod"/>
            </a:pPr>
            <a:endParaRPr lang="en-US" baseline="30000">
              <a:sym typeface="Symbol" pitchFamily="18" charset="2"/>
            </a:endParaRPr>
          </a:p>
          <a:p>
            <a:pPr marL="533400" indent="-533400">
              <a:buFont typeface="Wingdings" pitchFamily="2" charset="2"/>
              <a:buAutoNum type="arabicPeriod"/>
            </a:pPr>
            <a:endParaRPr lang="en-US" baseline="3000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091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091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091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09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09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1" name="AutoShape 2"/>
          <p:cNvSpPr>
            <a:spLocks noGrp="1" noChangeArrowheads="1"/>
          </p:cNvSpPr>
          <p:nvPr>
            <p:ph type="title"/>
          </p:nvPr>
        </p:nvSpPr>
        <p:spPr/>
        <p:txBody>
          <a:bodyPr/>
          <a:lstStyle/>
          <a:p>
            <a:r>
              <a:rPr lang="en-US" sz="3200" err="1"/>
              <a:t>Minimalno</a:t>
            </a:r>
            <a:r>
              <a:rPr lang="en-US" sz="3200"/>
              <a:t> </a:t>
            </a:r>
            <a:r>
              <a:rPr lang="en-US" sz="3200" err="1"/>
              <a:t>pokritje</a:t>
            </a:r>
            <a:r>
              <a:rPr lang="en-US" sz="3200"/>
              <a:t> </a:t>
            </a:r>
            <a:r>
              <a:rPr lang="en-US" sz="3200" err="1"/>
              <a:t>mno</a:t>
            </a:r>
            <a:r>
              <a:rPr lang="sl-SI" sz="3200"/>
              <a:t>žice odvisnosti</a:t>
            </a:r>
            <a:br>
              <a:rPr lang="sl-SI" sz="3200"/>
            </a:br>
            <a:r>
              <a:rPr lang="sl-SI" sz="3200"/>
              <a:t>(olajša iskanje ključev)</a:t>
            </a:r>
            <a:endParaRPr lang="en-US" sz="3200"/>
          </a:p>
        </p:txBody>
      </p:sp>
      <p:sp>
        <p:nvSpPr>
          <p:cNvPr id="552962" name="Rectangle 3"/>
          <p:cNvSpPr>
            <a:spLocks noGrp="1" noChangeArrowheads="1"/>
          </p:cNvSpPr>
          <p:nvPr>
            <p:ph type="body" idx="1"/>
          </p:nvPr>
        </p:nvSpPr>
        <p:spPr/>
        <p:txBody>
          <a:bodyPr/>
          <a:lstStyle/>
          <a:p>
            <a:r>
              <a:rPr lang="sl-SI" sz="2000" dirty="0"/>
              <a:t>F pokriva E: </a:t>
            </a:r>
            <a:r>
              <a:rPr lang="sl-SI" sz="2000" dirty="0">
                <a:sym typeface="Symbol" pitchFamily="18" charset="2"/>
              </a:rPr>
              <a:t></a:t>
            </a:r>
            <a:r>
              <a:rPr lang="sl-SI" sz="2000" dirty="0" err="1">
                <a:sym typeface="Symbol" pitchFamily="18" charset="2"/>
              </a:rPr>
              <a:t>fE</a:t>
            </a:r>
            <a:r>
              <a:rPr lang="sl-SI" sz="2000" dirty="0">
                <a:sym typeface="Symbol" pitchFamily="18" charset="2"/>
              </a:rPr>
              <a:t>: </a:t>
            </a:r>
            <a:r>
              <a:rPr lang="sl-SI" sz="2000" dirty="0" err="1">
                <a:sym typeface="Symbol" pitchFamily="18" charset="2"/>
              </a:rPr>
              <a:t>Ff</a:t>
            </a:r>
            <a:r>
              <a:rPr lang="sl-SI" sz="2000" dirty="0">
                <a:sym typeface="Symbol" pitchFamily="18" charset="2"/>
              </a:rPr>
              <a:t>  oziroma  E</a:t>
            </a:r>
            <a:r>
              <a:rPr lang="sl-SI" sz="2000" baseline="30000" dirty="0">
                <a:sym typeface="Symbol" pitchFamily="18" charset="2"/>
              </a:rPr>
              <a:t>+</a:t>
            </a:r>
            <a:r>
              <a:rPr lang="sl-SI" sz="2000" dirty="0">
                <a:sym typeface="Symbol" pitchFamily="18" charset="2"/>
              </a:rPr>
              <a:t>  F</a:t>
            </a:r>
            <a:r>
              <a:rPr lang="sl-SI" sz="2000" baseline="30000" dirty="0">
                <a:sym typeface="Symbol" pitchFamily="18" charset="2"/>
              </a:rPr>
              <a:t>+</a:t>
            </a:r>
          </a:p>
          <a:p>
            <a:r>
              <a:rPr lang="sl-SI" sz="2000" dirty="0">
                <a:sym typeface="Symbol" pitchFamily="18" charset="2"/>
              </a:rPr>
              <a:t>Minimalno pokritje </a:t>
            </a:r>
            <a:r>
              <a:rPr lang="sl-SI" sz="2000" dirty="0" err="1">
                <a:sym typeface="Symbol" pitchFamily="18" charset="2"/>
              </a:rPr>
              <a:t>F</a:t>
            </a:r>
            <a:r>
              <a:rPr lang="sl-SI" sz="2000" baseline="-25000" dirty="0" err="1">
                <a:sym typeface="Symbol" pitchFamily="18" charset="2"/>
              </a:rPr>
              <a:t>min</a:t>
            </a:r>
            <a:r>
              <a:rPr lang="sl-SI" sz="2000" dirty="0">
                <a:sym typeface="Symbol" pitchFamily="18" charset="2"/>
              </a:rPr>
              <a:t>: zahtevamo </a:t>
            </a:r>
            <a:r>
              <a:rPr lang="sl-SI" sz="2000" dirty="0" err="1">
                <a:sym typeface="Symbol" pitchFamily="18" charset="2"/>
              </a:rPr>
              <a:t>F</a:t>
            </a:r>
            <a:r>
              <a:rPr lang="sl-SI" sz="2000" baseline="-25000" dirty="0" err="1">
                <a:sym typeface="Symbol" pitchFamily="18" charset="2"/>
              </a:rPr>
              <a:t>min</a:t>
            </a:r>
            <a:r>
              <a:rPr lang="sl-SI" sz="2000" baseline="30000" dirty="0">
                <a:sym typeface="Symbol" pitchFamily="18" charset="2"/>
              </a:rPr>
              <a:t>+</a:t>
            </a:r>
            <a:r>
              <a:rPr lang="en-US" sz="2000" dirty="0">
                <a:sym typeface="Symbol" pitchFamily="18" charset="2"/>
              </a:rPr>
              <a:t>=F</a:t>
            </a:r>
            <a:r>
              <a:rPr lang="en-US" sz="2000" baseline="30000" dirty="0">
                <a:sym typeface="Symbol" pitchFamily="18" charset="2"/>
              </a:rPr>
              <a:t>+</a:t>
            </a:r>
            <a:r>
              <a:rPr lang="sl-SI" sz="2000" dirty="0">
                <a:sym typeface="Symbol" pitchFamily="18" charset="2"/>
              </a:rPr>
              <a:t>, vendar</a:t>
            </a:r>
            <a:r>
              <a:rPr lang="sl-SI" sz="2000" baseline="30000" dirty="0">
                <a:sym typeface="Symbol" pitchFamily="18" charset="2"/>
              </a:rPr>
              <a:t> </a:t>
            </a:r>
            <a:r>
              <a:rPr lang="sl-SI" sz="2000" dirty="0">
                <a:sym typeface="Symbol" pitchFamily="18" charset="2"/>
              </a:rPr>
              <a:t>ohranimo samo </a:t>
            </a:r>
            <a:r>
              <a:rPr lang="sl-SI" sz="2000" dirty="0" err="1">
                <a:sym typeface="Symbol" pitchFamily="18" charset="2"/>
              </a:rPr>
              <a:t>neredundantne</a:t>
            </a:r>
            <a:r>
              <a:rPr lang="sl-SI" sz="2000" dirty="0">
                <a:sym typeface="Symbol" pitchFamily="18" charset="2"/>
              </a:rPr>
              <a:t> odvisnost</a:t>
            </a:r>
            <a:r>
              <a:rPr lang="en-US" sz="2000" dirty="0" err="1">
                <a:sym typeface="Symbol" pitchFamily="18" charset="2"/>
              </a:rPr>
              <a:t>i</a:t>
            </a:r>
            <a:endParaRPr lang="sl-SI" sz="2000" dirty="0">
              <a:sym typeface="Symbol" pitchFamily="18" charset="2"/>
            </a:endParaRPr>
          </a:p>
          <a:p>
            <a:pPr lvl="1"/>
            <a:r>
              <a:rPr lang="sl-SI" sz="1800" dirty="0">
                <a:sym typeface="Symbol" pitchFamily="18" charset="2"/>
              </a:rPr>
              <a:t>Kanonična oblika (en atribut na desni)</a:t>
            </a:r>
          </a:p>
          <a:p>
            <a:pPr lvl="1"/>
            <a:r>
              <a:rPr lang="sl-SI" sz="1800" dirty="0">
                <a:sym typeface="Symbol" pitchFamily="18" charset="2"/>
              </a:rPr>
              <a:t>Minimalnost (ne moremo odstraniti nobene odvisnosti, da bi še vedno veljalo </a:t>
            </a:r>
            <a:r>
              <a:rPr lang="sl-SI" sz="1800" dirty="0" err="1">
                <a:sym typeface="Symbol" pitchFamily="18" charset="2"/>
              </a:rPr>
              <a:t>F</a:t>
            </a:r>
            <a:r>
              <a:rPr lang="sl-SI" sz="1800" baseline="-25000" dirty="0" err="1">
                <a:sym typeface="Symbol" pitchFamily="18" charset="2"/>
              </a:rPr>
              <a:t>min</a:t>
            </a:r>
            <a:r>
              <a:rPr lang="sl-SI" sz="1800" baseline="30000" dirty="0">
                <a:sym typeface="Symbol" pitchFamily="18" charset="2"/>
              </a:rPr>
              <a:t>+</a:t>
            </a:r>
            <a:r>
              <a:rPr lang="en-US" sz="1800" dirty="0">
                <a:sym typeface="Symbol" pitchFamily="18" charset="2"/>
              </a:rPr>
              <a:t>=F</a:t>
            </a:r>
            <a:r>
              <a:rPr lang="en-US" sz="1800" baseline="30000" dirty="0">
                <a:sym typeface="Symbol" pitchFamily="18" charset="2"/>
              </a:rPr>
              <a:t>+</a:t>
            </a:r>
            <a:r>
              <a:rPr lang="en-US" sz="1800" dirty="0">
                <a:sym typeface="Symbol" pitchFamily="18" charset="2"/>
              </a:rPr>
              <a:t>)</a:t>
            </a:r>
          </a:p>
          <a:p>
            <a:pPr lvl="1"/>
            <a:r>
              <a:rPr lang="en-US" sz="1800" dirty="0">
                <a:sym typeface="Symbol" pitchFamily="18" charset="2"/>
              </a:rPr>
              <a:t>V </a:t>
            </a:r>
            <a:r>
              <a:rPr lang="sl-SI" sz="1800" dirty="0" err="1">
                <a:sym typeface="Symbol" pitchFamily="18" charset="2"/>
              </a:rPr>
              <a:t>F</a:t>
            </a:r>
            <a:r>
              <a:rPr lang="sl-SI" sz="1800" baseline="-25000" dirty="0" err="1">
                <a:sym typeface="Symbol" pitchFamily="18" charset="2"/>
              </a:rPr>
              <a:t>min</a:t>
            </a:r>
            <a:r>
              <a:rPr lang="en-US" sz="1800" baseline="-25000" dirty="0">
                <a:sym typeface="Symbol" pitchFamily="18" charset="2"/>
              </a:rPr>
              <a:t> </a:t>
            </a:r>
            <a:r>
              <a:rPr lang="en-US" sz="1800" dirty="0">
                <a:sym typeface="Symbol" pitchFamily="18" charset="2"/>
              </a:rPr>
              <a:t>ne </a:t>
            </a:r>
            <a:r>
              <a:rPr lang="en-US" sz="1800" dirty="0" err="1">
                <a:sym typeface="Symbol" pitchFamily="18" charset="2"/>
              </a:rPr>
              <a:t>moremo</a:t>
            </a:r>
            <a:r>
              <a:rPr lang="en-US" sz="1800" dirty="0">
                <a:sym typeface="Symbol" pitchFamily="18" charset="2"/>
              </a:rPr>
              <a:t> </a:t>
            </a:r>
            <a:r>
              <a:rPr lang="en-US" sz="1800" dirty="0" err="1">
                <a:sym typeface="Symbol" pitchFamily="18" charset="2"/>
              </a:rPr>
              <a:t>zamenjati</a:t>
            </a:r>
            <a:r>
              <a:rPr lang="en-US" sz="1800" dirty="0">
                <a:sym typeface="Symbol" pitchFamily="18" charset="2"/>
              </a:rPr>
              <a:t> </a:t>
            </a:r>
            <a:r>
              <a:rPr lang="en-US" sz="1800" dirty="0" err="1">
                <a:sym typeface="Symbol" pitchFamily="18" charset="2"/>
              </a:rPr>
              <a:t>nobene</a:t>
            </a:r>
            <a:r>
              <a:rPr lang="en-US" sz="1800" dirty="0">
                <a:sym typeface="Symbol" pitchFamily="18" charset="2"/>
              </a:rPr>
              <a:t> X  A z Y  A, Y  X</a:t>
            </a:r>
            <a:r>
              <a:rPr lang="sl-SI" sz="1800" dirty="0">
                <a:sym typeface="Symbol" pitchFamily="18" charset="2"/>
              </a:rPr>
              <a:t>, da bi še vedno veljalo </a:t>
            </a:r>
            <a:r>
              <a:rPr lang="sl-SI" sz="1800" dirty="0" err="1">
                <a:sym typeface="Symbol" pitchFamily="18" charset="2"/>
              </a:rPr>
              <a:t>F</a:t>
            </a:r>
            <a:r>
              <a:rPr lang="sl-SI" sz="1800" baseline="-25000" dirty="0" err="1">
                <a:sym typeface="Symbol" pitchFamily="18" charset="2"/>
              </a:rPr>
              <a:t>min</a:t>
            </a:r>
            <a:r>
              <a:rPr lang="sl-SI" sz="1800" baseline="30000" dirty="0">
                <a:sym typeface="Symbol" pitchFamily="18" charset="2"/>
              </a:rPr>
              <a:t>+</a:t>
            </a:r>
            <a:r>
              <a:rPr lang="en-US" sz="1800" dirty="0">
                <a:sym typeface="Symbol" pitchFamily="18" charset="2"/>
              </a:rPr>
              <a:t>=F</a:t>
            </a:r>
            <a:r>
              <a:rPr lang="en-US" sz="1800" baseline="30000" dirty="0">
                <a:sym typeface="Symbol" pitchFamily="18" charset="2"/>
              </a:rPr>
              <a:t>+</a:t>
            </a:r>
            <a:r>
              <a:rPr lang="en-US" sz="1800" dirty="0">
                <a:sym typeface="Symbol" pitchFamily="18" charset="2"/>
              </a:rPr>
              <a:t>)</a:t>
            </a:r>
            <a:endParaRPr lang="sl-SI" sz="1800" dirty="0">
              <a:sym typeface="Symbol" pitchFamily="18" charset="2"/>
            </a:endParaRPr>
          </a:p>
          <a:p>
            <a:r>
              <a:rPr lang="sl-SI" sz="2000" dirty="0">
                <a:sym typeface="Symbol" pitchFamily="18" charset="2"/>
              </a:rPr>
              <a:t>Postopek v praksi: narišemo graf odvisnosti, kjer </a:t>
            </a:r>
            <a:r>
              <a:rPr lang="sl-SI" sz="2000" dirty="0" err="1">
                <a:sym typeface="Symbol" pitchFamily="18" charset="2"/>
              </a:rPr>
              <a:t>odstranimimo</a:t>
            </a:r>
            <a:r>
              <a:rPr lang="sl-SI" sz="2000" dirty="0">
                <a:sym typeface="Symbol" pitchFamily="18" charset="2"/>
              </a:rPr>
              <a:t> tranzitivne povezave</a:t>
            </a:r>
            <a:r>
              <a:rPr lang="en-US" sz="2000" dirty="0">
                <a:sym typeface="Symbol" pitchFamily="18" charset="2"/>
              </a:rPr>
              <a:t>. </a:t>
            </a:r>
            <a:r>
              <a:rPr lang="en-US" sz="2000" dirty="0" err="1">
                <a:sym typeface="Symbol" pitchFamily="18" charset="2"/>
              </a:rPr>
              <a:t>Rezultat</a:t>
            </a:r>
            <a:r>
              <a:rPr lang="en-US" sz="2000" dirty="0">
                <a:sym typeface="Symbol" pitchFamily="18" charset="2"/>
              </a:rPr>
              <a:t> </a:t>
            </a:r>
            <a:r>
              <a:rPr lang="en-US" sz="2000" dirty="0" err="1">
                <a:sym typeface="Symbol" pitchFamily="18" charset="2"/>
              </a:rPr>
              <a:t>ni</a:t>
            </a:r>
            <a:r>
              <a:rPr lang="en-US" sz="2000" dirty="0">
                <a:sym typeface="Symbol" pitchFamily="18" charset="2"/>
              </a:rPr>
              <a:t> </a:t>
            </a:r>
            <a:r>
              <a:rPr lang="en-US" sz="2000" dirty="0" err="1">
                <a:sym typeface="Symbol" pitchFamily="18" charset="2"/>
              </a:rPr>
              <a:t>nujno</a:t>
            </a:r>
            <a:r>
              <a:rPr lang="en-US" sz="2000" dirty="0">
                <a:sym typeface="Symbol" pitchFamily="18" charset="2"/>
              </a:rPr>
              <a:t> </a:t>
            </a:r>
            <a:r>
              <a:rPr lang="en-US" sz="2000" dirty="0" err="1">
                <a:sym typeface="Symbol" pitchFamily="18" charset="2"/>
              </a:rPr>
              <a:t>enoli</a:t>
            </a:r>
            <a:r>
              <a:rPr lang="sl-SI" sz="2000" dirty="0" err="1">
                <a:sym typeface="Symbol" pitchFamily="18" charset="2"/>
              </a:rPr>
              <a:t>čen</a:t>
            </a:r>
            <a:r>
              <a:rPr lang="sl-SI" sz="2000" dirty="0">
                <a:sym typeface="Symbol" pitchFamily="18" charset="2"/>
              </a:rPr>
              <a:t>!</a:t>
            </a:r>
          </a:p>
          <a:p>
            <a:r>
              <a:rPr lang="sl-SI" sz="2000" dirty="0">
                <a:sym typeface="Symbol" pitchFamily="18" charset="2"/>
              </a:rPr>
              <a:t>Primer: R </a:t>
            </a:r>
            <a:r>
              <a:rPr lang="en-US" sz="2000" dirty="0">
                <a:sym typeface="Symbol" pitchFamily="18" charset="2"/>
              </a:rPr>
              <a:t>= ABC, F={AB, BA, BC, AC, CA}</a:t>
            </a:r>
          </a:p>
          <a:p>
            <a:endParaRPr lang="sl-SI" sz="2000" baseline="30000" dirty="0">
              <a:sym typeface="Symbol" pitchFamily="18" charset="2"/>
            </a:endParaRP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7" name="AutoShape 2"/>
          <p:cNvSpPr>
            <a:spLocks noGrp="1" noChangeArrowheads="1"/>
          </p:cNvSpPr>
          <p:nvPr>
            <p:ph type="title"/>
          </p:nvPr>
        </p:nvSpPr>
        <p:spPr>
          <a:xfrm>
            <a:off x="762000" y="381000"/>
            <a:ext cx="7924800" cy="1524000"/>
          </a:xfrm>
        </p:spPr>
        <p:txBody>
          <a:bodyPr/>
          <a:lstStyle/>
          <a:p>
            <a:r>
              <a:rPr lang="en-US" err="1"/>
              <a:t>Izpeljevanje</a:t>
            </a:r>
            <a:r>
              <a:rPr lang="en-US"/>
              <a:t> </a:t>
            </a:r>
            <a:r>
              <a:rPr lang="en-US" err="1"/>
              <a:t>funkcionalnih</a:t>
            </a:r>
            <a:r>
              <a:rPr lang="en-US"/>
              <a:t> </a:t>
            </a:r>
            <a:r>
              <a:rPr lang="en-US" err="1"/>
              <a:t>odvisnosti</a:t>
            </a:r>
            <a:r>
              <a:rPr lang="en-US"/>
              <a:t> in </a:t>
            </a:r>
            <a:r>
              <a:rPr lang="en-US" err="1"/>
              <a:t>dolo</a:t>
            </a:r>
            <a:r>
              <a:rPr lang="sl-SI" err="1"/>
              <a:t>čanje</a:t>
            </a:r>
            <a:r>
              <a:rPr lang="sl-SI"/>
              <a:t> ključev</a:t>
            </a:r>
            <a:r>
              <a:rPr lang="en-US"/>
              <a:t>	</a:t>
            </a:r>
          </a:p>
        </p:txBody>
      </p:sp>
      <p:sp>
        <p:nvSpPr>
          <p:cNvPr id="592898" name="Rectangle 3"/>
          <p:cNvSpPr>
            <a:spLocks noGrp="1" noChangeArrowheads="1"/>
          </p:cNvSpPr>
          <p:nvPr>
            <p:ph type="body" idx="1"/>
          </p:nvPr>
        </p:nvSpPr>
        <p:spPr/>
        <p:txBody>
          <a:bodyPr/>
          <a:lstStyle/>
          <a:p>
            <a:r>
              <a:rPr lang="en-US" err="1"/>
              <a:t>Armstrongovi</a:t>
            </a:r>
            <a:r>
              <a:rPr lang="en-US"/>
              <a:t> </a:t>
            </a:r>
            <a:r>
              <a:rPr lang="en-US" err="1"/>
              <a:t>aksiomi</a:t>
            </a:r>
            <a:r>
              <a:rPr lang="en-US"/>
              <a:t> in </a:t>
            </a:r>
            <a:r>
              <a:rPr lang="en-US" err="1"/>
              <a:t>izpeljana</a:t>
            </a:r>
            <a:r>
              <a:rPr lang="en-US"/>
              <a:t> </a:t>
            </a:r>
            <a:r>
              <a:rPr lang="en-US" err="1"/>
              <a:t>pravila</a:t>
            </a:r>
            <a:r>
              <a:rPr lang="en-US"/>
              <a:t> </a:t>
            </a:r>
            <a:r>
              <a:rPr lang="en-US" err="1"/>
              <a:t>sklepanja</a:t>
            </a:r>
            <a:r>
              <a:rPr lang="en-US"/>
              <a:t> (</a:t>
            </a:r>
            <a:r>
              <a:rPr lang="en-US" err="1"/>
              <a:t>kogar</a:t>
            </a:r>
            <a:r>
              <a:rPr lang="en-US"/>
              <a:t> </a:t>
            </a:r>
            <a:r>
              <a:rPr lang="en-US" err="1"/>
              <a:t>zanima</a:t>
            </a:r>
            <a:r>
              <a:rPr lang="en-US"/>
              <a:t>, v </a:t>
            </a:r>
            <a:r>
              <a:rPr lang="en-US" err="1"/>
              <a:t>literaturi</a:t>
            </a:r>
            <a:r>
              <a:rPr lang="en-US"/>
              <a:t>)</a:t>
            </a:r>
            <a:endParaRPr lang="sl-SI"/>
          </a:p>
          <a:p>
            <a:r>
              <a:rPr lang="sl-SI"/>
              <a:t>Trivialne odvisnosti: X</a:t>
            </a:r>
            <a:r>
              <a:rPr lang="en-US">
                <a:sym typeface="Symbol"/>
              </a:rPr>
              <a:t></a:t>
            </a:r>
            <a:r>
              <a:rPr lang="en-US"/>
              <a:t>Y </a:t>
            </a:r>
            <a:r>
              <a:rPr lang="en-US" err="1"/>
              <a:t>kadar</a:t>
            </a:r>
            <a:r>
              <a:rPr lang="en-US"/>
              <a:t> Y</a:t>
            </a:r>
            <a:r>
              <a:rPr lang="en-US">
                <a:sym typeface="Symbol"/>
              </a:rPr>
              <a:t>X (</a:t>
            </a:r>
            <a:r>
              <a:rPr lang="en-US" err="1">
                <a:sym typeface="Symbol"/>
              </a:rPr>
              <a:t>vedno</a:t>
            </a:r>
            <a:r>
              <a:rPr lang="en-US">
                <a:sym typeface="Symbol"/>
              </a:rPr>
              <a:t> </a:t>
            </a:r>
            <a:r>
              <a:rPr lang="en-US" err="1">
                <a:sym typeface="Symbol"/>
              </a:rPr>
              <a:t>veljajo</a:t>
            </a:r>
            <a:r>
              <a:rPr lang="en-US">
                <a:sym typeface="Symbol"/>
              </a:rPr>
              <a:t>, </a:t>
            </a:r>
            <a:r>
              <a:rPr lang="en-US" err="1">
                <a:sym typeface="Symbol"/>
              </a:rPr>
              <a:t>lahko</a:t>
            </a:r>
            <a:r>
              <a:rPr lang="en-US">
                <a:sym typeface="Symbol"/>
              </a:rPr>
              <a:t> </a:t>
            </a:r>
            <a:r>
              <a:rPr lang="en-US" err="1">
                <a:sym typeface="Symbol"/>
              </a:rPr>
              <a:t>jih</a:t>
            </a:r>
            <a:r>
              <a:rPr lang="en-US">
                <a:sym typeface="Symbol"/>
              </a:rPr>
              <a:t> </a:t>
            </a:r>
            <a:r>
              <a:rPr lang="en-US" err="1">
                <a:sym typeface="Symbol"/>
              </a:rPr>
              <a:t>izpustimo</a:t>
            </a:r>
            <a:r>
              <a:rPr lang="en-US">
                <a:sym typeface="Symbol"/>
              </a:rPr>
              <a:t>)</a:t>
            </a:r>
            <a:endParaRPr lang="sl-SI"/>
          </a:p>
          <a:p>
            <a:r>
              <a:rPr lang="sl-SI" err="1"/>
              <a:t>Postopk</a:t>
            </a:r>
            <a:r>
              <a:rPr lang="en-US" err="1"/>
              <a:t>i</a:t>
            </a:r>
            <a:r>
              <a:rPr lang="sl-SI"/>
              <a:t> za določanje kandidatov za ključe na osnovi funkcionalnih odvisnosti:</a:t>
            </a:r>
          </a:p>
          <a:p>
            <a:pPr lvl="1"/>
            <a:r>
              <a:rPr lang="sl-SI" err="1"/>
              <a:t>Elmasri</a:t>
            </a:r>
            <a:r>
              <a:rPr lang="sl-SI"/>
              <a:t>-</a:t>
            </a:r>
            <a:r>
              <a:rPr lang="sl-SI" err="1"/>
              <a:t>Navathe</a:t>
            </a:r>
            <a:endParaRPr lang="sl-SI"/>
          </a:p>
          <a:p>
            <a:pPr lvl="1"/>
            <a:r>
              <a:rPr lang="sl-SI" err="1"/>
              <a:t>Saiedian</a:t>
            </a:r>
            <a:r>
              <a:rPr lang="sl-SI"/>
              <a:t>-Spencer</a:t>
            </a:r>
          </a:p>
          <a:p>
            <a:endParaRPr lang="en-US"/>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1" name="AutoShape 2"/>
          <p:cNvSpPr>
            <a:spLocks noGrp="1" noChangeArrowheads="1"/>
          </p:cNvSpPr>
          <p:nvPr>
            <p:ph type="title"/>
          </p:nvPr>
        </p:nvSpPr>
        <p:spPr/>
        <p:txBody>
          <a:bodyPr/>
          <a:lstStyle/>
          <a:p>
            <a:r>
              <a:rPr lang="sl-SI" sz="3200"/>
              <a:t>Iskanje ključev relacije na podlagi funkcionalnih odvisnosti</a:t>
            </a:r>
            <a:endParaRPr lang="en-US" sz="3200"/>
          </a:p>
        </p:txBody>
      </p:sp>
      <p:sp>
        <p:nvSpPr>
          <p:cNvPr id="599042" name="Rectangle 3"/>
          <p:cNvSpPr>
            <a:spLocks noGrp="1" noChangeArrowheads="1"/>
          </p:cNvSpPr>
          <p:nvPr>
            <p:ph type="body" idx="1"/>
          </p:nvPr>
        </p:nvSpPr>
        <p:spPr/>
        <p:txBody>
          <a:bodyPr/>
          <a:lstStyle/>
          <a:p>
            <a:pPr>
              <a:lnSpc>
                <a:spcPct val="90000"/>
              </a:lnSpc>
            </a:pPr>
            <a:r>
              <a:rPr lang="sl-SI"/>
              <a:t>Splošni veljavne resnice</a:t>
            </a:r>
            <a:endParaRPr lang="en-US"/>
          </a:p>
          <a:p>
            <a:pPr lvl="1">
              <a:lnSpc>
                <a:spcPct val="90000"/>
              </a:lnSpc>
            </a:pPr>
            <a:r>
              <a:rPr lang="sl-SI"/>
              <a:t>Atribut, ki </a:t>
            </a:r>
            <a:r>
              <a:rPr lang="sl-SI">
                <a:solidFill>
                  <a:srgbClr val="FF0066"/>
                </a:solidFill>
              </a:rPr>
              <a:t>ne nastop</a:t>
            </a:r>
            <a:r>
              <a:rPr lang="en-US">
                <a:solidFill>
                  <a:srgbClr val="FF0066"/>
                </a:solidFill>
              </a:rPr>
              <a:t>a</a:t>
            </a:r>
            <a:r>
              <a:rPr lang="sl-SI"/>
              <a:t> na desni strani </a:t>
            </a:r>
            <a:r>
              <a:rPr lang="sl-SI">
                <a:solidFill>
                  <a:srgbClr val="FF0066"/>
                </a:solidFill>
              </a:rPr>
              <a:t>nobene </a:t>
            </a:r>
            <a:r>
              <a:rPr lang="sl-SI"/>
              <a:t>funkcionalne odvisnosti, </a:t>
            </a:r>
            <a:r>
              <a:rPr lang="sl-SI">
                <a:solidFill>
                  <a:srgbClr val="FF0066"/>
                </a:solidFill>
              </a:rPr>
              <a:t>mora</a:t>
            </a:r>
            <a:r>
              <a:rPr lang="sl-SI"/>
              <a:t> biti vsebovan v </a:t>
            </a:r>
            <a:r>
              <a:rPr lang="sl-SI">
                <a:solidFill>
                  <a:srgbClr val="FF0066"/>
                </a:solidFill>
              </a:rPr>
              <a:t>vsakem</a:t>
            </a:r>
            <a:r>
              <a:rPr lang="sl-SI"/>
              <a:t> ključu</a:t>
            </a:r>
          </a:p>
          <a:p>
            <a:pPr lvl="1">
              <a:lnSpc>
                <a:spcPct val="90000"/>
              </a:lnSpc>
            </a:pPr>
            <a:r>
              <a:rPr lang="sl-SI"/>
              <a:t>Atribut, ki </a:t>
            </a:r>
            <a:r>
              <a:rPr lang="sl-SI">
                <a:solidFill>
                  <a:srgbClr val="FF0066"/>
                </a:solidFill>
              </a:rPr>
              <a:t>nastopa</a:t>
            </a:r>
            <a:r>
              <a:rPr lang="sl-SI"/>
              <a:t> na desni strani neke funkcionalne odvisnosti in </a:t>
            </a:r>
            <a:r>
              <a:rPr lang="sl-SI">
                <a:solidFill>
                  <a:srgbClr val="FF0066"/>
                </a:solidFill>
              </a:rPr>
              <a:t>ne nastopa</a:t>
            </a:r>
            <a:r>
              <a:rPr lang="sl-SI"/>
              <a:t> na levi strani nobene funkcionalne odvisnosti, </a:t>
            </a:r>
            <a:r>
              <a:rPr lang="sl-SI">
                <a:solidFill>
                  <a:srgbClr val="FF0066"/>
                </a:solidFill>
              </a:rPr>
              <a:t>ne more</a:t>
            </a:r>
            <a:r>
              <a:rPr lang="sl-SI"/>
              <a:t> biti vsebovan v </a:t>
            </a:r>
            <a:r>
              <a:rPr lang="sl-SI">
                <a:solidFill>
                  <a:srgbClr val="FF0066"/>
                </a:solidFill>
              </a:rPr>
              <a:t>nobenem</a:t>
            </a:r>
            <a:r>
              <a:rPr lang="sl-SI"/>
              <a:t> ključu</a:t>
            </a:r>
          </a:p>
          <a:p>
            <a:pPr lvl="1">
              <a:lnSpc>
                <a:spcPct val="90000"/>
              </a:lnSpc>
            </a:pPr>
            <a:r>
              <a:rPr lang="sl-SI"/>
              <a:t>Dobri kandidati za ključe so leve strani funkcionalnih odvisnosti in njihove unije</a:t>
            </a:r>
          </a:p>
          <a:p>
            <a:pPr>
              <a:lnSpc>
                <a:spcPct val="90000"/>
              </a:lnSpc>
            </a:pPr>
            <a:endParaRPr lang="en-US"/>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89" name="AutoShape 2"/>
          <p:cNvSpPr>
            <a:spLocks noGrp="1" noChangeArrowheads="1"/>
          </p:cNvSpPr>
          <p:nvPr>
            <p:ph type="title"/>
          </p:nvPr>
        </p:nvSpPr>
        <p:spPr/>
        <p:txBody>
          <a:bodyPr/>
          <a:lstStyle/>
          <a:p>
            <a:r>
              <a:rPr lang="sl-SI" sz="3200"/>
              <a:t>Elmasri-Navathe </a:t>
            </a:r>
            <a:r>
              <a:rPr lang="en-US" sz="3200"/>
              <a:t>algoritem za </a:t>
            </a:r>
            <a:r>
              <a:rPr lang="sl-SI" sz="3200"/>
              <a:t>določ</a:t>
            </a:r>
            <a:r>
              <a:rPr lang="en-US" sz="3200"/>
              <a:t>anje </a:t>
            </a:r>
            <a:r>
              <a:rPr lang="sl-SI" sz="3200"/>
              <a:t>enega ključa</a:t>
            </a:r>
            <a:endParaRPr lang="en-US" sz="3200"/>
          </a:p>
        </p:txBody>
      </p:sp>
      <p:sp>
        <p:nvSpPr>
          <p:cNvPr id="601090" name="Rectangle 3"/>
          <p:cNvSpPr>
            <a:spLocks noGrp="1" noChangeArrowheads="1"/>
          </p:cNvSpPr>
          <p:nvPr>
            <p:ph type="body" idx="1"/>
          </p:nvPr>
        </p:nvSpPr>
        <p:spPr/>
        <p:txBody>
          <a:bodyPr/>
          <a:lstStyle/>
          <a:p>
            <a:pPr marL="457200" indent="-457200">
              <a:lnSpc>
                <a:spcPct val="80000"/>
              </a:lnSpc>
            </a:pPr>
            <a:r>
              <a:rPr lang="sl-SI" sz="2000"/>
              <a:t>Vhod:	relacijska shema R, </a:t>
            </a:r>
            <a:br>
              <a:rPr lang="sl-SI" sz="2000"/>
            </a:br>
            <a:r>
              <a:rPr lang="sl-SI" sz="2000"/>
              <a:t>		množica funkcionalnih odvisnosti F</a:t>
            </a:r>
          </a:p>
          <a:p>
            <a:pPr marL="457200" indent="-457200">
              <a:lnSpc>
                <a:spcPct val="80000"/>
              </a:lnSpc>
            </a:pPr>
            <a:endParaRPr lang="sl-SI" sz="2000"/>
          </a:p>
          <a:p>
            <a:pPr marL="838200" lvl="1" indent="-381000">
              <a:lnSpc>
                <a:spcPct val="80000"/>
              </a:lnSpc>
              <a:buFontTx/>
              <a:buAutoNum type="arabicPeriod"/>
            </a:pPr>
            <a:r>
              <a:rPr lang="sl-SI" sz="2000"/>
              <a:t>Postavi K</a:t>
            </a:r>
            <a:r>
              <a:rPr lang="en-US" sz="2000"/>
              <a:t> = z</a:t>
            </a:r>
            <a:r>
              <a:rPr lang="sl-SI" sz="2000"/>
              <a:t>ačetni kandidat, npr. </a:t>
            </a:r>
            <a:r>
              <a:rPr lang="en-US" sz="2000"/>
              <a:t>R</a:t>
            </a:r>
            <a:r>
              <a:rPr lang="sl-SI" sz="2000"/>
              <a:t> (vsi atributi)</a:t>
            </a:r>
            <a:endParaRPr lang="en-US" sz="2000"/>
          </a:p>
          <a:p>
            <a:pPr marL="838200" lvl="1" indent="-381000">
              <a:lnSpc>
                <a:spcPct val="80000"/>
              </a:lnSpc>
              <a:buFontTx/>
              <a:buAutoNum type="arabicPeriod"/>
            </a:pPr>
            <a:r>
              <a:rPr lang="en-US" sz="2000" err="1"/>
              <a:t>Za</a:t>
            </a:r>
            <a:r>
              <a:rPr lang="en-US" sz="2000"/>
              <a:t> </a:t>
            </a:r>
            <a:r>
              <a:rPr lang="en-US" sz="2000" err="1"/>
              <a:t>vsak</a:t>
            </a:r>
            <a:r>
              <a:rPr lang="en-US" sz="2000"/>
              <a:t> </a:t>
            </a:r>
            <a:r>
              <a:rPr lang="en-US" sz="2000" err="1"/>
              <a:t>atribut</a:t>
            </a:r>
            <a:r>
              <a:rPr lang="en-US" sz="2000"/>
              <a:t> </a:t>
            </a:r>
            <a:r>
              <a:rPr lang="sl-SI" sz="2000"/>
              <a:t>X</a:t>
            </a:r>
            <a:r>
              <a:rPr lang="en-US" sz="2000"/>
              <a:t> </a:t>
            </a:r>
            <a:r>
              <a:rPr lang="en-US" sz="2000">
                <a:sym typeface="Symbol" pitchFamily="18" charset="2"/>
              </a:rPr>
              <a:t></a:t>
            </a:r>
            <a:r>
              <a:rPr lang="en-US" sz="2000"/>
              <a:t> K</a:t>
            </a:r>
          </a:p>
          <a:p>
            <a:pPr marL="1257300" lvl="2" indent="-342900">
              <a:lnSpc>
                <a:spcPct val="80000"/>
              </a:lnSpc>
              <a:buFont typeface="Wingdings" pitchFamily="2" charset="2"/>
              <a:buNone/>
            </a:pPr>
            <a:r>
              <a:rPr lang="sl-SI" sz="1800"/>
              <a:t>	</a:t>
            </a:r>
            <a:r>
              <a:rPr lang="en-US" sz="1800" err="1"/>
              <a:t>Izra</a:t>
            </a:r>
            <a:r>
              <a:rPr lang="sl-SI" sz="1800"/>
              <a:t>č</a:t>
            </a:r>
            <a:r>
              <a:rPr lang="en-US" sz="1800" err="1"/>
              <a:t>unaj</a:t>
            </a:r>
            <a:r>
              <a:rPr lang="sl-SI" sz="1800"/>
              <a:t> </a:t>
            </a:r>
            <a:r>
              <a:rPr lang="en-US" sz="1800"/>
              <a:t>{K-</a:t>
            </a:r>
            <a:r>
              <a:rPr lang="sl-SI" sz="1800"/>
              <a:t>X</a:t>
            </a:r>
            <a:r>
              <a:rPr lang="en-US" sz="1800"/>
              <a:t>}</a:t>
            </a:r>
            <a:r>
              <a:rPr lang="en-US" sz="1800" baseline="30000"/>
              <a:t>+</a:t>
            </a:r>
            <a:r>
              <a:rPr lang="en-US" sz="1800"/>
              <a:t> </a:t>
            </a:r>
            <a:r>
              <a:rPr lang="en-US" sz="1800" err="1"/>
              <a:t>glede</a:t>
            </a:r>
            <a:r>
              <a:rPr lang="en-US" sz="1800"/>
              <a:t> </a:t>
            </a:r>
            <a:r>
              <a:rPr lang="en-US" sz="1800" err="1"/>
              <a:t>na</a:t>
            </a:r>
            <a:r>
              <a:rPr lang="en-US" sz="1800"/>
              <a:t> F</a:t>
            </a:r>
          </a:p>
          <a:p>
            <a:pPr marL="1257300" lvl="2" indent="-342900">
              <a:lnSpc>
                <a:spcPct val="80000"/>
              </a:lnSpc>
              <a:buFont typeface="Wingdings" pitchFamily="2" charset="2"/>
              <a:buNone/>
            </a:pPr>
            <a:r>
              <a:rPr lang="sl-SI" sz="1800"/>
              <a:t>	Če </a:t>
            </a:r>
            <a:r>
              <a:rPr lang="en-US" sz="1800"/>
              <a:t>{K-</a:t>
            </a:r>
            <a:r>
              <a:rPr lang="sl-SI" sz="1800"/>
              <a:t>X</a:t>
            </a:r>
            <a:r>
              <a:rPr lang="en-US" sz="1800"/>
              <a:t>}</a:t>
            </a:r>
            <a:r>
              <a:rPr lang="en-US" sz="1800" baseline="30000"/>
              <a:t>+</a:t>
            </a:r>
            <a:r>
              <a:rPr lang="sl-SI" sz="1800"/>
              <a:t> vsebuje vse atribute </a:t>
            </a:r>
            <a:r>
              <a:rPr lang="en-US" sz="1800"/>
              <a:t>R </a:t>
            </a:r>
            <a:r>
              <a:rPr lang="sl-SI" sz="1800"/>
              <a:t>postavi</a:t>
            </a:r>
            <a:br>
              <a:rPr lang="en-US" sz="1800"/>
            </a:br>
            <a:r>
              <a:rPr lang="sl-SI" sz="1800"/>
              <a:t>	K</a:t>
            </a:r>
            <a:r>
              <a:rPr lang="en-US" sz="1800"/>
              <a:t>= K - {</a:t>
            </a:r>
            <a:r>
              <a:rPr lang="sl-SI" sz="1800"/>
              <a:t>X</a:t>
            </a:r>
            <a:r>
              <a:rPr lang="en-US" sz="1800"/>
              <a:t>}</a:t>
            </a:r>
          </a:p>
          <a:p>
            <a:pPr marL="838200" lvl="1" indent="-381000">
              <a:lnSpc>
                <a:spcPct val="80000"/>
              </a:lnSpc>
              <a:buFontTx/>
              <a:buAutoNum type="arabicPeriod"/>
            </a:pPr>
            <a:r>
              <a:rPr lang="sl-SI" sz="2000"/>
              <a:t>K</a:t>
            </a:r>
            <a:r>
              <a:rPr lang="en-US" sz="2000" err="1"/>
              <a:t>ar</a:t>
            </a:r>
            <a:r>
              <a:rPr lang="en-US" sz="2000"/>
              <a:t> </a:t>
            </a:r>
            <a:r>
              <a:rPr lang="en-US" sz="2000" err="1"/>
              <a:t>ostane</a:t>
            </a:r>
            <a:r>
              <a:rPr lang="en-US" sz="2000"/>
              <a:t> v K je </a:t>
            </a:r>
            <a:r>
              <a:rPr lang="en-US" sz="2000" err="1"/>
              <a:t>klju</a:t>
            </a:r>
            <a:r>
              <a:rPr lang="sl-SI" sz="2000"/>
              <a:t>č.</a:t>
            </a:r>
          </a:p>
          <a:p>
            <a:pPr marL="838200" lvl="1" indent="-381000">
              <a:lnSpc>
                <a:spcPct val="80000"/>
              </a:lnSpc>
              <a:buFontTx/>
              <a:buNone/>
            </a:pPr>
            <a:endParaRPr lang="sl-SI" sz="2000"/>
          </a:p>
          <a:p>
            <a:pPr marL="457200" indent="-457200">
              <a:lnSpc>
                <a:spcPct val="80000"/>
              </a:lnSpc>
            </a:pPr>
            <a:r>
              <a:rPr lang="sl-SI" sz="2000"/>
              <a:t>Problem: vrne samo en ključ, odvisen od vrstnega reda pregledovanja atributov</a:t>
            </a:r>
            <a:endParaRPr lang="en-US" sz="200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41" name="AutoShape 2"/>
          <p:cNvSpPr>
            <a:spLocks noGrp="1" noChangeArrowheads="1"/>
          </p:cNvSpPr>
          <p:nvPr>
            <p:ph type="title" idx="4294967295"/>
          </p:nvPr>
        </p:nvSpPr>
        <p:spPr/>
        <p:txBody>
          <a:bodyPr anchor="b"/>
          <a:lstStyle/>
          <a:p>
            <a:r>
              <a:rPr lang="sl-SI" sz="2400"/>
              <a:t>Primer (</a:t>
            </a:r>
            <a:r>
              <a:rPr lang="sl-SI" sz="2400" err="1"/>
              <a:t>Elmasari</a:t>
            </a:r>
            <a:r>
              <a:rPr lang="sl-SI" sz="2400"/>
              <a:t>-</a:t>
            </a:r>
            <a:r>
              <a:rPr lang="sl-SI" sz="2400" err="1"/>
              <a:t>Navathe</a:t>
            </a:r>
            <a:r>
              <a:rPr lang="sl-SI" sz="2400"/>
              <a:t>)</a:t>
            </a:r>
            <a:r>
              <a:rPr lang="en-US" sz="2400"/>
              <a:t>: </a:t>
            </a:r>
            <a:br>
              <a:rPr lang="en-US" sz="2400"/>
            </a:br>
            <a:r>
              <a:rPr lang="sl-SI" sz="2000"/>
              <a:t>R</a:t>
            </a:r>
            <a:r>
              <a:rPr lang="en-US" sz="2000"/>
              <a:t>=ABCDEFG</a:t>
            </a:r>
            <a:br>
              <a:rPr lang="en-US" sz="2000"/>
            </a:br>
            <a:r>
              <a:rPr lang="sl-SI" sz="2000">
                <a:sym typeface="Symbol" pitchFamily="18" charset="2"/>
              </a:rPr>
              <a:t>F</a:t>
            </a:r>
            <a:r>
              <a:rPr lang="en-US" sz="2000">
                <a:sym typeface="Symbol" pitchFamily="18" charset="2"/>
              </a:rPr>
              <a:t>=</a:t>
            </a:r>
            <a:r>
              <a:rPr lang="en-US" sz="2000"/>
              <a:t>{A </a:t>
            </a:r>
            <a:r>
              <a:rPr lang="sl-SI" sz="2000">
                <a:sym typeface="Symbol" pitchFamily="18" charset="2"/>
              </a:rPr>
              <a:t></a:t>
            </a:r>
            <a:r>
              <a:rPr lang="en-US" sz="2000">
                <a:sym typeface="Symbol" pitchFamily="18" charset="2"/>
              </a:rPr>
              <a:t>D, AG </a:t>
            </a:r>
            <a:r>
              <a:rPr lang="sl-SI" sz="2000">
                <a:sym typeface="Symbol" pitchFamily="18" charset="2"/>
              </a:rPr>
              <a:t></a:t>
            </a:r>
            <a:r>
              <a:rPr lang="en-US" sz="2000">
                <a:sym typeface="Symbol" pitchFamily="18" charset="2"/>
              </a:rPr>
              <a:t>B, B </a:t>
            </a:r>
            <a:r>
              <a:rPr lang="sl-SI" sz="2000">
                <a:sym typeface="Symbol" pitchFamily="18" charset="2"/>
              </a:rPr>
              <a:t></a:t>
            </a:r>
            <a:r>
              <a:rPr lang="en-US" sz="2000">
                <a:sym typeface="Symbol" pitchFamily="18" charset="2"/>
              </a:rPr>
              <a:t>G, B </a:t>
            </a:r>
            <a:r>
              <a:rPr lang="sl-SI" sz="2000">
                <a:sym typeface="Symbol" pitchFamily="18" charset="2"/>
              </a:rPr>
              <a:t></a:t>
            </a:r>
            <a:r>
              <a:rPr lang="en-US" sz="2000">
                <a:sym typeface="Symbol" pitchFamily="18" charset="2"/>
              </a:rPr>
              <a:t>E, E </a:t>
            </a:r>
            <a:r>
              <a:rPr lang="sl-SI" sz="2000">
                <a:sym typeface="Symbol" pitchFamily="18" charset="2"/>
              </a:rPr>
              <a:t></a:t>
            </a:r>
            <a:r>
              <a:rPr lang="en-US" sz="2000">
                <a:sym typeface="Symbol" pitchFamily="18" charset="2"/>
              </a:rPr>
              <a:t>B, E </a:t>
            </a:r>
            <a:r>
              <a:rPr lang="sl-SI" sz="2000">
                <a:sym typeface="Symbol" pitchFamily="18" charset="2"/>
              </a:rPr>
              <a:t></a:t>
            </a:r>
            <a:r>
              <a:rPr lang="en-US" sz="2000">
                <a:sym typeface="Symbol" pitchFamily="18" charset="2"/>
              </a:rPr>
              <a:t>F</a:t>
            </a:r>
            <a:r>
              <a:rPr lang="en-US" sz="2000"/>
              <a:t>}</a:t>
            </a:r>
          </a:p>
        </p:txBody>
      </p:sp>
      <p:sp>
        <p:nvSpPr>
          <p:cNvPr id="1187842" name="Rectangle 3"/>
          <p:cNvSpPr>
            <a:spLocks noGrp="1" noChangeArrowheads="1"/>
          </p:cNvSpPr>
          <p:nvPr>
            <p:ph type="body" idx="4294967295"/>
          </p:nvPr>
        </p:nvSpPr>
        <p:spPr>
          <a:xfrm>
            <a:off x="685800" y="2438400"/>
            <a:ext cx="8458200" cy="4033838"/>
          </a:xfrm>
        </p:spPr>
        <p:txBody>
          <a:bodyPr/>
          <a:lstStyle/>
          <a:p>
            <a:pPr>
              <a:lnSpc>
                <a:spcPct val="80000"/>
              </a:lnSpc>
            </a:pPr>
            <a:r>
              <a:rPr lang="en-US" sz="1800"/>
              <a:t>K=ABCDEFG</a:t>
            </a:r>
            <a:r>
              <a:rPr lang="sl-SI" sz="1800"/>
              <a:t>, X</a:t>
            </a:r>
            <a:r>
              <a:rPr lang="en-US" sz="1800"/>
              <a:t>=A </a:t>
            </a:r>
            <a:br>
              <a:rPr lang="en-US" sz="1800"/>
            </a:br>
            <a:r>
              <a:rPr lang="en-US" sz="1800"/>
              <a:t>K-X= BCDEFG, {K-X}</a:t>
            </a:r>
            <a:r>
              <a:rPr lang="en-US" sz="1800" baseline="30000"/>
              <a:t>+</a:t>
            </a:r>
            <a:r>
              <a:rPr lang="en-US" sz="1800"/>
              <a:t>= BCDEFG</a:t>
            </a:r>
            <a:br>
              <a:rPr lang="en-US" sz="1800"/>
            </a:br>
            <a:r>
              <a:rPr lang="en-US" sz="1800"/>
              <a:t>			 </a:t>
            </a:r>
            <a:r>
              <a:rPr lang="en-US" sz="1800" err="1"/>
              <a:t>manjka</a:t>
            </a:r>
            <a:r>
              <a:rPr lang="en-US" sz="1800"/>
              <a:t> A</a:t>
            </a:r>
          </a:p>
          <a:p>
            <a:pPr>
              <a:lnSpc>
                <a:spcPct val="80000"/>
              </a:lnSpc>
            </a:pPr>
            <a:r>
              <a:rPr lang="en-US" sz="1800"/>
              <a:t>K=ABCDEFG</a:t>
            </a:r>
            <a:r>
              <a:rPr lang="sl-SI" sz="1800"/>
              <a:t>, X</a:t>
            </a:r>
            <a:r>
              <a:rPr lang="en-US" sz="1800"/>
              <a:t>=B</a:t>
            </a:r>
            <a:br>
              <a:rPr lang="en-US" sz="1800"/>
            </a:br>
            <a:r>
              <a:rPr lang="en-US" sz="1800"/>
              <a:t>K-X= ACDEFG, {K-X}</a:t>
            </a:r>
            <a:r>
              <a:rPr lang="en-US" sz="1800" baseline="30000"/>
              <a:t>+</a:t>
            </a:r>
            <a:r>
              <a:rPr lang="en-US" sz="1800"/>
              <a:t>= A</a:t>
            </a:r>
            <a:r>
              <a:rPr lang="en-US" sz="1800">
                <a:solidFill>
                  <a:srgbClr val="FF0000"/>
                </a:solidFill>
              </a:rPr>
              <a:t>B</a:t>
            </a:r>
            <a:r>
              <a:rPr lang="en-US" sz="1800"/>
              <a:t>CDEFG	{</a:t>
            </a:r>
            <a:r>
              <a:rPr lang="en-US" sz="1600">
                <a:sym typeface="Symbol" pitchFamily="18" charset="2"/>
              </a:rPr>
              <a:t>AG</a:t>
            </a:r>
            <a:r>
              <a:rPr lang="sl-SI" sz="1600">
                <a:sym typeface="Symbol" pitchFamily="18" charset="2"/>
              </a:rPr>
              <a:t></a:t>
            </a:r>
            <a:r>
              <a:rPr lang="en-US" sz="1600">
                <a:sym typeface="Symbol" pitchFamily="18" charset="2"/>
              </a:rPr>
              <a:t>B}</a:t>
            </a:r>
          </a:p>
          <a:p>
            <a:pPr>
              <a:lnSpc>
                <a:spcPct val="80000"/>
              </a:lnSpc>
            </a:pPr>
            <a:endParaRPr lang="en-US" sz="1800"/>
          </a:p>
          <a:p>
            <a:pPr>
              <a:lnSpc>
                <a:spcPct val="80000"/>
              </a:lnSpc>
            </a:pPr>
            <a:r>
              <a:rPr lang="en-US" sz="1800"/>
              <a:t>K=ACDEFG</a:t>
            </a:r>
            <a:r>
              <a:rPr lang="sl-SI" sz="1800"/>
              <a:t>, X</a:t>
            </a:r>
            <a:r>
              <a:rPr lang="en-US" sz="1800"/>
              <a:t>=C</a:t>
            </a:r>
            <a:br>
              <a:rPr lang="en-US" sz="1800"/>
            </a:br>
            <a:r>
              <a:rPr lang="en-US" sz="1800"/>
              <a:t>K-X= ADEFG, {K-X}</a:t>
            </a:r>
            <a:r>
              <a:rPr lang="en-US" sz="1800" baseline="30000"/>
              <a:t>+</a:t>
            </a:r>
            <a:r>
              <a:rPr lang="en-US" sz="1800"/>
              <a:t>= A</a:t>
            </a:r>
            <a:r>
              <a:rPr lang="en-US" sz="1800">
                <a:solidFill>
                  <a:srgbClr val="FF0000"/>
                </a:solidFill>
              </a:rPr>
              <a:t>B</a:t>
            </a:r>
            <a:r>
              <a:rPr lang="en-US" sz="1800"/>
              <a:t>DEFG		{</a:t>
            </a:r>
            <a:r>
              <a:rPr lang="en-US" sz="1600">
                <a:sym typeface="Symbol" pitchFamily="18" charset="2"/>
              </a:rPr>
              <a:t>AG</a:t>
            </a:r>
            <a:r>
              <a:rPr lang="sl-SI" sz="1600">
                <a:sym typeface="Symbol" pitchFamily="18" charset="2"/>
              </a:rPr>
              <a:t></a:t>
            </a:r>
            <a:r>
              <a:rPr lang="en-US" sz="1600">
                <a:sym typeface="Symbol" pitchFamily="18" charset="2"/>
              </a:rPr>
              <a:t>B}</a:t>
            </a:r>
            <a:r>
              <a:rPr lang="en-US" sz="1800">
                <a:sym typeface="Symbol" pitchFamily="18" charset="2"/>
              </a:rPr>
              <a:t> </a:t>
            </a:r>
            <a:br>
              <a:rPr lang="en-US" sz="1800"/>
            </a:br>
            <a:r>
              <a:rPr lang="en-US" sz="1800"/>
              <a:t>		          </a:t>
            </a:r>
            <a:r>
              <a:rPr lang="en-US" sz="2000"/>
              <a:t> </a:t>
            </a:r>
            <a:r>
              <a:rPr lang="en-US" sz="1800" err="1"/>
              <a:t>manjka</a:t>
            </a:r>
            <a:r>
              <a:rPr lang="en-US" sz="1800"/>
              <a:t> C</a:t>
            </a:r>
            <a:endParaRPr lang="en-US" sz="1800">
              <a:solidFill>
                <a:srgbClr val="FFC000"/>
              </a:solidFill>
            </a:endParaRPr>
          </a:p>
          <a:p>
            <a:pPr>
              <a:lnSpc>
                <a:spcPct val="80000"/>
              </a:lnSpc>
            </a:pPr>
            <a:r>
              <a:rPr lang="en-US" sz="1800"/>
              <a:t>K=ACDEFG</a:t>
            </a:r>
            <a:r>
              <a:rPr lang="sl-SI" sz="1800"/>
              <a:t>, X</a:t>
            </a:r>
            <a:r>
              <a:rPr lang="en-US" sz="1800"/>
              <a:t>=D</a:t>
            </a:r>
            <a:br>
              <a:rPr lang="en-US" sz="1800"/>
            </a:br>
            <a:r>
              <a:rPr lang="en-US" sz="1800"/>
              <a:t>K-X= ACEFG, {K-X}</a:t>
            </a:r>
            <a:r>
              <a:rPr lang="en-US" sz="1800" baseline="30000"/>
              <a:t>+</a:t>
            </a:r>
            <a:r>
              <a:rPr lang="en-US" sz="1800"/>
              <a:t>= A</a:t>
            </a:r>
            <a:r>
              <a:rPr lang="en-US" sz="1800">
                <a:solidFill>
                  <a:srgbClr val="FF0000"/>
                </a:solidFill>
              </a:rPr>
              <a:t>B</a:t>
            </a:r>
            <a:r>
              <a:rPr lang="en-US" sz="1800"/>
              <a:t>C</a:t>
            </a:r>
            <a:r>
              <a:rPr lang="sl-SI" sz="1800">
                <a:solidFill>
                  <a:srgbClr val="FF0000"/>
                </a:solidFill>
              </a:rPr>
              <a:t>D</a:t>
            </a:r>
            <a:r>
              <a:rPr lang="en-US" sz="1800"/>
              <a:t>EFG	{</a:t>
            </a:r>
            <a:r>
              <a:rPr lang="en-US" sz="1600">
                <a:sym typeface="Symbol" pitchFamily="18" charset="2"/>
              </a:rPr>
              <a:t>AG</a:t>
            </a:r>
            <a:r>
              <a:rPr lang="sl-SI" sz="1600">
                <a:sym typeface="Symbol" pitchFamily="18" charset="2"/>
              </a:rPr>
              <a:t></a:t>
            </a:r>
            <a:r>
              <a:rPr lang="en-US" sz="1600">
                <a:sym typeface="Symbol" pitchFamily="18" charset="2"/>
              </a:rPr>
              <a:t>B, </a:t>
            </a:r>
            <a:r>
              <a:rPr lang="en-US" sz="1600"/>
              <a:t>A</a:t>
            </a:r>
            <a:r>
              <a:rPr lang="sl-SI" sz="1600">
                <a:sym typeface="Symbol" pitchFamily="18" charset="2"/>
              </a:rPr>
              <a:t></a:t>
            </a:r>
            <a:r>
              <a:rPr lang="en-US" sz="1600">
                <a:sym typeface="Symbol" pitchFamily="18" charset="2"/>
              </a:rPr>
              <a:t>D}</a:t>
            </a:r>
          </a:p>
          <a:p>
            <a:pPr>
              <a:lnSpc>
                <a:spcPct val="80000"/>
              </a:lnSpc>
            </a:pPr>
            <a:endParaRPr 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78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78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784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784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42" grpId="0" build="p"/>
    </p:bld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41" name="AutoShape 2"/>
          <p:cNvSpPr>
            <a:spLocks noGrp="1" noChangeArrowheads="1"/>
          </p:cNvSpPr>
          <p:nvPr>
            <p:ph type="title" idx="4294967295"/>
          </p:nvPr>
        </p:nvSpPr>
        <p:spPr/>
        <p:txBody>
          <a:bodyPr anchor="b"/>
          <a:lstStyle/>
          <a:p>
            <a:r>
              <a:rPr lang="sl-SI" sz="2400"/>
              <a:t>Primer (</a:t>
            </a:r>
            <a:r>
              <a:rPr lang="sl-SI" sz="2400" err="1"/>
              <a:t>Elmasari</a:t>
            </a:r>
            <a:r>
              <a:rPr lang="sl-SI" sz="2400"/>
              <a:t>-</a:t>
            </a:r>
            <a:r>
              <a:rPr lang="sl-SI" sz="2400" err="1"/>
              <a:t>Navathe</a:t>
            </a:r>
            <a:r>
              <a:rPr lang="sl-SI" sz="2400"/>
              <a:t>)</a:t>
            </a:r>
            <a:r>
              <a:rPr lang="en-US" sz="2400"/>
              <a:t>: </a:t>
            </a:r>
            <a:br>
              <a:rPr lang="en-US" sz="2400"/>
            </a:br>
            <a:r>
              <a:rPr lang="sl-SI" sz="2000"/>
              <a:t>R</a:t>
            </a:r>
            <a:r>
              <a:rPr lang="en-US" sz="2000"/>
              <a:t>=ABCDEFG</a:t>
            </a:r>
            <a:br>
              <a:rPr lang="en-US" sz="2000"/>
            </a:br>
            <a:r>
              <a:rPr lang="sl-SI" sz="2000">
                <a:sym typeface="Symbol" pitchFamily="18" charset="2"/>
              </a:rPr>
              <a:t>F</a:t>
            </a:r>
            <a:r>
              <a:rPr lang="en-US" sz="2000">
                <a:sym typeface="Symbol" pitchFamily="18" charset="2"/>
              </a:rPr>
              <a:t>=</a:t>
            </a:r>
            <a:r>
              <a:rPr lang="en-US" sz="2000"/>
              <a:t>{A </a:t>
            </a:r>
            <a:r>
              <a:rPr lang="sl-SI" sz="2000">
                <a:sym typeface="Symbol" pitchFamily="18" charset="2"/>
              </a:rPr>
              <a:t></a:t>
            </a:r>
            <a:r>
              <a:rPr lang="en-US" sz="2000">
                <a:sym typeface="Symbol" pitchFamily="18" charset="2"/>
              </a:rPr>
              <a:t>D, AG </a:t>
            </a:r>
            <a:r>
              <a:rPr lang="sl-SI" sz="2000">
                <a:sym typeface="Symbol" pitchFamily="18" charset="2"/>
              </a:rPr>
              <a:t></a:t>
            </a:r>
            <a:r>
              <a:rPr lang="en-US" sz="2000">
                <a:sym typeface="Symbol" pitchFamily="18" charset="2"/>
              </a:rPr>
              <a:t>B, B </a:t>
            </a:r>
            <a:r>
              <a:rPr lang="sl-SI" sz="2000">
                <a:sym typeface="Symbol" pitchFamily="18" charset="2"/>
              </a:rPr>
              <a:t></a:t>
            </a:r>
            <a:r>
              <a:rPr lang="en-US" sz="2000">
                <a:sym typeface="Symbol" pitchFamily="18" charset="2"/>
              </a:rPr>
              <a:t>G, B </a:t>
            </a:r>
            <a:r>
              <a:rPr lang="sl-SI" sz="2000">
                <a:sym typeface="Symbol" pitchFamily="18" charset="2"/>
              </a:rPr>
              <a:t></a:t>
            </a:r>
            <a:r>
              <a:rPr lang="en-US" sz="2000">
                <a:sym typeface="Symbol" pitchFamily="18" charset="2"/>
              </a:rPr>
              <a:t>E, E </a:t>
            </a:r>
            <a:r>
              <a:rPr lang="sl-SI" sz="2000">
                <a:sym typeface="Symbol" pitchFamily="18" charset="2"/>
              </a:rPr>
              <a:t></a:t>
            </a:r>
            <a:r>
              <a:rPr lang="en-US" sz="2000">
                <a:sym typeface="Symbol" pitchFamily="18" charset="2"/>
              </a:rPr>
              <a:t>B, E </a:t>
            </a:r>
            <a:r>
              <a:rPr lang="sl-SI" sz="2000">
                <a:sym typeface="Symbol" pitchFamily="18" charset="2"/>
              </a:rPr>
              <a:t></a:t>
            </a:r>
            <a:r>
              <a:rPr lang="en-US" sz="2000">
                <a:sym typeface="Symbol" pitchFamily="18" charset="2"/>
              </a:rPr>
              <a:t>F</a:t>
            </a:r>
            <a:r>
              <a:rPr lang="en-US" sz="2000"/>
              <a:t>}</a:t>
            </a:r>
          </a:p>
        </p:txBody>
      </p:sp>
      <p:sp>
        <p:nvSpPr>
          <p:cNvPr id="1187842" name="Rectangle 3"/>
          <p:cNvSpPr>
            <a:spLocks noGrp="1" noChangeArrowheads="1"/>
          </p:cNvSpPr>
          <p:nvPr>
            <p:ph type="body" idx="4294967295"/>
          </p:nvPr>
        </p:nvSpPr>
        <p:spPr>
          <a:xfrm>
            <a:off x="685800" y="2438400"/>
            <a:ext cx="8458200" cy="4033838"/>
          </a:xfrm>
        </p:spPr>
        <p:txBody>
          <a:bodyPr/>
          <a:lstStyle/>
          <a:p>
            <a:pPr>
              <a:lnSpc>
                <a:spcPct val="80000"/>
              </a:lnSpc>
            </a:pPr>
            <a:endParaRPr lang="en-US" sz="1800"/>
          </a:p>
          <a:p>
            <a:pPr>
              <a:lnSpc>
                <a:spcPct val="80000"/>
              </a:lnSpc>
            </a:pPr>
            <a:r>
              <a:rPr lang="en-US" sz="1800"/>
              <a:t>K=ACEFG</a:t>
            </a:r>
            <a:r>
              <a:rPr lang="sl-SI" sz="1800"/>
              <a:t>, X</a:t>
            </a:r>
            <a:r>
              <a:rPr lang="en-US" sz="1800"/>
              <a:t>=E</a:t>
            </a:r>
            <a:br>
              <a:rPr lang="en-US" sz="1800"/>
            </a:br>
            <a:r>
              <a:rPr lang="en-US" sz="1800"/>
              <a:t>K-X= ACFG, {K-X}</a:t>
            </a:r>
            <a:r>
              <a:rPr lang="en-US" sz="1800" baseline="30000"/>
              <a:t>+</a:t>
            </a:r>
            <a:r>
              <a:rPr lang="en-US" sz="1800"/>
              <a:t>= A</a:t>
            </a:r>
            <a:r>
              <a:rPr lang="en-US" sz="1800">
                <a:solidFill>
                  <a:srgbClr val="FF0000"/>
                </a:solidFill>
              </a:rPr>
              <a:t>B</a:t>
            </a:r>
            <a:r>
              <a:rPr lang="en-US" sz="1800"/>
              <a:t>C</a:t>
            </a:r>
            <a:r>
              <a:rPr lang="sl-SI" sz="1800">
                <a:solidFill>
                  <a:srgbClr val="FF0000"/>
                </a:solidFill>
              </a:rPr>
              <a:t>D</a:t>
            </a:r>
            <a:r>
              <a:rPr lang="en-US" sz="1800">
                <a:solidFill>
                  <a:srgbClr val="FF0000"/>
                </a:solidFill>
              </a:rPr>
              <a:t>E</a:t>
            </a:r>
            <a:r>
              <a:rPr lang="en-US" sz="1800"/>
              <a:t>FG		{</a:t>
            </a:r>
            <a:r>
              <a:rPr lang="en-US" sz="1600">
                <a:sym typeface="Symbol" pitchFamily="18" charset="2"/>
              </a:rPr>
              <a:t>AG</a:t>
            </a:r>
            <a:r>
              <a:rPr lang="sl-SI" sz="1600">
                <a:sym typeface="Symbol" pitchFamily="18" charset="2"/>
              </a:rPr>
              <a:t></a:t>
            </a:r>
            <a:r>
              <a:rPr lang="en-US" sz="1600">
                <a:sym typeface="Symbol" pitchFamily="18" charset="2"/>
              </a:rPr>
              <a:t>B, </a:t>
            </a:r>
            <a:r>
              <a:rPr lang="en-US" sz="1600"/>
              <a:t>A</a:t>
            </a:r>
            <a:r>
              <a:rPr lang="sl-SI" sz="1600">
                <a:sym typeface="Symbol" pitchFamily="18" charset="2"/>
              </a:rPr>
              <a:t></a:t>
            </a:r>
            <a:r>
              <a:rPr lang="en-US" sz="1600">
                <a:sym typeface="Symbol" pitchFamily="18" charset="2"/>
              </a:rPr>
              <a:t>D,</a:t>
            </a:r>
            <a:r>
              <a:rPr lang="en-US" sz="1600"/>
              <a:t>B</a:t>
            </a:r>
            <a:r>
              <a:rPr lang="sl-SI" sz="1600">
                <a:sym typeface="Symbol" pitchFamily="18" charset="2"/>
              </a:rPr>
              <a:t></a:t>
            </a:r>
            <a:r>
              <a:rPr lang="en-US" sz="1600"/>
              <a:t>E}</a:t>
            </a:r>
            <a:endParaRPr lang="en-US" sz="1800"/>
          </a:p>
          <a:p>
            <a:pPr>
              <a:lnSpc>
                <a:spcPct val="80000"/>
              </a:lnSpc>
            </a:pPr>
            <a:endParaRPr lang="en-US" sz="1800"/>
          </a:p>
          <a:p>
            <a:pPr>
              <a:lnSpc>
                <a:spcPct val="80000"/>
              </a:lnSpc>
            </a:pPr>
            <a:r>
              <a:rPr lang="en-US" sz="1800"/>
              <a:t>K=ACFG</a:t>
            </a:r>
            <a:r>
              <a:rPr lang="sl-SI" sz="1800"/>
              <a:t>, X</a:t>
            </a:r>
            <a:r>
              <a:rPr lang="en-US" sz="1800"/>
              <a:t>=F</a:t>
            </a:r>
            <a:br>
              <a:rPr lang="en-US" sz="1800"/>
            </a:br>
            <a:r>
              <a:rPr lang="en-US" sz="1800"/>
              <a:t>K-X= ACG, {K-X}</a:t>
            </a:r>
            <a:r>
              <a:rPr lang="en-US" sz="1800" baseline="30000"/>
              <a:t>+</a:t>
            </a:r>
            <a:r>
              <a:rPr lang="en-US" sz="1800"/>
              <a:t>= A</a:t>
            </a:r>
            <a:r>
              <a:rPr lang="en-US" sz="1800">
                <a:solidFill>
                  <a:srgbClr val="FF0000"/>
                </a:solidFill>
              </a:rPr>
              <a:t>B</a:t>
            </a:r>
            <a:r>
              <a:rPr lang="en-US" sz="1800"/>
              <a:t>C</a:t>
            </a:r>
            <a:r>
              <a:rPr lang="en-US" sz="1800">
                <a:solidFill>
                  <a:srgbClr val="FF0000"/>
                </a:solidFill>
              </a:rPr>
              <a:t>DEF</a:t>
            </a:r>
            <a:r>
              <a:rPr lang="en-US" sz="1800"/>
              <a:t>G		{</a:t>
            </a:r>
            <a:r>
              <a:rPr lang="en-US" sz="1600">
                <a:sym typeface="Symbol" pitchFamily="18" charset="2"/>
              </a:rPr>
              <a:t>AG</a:t>
            </a:r>
            <a:r>
              <a:rPr lang="sl-SI" sz="1600">
                <a:sym typeface="Symbol" pitchFamily="18" charset="2"/>
              </a:rPr>
              <a:t></a:t>
            </a:r>
            <a:r>
              <a:rPr lang="en-US" sz="1600">
                <a:sym typeface="Symbol" pitchFamily="18" charset="2"/>
              </a:rPr>
              <a:t>B, </a:t>
            </a:r>
            <a:r>
              <a:rPr lang="en-US" sz="1600"/>
              <a:t>A</a:t>
            </a:r>
            <a:r>
              <a:rPr lang="sl-SI" sz="1600">
                <a:sym typeface="Symbol" pitchFamily="18" charset="2"/>
              </a:rPr>
              <a:t></a:t>
            </a:r>
            <a:r>
              <a:rPr lang="en-US" sz="1600">
                <a:sym typeface="Symbol" pitchFamily="18" charset="2"/>
              </a:rPr>
              <a:t>D,</a:t>
            </a:r>
            <a:r>
              <a:rPr lang="en-US" sz="1600"/>
              <a:t>B</a:t>
            </a:r>
            <a:r>
              <a:rPr lang="sl-SI" sz="1600">
                <a:sym typeface="Symbol" pitchFamily="18" charset="2"/>
              </a:rPr>
              <a:t></a:t>
            </a:r>
            <a:r>
              <a:rPr lang="en-US" sz="1600"/>
              <a:t>E,</a:t>
            </a:r>
            <a:r>
              <a:rPr lang="en-US" sz="1600">
                <a:sym typeface="Symbol" pitchFamily="18" charset="2"/>
              </a:rPr>
              <a:t>E </a:t>
            </a:r>
            <a:r>
              <a:rPr lang="sl-SI" sz="1600">
                <a:sym typeface="Symbol" pitchFamily="18" charset="2"/>
              </a:rPr>
              <a:t></a:t>
            </a:r>
            <a:r>
              <a:rPr lang="en-US" sz="1600">
                <a:sym typeface="Symbol" pitchFamily="18" charset="2"/>
              </a:rPr>
              <a:t>F}</a:t>
            </a:r>
          </a:p>
          <a:p>
            <a:pPr>
              <a:lnSpc>
                <a:spcPct val="80000"/>
              </a:lnSpc>
            </a:pPr>
            <a:endParaRPr lang="en-US" sz="1600">
              <a:sym typeface="Symbol" pitchFamily="18" charset="2"/>
            </a:endParaRPr>
          </a:p>
          <a:p>
            <a:pPr>
              <a:lnSpc>
                <a:spcPct val="80000"/>
              </a:lnSpc>
            </a:pPr>
            <a:r>
              <a:rPr lang="en-US" sz="1800"/>
              <a:t>K=ACG</a:t>
            </a:r>
            <a:r>
              <a:rPr lang="sl-SI" sz="1800"/>
              <a:t>, X</a:t>
            </a:r>
            <a:r>
              <a:rPr lang="en-US" sz="1800"/>
              <a:t>=G				{</a:t>
            </a:r>
            <a:r>
              <a:rPr lang="en-US" sz="1600"/>
              <a:t>A</a:t>
            </a:r>
            <a:r>
              <a:rPr lang="sl-SI" sz="1600">
                <a:sym typeface="Symbol" pitchFamily="18" charset="2"/>
              </a:rPr>
              <a:t></a:t>
            </a:r>
            <a:r>
              <a:rPr lang="en-US" sz="1600">
                <a:sym typeface="Symbol" pitchFamily="18" charset="2"/>
              </a:rPr>
              <a:t>D}</a:t>
            </a:r>
            <a:br>
              <a:rPr lang="en-US" sz="1800"/>
            </a:br>
            <a:r>
              <a:rPr lang="en-US" sz="1800"/>
              <a:t>K-X= AC, {K-X}</a:t>
            </a:r>
            <a:r>
              <a:rPr lang="en-US" sz="1800" baseline="30000"/>
              <a:t>+</a:t>
            </a:r>
            <a:r>
              <a:rPr lang="en-US" sz="1800"/>
              <a:t>= AC</a:t>
            </a:r>
            <a:r>
              <a:rPr lang="en-US" sz="1800">
                <a:solidFill>
                  <a:srgbClr val="FF0000"/>
                </a:solidFill>
              </a:rPr>
              <a:t>D</a:t>
            </a:r>
            <a:r>
              <a:rPr lang="en-US" sz="1800"/>
              <a:t> 			</a:t>
            </a:r>
            <a:r>
              <a:rPr lang="en-US" sz="1800" err="1"/>
              <a:t>manjkajo</a:t>
            </a:r>
            <a:r>
              <a:rPr lang="en-US" sz="1800"/>
              <a:t> BEFG	</a:t>
            </a:r>
            <a:br>
              <a:rPr lang="en-US" sz="1800"/>
            </a:br>
            <a:r>
              <a:rPr lang="en-US" sz="1800"/>
              <a:t>			</a:t>
            </a:r>
            <a:endParaRPr lang="en-US" sz="1700"/>
          </a:p>
          <a:p>
            <a:pPr>
              <a:lnSpc>
                <a:spcPct val="80000"/>
              </a:lnSpc>
            </a:pPr>
            <a:endParaRPr lang="en-US" sz="1500"/>
          </a:p>
        </p:txBody>
      </p:sp>
      <p:sp>
        <p:nvSpPr>
          <p:cNvPr id="5" name="TextBox 4"/>
          <p:cNvSpPr txBox="1"/>
          <p:nvPr/>
        </p:nvSpPr>
        <p:spPr>
          <a:xfrm>
            <a:off x="2057400" y="4876800"/>
            <a:ext cx="5105400" cy="1477328"/>
          </a:xfrm>
          <a:prstGeom prst="rect">
            <a:avLst/>
          </a:prstGeom>
          <a:noFill/>
        </p:spPr>
        <p:txBody>
          <a:bodyPr wrap="square" rtlCol="0">
            <a:spAutoFit/>
          </a:bodyPr>
          <a:lstStyle/>
          <a:p>
            <a:pPr algn="ctr"/>
            <a:r>
              <a:rPr lang="sl-SI" sz="2400">
                <a:sym typeface="Symbol" pitchFamily="18" charset="2"/>
              </a:rPr>
              <a:t>Ključ</a:t>
            </a:r>
            <a:r>
              <a:rPr lang="en-US" sz="2400">
                <a:sym typeface="Symbol" pitchFamily="18" charset="2"/>
              </a:rPr>
              <a:t> je</a:t>
            </a:r>
            <a:r>
              <a:rPr lang="sl-SI" sz="2400">
                <a:sym typeface="Symbol" pitchFamily="18" charset="2"/>
              </a:rPr>
              <a:t> </a:t>
            </a:r>
            <a:endParaRPr lang="en-US" sz="2400">
              <a:sym typeface="Symbol" pitchFamily="18" charset="2"/>
            </a:endParaRPr>
          </a:p>
          <a:p>
            <a:pPr algn="ctr"/>
            <a:r>
              <a:rPr lang="en-US" sz="2400">
                <a:sym typeface="Symbol" pitchFamily="18" charset="2"/>
              </a:rPr>
              <a:t>A</a:t>
            </a:r>
            <a:r>
              <a:rPr lang="en-US" sz="2400">
                <a:solidFill>
                  <a:srgbClr val="FF0000"/>
                </a:solidFill>
                <a:sym typeface="Symbol" pitchFamily="18" charset="2"/>
              </a:rPr>
              <a:t>B</a:t>
            </a:r>
            <a:r>
              <a:rPr lang="en-US" sz="2400">
                <a:sym typeface="Symbol" pitchFamily="18" charset="2"/>
              </a:rPr>
              <a:t>C</a:t>
            </a:r>
            <a:r>
              <a:rPr lang="en-US" sz="2400">
                <a:solidFill>
                  <a:srgbClr val="FF0000"/>
                </a:solidFill>
                <a:sym typeface="Symbol" pitchFamily="18" charset="2"/>
              </a:rPr>
              <a:t>DEF</a:t>
            </a:r>
            <a:r>
              <a:rPr lang="en-US" sz="2400">
                <a:sym typeface="Symbol" pitchFamily="18" charset="2"/>
              </a:rPr>
              <a:t>G</a:t>
            </a:r>
            <a:r>
              <a:rPr lang="en-US" sz="2400">
                <a:solidFill>
                  <a:srgbClr val="FFC000"/>
                </a:solidFill>
                <a:sym typeface="Symbol" pitchFamily="18" charset="2"/>
              </a:rPr>
              <a:t> </a:t>
            </a:r>
            <a:r>
              <a:rPr lang="en-US" sz="2400">
                <a:solidFill>
                  <a:srgbClr val="FF0000"/>
                </a:solidFill>
                <a:sym typeface="Symbol" pitchFamily="18" charset="2"/>
              </a:rPr>
              <a:t>- BDEF</a:t>
            </a:r>
          </a:p>
          <a:p>
            <a:pPr algn="ctr"/>
            <a:r>
              <a:rPr lang="en-US" sz="2400" err="1">
                <a:sym typeface="Symbol" pitchFamily="18" charset="2"/>
              </a:rPr>
              <a:t>torej</a:t>
            </a:r>
            <a:r>
              <a:rPr lang="en-US" sz="2400">
                <a:solidFill>
                  <a:srgbClr val="FFC000"/>
                </a:solidFill>
                <a:sym typeface="Symbol" pitchFamily="18" charset="2"/>
              </a:rPr>
              <a:t> </a:t>
            </a:r>
            <a:r>
              <a:rPr lang="sl-SI" sz="2400">
                <a:sym typeface="Symbol" pitchFamily="18" charset="2"/>
              </a:rPr>
              <a:t>AC</a:t>
            </a:r>
            <a:r>
              <a:rPr lang="en-US" sz="2400">
                <a:sym typeface="Symbol" pitchFamily="18" charset="2"/>
              </a:rPr>
              <a:t>G</a:t>
            </a:r>
            <a:endParaRPr lang="en-US" sz="2400"/>
          </a:p>
          <a:p>
            <a:endParaRPr lang="sl-SI"/>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784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784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784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42" grpId="0" build="p"/>
      <p:bldP spid="5" grpId="0"/>
    </p:bld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3" name="AutoShape 2"/>
          <p:cNvSpPr>
            <a:spLocks noGrp="1" noChangeArrowheads="1"/>
          </p:cNvSpPr>
          <p:nvPr>
            <p:ph type="title"/>
          </p:nvPr>
        </p:nvSpPr>
        <p:spPr/>
        <p:txBody>
          <a:bodyPr/>
          <a:lstStyle/>
          <a:p>
            <a:r>
              <a:rPr lang="sl-SI" sz="3200"/>
              <a:t>Saiedian-Spencer </a:t>
            </a:r>
            <a:r>
              <a:rPr lang="en-US" sz="3200"/>
              <a:t>algoritem za </a:t>
            </a:r>
            <a:r>
              <a:rPr lang="sl-SI" sz="3200"/>
              <a:t>določ</a:t>
            </a:r>
            <a:r>
              <a:rPr lang="en-US" sz="3200"/>
              <a:t>anje </a:t>
            </a:r>
            <a:r>
              <a:rPr lang="sl-SI" sz="3200"/>
              <a:t>vseh ključev</a:t>
            </a:r>
            <a:endParaRPr lang="en-US" sz="3200"/>
          </a:p>
        </p:txBody>
      </p:sp>
      <p:sp>
        <p:nvSpPr>
          <p:cNvPr id="607234" name="Rectangle 3"/>
          <p:cNvSpPr>
            <a:spLocks noGrp="1" noChangeArrowheads="1"/>
          </p:cNvSpPr>
          <p:nvPr>
            <p:ph type="body" idx="1"/>
          </p:nvPr>
        </p:nvSpPr>
        <p:spPr/>
        <p:txBody>
          <a:bodyPr/>
          <a:lstStyle/>
          <a:p>
            <a:pPr marL="457200" indent="-457200">
              <a:lnSpc>
                <a:spcPct val="90000"/>
              </a:lnSpc>
            </a:pPr>
            <a:r>
              <a:rPr lang="sl-SI" sz="2000"/>
              <a:t>Vhod:	relacijska shema R, </a:t>
            </a:r>
            <a:br>
              <a:rPr lang="sl-SI" sz="2000"/>
            </a:br>
            <a:r>
              <a:rPr lang="sl-SI" sz="2000"/>
              <a:t>		min. pokritje funkcionalnih odvisnosti F</a:t>
            </a:r>
            <a:r>
              <a:rPr lang="sl-SI" sz="2000" baseline="-25000"/>
              <a:t>min</a:t>
            </a:r>
          </a:p>
          <a:p>
            <a:pPr marL="457200" indent="-457200">
              <a:lnSpc>
                <a:spcPct val="90000"/>
              </a:lnSpc>
              <a:buFont typeface="Wingdings" pitchFamily="2" charset="2"/>
              <a:buAutoNum type="arabicPeriod"/>
            </a:pPr>
            <a:r>
              <a:rPr lang="sl-SI" sz="2000"/>
              <a:t>Poišči množice </a:t>
            </a:r>
            <a:r>
              <a:rPr lang="en-US" sz="2000">
                <a:latin typeface="Script MT Bold"/>
              </a:rPr>
              <a:t>L</a:t>
            </a:r>
            <a:r>
              <a:rPr lang="sl-SI" sz="2000">
                <a:latin typeface="Script MT Bold"/>
              </a:rPr>
              <a:t> </a:t>
            </a:r>
            <a:r>
              <a:rPr lang="sl-SI" sz="2000"/>
              <a:t>(atributi samo na levi strani odvisnosti</a:t>
            </a:r>
            <a:r>
              <a:rPr lang="en-US" sz="2000"/>
              <a:t> in </a:t>
            </a:r>
            <a:r>
              <a:rPr lang="en-US" sz="2000" err="1"/>
              <a:t>atributi</a:t>
            </a:r>
            <a:r>
              <a:rPr lang="en-US" sz="2000"/>
              <a:t> </a:t>
            </a:r>
            <a:r>
              <a:rPr lang="en-US" sz="2000" err="1"/>
              <a:t>ki</a:t>
            </a:r>
            <a:r>
              <a:rPr lang="en-US" sz="2000"/>
              <a:t> ne </a:t>
            </a:r>
            <a:r>
              <a:rPr lang="en-US" sz="2000" err="1"/>
              <a:t>nastopajo</a:t>
            </a:r>
            <a:r>
              <a:rPr lang="en-US" sz="2000"/>
              <a:t> v </a:t>
            </a:r>
            <a:r>
              <a:rPr lang="en-US" sz="2000" err="1"/>
              <a:t>nobeni</a:t>
            </a:r>
            <a:r>
              <a:rPr lang="en-US" sz="2000"/>
              <a:t> </a:t>
            </a:r>
            <a:r>
              <a:rPr lang="en-US" sz="2000" err="1"/>
              <a:t>odvisnosti</a:t>
            </a:r>
            <a:r>
              <a:rPr lang="sl-SI" sz="2000"/>
              <a:t>)</a:t>
            </a:r>
            <a:r>
              <a:rPr lang="sl-SI" sz="2000">
                <a:latin typeface="Script MT Bold"/>
              </a:rPr>
              <a:t>, </a:t>
            </a:r>
            <a:r>
              <a:rPr lang="en-US" sz="2000">
                <a:latin typeface="Script MT Bold"/>
              </a:rPr>
              <a:t>R</a:t>
            </a:r>
            <a:r>
              <a:rPr lang="sl-SI" sz="2000">
                <a:latin typeface="Script MT Bold"/>
              </a:rPr>
              <a:t> </a:t>
            </a:r>
            <a:r>
              <a:rPr lang="sl-SI" sz="2000"/>
              <a:t>(atributi samo na desni strani odvisnosti)</a:t>
            </a:r>
            <a:r>
              <a:rPr lang="sl-SI" sz="2000">
                <a:latin typeface="Script MT Bold"/>
              </a:rPr>
              <a:t> </a:t>
            </a:r>
            <a:r>
              <a:rPr lang="sl-SI" sz="2000"/>
              <a:t>in </a:t>
            </a:r>
            <a:r>
              <a:rPr lang="en-US" sz="2000">
                <a:latin typeface="Script MT Bold"/>
              </a:rPr>
              <a:t>B</a:t>
            </a:r>
            <a:r>
              <a:rPr lang="sl-SI" sz="2000">
                <a:latin typeface="Script MT Bold"/>
              </a:rPr>
              <a:t> </a:t>
            </a:r>
            <a:r>
              <a:rPr lang="sl-SI" sz="2000"/>
              <a:t>(atributi na levi in desni strani odvisnosti)</a:t>
            </a:r>
          </a:p>
          <a:p>
            <a:pPr marL="457200" indent="-457200">
              <a:lnSpc>
                <a:spcPct val="90000"/>
              </a:lnSpc>
              <a:buFont typeface="Wingdings" pitchFamily="2" charset="2"/>
              <a:buAutoNum type="arabicPeriod"/>
            </a:pPr>
            <a:r>
              <a:rPr lang="sl-SI" sz="2000"/>
              <a:t>Preveri množico </a:t>
            </a:r>
            <a:r>
              <a:rPr lang="en-US" sz="2000">
                <a:latin typeface="Script MT Bold"/>
              </a:rPr>
              <a:t>L</a:t>
            </a:r>
            <a:r>
              <a:rPr lang="sl-SI" sz="2000"/>
              <a:t>. Če </a:t>
            </a:r>
            <a:r>
              <a:rPr lang="en-US" sz="2000">
                <a:latin typeface="Script MT Bold"/>
              </a:rPr>
              <a:t>L</a:t>
            </a:r>
            <a:r>
              <a:rPr lang="en-US" sz="2000" baseline="30000"/>
              <a:t>+</a:t>
            </a:r>
            <a:r>
              <a:rPr lang="en-US" sz="2000"/>
              <a:t>=R, je </a:t>
            </a:r>
            <a:r>
              <a:rPr lang="en-US" sz="2000" err="1"/>
              <a:t>edini</a:t>
            </a:r>
            <a:r>
              <a:rPr lang="en-US" sz="2000"/>
              <a:t> </a:t>
            </a:r>
            <a:r>
              <a:rPr lang="en-US" sz="2000" err="1"/>
              <a:t>klju</a:t>
            </a:r>
            <a:r>
              <a:rPr lang="sl-SI" sz="2000"/>
              <a:t>č in lahko končaš, sicer nadaljuj na koraku 3.</a:t>
            </a:r>
            <a:endParaRPr lang="en-US" sz="2000"/>
          </a:p>
          <a:p>
            <a:pPr marL="457200" indent="-457200">
              <a:lnSpc>
                <a:spcPct val="90000"/>
              </a:lnSpc>
              <a:buFont typeface="Wingdings" pitchFamily="2" charset="2"/>
              <a:buAutoNum type="arabicPeriod"/>
            </a:pPr>
            <a:r>
              <a:rPr lang="sl-SI" sz="2000"/>
              <a:t>Preveri množico </a:t>
            </a:r>
            <a:r>
              <a:rPr lang="en-US" sz="2000">
                <a:latin typeface="Script MT Bold"/>
              </a:rPr>
              <a:t>B</a:t>
            </a:r>
            <a:r>
              <a:rPr lang="sl-SI" sz="2000">
                <a:latin typeface="Script MT Bold"/>
              </a:rPr>
              <a:t> </a:t>
            </a:r>
            <a:r>
              <a:rPr lang="sl-SI" sz="2000"/>
              <a:t>tako da </a:t>
            </a:r>
            <a:r>
              <a:rPr lang="en-US" sz="2000"/>
              <a:t>v</a:t>
            </a:r>
            <a:r>
              <a:rPr lang="sl-SI" sz="2000"/>
              <a:t> </a:t>
            </a:r>
            <a:r>
              <a:rPr lang="en-US" sz="2000">
                <a:latin typeface="Script MT Bold"/>
              </a:rPr>
              <a:t>L</a:t>
            </a:r>
            <a:r>
              <a:rPr lang="sl-SI" sz="2000"/>
              <a:t> vstavljaš po vrsti vse možne kombinacije atributov X iz </a:t>
            </a:r>
            <a:r>
              <a:rPr lang="en-US" sz="2000">
                <a:latin typeface="Script MT Bold"/>
              </a:rPr>
              <a:t>B</a:t>
            </a:r>
            <a:r>
              <a:rPr lang="sl-SI" sz="2000"/>
              <a:t>, začenši s posameznimi atributi. Kadar dobimo </a:t>
            </a:r>
            <a:r>
              <a:rPr lang="en-US" sz="2000"/>
              <a:t>{</a:t>
            </a:r>
            <a:r>
              <a:rPr lang="en-US" sz="2000">
                <a:latin typeface="Script MT Bold"/>
              </a:rPr>
              <a:t>L </a:t>
            </a:r>
            <a:r>
              <a:rPr lang="en-US" sz="2000">
                <a:latin typeface="Script MT Bold"/>
                <a:sym typeface="Symbol" pitchFamily="18" charset="2"/>
              </a:rPr>
              <a:t></a:t>
            </a:r>
            <a:r>
              <a:rPr lang="en-US" sz="2000"/>
              <a:t>X}</a:t>
            </a:r>
            <a:r>
              <a:rPr lang="en-US" sz="2000" baseline="30000"/>
              <a:t>+</a:t>
            </a:r>
            <a:r>
              <a:rPr lang="en-US" sz="2000"/>
              <a:t> =</a:t>
            </a:r>
            <a:r>
              <a:rPr lang="sl-SI" sz="2000"/>
              <a:t>R, smo našli ključ. N-teric, ki vsebujejo X, dalje ne obravnavamo več.</a:t>
            </a:r>
          </a:p>
          <a:p>
            <a:pPr marL="838200" lvl="1" indent="-381000">
              <a:lnSpc>
                <a:spcPct val="90000"/>
              </a:lnSpc>
              <a:buFontTx/>
              <a:buNone/>
            </a:pPr>
            <a:endParaRPr lang="sl-SI" sz="180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1" name="AutoShape 2"/>
          <p:cNvSpPr>
            <a:spLocks noGrp="1" noChangeArrowheads="1"/>
          </p:cNvSpPr>
          <p:nvPr>
            <p:ph type="title"/>
          </p:nvPr>
        </p:nvSpPr>
        <p:spPr/>
        <p:txBody>
          <a:bodyPr/>
          <a:lstStyle/>
          <a:p>
            <a:r>
              <a:rPr lang="sl-SI" sz="2800"/>
              <a:t>Primer (Saiedian-Spencer)</a:t>
            </a:r>
            <a:r>
              <a:rPr lang="en-US" sz="2800"/>
              <a:t>: </a:t>
            </a:r>
            <a:br>
              <a:rPr lang="en-US" sz="2800"/>
            </a:br>
            <a:r>
              <a:rPr lang="sl-SI" sz="2400"/>
              <a:t>R</a:t>
            </a:r>
            <a:r>
              <a:rPr lang="en-US" sz="2400"/>
              <a:t>=ABCDEFG</a:t>
            </a:r>
            <a:br>
              <a:rPr lang="en-US" sz="2400"/>
            </a:br>
            <a:r>
              <a:rPr lang="sl-SI" sz="2400">
                <a:sym typeface="Symbol" pitchFamily="18" charset="2"/>
              </a:rPr>
              <a:t>F</a:t>
            </a:r>
            <a:r>
              <a:rPr lang="en-US" sz="2400">
                <a:sym typeface="Symbol" pitchFamily="18" charset="2"/>
              </a:rPr>
              <a:t>=</a:t>
            </a:r>
            <a:r>
              <a:rPr lang="en-US" sz="2400"/>
              <a:t>{A </a:t>
            </a:r>
            <a:r>
              <a:rPr lang="sl-SI" sz="2400">
                <a:sym typeface="Symbol" pitchFamily="18" charset="2"/>
              </a:rPr>
              <a:t></a:t>
            </a:r>
            <a:r>
              <a:rPr lang="en-US" sz="2400">
                <a:sym typeface="Symbol" pitchFamily="18" charset="2"/>
              </a:rPr>
              <a:t>D, AG </a:t>
            </a:r>
            <a:r>
              <a:rPr lang="sl-SI" sz="2400">
                <a:sym typeface="Symbol" pitchFamily="18" charset="2"/>
              </a:rPr>
              <a:t></a:t>
            </a:r>
            <a:r>
              <a:rPr lang="en-US" sz="2400">
                <a:sym typeface="Symbol" pitchFamily="18" charset="2"/>
              </a:rPr>
              <a:t>B, B </a:t>
            </a:r>
            <a:r>
              <a:rPr lang="sl-SI" sz="2400">
                <a:sym typeface="Symbol" pitchFamily="18" charset="2"/>
              </a:rPr>
              <a:t></a:t>
            </a:r>
            <a:r>
              <a:rPr lang="en-US" sz="2400">
                <a:sym typeface="Symbol" pitchFamily="18" charset="2"/>
              </a:rPr>
              <a:t>G, B </a:t>
            </a:r>
            <a:r>
              <a:rPr lang="sl-SI" sz="2400">
                <a:sym typeface="Symbol" pitchFamily="18" charset="2"/>
              </a:rPr>
              <a:t></a:t>
            </a:r>
            <a:r>
              <a:rPr lang="en-US" sz="2400">
                <a:sym typeface="Symbol" pitchFamily="18" charset="2"/>
              </a:rPr>
              <a:t>E, E </a:t>
            </a:r>
            <a:r>
              <a:rPr lang="sl-SI" sz="2400">
                <a:sym typeface="Symbol" pitchFamily="18" charset="2"/>
              </a:rPr>
              <a:t></a:t>
            </a:r>
            <a:r>
              <a:rPr lang="en-US" sz="2400">
                <a:sym typeface="Symbol" pitchFamily="18" charset="2"/>
              </a:rPr>
              <a:t>B, E </a:t>
            </a:r>
            <a:r>
              <a:rPr lang="sl-SI" sz="2400">
                <a:sym typeface="Symbol" pitchFamily="18" charset="2"/>
              </a:rPr>
              <a:t></a:t>
            </a:r>
            <a:r>
              <a:rPr lang="en-US" sz="2400">
                <a:sym typeface="Symbol" pitchFamily="18" charset="2"/>
              </a:rPr>
              <a:t>F</a:t>
            </a:r>
            <a:r>
              <a:rPr lang="en-US" sz="2400"/>
              <a:t>}</a:t>
            </a:r>
          </a:p>
        </p:txBody>
      </p:sp>
      <p:sp>
        <p:nvSpPr>
          <p:cNvPr id="609282" name="Rectangle 3"/>
          <p:cNvSpPr>
            <a:spLocks noGrp="1" noChangeArrowheads="1"/>
          </p:cNvSpPr>
          <p:nvPr>
            <p:ph type="body" idx="1"/>
          </p:nvPr>
        </p:nvSpPr>
        <p:spPr/>
        <p:txBody>
          <a:bodyPr/>
          <a:lstStyle/>
          <a:p>
            <a:pPr>
              <a:lnSpc>
                <a:spcPct val="80000"/>
              </a:lnSpc>
              <a:buFont typeface="Wingdings" pitchFamily="2" charset="2"/>
              <a:buAutoNum type="arabicPeriod"/>
            </a:pPr>
            <a:r>
              <a:rPr lang="en-US" sz="2000">
                <a:latin typeface="Script MT Bold"/>
              </a:rPr>
              <a:t>L</a:t>
            </a:r>
            <a:r>
              <a:rPr lang="en-US" sz="1800"/>
              <a:t>=CA</a:t>
            </a:r>
            <a:r>
              <a:rPr lang="en-US" sz="1800">
                <a:solidFill>
                  <a:srgbClr val="FF0066"/>
                </a:solidFill>
              </a:rPr>
              <a:t>GBE</a:t>
            </a:r>
            <a:r>
              <a:rPr lang="en-US" sz="1800"/>
              <a:t>=CA</a:t>
            </a:r>
            <a:r>
              <a:rPr lang="sl-SI" sz="2000">
                <a:latin typeface="Script MT Bold"/>
              </a:rPr>
              <a:t>  </a:t>
            </a:r>
            <a:br>
              <a:rPr lang="sl-SI" sz="2000"/>
            </a:br>
            <a:r>
              <a:rPr lang="en-US" sz="2000">
                <a:latin typeface="Script MT Bold"/>
              </a:rPr>
              <a:t>R</a:t>
            </a:r>
            <a:r>
              <a:rPr lang="en-US" sz="1800"/>
              <a:t>=D</a:t>
            </a:r>
            <a:r>
              <a:rPr lang="en-US" sz="1800">
                <a:solidFill>
                  <a:srgbClr val="FF0066"/>
                </a:solidFill>
              </a:rPr>
              <a:t>BGE</a:t>
            </a:r>
            <a:r>
              <a:rPr lang="en-US" sz="1800"/>
              <a:t>F=DF</a:t>
            </a:r>
            <a:r>
              <a:rPr lang="sl-SI" sz="2000">
                <a:latin typeface="Script MT Bold"/>
              </a:rPr>
              <a:t> </a:t>
            </a:r>
            <a:br>
              <a:rPr lang="sl-SI" sz="2000"/>
            </a:br>
            <a:r>
              <a:rPr lang="en-US" sz="2000">
                <a:latin typeface="Script MT Bold"/>
              </a:rPr>
              <a:t>B </a:t>
            </a:r>
            <a:r>
              <a:rPr lang="en-US" sz="1800"/>
              <a:t>=BGE</a:t>
            </a:r>
          </a:p>
          <a:p>
            <a:pPr>
              <a:lnSpc>
                <a:spcPct val="80000"/>
              </a:lnSpc>
              <a:buFont typeface="Wingdings" pitchFamily="2" charset="2"/>
              <a:buAutoNum type="arabicPeriod"/>
            </a:pPr>
            <a:r>
              <a:rPr lang="en-US" sz="2000">
                <a:latin typeface="Script MT Bold"/>
              </a:rPr>
              <a:t>L</a:t>
            </a:r>
            <a:r>
              <a:rPr lang="en-US" sz="2000" baseline="30000"/>
              <a:t>+</a:t>
            </a:r>
            <a:r>
              <a:rPr lang="en-US" sz="2000"/>
              <a:t>=CAD</a:t>
            </a:r>
            <a:r>
              <a:rPr lang="sl-SI" sz="2000"/>
              <a:t> </a:t>
            </a:r>
            <a:r>
              <a:rPr lang="sl-SI" sz="2000">
                <a:sym typeface="Symbol" pitchFamily="18" charset="2"/>
              </a:rPr>
              <a:t> </a:t>
            </a:r>
            <a:r>
              <a:rPr lang="en-US" sz="2000">
                <a:sym typeface="Symbol" pitchFamily="18" charset="2"/>
              </a:rPr>
              <a:t>R</a:t>
            </a:r>
          </a:p>
          <a:p>
            <a:pPr>
              <a:lnSpc>
                <a:spcPct val="80000"/>
              </a:lnSpc>
              <a:buFont typeface="Wingdings" pitchFamily="2" charset="2"/>
              <a:buAutoNum type="arabicPeriod"/>
            </a:pPr>
            <a:r>
              <a:rPr lang="en-US" sz="2000">
                <a:sym typeface="Symbol" pitchFamily="18" charset="2"/>
              </a:rPr>
              <a:t>X=B	</a:t>
            </a:r>
            <a:r>
              <a:rPr lang="en-US" sz="2000">
                <a:latin typeface="Script MT Bold"/>
              </a:rPr>
              <a:t>L</a:t>
            </a:r>
            <a:r>
              <a:rPr lang="en-US" sz="1800"/>
              <a:t>=CAB</a:t>
            </a:r>
            <a:br>
              <a:rPr lang="en-US" sz="1800"/>
            </a:br>
            <a:r>
              <a:rPr lang="en-US" sz="2000">
                <a:latin typeface="Script MT Bold"/>
              </a:rPr>
              <a:t>L</a:t>
            </a:r>
            <a:r>
              <a:rPr lang="en-US" sz="2000" baseline="30000"/>
              <a:t>+</a:t>
            </a:r>
            <a:r>
              <a:rPr lang="en-US" sz="2000"/>
              <a:t>=CABDGEF</a:t>
            </a:r>
            <a:r>
              <a:rPr lang="sl-SI" sz="2000"/>
              <a:t> </a:t>
            </a:r>
            <a:r>
              <a:rPr lang="en-US" sz="2000"/>
              <a:t>=</a:t>
            </a:r>
            <a:r>
              <a:rPr lang="sl-SI" sz="2000">
                <a:sym typeface="Symbol" pitchFamily="18" charset="2"/>
              </a:rPr>
              <a:t> </a:t>
            </a:r>
            <a:r>
              <a:rPr lang="en-US" sz="2000">
                <a:sym typeface="Symbol" pitchFamily="18" charset="2"/>
              </a:rPr>
              <a:t>R</a:t>
            </a:r>
          </a:p>
          <a:p>
            <a:pPr>
              <a:lnSpc>
                <a:spcPct val="80000"/>
              </a:lnSpc>
              <a:buFont typeface="Wingdings" pitchFamily="2" charset="2"/>
              <a:buAutoNum type="arabicPeriod"/>
            </a:pPr>
            <a:r>
              <a:rPr lang="en-US" sz="2000">
                <a:sym typeface="Symbol" pitchFamily="18" charset="2"/>
              </a:rPr>
              <a:t>X=G	</a:t>
            </a:r>
            <a:r>
              <a:rPr lang="en-US" sz="2000">
                <a:latin typeface="Script MT Bold"/>
              </a:rPr>
              <a:t>L</a:t>
            </a:r>
            <a:r>
              <a:rPr lang="en-US" sz="1800"/>
              <a:t>=CAG</a:t>
            </a:r>
            <a:br>
              <a:rPr lang="en-US" sz="1800"/>
            </a:br>
            <a:r>
              <a:rPr lang="en-US" sz="2000">
                <a:latin typeface="Script MT Bold"/>
              </a:rPr>
              <a:t>L</a:t>
            </a:r>
            <a:r>
              <a:rPr lang="en-US" sz="2000" baseline="30000"/>
              <a:t>+</a:t>
            </a:r>
            <a:r>
              <a:rPr lang="en-US" sz="2000"/>
              <a:t>=CAGDBEF</a:t>
            </a:r>
            <a:r>
              <a:rPr lang="sl-SI" sz="2000"/>
              <a:t> </a:t>
            </a:r>
            <a:r>
              <a:rPr lang="en-US" sz="2000"/>
              <a:t>=</a:t>
            </a:r>
            <a:r>
              <a:rPr lang="sl-SI" sz="2000">
                <a:sym typeface="Symbol" pitchFamily="18" charset="2"/>
              </a:rPr>
              <a:t> </a:t>
            </a:r>
            <a:r>
              <a:rPr lang="en-US" sz="2000">
                <a:sym typeface="Symbol" pitchFamily="18" charset="2"/>
              </a:rPr>
              <a:t>R</a:t>
            </a:r>
          </a:p>
          <a:p>
            <a:pPr>
              <a:lnSpc>
                <a:spcPct val="80000"/>
              </a:lnSpc>
              <a:buFont typeface="Wingdings" pitchFamily="2" charset="2"/>
              <a:buAutoNum type="arabicPeriod"/>
            </a:pPr>
            <a:r>
              <a:rPr lang="en-US" sz="2000">
                <a:sym typeface="Symbol" pitchFamily="18" charset="2"/>
              </a:rPr>
              <a:t>X=E	</a:t>
            </a:r>
            <a:r>
              <a:rPr lang="en-US" sz="2000">
                <a:latin typeface="Script MT Bold"/>
              </a:rPr>
              <a:t>L</a:t>
            </a:r>
            <a:r>
              <a:rPr lang="en-US" sz="1800"/>
              <a:t>=CAE</a:t>
            </a:r>
            <a:br>
              <a:rPr lang="en-US" sz="1800"/>
            </a:br>
            <a:r>
              <a:rPr lang="en-US" sz="2000">
                <a:latin typeface="Script MT Bold"/>
              </a:rPr>
              <a:t>L</a:t>
            </a:r>
            <a:r>
              <a:rPr lang="en-US" sz="2000" baseline="30000"/>
              <a:t>+</a:t>
            </a:r>
            <a:r>
              <a:rPr lang="en-US" sz="2000"/>
              <a:t>=CAEDBFG</a:t>
            </a:r>
            <a:r>
              <a:rPr lang="sl-SI" sz="2000"/>
              <a:t> </a:t>
            </a:r>
            <a:r>
              <a:rPr lang="en-US" sz="2000"/>
              <a:t>=</a:t>
            </a:r>
            <a:r>
              <a:rPr lang="sl-SI" sz="2000">
                <a:sym typeface="Symbol" pitchFamily="18" charset="2"/>
              </a:rPr>
              <a:t> </a:t>
            </a:r>
            <a:r>
              <a:rPr lang="en-US" sz="2000">
                <a:sym typeface="Symbol" pitchFamily="18" charset="2"/>
              </a:rPr>
              <a:t>R</a:t>
            </a:r>
          </a:p>
          <a:p>
            <a:pPr>
              <a:lnSpc>
                <a:spcPct val="80000"/>
              </a:lnSpc>
              <a:buFont typeface="Wingdings" pitchFamily="2" charset="2"/>
              <a:buAutoNum type="arabicPeriod"/>
            </a:pPr>
            <a:endParaRPr lang="en-US" sz="2000">
              <a:sym typeface="Symbol" pitchFamily="18" charset="2"/>
            </a:endParaRPr>
          </a:p>
          <a:p>
            <a:pPr>
              <a:lnSpc>
                <a:spcPct val="80000"/>
              </a:lnSpc>
              <a:buFont typeface="Wingdings" pitchFamily="2" charset="2"/>
              <a:buNone/>
            </a:pPr>
            <a:r>
              <a:rPr lang="en-US" sz="2000" err="1">
                <a:sym typeface="Symbol" pitchFamily="18" charset="2"/>
              </a:rPr>
              <a:t>Klju</a:t>
            </a:r>
            <a:r>
              <a:rPr lang="sl-SI" sz="2000" err="1">
                <a:sym typeface="Symbol" pitchFamily="18" charset="2"/>
              </a:rPr>
              <a:t>či</a:t>
            </a:r>
            <a:r>
              <a:rPr lang="sl-SI" sz="2000">
                <a:sym typeface="Symbol" pitchFamily="18" charset="2"/>
              </a:rPr>
              <a:t>: </a:t>
            </a:r>
            <a:r>
              <a:rPr lang="sl-SI" sz="2000">
                <a:solidFill>
                  <a:srgbClr val="FF0066"/>
                </a:solidFill>
                <a:sym typeface="Symbol" pitchFamily="18" charset="2"/>
              </a:rPr>
              <a:t>ABC, ACG, ACE</a:t>
            </a:r>
            <a:endParaRPr lang="en-US" sz="2000">
              <a:solidFill>
                <a:srgbClr val="FF0066"/>
              </a:solidFill>
              <a:sym typeface="Symbol" pitchFamily="18" charset="2"/>
            </a:endParaRPr>
          </a:p>
          <a:p>
            <a:pPr>
              <a:lnSpc>
                <a:spcPct val="80000"/>
              </a:lnSpc>
              <a:buFont typeface="Wingdings" pitchFamily="2" charset="2"/>
              <a:buAutoNum type="arabicPeriod"/>
            </a:pPr>
            <a:endParaRPr lang="en-US" sz="2000">
              <a:sym typeface="Symbol" pitchFamily="18" charset="2"/>
            </a:endParaRPr>
          </a:p>
          <a:p>
            <a:pPr>
              <a:lnSpc>
                <a:spcPct val="80000"/>
              </a:lnSpc>
              <a:buFont typeface="Wingdings" pitchFamily="2" charset="2"/>
              <a:buAutoNum type="arabicPeriod"/>
            </a:pPr>
            <a:endParaRPr lang="en-US" sz="1800">
              <a:sym typeface="Symbol" pitchFamily="18" charset="2"/>
            </a:endParaRPr>
          </a:p>
          <a:p>
            <a:pPr>
              <a:lnSpc>
                <a:spcPct val="80000"/>
              </a:lnSpc>
            </a:pPr>
            <a:endParaRPr lang="en-US" sz="1800"/>
          </a:p>
          <a:p>
            <a:pPr>
              <a:lnSpc>
                <a:spcPct val="80000"/>
              </a:lnSpc>
            </a:pPr>
            <a:endParaRPr lang="sl-SI" sz="1600"/>
          </a:p>
          <a:p>
            <a:pPr>
              <a:lnSpc>
                <a:spcPct val="80000"/>
              </a:lnSpc>
            </a:pPr>
            <a:endParaRPr 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92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92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92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92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92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928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29" name="AutoShape 2"/>
          <p:cNvSpPr>
            <a:spLocks noGrp="1" noChangeArrowheads="1"/>
          </p:cNvSpPr>
          <p:nvPr>
            <p:ph type="title"/>
          </p:nvPr>
        </p:nvSpPr>
        <p:spPr/>
        <p:txBody>
          <a:bodyPr/>
          <a:lstStyle/>
          <a:p>
            <a:r>
              <a:rPr lang="sl-SI"/>
              <a:t>Normalizacija</a:t>
            </a:r>
            <a:endParaRPr lang="en-US"/>
          </a:p>
        </p:txBody>
      </p:sp>
      <p:sp>
        <p:nvSpPr>
          <p:cNvPr id="534530" name="Rectangle 3"/>
          <p:cNvSpPr>
            <a:spLocks noGrp="1" noChangeArrowheads="1"/>
          </p:cNvSpPr>
          <p:nvPr>
            <p:ph type="body" idx="1"/>
          </p:nvPr>
        </p:nvSpPr>
        <p:spPr/>
        <p:txBody>
          <a:bodyPr/>
          <a:lstStyle/>
          <a:p>
            <a:pPr eaLnBrk="1" hangingPunct="1"/>
            <a:r>
              <a:rPr lang="sl-SI" sz="2400"/>
              <a:t>Normalizacija je postopek, s katerem pridemo do množice primerno strukturiranih relacij, ki ustrezajo kriteriju normalne oblike.</a:t>
            </a:r>
          </a:p>
          <a:p>
            <a:pPr eaLnBrk="1" hangingPunct="1"/>
            <a:r>
              <a:rPr lang="sl-SI" sz="2400"/>
              <a:t>Lastnosti primernih relacij:</a:t>
            </a:r>
            <a:endParaRPr lang="en-US" sz="2400"/>
          </a:p>
          <a:p>
            <a:pPr lvl="1" eaLnBrk="1" hangingPunct="1"/>
            <a:r>
              <a:rPr lang="sl-SI" sz="2000"/>
              <a:t>Relacije imajo minimalen nabor atributov</a:t>
            </a:r>
          </a:p>
          <a:p>
            <a:pPr lvl="1" eaLnBrk="1" hangingPunct="1"/>
            <a:r>
              <a:rPr lang="sl-SI" sz="2000"/>
              <a:t>Atributi, ki so logično povezani, so zajeti v isti relaciji</a:t>
            </a:r>
            <a:endParaRPr lang="en-US" sz="2000"/>
          </a:p>
          <a:p>
            <a:pPr lvl="1" eaLnBrk="1" hangingPunct="1"/>
            <a:r>
              <a:rPr lang="sl-SI" sz="2000"/>
              <a:t>Med atributi relacij je minimalna redundanca, </a:t>
            </a:r>
            <a:r>
              <a:rPr lang="sl-SI" sz="2000">
                <a:sym typeface="Wingdings" pitchFamily="2" charset="2"/>
              </a:rPr>
              <a:t>vsak atribut (razen tujih ključev) je predstavljen samo enkrat</a:t>
            </a:r>
            <a:r>
              <a:rPr lang="en-US" sz="2000"/>
              <a:t>.</a:t>
            </a:r>
            <a:endParaRPr lang="sl-SI" sz="2000"/>
          </a:p>
          <a:p>
            <a:endParaRPr lang="en-US" sz="240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7" name="AutoShape 2"/>
          <p:cNvSpPr>
            <a:spLocks noGrp="1" noChangeArrowheads="1"/>
          </p:cNvSpPr>
          <p:nvPr>
            <p:ph type="title"/>
          </p:nvPr>
        </p:nvSpPr>
        <p:spPr/>
        <p:txBody>
          <a:bodyPr/>
          <a:lstStyle/>
          <a:p>
            <a:r>
              <a:rPr lang="sl-SI"/>
              <a:t>Prva normalna oblika</a:t>
            </a:r>
            <a:endParaRPr lang="en-US"/>
          </a:p>
        </p:txBody>
      </p:sp>
      <p:sp>
        <p:nvSpPr>
          <p:cNvPr id="536578" name="Rectangle 3"/>
          <p:cNvSpPr>
            <a:spLocks noGrp="1" noChangeArrowheads="1"/>
          </p:cNvSpPr>
          <p:nvPr>
            <p:ph type="body" idx="1"/>
          </p:nvPr>
        </p:nvSpPr>
        <p:spPr/>
        <p:txBody>
          <a:bodyPr/>
          <a:lstStyle/>
          <a:p>
            <a:pPr>
              <a:lnSpc>
                <a:spcPct val="80000"/>
              </a:lnSpc>
            </a:pPr>
            <a:r>
              <a:rPr lang="en-US" sz="2400" dirty="0" err="1"/>
              <a:t>Relacija</a:t>
            </a:r>
            <a:r>
              <a:rPr lang="en-US" sz="2400" dirty="0"/>
              <a:t> je v </a:t>
            </a:r>
            <a:r>
              <a:rPr lang="en-US" sz="2400" dirty="0" err="1"/>
              <a:t>prvi</a:t>
            </a:r>
            <a:r>
              <a:rPr lang="en-US" sz="2400" dirty="0"/>
              <a:t> </a:t>
            </a:r>
            <a:r>
              <a:rPr lang="en-US" sz="2400" dirty="0" err="1"/>
              <a:t>normalni</a:t>
            </a:r>
            <a:r>
              <a:rPr lang="en-US" sz="2400" dirty="0"/>
              <a:t> </a:t>
            </a:r>
            <a:r>
              <a:rPr lang="en-US" sz="2400" dirty="0" err="1"/>
              <a:t>obliki</a:t>
            </a:r>
            <a:r>
              <a:rPr lang="en-US" sz="2400" dirty="0"/>
              <a:t>, </a:t>
            </a:r>
            <a:r>
              <a:rPr lang="en-US" sz="2400" dirty="0" err="1"/>
              <a:t>če</a:t>
            </a:r>
            <a:r>
              <a:rPr lang="en-US" sz="2400" dirty="0"/>
              <a:t>:</a:t>
            </a:r>
          </a:p>
          <a:p>
            <a:pPr lvl="1">
              <a:lnSpc>
                <a:spcPct val="80000"/>
              </a:lnSpc>
            </a:pPr>
            <a:r>
              <a:rPr lang="en-US" sz="2000" dirty="0">
                <a:solidFill>
                  <a:srgbClr val="FF0000"/>
                </a:solidFill>
              </a:rPr>
              <a:t>Nima </a:t>
            </a:r>
            <a:r>
              <a:rPr lang="en-US" sz="2000" dirty="0" err="1">
                <a:solidFill>
                  <a:srgbClr val="FF0000"/>
                </a:solidFill>
              </a:rPr>
              <a:t>večvrednostnih</a:t>
            </a:r>
            <a:r>
              <a:rPr lang="en-US" sz="2000" dirty="0">
                <a:solidFill>
                  <a:srgbClr val="FF0000"/>
                </a:solidFill>
              </a:rPr>
              <a:t> </a:t>
            </a:r>
            <a:r>
              <a:rPr lang="en-US" sz="2000" dirty="0" err="1">
                <a:solidFill>
                  <a:srgbClr val="FF0000"/>
                </a:solidFill>
              </a:rPr>
              <a:t>atributov</a:t>
            </a:r>
            <a:r>
              <a:rPr lang="en-US" sz="2000" dirty="0"/>
              <a:t>, </a:t>
            </a:r>
            <a:r>
              <a:rPr lang="en-US" sz="2000" dirty="0" err="1"/>
              <a:t>kar</a:t>
            </a:r>
            <a:r>
              <a:rPr lang="en-US" sz="2000" dirty="0"/>
              <a:t> </a:t>
            </a:r>
            <a:r>
              <a:rPr lang="en-US" sz="2000" dirty="0" err="1"/>
              <a:t>pomeni</a:t>
            </a:r>
            <a:r>
              <a:rPr lang="en-US" sz="2000" dirty="0"/>
              <a:t>, da </a:t>
            </a:r>
            <a:r>
              <a:rPr lang="en-US" sz="2000" dirty="0" err="1"/>
              <a:t>ima</a:t>
            </a:r>
            <a:r>
              <a:rPr lang="en-US" sz="2000" dirty="0"/>
              <a:t> </a:t>
            </a:r>
            <a:r>
              <a:rPr lang="en-US" sz="2000" dirty="0" err="1"/>
              <a:t>vsak</a:t>
            </a:r>
            <a:r>
              <a:rPr lang="en-US" sz="2000" dirty="0"/>
              <a:t> </a:t>
            </a:r>
            <a:r>
              <a:rPr lang="en-US" sz="2000" dirty="0" err="1"/>
              <a:t>atribut</a:t>
            </a:r>
            <a:r>
              <a:rPr lang="en-US" sz="2000" dirty="0"/>
              <a:t> </a:t>
            </a:r>
            <a:r>
              <a:rPr lang="en-US" sz="2000" dirty="0" err="1"/>
              <a:t>lahko</a:t>
            </a:r>
            <a:r>
              <a:rPr lang="en-US" sz="2000" dirty="0"/>
              <a:t> le </a:t>
            </a:r>
            <a:r>
              <a:rPr lang="en-US" sz="2000" dirty="0" err="1"/>
              <a:t>eno</a:t>
            </a:r>
            <a:r>
              <a:rPr lang="en-US" sz="2000" dirty="0"/>
              <a:t> </a:t>
            </a:r>
            <a:r>
              <a:rPr lang="en-US" sz="2000" dirty="0" err="1"/>
              <a:t>vrednost</a:t>
            </a:r>
            <a:r>
              <a:rPr lang="en-US" sz="2000" dirty="0"/>
              <a:t> (</a:t>
            </a:r>
            <a:r>
              <a:rPr lang="en-US" sz="2000" dirty="0" err="1"/>
              <a:t>torej</a:t>
            </a:r>
            <a:r>
              <a:rPr lang="en-US" sz="2000" dirty="0"/>
              <a:t> </a:t>
            </a:r>
            <a:r>
              <a:rPr lang="en-US" sz="2000" dirty="0" err="1"/>
              <a:t>vrednost</a:t>
            </a:r>
            <a:r>
              <a:rPr lang="en-US" sz="2000" dirty="0"/>
              <a:t> ne more </a:t>
            </a:r>
            <a:r>
              <a:rPr lang="en-US" sz="2000" dirty="0" err="1"/>
              <a:t>biti</a:t>
            </a:r>
            <a:r>
              <a:rPr lang="en-US" sz="2000" dirty="0"/>
              <a:t> </a:t>
            </a:r>
            <a:r>
              <a:rPr lang="en-US" sz="2000" dirty="0" err="1"/>
              <a:t>množica</a:t>
            </a:r>
            <a:r>
              <a:rPr lang="en-US" sz="2000" dirty="0"/>
              <a:t>). Primer: </a:t>
            </a:r>
            <a:r>
              <a:rPr lang="en-US" sz="2000" dirty="0" err="1"/>
              <a:t>vzdevek</a:t>
            </a:r>
            <a:endParaRPr lang="en-US" sz="2000" dirty="0"/>
          </a:p>
          <a:p>
            <a:pPr lvl="1">
              <a:lnSpc>
                <a:spcPct val="80000"/>
              </a:lnSpc>
            </a:pPr>
            <a:r>
              <a:rPr lang="en-US" sz="2000" dirty="0">
                <a:solidFill>
                  <a:srgbClr val="FF0000"/>
                </a:solidFill>
              </a:rPr>
              <a:t>Nima </a:t>
            </a:r>
            <a:r>
              <a:rPr lang="en-US" sz="2000" dirty="0" err="1">
                <a:solidFill>
                  <a:srgbClr val="FF0000"/>
                </a:solidFill>
              </a:rPr>
              <a:t>sestavljenih</a:t>
            </a:r>
            <a:r>
              <a:rPr lang="en-US" sz="2000" dirty="0">
                <a:solidFill>
                  <a:srgbClr val="FF0000"/>
                </a:solidFill>
              </a:rPr>
              <a:t> </a:t>
            </a:r>
            <a:r>
              <a:rPr lang="en-US" sz="2000" dirty="0" err="1">
                <a:solidFill>
                  <a:srgbClr val="FF0000"/>
                </a:solidFill>
              </a:rPr>
              <a:t>atributov</a:t>
            </a:r>
            <a:r>
              <a:rPr lang="en-US" sz="2000" dirty="0">
                <a:solidFill>
                  <a:srgbClr val="FF0000"/>
                </a:solidFill>
              </a:rPr>
              <a:t> </a:t>
            </a:r>
            <a:r>
              <a:rPr lang="en-US" sz="2000" dirty="0"/>
              <a:t>(</a:t>
            </a:r>
            <a:r>
              <a:rPr lang="en-US" sz="2000" dirty="0" err="1"/>
              <a:t>torej</a:t>
            </a:r>
            <a:r>
              <a:rPr lang="en-US" sz="2000" dirty="0"/>
              <a:t> </a:t>
            </a:r>
            <a:r>
              <a:rPr lang="en-US" sz="2000" dirty="0" err="1"/>
              <a:t>vrednost</a:t>
            </a:r>
            <a:r>
              <a:rPr lang="en-US" sz="2000" dirty="0"/>
              <a:t> ne more </a:t>
            </a:r>
            <a:r>
              <a:rPr lang="en-US" sz="2000" dirty="0" err="1"/>
              <a:t>biti</a:t>
            </a:r>
            <a:r>
              <a:rPr lang="en-US" sz="2000" dirty="0"/>
              <a:t> </a:t>
            </a:r>
            <a:r>
              <a:rPr lang="en-US" sz="2000" dirty="0" err="1"/>
              <a:t>relacija</a:t>
            </a:r>
            <a:r>
              <a:rPr lang="en-US" sz="2000" dirty="0"/>
              <a:t>). Primer: </a:t>
            </a:r>
            <a:r>
              <a:rPr lang="en-US" sz="2000" dirty="0" err="1"/>
              <a:t>naslov</a:t>
            </a:r>
            <a:endParaRPr lang="en-US" sz="2000" dirty="0"/>
          </a:p>
          <a:p>
            <a:pPr lvl="1">
              <a:lnSpc>
                <a:spcPct val="80000"/>
              </a:lnSpc>
            </a:pPr>
            <a:r>
              <a:rPr lang="en-US" sz="2000" dirty="0">
                <a:solidFill>
                  <a:srgbClr val="FF0000"/>
                </a:solidFill>
              </a:rPr>
              <a:t>Ima </a:t>
            </a:r>
            <a:r>
              <a:rPr lang="en-US" sz="2000" dirty="0" err="1">
                <a:solidFill>
                  <a:srgbClr val="FF0000"/>
                </a:solidFill>
              </a:rPr>
              <a:t>definiran</a:t>
            </a:r>
            <a:r>
              <a:rPr lang="en-US" sz="2000" dirty="0">
                <a:solidFill>
                  <a:srgbClr val="FF0000"/>
                </a:solidFill>
              </a:rPr>
              <a:t> </a:t>
            </a:r>
            <a:r>
              <a:rPr lang="en-US" sz="2000" dirty="0" err="1">
                <a:solidFill>
                  <a:srgbClr val="FF0000"/>
                </a:solidFill>
              </a:rPr>
              <a:t>ključ</a:t>
            </a:r>
            <a:r>
              <a:rPr lang="en-US" sz="2000" dirty="0"/>
              <a:t> in </a:t>
            </a:r>
            <a:r>
              <a:rPr lang="en-US" sz="2000" dirty="0" err="1"/>
              <a:t>določene</a:t>
            </a:r>
            <a:r>
              <a:rPr lang="en-US" sz="2000" dirty="0"/>
              <a:t> </a:t>
            </a:r>
            <a:r>
              <a:rPr lang="en-US" sz="2000" dirty="0" err="1">
                <a:solidFill>
                  <a:srgbClr val="FF0000"/>
                </a:solidFill>
              </a:rPr>
              <a:t>funkcionalne</a:t>
            </a:r>
            <a:r>
              <a:rPr lang="en-US" sz="2000" dirty="0">
                <a:solidFill>
                  <a:srgbClr val="FF0000"/>
                </a:solidFill>
              </a:rPr>
              <a:t> </a:t>
            </a:r>
            <a:r>
              <a:rPr lang="en-US" sz="2000" dirty="0" err="1">
                <a:solidFill>
                  <a:srgbClr val="FF0000"/>
                </a:solidFill>
              </a:rPr>
              <a:t>odvisnosti</a:t>
            </a:r>
            <a:endParaRPr lang="en-US" sz="2000" dirty="0">
              <a:solidFill>
                <a:srgbClr val="FF0000"/>
              </a:solidFill>
            </a:endParaRPr>
          </a:p>
          <a:p>
            <a:pPr>
              <a:lnSpc>
                <a:spcPct val="80000"/>
              </a:lnSpc>
            </a:pPr>
            <a:r>
              <a:rPr lang="en-US" sz="2400" dirty="0"/>
              <a:t>Koraki:</a:t>
            </a:r>
          </a:p>
          <a:p>
            <a:pPr lvl="1">
              <a:lnSpc>
                <a:spcPct val="80000"/>
              </a:lnSpc>
            </a:pPr>
            <a:r>
              <a:rPr lang="en-US" sz="2000" dirty="0" err="1"/>
              <a:t>Eliminiranje</a:t>
            </a:r>
            <a:r>
              <a:rPr lang="en-US" sz="2000" dirty="0"/>
              <a:t> </a:t>
            </a:r>
            <a:r>
              <a:rPr lang="en-US" sz="2000" dirty="0" err="1"/>
              <a:t>ponavljajočih</a:t>
            </a:r>
            <a:r>
              <a:rPr lang="en-US" sz="2000" dirty="0"/>
              <a:t> </a:t>
            </a:r>
            <a:r>
              <a:rPr lang="en-US" sz="2000" dirty="0" err="1"/>
              <a:t>skupin</a:t>
            </a:r>
            <a:r>
              <a:rPr lang="sl-SI" sz="2000" dirty="0"/>
              <a:t> (večvrednostnih sestavljenih atributov)</a:t>
            </a:r>
            <a:endParaRPr lang="en-US" sz="2000" dirty="0"/>
          </a:p>
          <a:p>
            <a:pPr lvl="1">
              <a:lnSpc>
                <a:spcPct val="80000"/>
              </a:lnSpc>
            </a:pPr>
            <a:r>
              <a:rPr lang="en-US" sz="2000" dirty="0" err="1"/>
              <a:t>Določitev</a:t>
            </a:r>
            <a:r>
              <a:rPr lang="en-US" sz="2000" dirty="0"/>
              <a:t> </a:t>
            </a:r>
            <a:r>
              <a:rPr lang="en-US" sz="2000" dirty="0" err="1"/>
              <a:t>funkcionalnih</a:t>
            </a:r>
            <a:r>
              <a:rPr lang="en-US" sz="2000" dirty="0"/>
              <a:t> </a:t>
            </a:r>
            <a:r>
              <a:rPr lang="en-US" sz="2000" dirty="0" err="1"/>
              <a:t>odvisnosti</a:t>
            </a:r>
            <a:endParaRPr lang="en-US" sz="2000" dirty="0"/>
          </a:p>
          <a:p>
            <a:pPr lvl="1">
              <a:lnSpc>
                <a:spcPct val="80000"/>
              </a:lnSpc>
            </a:pPr>
            <a:r>
              <a:rPr lang="en-US" sz="2000" dirty="0" err="1"/>
              <a:t>Določitev</a:t>
            </a:r>
            <a:r>
              <a:rPr lang="en-US" sz="2000" dirty="0"/>
              <a:t> </a:t>
            </a:r>
            <a:r>
              <a:rPr lang="en-US" sz="2000" dirty="0" err="1"/>
              <a:t>ključa</a:t>
            </a:r>
            <a:endParaRPr lang="en-US" sz="2000" dirty="0"/>
          </a:p>
          <a:p>
            <a:pPr>
              <a:lnSpc>
                <a:spcPct val="80000"/>
              </a:lnSpc>
            </a:pPr>
            <a:endParaRPr lang="en-US" sz="240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5" name="AutoShape 2"/>
          <p:cNvSpPr>
            <a:spLocks noGrp="1" noChangeArrowheads="1"/>
          </p:cNvSpPr>
          <p:nvPr>
            <p:ph type="title"/>
          </p:nvPr>
        </p:nvSpPr>
        <p:spPr/>
        <p:txBody>
          <a:bodyPr/>
          <a:lstStyle/>
          <a:p>
            <a:r>
              <a:rPr lang="sl-SI"/>
              <a:t>Primer normalizacije v 1. NO</a:t>
            </a:r>
            <a:endParaRPr lang="en-US"/>
          </a:p>
        </p:txBody>
      </p:sp>
      <p:sp>
        <p:nvSpPr>
          <p:cNvPr id="538626" name="Rectangle 3"/>
          <p:cNvSpPr>
            <a:spLocks noGrp="1" noChangeArrowheads="1"/>
          </p:cNvSpPr>
          <p:nvPr>
            <p:ph type="body" idx="1"/>
          </p:nvPr>
        </p:nvSpPr>
        <p:spPr>
          <a:xfrm>
            <a:off x="838200" y="2362200"/>
            <a:ext cx="7693025" cy="4343400"/>
          </a:xfrm>
        </p:spPr>
        <p:txBody>
          <a:bodyPr/>
          <a:lstStyle/>
          <a:p>
            <a:pPr>
              <a:lnSpc>
                <a:spcPct val="80000"/>
              </a:lnSpc>
              <a:buFont typeface="Wingdings" pitchFamily="2" charset="2"/>
              <a:buNone/>
            </a:pPr>
            <a:r>
              <a:rPr lang="sl-SI" sz="2000"/>
              <a:t>Voznik (ime, priimek, </a:t>
            </a:r>
            <a:r>
              <a:rPr lang="sl-SI" sz="2000" u="sng" err="1"/>
              <a:t>stdov</a:t>
            </a:r>
            <a:r>
              <a:rPr lang="sl-SI" sz="2000"/>
              <a:t>, </a:t>
            </a:r>
            <a:r>
              <a:rPr lang="sl-SI" sz="2000">
                <a:solidFill>
                  <a:srgbClr val="FF0066"/>
                </a:solidFill>
              </a:rPr>
              <a:t>(datum, znesek,davčna)</a:t>
            </a:r>
            <a:r>
              <a:rPr lang="sl-SI" sz="2000"/>
              <a:t>)</a:t>
            </a:r>
          </a:p>
          <a:p>
            <a:pPr>
              <a:lnSpc>
                <a:spcPct val="80000"/>
              </a:lnSpc>
              <a:buFont typeface="Wingdings" pitchFamily="2" charset="2"/>
              <a:buNone/>
            </a:pPr>
            <a:r>
              <a:rPr lang="sl-SI" sz="2000"/>
              <a:t>                                                  </a:t>
            </a:r>
            <a:r>
              <a:rPr lang="en-US" sz="2000"/>
              <a:t>       </a:t>
            </a:r>
            <a:r>
              <a:rPr lang="sl-SI" sz="2000"/>
              <a:t>Prekršek</a:t>
            </a:r>
          </a:p>
          <a:p>
            <a:pPr>
              <a:lnSpc>
                <a:spcPct val="80000"/>
              </a:lnSpc>
            </a:pPr>
            <a:r>
              <a:rPr lang="sl-SI" sz="2400"/>
              <a:t>Odpravimo ponavljajočo skupino:</a:t>
            </a:r>
            <a:br>
              <a:rPr lang="sl-SI" sz="2400"/>
            </a:br>
            <a:r>
              <a:rPr lang="sl-SI" sz="2000"/>
              <a:t>Voznik (ime, priimek, </a:t>
            </a:r>
            <a:r>
              <a:rPr lang="sl-SI" sz="2000" err="1"/>
              <a:t>stdov</a:t>
            </a:r>
            <a:r>
              <a:rPr lang="sl-SI" sz="2000"/>
              <a:t>) </a:t>
            </a:r>
            <a:br>
              <a:rPr lang="sl-SI" sz="2000"/>
            </a:br>
            <a:r>
              <a:rPr lang="sl-SI" sz="2000"/>
              <a:t>Prekršek(datum, znesek,davčna)</a:t>
            </a:r>
          </a:p>
          <a:p>
            <a:pPr>
              <a:lnSpc>
                <a:spcPct val="80000"/>
              </a:lnSpc>
            </a:pPr>
            <a:endParaRPr lang="en-US" sz="2400"/>
          </a:p>
          <a:p>
            <a:pPr>
              <a:lnSpc>
                <a:spcPct val="80000"/>
              </a:lnSpc>
            </a:pPr>
            <a:r>
              <a:rPr lang="sl-SI" sz="2400"/>
              <a:t>Določimo ključe:</a:t>
            </a:r>
            <a:br>
              <a:rPr lang="sl-SI" sz="2400"/>
            </a:br>
            <a:r>
              <a:rPr lang="sl-SI" sz="2000"/>
              <a:t>Voznik (ime, priimek, </a:t>
            </a:r>
            <a:r>
              <a:rPr lang="sl-SI" sz="2000" u="sng" err="1"/>
              <a:t>stdov</a:t>
            </a:r>
            <a:r>
              <a:rPr lang="sl-SI" sz="2000"/>
              <a:t>) </a:t>
            </a:r>
            <a:br>
              <a:rPr lang="sl-SI" sz="2000"/>
            </a:br>
            <a:r>
              <a:rPr lang="sl-SI" sz="2000"/>
              <a:t>Prekršek(</a:t>
            </a:r>
            <a:r>
              <a:rPr lang="en-US" sz="2000" u="sng"/>
              <a:t>#</a:t>
            </a:r>
            <a:r>
              <a:rPr lang="sl-SI" sz="2000" u="sng" err="1"/>
              <a:t>stdov</a:t>
            </a:r>
            <a:r>
              <a:rPr lang="sl-SI" sz="2000" u="sng"/>
              <a:t>, datum</a:t>
            </a:r>
            <a:r>
              <a:rPr lang="sl-SI" sz="2000"/>
              <a:t>, znesek,davčna)</a:t>
            </a:r>
            <a:br>
              <a:rPr lang="sl-SI" sz="2000"/>
            </a:br>
            <a:r>
              <a:rPr lang="sl-SI" sz="2000"/>
              <a:t>Relacijska shema Prekršek vključuje ključ originalne sheme.</a:t>
            </a:r>
          </a:p>
          <a:p>
            <a:pPr>
              <a:lnSpc>
                <a:spcPct val="80000"/>
              </a:lnSpc>
            </a:pPr>
            <a:endParaRPr lang="en-US" sz="2400"/>
          </a:p>
          <a:p>
            <a:pPr>
              <a:lnSpc>
                <a:spcPct val="80000"/>
              </a:lnSpc>
            </a:pPr>
            <a:r>
              <a:rPr lang="en-US" sz="2400" err="1"/>
              <a:t>Dolo</a:t>
            </a:r>
            <a:r>
              <a:rPr lang="sl-SI" sz="2400" err="1"/>
              <a:t>čimo</a:t>
            </a:r>
            <a:r>
              <a:rPr lang="sl-SI" sz="2400"/>
              <a:t> funkcionalne odvisnosti:</a:t>
            </a:r>
            <a:r>
              <a:rPr lang="sl-SI" sz="2000"/>
              <a:t> </a:t>
            </a:r>
            <a:br>
              <a:rPr lang="en-US" sz="2000"/>
            </a:br>
            <a:r>
              <a:rPr lang="sl-SI" sz="2000" err="1"/>
              <a:t>stdov</a:t>
            </a:r>
            <a:r>
              <a:rPr lang="sl-SI" sz="2000"/>
              <a:t> </a:t>
            </a:r>
            <a:r>
              <a:rPr lang="sl-SI" sz="2000">
                <a:sym typeface="Symbol" pitchFamily="18" charset="2"/>
              </a:rPr>
              <a:t> </a:t>
            </a:r>
            <a:r>
              <a:rPr lang="en-US" sz="2000" err="1">
                <a:sym typeface="Symbol" pitchFamily="18" charset="2"/>
              </a:rPr>
              <a:t>ime</a:t>
            </a:r>
            <a:r>
              <a:rPr lang="en-US" sz="2000">
                <a:sym typeface="Symbol" pitchFamily="18" charset="2"/>
              </a:rPr>
              <a:t>, </a:t>
            </a:r>
            <a:r>
              <a:rPr lang="sl-SI" sz="2000" err="1"/>
              <a:t>stdov</a:t>
            </a:r>
            <a:r>
              <a:rPr lang="sl-SI" sz="2000"/>
              <a:t> </a:t>
            </a:r>
            <a:r>
              <a:rPr lang="sl-SI" sz="2000">
                <a:sym typeface="Symbol" pitchFamily="18" charset="2"/>
              </a:rPr>
              <a:t> </a:t>
            </a:r>
            <a:r>
              <a:rPr lang="en-US" sz="2000" err="1">
                <a:sym typeface="Symbol" pitchFamily="18" charset="2"/>
              </a:rPr>
              <a:t>priimek</a:t>
            </a:r>
            <a:r>
              <a:rPr lang="en-US" sz="2000">
                <a:sym typeface="Symbol" pitchFamily="18" charset="2"/>
              </a:rPr>
              <a:t>, </a:t>
            </a:r>
            <a:br>
              <a:rPr lang="sl-SI" sz="2000">
                <a:sym typeface="Symbol" pitchFamily="18" charset="2"/>
              </a:rPr>
            </a:br>
            <a:r>
              <a:rPr lang="en-US" sz="2000" err="1">
                <a:sym typeface="Symbol" pitchFamily="18" charset="2"/>
              </a:rPr>
              <a:t>stdov,datum</a:t>
            </a:r>
            <a:r>
              <a:rPr lang="en-US" sz="2000">
                <a:sym typeface="Symbol" pitchFamily="18" charset="2"/>
              </a:rPr>
              <a:t> </a:t>
            </a:r>
            <a:r>
              <a:rPr lang="sl-SI" sz="2000">
                <a:sym typeface="Symbol" pitchFamily="18" charset="2"/>
              </a:rPr>
              <a:t> </a:t>
            </a:r>
            <a:r>
              <a:rPr lang="en-US" sz="2000" err="1">
                <a:sym typeface="Symbol" pitchFamily="18" charset="2"/>
              </a:rPr>
              <a:t>znesek</a:t>
            </a:r>
            <a:r>
              <a:rPr lang="sl-SI" sz="2000">
                <a:sym typeface="Symbol" pitchFamily="18" charset="2"/>
              </a:rPr>
              <a:t>, </a:t>
            </a:r>
            <a:r>
              <a:rPr lang="sl-SI" sz="2000" err="1">
                <a:sym typeface="Symbol" pitchFamily="18" charset="2"/>
              </a:rPr>
              <a:t>stdov</a:t>
            </a:r>
            <a:r>
              <a:rPr lang="sl-SI" sz="2000">
                <a:sym typeface="Symbol" pitchFamily="18" charset="2"/>
              </a:rPr>
              <a:t>  davčna, </a:t>
            </a:r>
            <a:r>
              <a:rPr lang="sl-SI" sz="2000" err="1">
                <a:sym typeface="Symbol" pitchFamily="18" charset="2"/>
              </a:rPr>
              <a:t>davčna</a:t>
            </a:r>
            <a:r>
              <a:rPr lang="sl-SI" sz="2000">
                <a:sym typeface="Symbol" pitchFamily="18" charset="2"/>
              </a:rPr>
              <a:t>  </a:t>
            </a:r>
            <a:r>
              <a:rPr lang="sl-SI" sz="2000" err="1">
                <a:sym typeface="Symbol" pitchFamily="18" charset="2"/>
              </a:rPr>
              <a:t>stdov</a:t>
            </a:r>
            <a:endParaRPr lang="sl-SI" sz="2000">
              <a:sym typeface="Symbol" pitchFamily="18" charset="2"/>
            </a:endParaRPr>
          </a:p>
          <a:p>
            <a:pPr>
              <a:lnSpc>
                <a:spcPct val="80000"/>
              </a:lnSpc>
              <a:buFont typeface="Wingdings" pitchFamily="2" charset="2"/>
              <a:buNone/>
            </a:pPr>
            <a:endParaRPr lang="sl-SI" sz="2400"/>
          </a:p>
          <a:p>
            <a:pPr>
              <a:lnSpc>
                <a:spcPct val="80000"/>
              </a:lnSpc>
              <a:buFont typeface="Wingdings" pitchFamily="2" charset="2"/>
              <a:buNone/>
            </a:pP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862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86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3" name="AutoShape 2"/>
          <p:cNvSpPr>
            <a:spLocks noGrp="1" noChangeArrowheads="1"/>
          </p:cNvSpPr>
          <p:nvPr>
            <p:ph type="title"/>
          </p:nvPr>
        </p:nvSpPr>
        <p:spPr/>
        <p:txBody>
          <a:bodyPr/>
          <a:lstStyle/>
          <a:p>
            <a:r>
              <a:rPr lang="sl-SI"/>
              <a:t>Druga normalna oblika</a:t>
            </a:r>
            <a:endParaRPr lang="en-US"/>
          </a:p>
        </p:txBody>
      </p:sp>
      <p:sp>
        <p:nvSpPr>
          <p:cNvPr id="540674" name="Rectangle 3"/>
          <p:cNvSpPr>
            <a:spLocks noGrp="1" noChangeArrowheads="1"/>
          </p:cNvSpPr>
          <p:nvPr>
            <p:ph type="body" idx="1"/>
          </p:nvPr>
        </p:nvSpPr>
        <p:spPr>
          <a:xfrm>
            <a:off x="838200" y="2362200"/>
            <a:ext cx="8001000" cy="4114800"/>
          </a:xfrm>
        </p:spPr>
        <p:txBody>
          <a:bodyPr/>
          <a:lstStyle/>
          <a:p>
            <a:pPr eaLnBrk="1" hangingPunct="1">
              <a:lnSpc>
                <a:spcPct val="80000"/>
              </a:lnSpc>
            </a:pPr>
            <a:r>
              <a:rPr lang="sl-SI" sz="2400"/>
              <a:t>Relacija je v drugi normalni obliki:</a:t>
            </a:r>
          </a:p>
          <a:p>
            <a:pPr lvl="1" eaLnBrk="1" hangingPunct="1">
              <a:lnSpc>
                <a:spcPct val="80000"/>
              </a:lnSpc>
            </a:pPr>
            <a:r>
              <a:rPr lang="sl-SI" sz="2000"/>
              <a:t>Če je v prvi normalni obliki</a:t>
            </a:r>
          </a:p>
          <a:p>
            <a:pPr lvl="1" eaLnBrk="1" hangingPunct="1">
              <a:lnSpc>
                <a:spcPct val="80000"/>
              </a:lnSpc>
            </a:pPr>
            <a:r>
              <a:rPr lang="sl-SI" sz="2000">
                <a:solidFill>
                  <a:srgbClr val="FF0000"/>
                </a:solidFill>
              </a:rPr>
              <a:t>Ne vsebuje parcialnih odvisnosti</a:t>
            </a:r>
            <a:r>
              <a:rPr lang="sl-SI" sz="2000"/>
              <a:t>: noben atribut ni funkcionalno odvisen le od dela primarnega ključa, temveč od celotnega ključa</a:t>
            </a:r>
            <a:endParaRPr lang="en-US" sz="2000"/>
          </a:p>
          <a:p>
            <a:pPr lvl="1" eaLnBrk="1" hangingPunct="1">
              <a:lnSpc>
                <a:spcPct val="80000"/>
              </a:lnSpc>
            </a:pPr>
            <a:endParaRPr lang="sl-SI" sz="2000"/>
          </a:p>
          <a:p>
            <a:pPr eaLnBrk="1" hangingPunct="1">
              <a:lnSpc>
                <a:spcPct val="80000"/>
              </a:lnSpc>
            </a:pPr>
            <a:r>
              <a:rPr lang="sl-SI" sz="2400"/>
              <a:t>Nekaj pogostih primerov:</a:t>
            </a:r>
          </a:p>
          <a:p>
            <a:pPr lvl="1" eaLnBrk="1" hangingPunct="1">
              <a:lnSpc>
                <a:spcPct val="80000"/>
              </a:lnSpc>
            </a:pPr>
            <a:r>
              <a:rPr lang="sl-SI" sz="2000"/>
              <a:t>Relacija, katere primarni ključ je sestavljen le iz enega atributa, je v drugi normalni obliki</a:t>
            </a:r>
          </a:p>
          <a:p>
            <a:pPr lvl="1" eaLnBrk="1" hangingPunct="1">
              <a:lnSpc>
                <a:spcPct val="80000"/>
              </a:lnSpc>
            </a:pPr>
            <a:r>
              <a:rPr lang="sl-SI" sz="2000"/>
              <a:t>Relacija, katere primarni ključ je sestavljen iz vseh atributov, je v drugi normalni obliki</a:t>
            </a:r>
            <a:endParaRPr lang="en-US" sz="2000"/>
          </a:p>
          <a:p>
            <a:pPr lvl="1" eaLnBrk="1" hangingPunct="1">
              <a:lnSpc>
                <a:spcPct val="80000"/>
              </a:lnSpc>
            </a:pPr>
            <a:endParaRPr lang="en-US" sz="2400"/>
          </a:p>
          <a:p>
            <a:pPr eaLnBrk="1" hangingPunct="1">
              <a:lnSpc>
                <a:spcPct val="80000"/>
              </a:lnSpc>
            </a:pPr>
            <a:r>
              <a:rPr lang="sl-SI" sz="2400"/>
              <a:t>2. NO je definirana kot pomožna NO za definicijo 3. NO</a:t>
            </a:r>
          </a:p>
          <a:p>
            <a:pPr lvl="1" eaLnBrk="1" hangingPunct="1">
              <a:lnSpc>
                <a:spcPct val="80000"/>
              </a:lnSpc>
              <a:buFontTx/>
              <a:buNone/>
            </a:pPr>
            <a:endParaRPr lang="sl-SI" sz="2000"/>
          </a:p>
          <a:p>
            <a:pPr>
              <a:lnSpc>
                <a:spcPct val="80000"/>
              </a:lnSpc>
            </a:pPr>
            <a:endParaRPr lang="en-US" sz="2400"/>
          </a:p>
        </p:txBody>
      </p:sp>
      <p:sp>
        <p:nvSpPr>
          <p:cNvPr id="4" name="Rounded Rectangular Callout 3"/>
          <p:cNvSpPr/>
          <p:nvPr/>
        </p:nvSpPr>
        <p:spPr bwMode="auto">
          <a:xfrm>
            <a:off x="6553200" y="1295400"/>
            <a:ext cx="2438400" cy="1638300"/>
          </a:xfrm>
          <a:prstGeom prst="wedgeRoundRectCallout">
            <a:avLst>
              <a:gd name="adj1" fmla="val -143937"/>
              <a:gd name="adj2" fmla="val 57167"/>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err="1">
                <a:solidFill>
                  <a:schemeClr val="tx1"/>
                </a:solidFill>
              </a:rPr>
              <a:t>Shema</a:t>
            </a:r>
            <a:r>
              <a:rPr lang="en-US">
                <a:solidFill>
                  <a:schemeClr val="tx1"/>
                </a:solidFill>
              </a:rPr>
              <a:t>: </a:t>
            </a:r>
            <a:r>
              <a:rPr lang="en-US" u="sng">
                <a:solidFill>
                  <a:schemeClr val="tx1"/>
                </a:solidFill>
              </a:rPr>
              <a:t>ABC</a:t>
            </a:r>
            <a:r>
              <a:rPr lang="en-US">
                <a:solidFill>
                  <a:schemeClr val="tx1"/>
                </a:solidFill>
              </a:rPr>
              <a:t>DE	</a:t>
            </a:r>
          </a:p>
          <a:p>
            <a:pPr marL="0" marR="0" indent="0" algn="l" defTabSz="914400" rtl="0" eaLnBrk="1" fontAlgn="base" latinLnBrk="0" hangingPunct="1">
              <a:lnSpc>
                <a:spcPct val="100000"/>
              </a:lnSpc>
              <a:spcBef>
                <a:spcPct val="0"/>
              </a:spcBef>
              <a:spcAft>
                <a:spcPct val="0"/>
              </a:spcAft>
              <a:buClrTx/>
              <a:buSzTx/>
              <a:buFontTx/>
              <a:buNone/>
              <a:tabLst/>
            </a:pPr>
            <a:endParaRPr lang="en-US">
              <a:solidFill>
                <a:schemeClr val="tx1"/>
              </a:solidFill>
            </a:endParaRPr>
          </a:p>
          <a:p>
            <a:pPr marL="0" marR="0" indent="0" algn="l" defTabSz="914400" rtl="0" eaLnBrk="1" fontAlgn="base" latinLnBrk="0" hangingPunct="1">
              <a:lnSpc>
                <a:spcPct val="100000"/>
              </a:lnSpc>
              <a:spcBef>
                <a:spcPct val="0"/>
              </a:spcBef>
              <a:spcAft>
                <a:spcPct val="0"/>
              </a:spcAft>
              <a:buClrTx/>
              <a:buSzTx/>
              <a:buFontTx/>
              <a:buNone/>
              <a:tabLst/>
            </a:pPr>
            <a:r>
              <a:rPr lang="en-US">
                <a:solidFill>
                  <a:schemeClr val="tx1"/>
                </a:solidFill>
              </a:rPr>
              <a:t>ABC</a:t>
            </a:r>
            <a:r>
              <a:rPr lang="sl-SI">
                <a:solidFill>
                  <a:schemeClr val="tx1"/>
                </a:solidFill>
                <a:cs typeface="Times New Roman" pitchFamily="18" charset="0"/>
                <a:sym typeface="Symbol" pitchFamily="18" charset="2"/>
              </a:rPr>
              <a:t> → </a:t>
            </a:r>
            <a:r>
              <a:rPr lang="en-US">
                <a:solidFill>
                  <a:schemeClr val="tx1"/>
                </a:solidFill>
                <a:cs typeface="Times New Roman" pitchFamily="18" charset="0"/>
                <a:sym typeface="Symbol" pitchFamily="18" charset="2"/>
              </a:rPr>
              <a:t>D</a:t>
            </a:r>
          </a:p>
          <a:p>
            <a:pPr marL="0" marR="0" indent="0" algn="l" defTabSz="914400" rtl="0" eaLnBrk="1" fontAlgn="base" latinLnBrk="0" hangingPunct="1">
              <a:lnSpc>
                <a:spcPct val="100000"/>
              </a:lnSpc>
              <a:spcBef>
                <a:spcPct val="0"/>
              </a:spcBef>
              <a:spcAft>
                <a:spcPct val="0"/>
              </a:spcAft>
              <a:buClrTx/>
              <a:buSzTx/>
              <a:buFontTx/>
              <a:buNone/>
              <a:tabLst/>
            </a:pPr>
            <a:r>
              <a:rPr lang="en-US">
                <a:solidFill>
                  <a:schemeClr val="tx1"/>
                </a:solidFill>
              </a:rPr>
              <a:t>ABC</a:t>
            </a:r>
            <a:r>
              <a:rPr lang="sl-SI">
                <a:solidFill>
                  <a:schemeClr val="tx1"/>
                </a:solidFill>
                <a:cs typeface="Times New Roman" pitchFamily="18" charset="0"/>
                <a:sym typeface="Symbol" pitchFamily="18" charset="2"/>
              </a:rPr>
              <a:t> → </a:t>
            </a:r>
            <a:r>
              <a:rPr lang="en-US">
                <a:solidFill>
                  <a:schemeClr val="tx1"/>
                </a:solidFill>
                <a:cs typeface="Times New Roman" pitchFamily="18" charset="0"/>
                <a:sym typeface="Symbol" pitchFamily="18" charset="2"/>
              </a:rPr>
              <a:t>E</a:t>
            </a:r>
          </a:p>
          <a:p>
            <a:pPr marL="0" marR="0" indent="0" algn="l" defTabSz="914400" rtl="0" eaLnBrk="1" fontAlgn="base" latinLnBrk="0" hangingPunct="1">
              <a:lnSpc>
                <a:spcPct val="100000"/>
              </a:lnSpc>
              <a:spcBef>
                <a:spcPct val="0"/>
              </a:spcBef>
              <a:spcAft>
                <a:spcPct val="0"/>
              </a:spcAft>
              <a:buClrTx/>
              <a:buSzTx/>
              <a:buFontTx/>
              <a:buNone/>
              <a:tabLst/>
            </a:pPr>
            <a:r>
              <a:rPr lang="en-US">
                <a:solidFill>
                  <a:schemeClr val="tx1"/>
                </a:solidFill>
              </a:rPr>
              <a:t>B</a:t>
            </a:r>
            <a:r>
              <a:rPr lang="sl-SI">
                <a:solidFill>
                  <a:schemeClr val="tx1"/>
                </a:solidFill>
                <a:cs typeface="Times New Roman" pitchFamily="18" charset="0"/>
                <a:sym typeface="Symbol" pitchFamily="18" charset="2"/>
              </a:rPr>
              <a:t> → </a:t>
            </a:r>
            <a:r>
              <a:rPr lang="en-US">
                <a:solidFill>
                  <a:schemeClr val="tx1"/>
                </a:solidFill>
                <a:cs typeface="Times New Roman" pitchFamily="18" charset="0"/>
                <a:sym typeface="Symbol" pitchFamily="18" charset="2"/>
              </a:rPr>
              <a:t>E	</a:t>
            </a:r>
            <a:r>
              <a:rPr lang="en-US" err="1">
                <a:solidFill>
                  <a:schemeClr val="tx1"/>
                </a:solidFill>
                <a:cs typeface="Times New Roman" pitchFamily="18" charset="0"/>
                <a:sym typeface="Symbol" pitchFamily="18" charset="2"/>
              </a:rPr>
              <a:t>parcialna</a:t>
            </a:r>
            <a:endParaRPr lang="en-US">
              <a:solidFill>
                <a:schemeClr val="tx1"/>
              </a:solidFill>
              <a:cs typeface="Times New Roman" pitchFamily="18" charset="0"/>
              <a:sym typeface="Symbol" pitchFamily="18" charset="2"/>
            </a:endParaRPr>
          </a:p>
          <a:p>
            <a:endParaRPr lang="en-US">
              <a:solidFill>
                <a:schemeClr val="tx1"/>
              </a:solidFill>
            </a:endParaRPr>
          </a:p>
          <a:p>
            <a:pPr marL="0" marR="0" indent="0" algn="l" defTabSz="914400" rtl="0" eaLnBrk="1" fontAlgn="base" latinLnBrk="0" hangingPunct="1">
              <a:lnSpc>
                <a:spcPct val="100000"/>
              </a:lnSpc>
              <a:spcBef>
                <a:spcPct val="0"/>
              </a:spcBef>
              <a:spcAft>
                <a:spcPct val="0"/>
              </a:spcAft>
              <a:buClrTx/>
              <a:buSzTx/>
              <a:buFontTx/>
              <a:buNone/>
              <a:tabLst/>
            </a:pPr>
            <a:endParaRPr lang="en-US">
              <a:solidFill>
                <a:schemeClr val="tx1"/>
              </a:solidFill>
            </a:endParaRPr>
          </a:p>
          <a:p>
            <a:pPr marL="0" marR="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rebuchet MS" pitchFamily="34" charset="0"/>
              </a:rPr>
              <a:t>		</a:t>
            </a:r>
            <a:endParaRPr kumimoji="0" lang="sl-SI" sz="1800" b="1" i="0" u="none" strike="noStrike" cap="none" normalizeH="0" baseline="0">
              <a:ln>
                <a:noFill/>
              </a:ln>
              <a:solidFill>
                <a:schemeClr val="tx1"/>
              </a:solidFill>
              <a:effectLst/>
              <a:latin typeface="Trebuchet MS"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1" name="AutoShape 2"/>
          <p:cNvSpPr>
            <a:spLocks noGrp="1" noChangeArrowheads="1"/>
          </p:cNvSpPr>
          <p:nvPr>
            <p:ph type="title"/>
          </p:nvPr>
        </p:nvSpPr>
        <p:spPr/>
        <p:txBody>
          <a:bodyPr/>
          <a:lstStyle/>
          <a:p>
            <a:r>
              <a:rPr lang="sl-SI"/>
              <a:t>Primer normalizacije v 2. NO</a:t>
            </a:r>
            <a:endParaRPr lang="en-US"/>
          </a:p>
        </p:txBody>
      </p:sp>
      <p:sp>
        <p:nvSpPr>
          <p:cNvPr id="542722" name="Rectangle 3"/>
          <p:cNvSpPr>
            <a:spLocks noGrp="1" noChangeArrowheads="1"/>
          </p:cNvSpPr>
          <p:nvPr>
            <p:ph type="body" idx="1"/>
          </p:nvPr>
        </p:nvSpPr>
        <p:spPr>
          <a:xfrm>
            <a:off x="838200" y="2362200"/>
            <a:ext cx="7772400" cy="3724275"/>
          </a:xfrm>
        </p:spPr>
        <p:txBody>
          <a:bodyPr/>
          <a:lstStyle/>
          <a:p>
            <a:r>
              <a:rPr lang="sl-SI" sz="2000"/>
              <a:t>Voznik (ime, priimek, </a:t>
            </a:r>
            <a:r>
              <a:rPr lang="sl-SI" sz="2000" u="sng" err="1"/>
              <a:t>stdov</a:t>
            </a:r>
            <a:r>
              <a:rPr lang="sl-SI" sz="2000"/>
              <a:t>) </a:t>
            </a:r>
            <a:br>
              <a:rPr lang="sl-SI" sz="2000"/>
            </a:br>
            <a:r>
              <a:rPr lang="sl-SI" sz="1800" err="1"/>
              <a:t>stdov</a:t>
            </a:r>
            <a:r>
              <a:rPr lang="sl-SI" sz="1800"/>
              <a:t> </a:t>
            </a:r>
            <a:r>
              <a:rPr lang="sl-SI" sz="1800">
                <a:sym typeface="Symbol" pitchFamily="18" charset="2"/>
              </a:rPr>
              <a:t> </a:t>
            </a:r>
            <a:r>
              <a:rPr lang="en-US" sz="1800" err="1">
                <a:sym typeface="Symbol" pitchFamily="18" charset="2"/>
              </a:rPr>
              <a:t>ime</a:t>
            </a:r>
            <a:r>
              <a:rPr lang="en-US" sz="1800">
                <a:sym typeface="Symbol" pitchFamily="18" charset="2"/>
              </a:rPr>
              <a:t>, </a:t>
            </a:r>
            <a:r>
              <a:rPr lang="sl-SI" sz="1800" err="1"/>
              <a:t>stdov</a:t>
            </a:r>
            <a:r>
              <a:rPr lang="sl-SI" sz="1800"/>
              <a:t> </a:t>
            </a:r>
            <a:r>
              <a:rPr lang="sl-SI" sz="1800">
                <a:sym typeface="Symbol" pitchFamily="18" charset="2"/>
              </a:rPr>
              <a:t> </a:t>
            </a:r>
            <a:r>
              <a:rPr lang="en-US" sz="1800" err="1">
                <a:sym typeface="Symbol" pitchFamily="18" charset="2"/>
              </a:rPr>
              <a:t>priimek</a:t>
            </a:r>
            <a:endParaRPr lang="sl-SI" sz="1800">
              <a:sym typeface="Symbol" pitchFamily="18" charset="2"/>
            </a:endParaRPr>
          </a:p>
          <a:p>
            <a:r>
              <a:rPr lang="sl-SI" sz="2000"/>
              <a:t>Prekršek(</a:t>
            </a:r>
            <a:r>
              <a:rPr lang="sl-SI" sz="2000" u="sng" err="1"/>
              <a:t>stdov</a:t>
            </a:r>
            <a:r>
              <a:rPr lang="sl-SI" sz="2000" u="sng"/>
              <a:t>, datum</a:t>
            </a:r>
            <a:r>
              <a:rPr lang="sl-SI" sz="2000"/>
              <a:t>, znesek, davčna)</a:t>
            </a:r>
            <a:br>
              <a:rPr lang="sl-SI" sz="2000"/>
            </a:br>
            <a:r>
              <a:rPr lang="en-US" sz="1800" err="1">
                <a:sym typeface="Symbol" pitchFamily="18" charset="2"/>
              </a:rPr>
              <a:t>stdov,datum</a:t>
            </a:r>
            <a:r>
              <a:rPr lang="en-US" sz="1800">
                <a:sym typeface="Symbol" pitchFamily="18" charset="2"/>
              </a:rPr>
              <a:t>  </a:t>
            </a:r>
            <a:r>
              <a:rPr lang="en-US" sz="1800" err="1">
                <a:sym typeface="Symbol" pitchFamily="18" charset="2"/>
              </a:rPr>
              <a:t>znesek</a:t>
            </a:r>
            <a:r>
              <a:rPr lang="en-US" sz="1800">
                <a:sym typeface="Symbol" pitchFamily="18" charset="2"/>
              </a:rPr>
              <a:t>, </a:t>
            </a:r>
            <a:r>
              <a:rPr lang="en-US" sz="1800" err="1">
                <a:sym typeface="Symbol" pitchFamily="18" charset="2"/>
              </a:rPr>
              <a:t>stdov</a:t>
            </a:r>
            <a:r>
              <a:rPr lang="en-US" sz="1800">
                <a:sym typeface="Symbol" pitchFamily="18" charset="2"/>
              </a:rPr>
              <a:t>  </a:t>
            </a:r>
            <a:r>
              <a:rPr lang="en-US" sz="1800" err="1">
                <a:sym typeface="Symbol" pitchFamily="18" charset="2"/>
              </a:rPr>
              <a:t>davčna</a:t>
            </a:r>
            <a:r>
              <a:rPr lang="en-US" sz="1800">
                <a:sym typeface="Symbol" pitchFamily="18" charset="2"/>
              </a:rPr>
              <a:t>, </a:t>
            </a:r>
            <a:r>
              <a:rPr lang="en-US" sz="1800" err="1">
                <a:sym typeface="Symbol" pitchFamily="18" charset="2"/>
              </a:rPr>
              <a:t>davčna</a:t>
            </a:r>
            <a:r>
              <a:rPr lang="en-US" sz="1800">
                <a:sym typeface="Symbol" pitchFamily="18" charset="2"/>
              </a:rPr>
              <a:t>  </a:t>
            </a:r>
            <a:r>
              <a:rPr lang="en-US" sz="1800" err="1">
                <a:sym typeface="Symbol" pitchFamily="18" charset="2"/>
              </a:rPr>
              <a:t>stdov</a:t>
            </a:r>
            <a:endParaRPr lang="sl-SI" sz="1800">
              <a:sym typeface="Symbol" pitchFamily="18" charset="2"/>
            </a:endParaRPr>
          </a:p>
          <a:p>
            <a:r>
              <a:rPr lang="sl-SI" sz="2000">
                <a:sym typeface="Symbol" pitchFamily="18" charset="2"/>
              </a:rPr>
              <a:t>Postopek normalizacije: problematične </a:t>
            </a:r>
            <a:r>
              <a:rPr lang="sl-SI" sz="2000" err="1">
                <a:sym typeface="Symbol" pitchFamily="18" charset="2"/>
              </a:rPr>
              <a:t>neosnovne</a:t>
            </a:r>
            <a:r>
              <a:rPr lang="sl-SI" sz="2000">
                <a:sym typeface="Symbol" pitchFamily="18" charset="2"/>
              </a:rPr>
              <a:t> atribute (tiste, ki niso del ključa) in so delno odvisni od njega prenesemo v novo tabelo in dodamo še dele ključa, od katerih so odvisni</a:t>
            </a:r>
          </a:p>
          <a:p>
            <a:r>
              <a:rPr lang="sl-SI" sz="2000"/>
              <a:t>Prekršek(</a:t>
            </a:r>
            <a:r>
              <a:rPr lang="sl-SI" sz="2000" u="sng" err="1"/>
              <a:t>stdov</a:t>
            </a:r>
            <a:r>
              <a:rPr lang="sl-SI" sz="2000" u="sng"/>
              <a:t>, datum</a:t>
            </a:r>
            <a:r>
              <a:rPr lang="sl-SI" sz="2000"/>
              <a:t>, znesek)</a:t>
            </a:r>
            <a:br>
              <a:rPr lang="sl-SI" sz="2000"/>
            </a:br>
            <a:r>
              <a:rPr lang="en-US" sz="1800" err="1">
                <a:sym typeface="Symbol" pitchFamily="18" charset="2"/>
              </a:rPr>
              <a:t>stdov,datum</a:t>
            </a:r>
            <a:r>
              <a:rPr lang="en-US" sz="1800">
                <a:sym typeface="Symbol" pitchFamily="18" charset="2"/>
              </a:rPr>
              <a:t>  </a:t>
            </a:r>
            <a:r>
              <a:rPr lang="en-US" sz="1800" err="1">
                <a:sym typeface="Symbol" pitchFamily="18" charset="2"/>
              </a:rPr>
              <a:t>znesek</a:t>
            </a:r>
            <a:r>
              <a:rPr lang="en-US" sz="1800">
                <a:sym typeface="Symbol" pitchFamily="18" charset="2"/>
              </a:rPr>
              <a:t>, </a:t>
            </a:r>
            <a:endParaRPr lang="sl-SI" sz="1800">
              <a:sym typeface="Symbol" pitchFamily="18" charset="2"/>
            </a:endParaRPr>
          </a:p>
          <a:p>
            <a:r>
              <a:rPr lang="sl-SI" sz="2000"/>
              <a:t>Davek(</a:t>
            </a:r>
            <a:r>
              <a:rPr lang="sl-SI" sz="2000" u="sng" err="1"/>
              <a:t>stdov</a:t>
            </a:r>
            <a:r>
              <a:rPr lang="sl-SI" sz="2000"/>
              <a:t>, davčna)</a:t>
            </a:r>
            <a:br>
              <a:rPr lang="sl-SI" sz="2000"/>
            </a:br>
            <a:r>
              <a:rPr lang="en-US" sz="1800" err="1">
                <a:sym typeface="Symbol" pitchFamily="18" charset="2"/>
              </a:rPr>
              <a:t>stdov</a:t>
            </a:r>
            <a:r>
              <a:rPr lang="en-US" sz="1800">
                <a:sym typeface="Symbol" pitchFamily="18" charset="2"/>
              </a:rPr>
              <a:t>  </a:t>
            </a:r>
            <a:r>
              <a:rPr lang="en-US" sz="1800" err="1">
                <a:sym typeface="Symbol" pitchFamily="18" charset="2"/>
              </a:rPr>
              <a:t>davčna</a:t>
            </a:r>
            <a:r>
              <a:rPr lang="en-US" sz="1800">
                <a:sym typeface="Symbol" pitchFamily="18" charset="2"/>
              </a:rPr>
              <a:t>, </a:t>
            </a:r>
            <a:r>
              <a:rPr lang="en-US" sz="1800" err="1">
                <a:sym typeface="Symbol" pitchFamily="18" charset="2"/>
              </a:rPr>
              <a:t>davčna</a:t>
            </a:r>
            <a:r>
              <a:rPr lang="en-US" sz="1800">
                <a:sym typeface="Symbol" pitchFamily="18" charset="2"/>
              </a:rPr>
              <a:t>  </a:t>
            </a:r>
            <a:r>
              <a:rPr lang="en-US" sz="1800" err="1">
                <a:sym typeface="Symbol" pitchFamily="18" charset="2"/>
              </a:rPr>
              <a:t>stdov</a:t>
            </a:r>
            <a:endParaRPr lang="sl-SI" sz="1800">
              <a:sym typeface="Symbol" pitchFamily="18" charset="2"/>
            </a:endParaRPr>
          </a:p>
          <a:p>
            <a:endParaRPr lang="en-US" sz="2000">
              <a:sym typeface="Symbol" pitchFamily="18" charset="2"/>
            </a:endParaRPr>
          </a:p>
          <a:p>
            <a:endParaRPr lang="en-US" sz="2400"/>
          </a:p>
        </p:txBody>
      </p:sp>
      <p:sp>
        <p:nvSpPr>
          <p:cNvPr id="542723" name="Text Box 4"/>
          <p:cNvSpPr txBox="1">
            <a:spLocks noChangeArrowheads="1"/>
          </p:cNvSpPr>
          <p:nvPr/>
        </p:nvSpPr>
        <p:spPr bwMode="auto">
          <a:xfrm>
            <a:off x="4648200" y="2362200"/>
            <a:ext cx="777875" cy="762000"/>
          </a:xfrm>
          <a:prstGeom prst="rect">
            <a:avLst/>
          </a:prstGeom>
          <a:noFill/>
          <a:ln w="9525">
            <a:noFill/>
            <a:miter lim="800000"/>
            <a:headEnd/>
            <a:tailEnd/>
          </a:ln>
        </p:spPr>
        <p:txBody>
          <a:bodyPr>
            <a:spAutoFit/>
          </a:bodyPr>
          <a:lstStyle/>
          <a:p>
            <a:r>
              <a:rPr lang="en-US" sz="4400">
                <a:solidFill>
                  <a:srgbClr val="FF0066"/>
                </a:solidFill>
                <a:sym typeface="Wingdings" pitchFamily="2" charset="2"/>
              </a:rPr>
              <a:t></a:t>
            </a:r>
          </a:p>
        </p:txBody>
      </p:sp>
      <p:sp>
        <p:nvSpPr>
          <p:cNvPr id="542724" name="Text Box 5"/>
          <p:cNvSpPr txBox="1">
            <a:spLocks noChangeArrowheads="1"/>
          </p:cNvSpPr>
          <p:nvPr/>
        </p:nvSpPr>
        <p:spPr bwMode="auto">
          <a:xfrm>
            <a:off x="7315200" y="2971800"/>
            <a:ext cx="539750" cy="762000"/>
          </a:xfrm>
          <a:prstGeom prst="rect">
            <a:avLst/>
          </a:prstGeom>
          <a:noFill/>
          <a:ln w="9525">
            <a:noFill/>
            <a:miter lim="800000"/>
            <a:headEnd/>
            <a:tailEnd/>
          </a:ln>
        </p:spPr>
        <p:txBody>
          <a:bodyPr wrap="none">
            <a:spAutoFit/>
          </a:bodyPr>
          <a:lstStyle/>
          <a:p>
            <a:r>
              <a:rPr lang="en-US" sz="4400">
                <a:solidFill>
                  <a:srgbClr val="FF0066"/>
                </a:solidFill>
                <a:sym typeface="Wingdings" pitchFamily="2" charset="2"/>
              </a:rPr>
              <a:t></a:t>
            </a:r>
          </a:p>
        </p:txBody>
      </p:sp>
      <p:sp>
        <p:nvSpPr>
          <p:cNvPr id="542725" name="Text Box 6"/>
          <p:cNvSpPr txBox="1">
            <a:spLocks noChangeArrowheads="1"/>
          </p:cNvSpPr>
          <p:nvPr/>
        </p:nvSpPr>
        <p:spPr bwMode="auto">
          <a:xfrm>
            <a:off x="5257800" y="4648200"/>
            <a:ext cx="777875" cy="762000"/>
          </a:xfrm>
          <a:prstGeom prst="rect">
            <a:avLst/>
          </a:prstGeom>
          <a:noFill/>
          <a:ln w="9525">
            <a:noFill/>
            <a:miter lim="800000"/>
            <a:headEnd/>
            <a:tailEnd/>
          </a:ln>
        </p:spPr>
        <p:txBody>
          <a:bodyPr>
            <a:spAutoFit/>
          </a:bodyPr>
          <a:lstStyle/>
          <a:p>
            <a:r>
              <a:rPr lang="en-US" sz="4400">
                <a:solidFill>
                  <a:srgbClr val="FF0066"/>
                </a:solidFill>
                <a:sym typeface="Wingdings" pitchFamily="2" charset="2"/>
              </a:rPr>
              <a:t></a:t>
            </a:r>
          </a:p>
        </p:txBody>
      </p:sp>
      <p:sp>
        <p:nvSpPr>
          <p:cNvPr id="542726" name="Text Box 7"/>
          <p:cNvSpPr txBox="1">
            <a:spLocks noChangeArrowheads="1"/>
          </p:cNvSpPr>
          <p:nvPr/>
        </p:nvSpPr>
        <p:spPr bwMode="auto">
          <a:xfrm>
            <a:off x="5334000" y="5410200"/>
            <a:ext cx="777875" cy="762000"/>
          </a:xfrm>
          <a:prstGeom prst="rect">
            <a:avLst/>
          </a:prstGeom>
          <a:noFill/>
          <a:ln w="9525">
            <a:noFill/>
            <a:miter lim="800000"/>
            <a:headEnd/>
            <a:tailEnd/>
          </a:ln>
        </p:spPr>
        <p:txBody>
          <a:bodyPr>
            <a:spAutoFit/>
          </a:bodyPr>
          <a:lstStyle/>
          <a:p>
            <a:r>
              <a:rPr lang="en-US" sz="4400">
                <a:solidFill>
                  <a:srgbClr val="FF0066"/>
                </a:solidFill>
                <a:sym typeface="Wingdings" pitchFamily="2"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27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p:bldP spid="542724" grpId="0"/>
      <p:bldP spid="542725" grpId="0"/>
      <p:bldP spid="542726" grpId="0"/>
    </p:bld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69" name="AutoShape 2"/>
          <p:cNvSpPr>
            <a:spLocks noGrp="1" noChangeArrowheads="1"/>
          </p:cNvSpPr>
          <p:nvPr>
            <p:ph type="title"/>
          </p:nvPr>
        </p:nvSpPr>
        <p:spPr/>
        <p:txBody>
          <a:bodyPr/>
          <a:lstStyle/>
          <a:p>
            <a:r>
              <a:rPr lang="sl-SI"/>
              <a:t>Tretja normalna oblika</a:t>
            </a:r>
            <a:endParaRPr lang="en-US"/>
          </a:p>
        </p:txBody>
      </p:sp>
      <p:sp>
        <p:nvSpPr>
          <p:cNvPr id="544770" name="Rectangle 3"/>
          <p:cNvSpPr>
            <a:spLocks noGrp="1" noChangeArrowheads="1"/>
          </p:cNvSpPr>
          <p:nvPr>
            <p:ph type="body" idx="1"/>
          </p:nvPr>
        </p:nvSpPr>
        <p:spPr/>
        <p:txBody>
          <a:bodyPr/>
          <a:lstStyle/>
          <a:p>
            <a:pPr eaLnBrk="1" hangingPunct="1">
              <a:lnSpc>
                <a:spcPct val="90000"/>
              </a:lnSpc>
            </a:pPr>
            <a:r>
              <a:rPr lang="sl-SI" sz="2000"/>
              <a:t>Relacija je v tretji normalni obliki</a:t>
            </a:r>
            <a:br>
              <a:rPr lang="en-US" sz="2000"/>
            </a:br>
            <a:r>
              <a:rPr lang="sl-SI" sz="2000"/>
              <a:t>(tradicionalna definicija):</a:t>
            </a:r>
          </a:p>
          <a:p>
            <a:pPr lvl="1" eaLnBrk="1" hangingPunct="1">
              <a:lnSpc>
                <a:spcPct val="90000"/>
              </a:lnSpc>
            </a:pPr>
            <a:r>
              <a:rPr lang="sl-SI" sz="1800"/>
              <a:t>Če je v drugi normalni obliki</a:t>
            </a:r>
          </a:p>
          <a:p>
            <a:pPr lvl="1" eaLnBrk="1" hangingPunct="1">
              <a:lnSpc>
                <a:spcPct val="90000"/>
              </a:lnSpc>
            </a:pPr>
            <a:r>
              <a:rPr lang="sl-SI" sz="1800"/>
              <a:t>Če </a:t>
            </a:r>
            <a:r>
              <a:rPr lang="sl-SI" sz="1800">
                <a:solidFill>
                  <a:srgbClr val="FF0000"/>
                </a:solidFill>
              </a:rPr>
              <a:t>ne vsebuje tranzitivnih funkcionalnih odvisnosti</a:t>
            </a:r>
            <a:r>
              <a:rPr lang="sl-SI" sz="1800"/>
              <a:t>: ni funkcionalnih odvisnosti med atributi, ki niso del primarnega ključa oz. ne obstaja atribut, ki ni del primarnega ključa, ki bi bil funkcionalno odvisen od drugega atributa, ki ravno tako ni del primarnega ključa</a:t>
            </a:r>
          </a:p>
          <a:p>
            <a:pPr eaLnBrk="1" hangingPunct="1">
              <a:lnSpc>
                <a:spcPct val="90000"/>
              </a:lnSpc>
            </a:pPr>
            <a:r>
              <a:rPr lang="sl-SI" sz="2000"/>
              <a:t>Nekaj pogostih primerov: </a:t>
            </a:r>
          </a:p>
          <a:p>
            <a:pPr lvl="1" eaLnBrk="1" hangingPunct="1">
              <a:lnSpc>
                <a:spcPct val="90000"/>
              </a:lnSpc>
            </a:pPr>
            <a:r>
              <a:rPr lang="sl-SI" sz="1800"/>
              <a:t>Relacija, katere primarni ključ je sestavljen iz vseh atributov, je v tretji normalni obliki</a:t>
            </a:r>
          </a:p>
          <a:p>
            <a:pPr lvl="1" eaLnBrk="1" hangingPunct="1">
              <a:lnSpc>
                <a:spcPct val="90000"/>
              </a:lnSpc>
            </a:pPr>
            <a:r>
              <a:rPr lang="sl-SI" sz="1800"/>
              <a:t>Relacija, kjer le en atribut izmed vseh ni del primarnega ključa, je v tretji normalni obliki</a:t>
            </a:r>
          </a:p>
          <a:p>
            <a:pPr>
              <a:lnSpc>
                <a:spcPct val="90000"/>
              </a:lnSpc>
            </a:pPr>
            <a:endParaRPr lang="en-US" sz="2000"/>
          </a:p>
        </p:txBody>
      </p:sp>
      <p:grpSp>
        <p:nvGrpSpPr>
          <p:cNvPr id="2" name="Group 16"/>
          <p:cNvGrpSpPr/>
          <p:nvPr/>
        </p:nvGrpSpPr>
        <p:grpSpPr>
          <a:xfrm>
            <a:off x="6477000" y="1524000"/>
            <a:ext cx="2481615" cy="1638300"/>
            <a:chOff x="5943600" y="1704975"/>
            <a:chExt cx="2481615" cy="1638300"/>
          </a:xfrm>
        </p:grpSpPr>
        <p:sp>
          <p:nvSpPr>
            <p:cNvPr id="5" name="Rounded Rectangular Callout 4"/>
            <p:cNvSpPr/>
            <p:nvPr/>
          </p:nvSpPr>
          <p:spPr bwMode="auto">
            <a:xfrm>
              <a:off x="5943600" y="1704975"/>
              <a:ext cx="2438400" cy="1638300"/>
            </a:xfrm>
            <a:prstGeom prst="wedgeRoundRectCallout">
              <a:avLst>
                <a:gd name="adj1" fmla="val -137687"/>
                <a:gd name="adj2" fmla="val 60655"/>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solidFill>
                    <a:schemeClr val="tx1"/>
                  </a:solidFill>
                </a:rPr>
                <a:t>PK:		D</a:t>
              </a:r>
            </a:p>
            <a:p>
              <a:pPr marL="0" marR="0" indent="0" algn="l" defTabSz="914400" rtl="0" eaLnBrk="1" fontAlgn="base" latinLnBrk="0" hangingPunct="1">
                <a:lnSpc>
                  <a:spcPct val="100000"/>
                </a:lnSpc>
                <a:spcBef>
                  <a:spcPct val="0"/>
                </a:spcBef>
                <a:spcAft>
                  <a:spcPct val="0"/>
                </a:spcAft>
                <a:buClrTx/>
                <a:buSzTx/>
                <a:buFontTx/>
                <a:buNone/>
                <a:tabLst/>
              </a:pPr>
              <a:endParaRPr lang="en-US">
                <a:solidFill>
                  <a:schemeClr val="tx1"/>
                </a:solidFill>
              </a:endParaRPr>
            </a:p>
            <a:p>
              <a:pPr marL="0" marR="0" indent="0" algn="l" defTabSz="914400" rtl="0" eaLnBrk="1" fontAlgn="base" latinLnBrk="0" hangingPunct="1">
                <a:lnSpc>
                  <a:spcPct val="100000"/>
                </a:lnSpc>
                <a:spcBef>
                  <a:spcPct val="0"/>
                </a:spcBef>
                <a:spcAft>
                  <a:spcPct val="0"/>
                </a:spcAft>
                <a:buClrTx/>
                <a:buSzTx/>
                <a:buFontTx/>
                <a:buNone/>
                <a:tabLst/>
              </a:pPr>
              <a:r>
                <a:rPr lang="en-US" u="sng">
                  <a:solidFill>
                    <a:schemeClr val="tx1"/>
                  </a:solidFill>
                </a:rPr>
                <a:t>ABC</a:t>
              </a:r>
            </a:p>
            <a:p>
              <a:pPr marL="0" marR="0" indent="0" algn="l" defTabSz="914400" rtl="0" eaLnBrk="1" fontAlgn="base" latinLnBrk="0" hangingPunct="1">
                <a:lnSpc>
                  <a:spcPct val="100000"/>
                </a:lnSpc>
                <a:spcBef>
                  <a:spcPct val="0"/>
                </a:spcBef>
                <a:spcAft>
                  <a:spcPct val="0"/>
                </a:spcAft>
                <a:buClrTx/>
                <a:buSzTx/>
                <a:buFontTx/>
                <a:buNone/>
                <a:tabLst/>
              </a:pPr>
              <a:endParaRPr lang="en-US">
                <a:solidFill>
                  <a:schemeClr val="tx1"/>
                </a:solidFill>
              </a:endParaRPr>
            </a:p>
            <a:p>
              <a:pPr marL="0" marR="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rebuchet MS" pitchFamily="34" charset="0"/>
                </a:rPr>
                <a:t>		E</a:t>
              </a:r>
              <a:endParaRPr kumimoji="0" lang="sl-SI" sz="1800" b="1" i="0" u="none" strike="noStrike" cap="none" normalizeH="0" baseline="0">
                <a:ln>
                  <a:noFill/>
                </a:ln>
                <a:solidFill>
                  <a:schemeClr val="tx1"/>
                </a:solidFill>
                <a:effectLst/>
                <a:latin typeface="Trebuchet MS" pitchFamily="34" charset="0"/>
              </a:endParaRPr>
            </a:p>
          </p:txBody>
        </p:sp>
        <p:cxnSp>
          <p:nvCxnSpPr>
            <p:cNvPr id="6" name="Straight Arrow Connector 5"/>
            <p:cNvCxnSpPr/>
            <p:nvPr/>
          </p:nvCxnSpPr>
          <p:spPr bwMode="auto">
            <a:xfrm flipV="1">
              <a:off x="6419850" y="1990725"/>
              <a:ext cx="1524000" cy="43815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 name="Straight Arrow Connector 6"/>
            <p:cNvCxnSpPr/>
            <p:nvPr/>
          </p:nvCxnSpPr>
          <p:spPr bwMode="auto">
            <a:xfrm>
              <a:off x="6438900" y="2619375"/>
              <a:ext cx="1485900" cy="40005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8" name="Straight Arrow Connector 7"/>
            <p:cNvCxnSpPr/>
            <p:nvPr/>
          </p:nvCxnSpPr>
          <p:spPr bwMode="auto">
            <a:xfrm rot="16200000" flipH="1">
              <a:off x="7562850" y="2486025"/>
              <a:ext cx="857250" cy="1905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9" name="TextBox 8"/>
            <p:cNvSpPr txBox="1"/>
            <p:nvPr/>
          </p:nvSpPr>
          <p:spPr>
            <a:xfrm>
              <a:off x="7600950" y="2162175"/>
              <a:ext cx="824265" cy="584775"/>
            </a:xfrm>
            <a:prstGeom prst="rect">
              <a:avLst/>
            </a:prstGeom>
            <a:noFill/>
          </p:spPr>
          <p:txBody>
            <a:bodyPr wrap="none" rtlCol="0">
              <a:spAutoFit/>
            </a:bodyPr>
            <a:lstStyle/>
            <a:p>
              <a:r>
                <a:rPr lang="en-US" sz="1600" err="1">
                  <a:solidFill>
                    <a:schemeClr val="tx1"/>
                  </a:solidFill>
                </a:rPr>
                <a:t>tranzi</a:t>
              </a:r>
              <a:r>
                <a:rPr lang="en-US" sz="1600">
                  <a:solidFill>
                    <a:schemeClr val="tx1"/>
                  </a:solidFill>
                </a:rPr>
                <a:t>-</a:t>
              </a:r>
            </a:p>
            <a:p>
              <a:r>
                <a:rPr lang="en-US" sz="1600" err="1">
                  <a:solidFill>
                    <a:schemeClr val="tx1"/>
                  </a:solidFill>
                </a:rPr>
                <a:t>tivna</a:t>
              </a:r>
              <a:endParaRPr lang="sl-SI" sz="160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09" name="AutoShape 2"/>
          <p:cNvSpPr>
            <a:spLocks noGrp="1" noChangeArrowheads="1"/>
          </p:cNvSpPr>
          <p:nvPr>
            <p:ph type="title"/>
          </p:nvPr>
        </p:nvSpPr>
        <p:spPr/>
        <p:txBody>
          <a:bodyPr/>
          <a:lstStyle/>
          <a:p>
            <a:r>
              <a:rPr lang="sl-SI"/>
              <a:t>Tretja normalna oblika</a:t>
            </a:r>
            <a:endParaRPr lang="en-US"/>
          </a:p>
        </p:txBody>
      </p:sp>
      <p:sp>
        <p:nvSpPr>
          <p:cNvPr id="555010" name="Rectangle 3"/>
          <p:cNvSpPr>
            <a:spLocks noGrp="1" noChangeArrowheads="1"/>
          </p:cNvSpPr>
          <p:nvPr>
            <p:ph type="body" idx="1"/>
          </p:nvPr>
        </p:nvSpPr>
        <p:spPr/>
        <p:txBody>
          <a:bodyPr/>
          <a:lstStyle/>
          <a:p>
            <a:pPr marL="533400" indent="-533400"/>
            <a:r>
              <a:rPr lang="sl-SI" sz="2400"/>
              <a:t>Relacija je v 3. NO (formalna definicija), če za vsako odvisnost X </a:t>
            </a:r>
            <a:r>
              <a:rPr lang="sl-SI" sz="2400">
                <a:sym typeface="Symbol" pitchFamily="18" charset="2"/>
              </a:rPr>
              <a:t> A  F velja vsaj eden izmed pogojev:</a:t>
            </a:r>
          </a:p>
          <a:p>
            <a:pPr marL="914400" lvl="1" indent="-457200">
              <a:buFontTx/>
              <a:buAutoNum type="arabicPeriod"/>
            </a:pPr>
            <a:r>
              <a:rPr lang="sl-SI" sz="2000"/>
              <a:t>X </a:t>
            </a:r>
            <a:r>
              <a:rPr lang="sl-SI" sz="2000">
                <a:sym typeface="Symbol" pitchFamily="18" charset="2"/>
              </a:rPr>
              <a:t> A je trivialna odvisnost (A  X)</a:t>
            </a:r>
          </a:p>
          <a:p>
            <a:pPr marL="914400" lvl="1" indent="-457200">
              <a:buFontTx/>
              <a:buAutoNum type="arabicPeriod"/>
            </a:pPr>
            <a:r>
              <a:rPr lang="sl-SI" sz="2000">
                <a:sym typeface="Symbol" pitchFamily="18" charset="2"/>
              </a:rPr>
              <a:t>X je </a:t>
            </a:r>
            <a:r>
              <a:rPr lang="sl-SI" sz="2000" err="1">
                <a:sym typeface="Symbol" pitchFamily="18" charset="2"/>
              </a:rPr>
              <a:t>nadključ</a:t>
            </a:r>
            <a:r>
              <a:rPr lang="sl-SI" sz="2000">
                <a:sym typeface="Symbol" pitchFamily="18" charset="2"/>
              </a:rPr>
              <a:t> sheme R</a:t>
            </a:r>
          </a:p>
          <a:p>
            <a:pPr marL="914400" lvl="1" indent="-457200">
              <a:buFontTx/>
              <a:buAutoNum type="arabicPeriod"/>
            </a:pPr>
            <a:r>
              <a:rPr lang="sl-SI" sz="2000">
                <a:sym typeface="Symbol" pitchFamily="18" charset="2"/>
              </a:rPr>
              <a:t>A je osnovni atribut (del nekega ključa)</a:t>
            </a:r>
          </a:p>
          <a:p>
            <a:pPr marL="533400" indent="-533400"/>
            <a:r>
              <a:rPr lang="en-US" sz="2400" err="1">
                <a:sym typeface="Symbol" pitchFamily="18" charset="2"/>
              </a:rPr>
              <a:t>Normalizacija</a:t>
            </a:r>
            <a:r>
              <a:rPr lang="en-US" sz="2400">
                <a:sym typeface="Symbol" pitchFamily="18" charset="2"/>
              </a:rPr>
              <a:t> v 3. NO je </a:t>
            </a:r>
            <a:r>
              <a:rPr lang="en-US" sz="2400" err="1">
                <a:sym typeface="Symbol" pitchFamily="18" charset="2"/>
              </a:rPr>
              <a:t>neizgubna</a:t>
            </a:r>
            <a:r>
              <a:rPr lang="sl-SI" sz="2400">
                <a:sym typeface="Symbol" pitchFamily="18" charset="2"/>
              </a:rPr>
              <a:t>; s stikom dobljenih relacij lahko dobimo nazaj originalno relacijo (obstoj </a:t>
            </a:r>
            <a:r>
              <a:rPr lang="sl-SI" sz="2400" err="1">
                <a:sym typeface="Symbol" pitchFamily="18" charset="2"/>
              </a:rPr>
              <a:t>neizgubnega</a:t>
            </a:r>
            <a:r>
              <a:rPr lang="sl-SI" sz="2400">
                <a:sym typeface="Symbol" pitchFamily="18" charset="2"/>
              </a:rPr>
              <a:t> stika).</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7" name="AutoShape 2"/>
          <p:cNvSpPr>
            <a:spLocks noGrp="1" noChangeArrowheads="1"/>
          </p:cNvSpPr>
          <p:nvPr>
            <p:ph type="title"/>
          </p:nvPr>
        </p:nvSpPr>
        <p:spPr/>
        <p:txBody>
          <a:bodyPr/>
          <a:lstStyle/>
          <a:p>
            <a:r>
              <a:rPr lang="sl-SI"/>
              <a:t>Postopek normalizacije v 3. NO</a:t>
            </a:r>
            <a:endParaRPr lang="en-US"/>
          </a:p>
        </p:txBody>
      </p:sp>
      <p:sp>
        <p:nvSpPr>
          <p:cNvPr id="557058" name="Rectangle 3"/>
          <p:cNvSpPr>
            <a:spLocks noGrp="1" noChangeArrowheads="1"/>
          </p:cNvSpPr>
          <p:nvPr>
            <p:ph type="body" idx="1"/>
          </p:nvPr>
        </p:nvSpPr>
        <p:spPr/>
        <p:txBody>
          <a:bodyPr/>
          <a:lstStyle/>
          <a:p>
            <a:pPr>
              <a:lnSpc>
                <a:spcPct val="90000"/>
              </a:lnSpc>
            </a:pPr>
            <a:r>
              <a:rPr lang="sl-SI"/>
              <a:t>Dekompozicija relacijske sheme R v </a:t>
            </a:r>
            <a:r>
              <a:rPr lang="sl-SI">
                <a:sym typeface="Symbol" pitchFamily="18" charset="2"/>
              </a:rPr>
              <a:t></a:t>
            </a:r>
          </a:p>
          <a:p>
            <a:pPr lvl="1">
              <a:lnSpc>
                <a:spcPct val="90000"/>
              </a:lnSpc>
            </a:pPr>
            <a:r>
              <a:rPr lang="en-US" err="1"/>
              <a:t>Določimo</a:t>
            </a:r>
            <a:r>
              <a:rPr lang="en-US"/>
              <a:t> F (</a:t>
            </a:r>
            <a:r>
              <a:rPr lang="en-US" err="1"/>
              <a:t>še</a:t>
            </a:r>
            <a:r>
              <a:rPr lang="en-US"/>
              <a:t> </a:t>
            </a:r>
            <a:r>
              <a:rPr lang="en-US" err="1"/>
              <a:t>bolje</a:t>
            </a:r>
            <a:r>
              <a:rPr lang="en-US"/>
              <a:t>: </a:t>
            </a:r>
            <a:r>
              <a:rPr lang="en-US" err="1"/>
              <a:t>i</a:t>
            </a:r>
            <a:r>
              <a:rPr lang="sl-SI" err="1"/>
              <a:t>zračunamo</a:t>
            </a:r>
            <a:r>
              <a:rPr lang="sl-SI"/>
              <a:t> </a:t>
            </a:r>
            <a:r>
              <a:rPr lang="sl-SI" err="1">
                <a:sym typeface="Symbol" pitchFamily="18" charset="2"/>
              </a:rPr>
              <a:t>F</a:t>
            </a:r>
            <a:r>
              <a:rPr lang="sl-SI" baseline="-25000" err="1">
                <a:sym typeface="Symbol" pitchFamily="18" charset="2"/>
              </a:rPr>
              <a:t>min</a:t>
            </a:r>
            <a:r>
              <a:rPr lang="en-US"/>
              <a:t>)</a:t>
            </a:r>
          </a:p>
          <a:p>
            <a:pPr lvl="1">
              <a:lnSpc>
                <a:spcPct val="90000"/>
              </a:lnSpc>
            </a:pPr>
            <a:r>
              <a:rPr lang="sl-SI"/>
              <a:t>Vsaki </a:t>
            </a:r>
            <a:r>
              <a:rPr lang="en-US" err="1"/>
              <a:t>problemati</a:t>
            </a:r>
            <a:r>
              <a:rPr lang="sl-SI"/>
              <a:t>č</a:t>
            </a:r>
            <a:r>
              <a:rPr lang="en-US" err="1"/>
              <a:t>ni</a:t>
            </a:r>
            <a:r>
              <a:rPr lang="en-US"/>
              <a:t> </a:t>
            </a:r>
            <a:r>
              <a:rPr lang="sl-SI"/>
              <a:t>odvisnosti X </a:t>
            </a:r>
            <a:r>
              <a:rPr lang="sl-SI">
                <a:sym typeface="Symbol" pitchFamily="18" charset="2"/>
              </a:rPr>
              <a:t> A  F</a:t>
            </a:r>
            <a:r>
              <a:rPr lang="en-US" baseline="-25000">
                <a:sym typeface="Symbol" pitchFamily="18" charset="2"/>
              </a:rPr>
              <a:t> </a:t>
            </a:r>
            <a:r>
              <a:rPr lang="sl-SI">
                <a:sym typeface="Symbol" pitchFamily="18" charset="2"/>
              </a:rPr>
              <a:t>priredimo novo relacijsko shemo XA v , razen v primeru, če že obstaja kakšna shem</a:t>
            </a:r>
            <a:r>
              <a:rPr lang="en-US">
                <a:sym typeface="Symbol" pitchFamily="18" charset="2"/>
              </a:rPr>
              <a:t>a</a:t>
            </a:r>
            <a:r>
              <a:rPr lang="sl-SI">
                <a:sym typeface="Symbol" pitchFamily="18" charset="2"/>
              </a:rPr>
              <a:t>, ki XA vključuje kot podmnožico. Desno stran odvisnosti (A) izločimo iz originalne sheme.</a:t>
            </a:r>
          </a:p>
          <a:p>
            <a:pPr lvl="1">
              <a:lnSpc>
                <a:spcPct val="90000"/>
              </a:lnSpc>
            </a:pPr>
            <a:r>
              <a:rPr lang="sl-SI">
                <a:sym typeface="Symbol" pitchFamily="18" charset="2"/>
              </a:rPr>
              <a:t>Kar ostane od originalne relacijske sheme dodamo v , razen če v  že obstaja kakšna shema, ki jo vsebuje</a:t>
            </a:r>
            <a:r>
              <a:rPr lang="en-US">
                <a:sym typeface="Symbol" pitchFamily="18" charset="2"/>
              </a:rPr>
              <a:t>.</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AutoShape 2"/>
          <p:cNvSpPr>
            <a:spLocks noGrp="1" noChangeArrowheads="1"/>
          </p:cNvSpPr>
          <p:nvPr>
            <p:ph type="title"/>
          </p:nvPr>
        </p:nvSpPr>
        <p:spPr/>
        <p:txBody>
          <a:bodyPr/>
          <a:lstStyle/>
          <a:p>
            <a:r>
              <a:rPr lang="sl-SI"/>
              <a:t>Primer normalizacije v 3. NO</a:t>
            </a:r>
            <a:endParaRPr lang="en-US"/>
          </a:p>
        </p:txBody>
      </p:sp>
      <p:sp>
        <p:nvSpPr>
          <p:cNvPr id="559106" name="Rectangle 3"/>
          <p:cNvSpPr>
            <a:spLocks noGrp="1" noChangeArrowheads="1"/>
          </p:cNvSpPr>
          <p:nvPr>
            <p:ph type="body" idx="1"/>
          </p:nvPr>
        </p:nvSpPr>
        <p:spPr>
          <a:xfrm>
            <a:off x="838200" y="2362200"/>
            <a:ext cx="7693025" cy="4267200"/>
          </a:xfrm>
        </p:spPr>
        <p:txBody>
          <a:bodyPr/>
          <a:lstStyle/>
          <a:p>
            <a:pPr marL="533400" indent="-533400">
              <a:lnSpc>
                <a:spcPct val="80000"/>
              </a:lnSpc>
              <a:buFont typeface="Wingdings" pitchFamily="2" charset="2"/>
              <a:buNone/>
            </a:pPr>
            <a:r>
              <a:rPr lang="sl-SI" sz="2000"/>
              <a:t>R</a:t>
            </a:r>
            <a:r>
              <a:rPr lang="en-US" sz="2000"/>
              <a:t>=A</a:t>
            </a:r>
            <a:r>
              <a:rPr lang="en-US" sz="2000">
                <a:solidFill>
                  <a:srgbClr val="FF0066"/>
                </a:solidFill>
              </a:rPr>
              <a:t>B</a:t>
            </a:r>
            <a:r>
              <a:rPr lang="en-US" sz="2000"/>
              <a:t>C</a:t>
            </a:r>
            <a:r>
              <a:rPr lang="en-US" sz="2000">
                <a:solidFill>
                  <a:srgbClr val="FF0066"/>
                </a:solidFill>
              </a:rPr>
              <a:t>DEF</a:t>
            </a:r>
            <a:r>
              <a:rPr lang="en-US" sz="2000"/>
              <a:t>G</a:t>
            </a:r>
          </a:p>
          <a:p>
            <a:pPr marL="533400" indent="-533400">
              <a:lnSpc>
                <a:spcPct val="80000"/>
              </a:lnSpc>
              <a:buFont typeface="Wingdings" pitchFamily="2" charset="2"/>
              <a:buNone/>
            </a:pPr>
            <a:r>
              <a:rPr lang="sl-SI" sz="2000">
                <a:sym typeface="Symbol" pitchFamily="18" charset="2"/>
              </a:rPr>
              <a:t>F</a:t>
            </a:r>
            <a:r>
              <a:rPr lang="en-US" sz="2000">
                <a:sym typeface="Symbol" pitchFamily="18" charset="2"/>
              </a:rPr>
              <a:t>=</a:t>
            </a:r>
            <a:r>
              <a:rPr lang="en-US" sz="2000"/>
              <a:t>{A </a:t>
            </a:r>
            <a:r>
              <a:rPr lang="sl-SI" sz="2000">
                <a:sym typeface="Symbol" pitchFamily="18" charset="2"/>
              </a:rPr>
              <a:t></a:t>
            </a:r>
            <a:r>
              <a:rPr lang="en-US" sz="2000">
                <a:sym typeface="Symbol" pitchFamily="18" charset="2"/>
              </a:rPr>
              <a:t>D, AG </a:t>
            </a:r>
            <a:r>
              <a:rPr lang="sl-SI" sz="2000">
                <a:sym typeface="Symbol" pitchFamily="18" charset="2"/>
              </a:rPr>
              <a:t></a:t>
            </a:r>
            <a:r>
              <a:rPr lang="en-US" sz="2000">
                <a:sym typeface="Symbol" pitchFamily="18" charset="2"/>
              </a:rPr>
              <a:t>B, B </a:t>
            </a:r>
            <a:r>
              <a:rPr lang="sl-SI" sz="2000">
                <a:sym typeface="Symbol" pitchFamily="18" charset="2"/>
              </a:rPr>
              <a:t></a:t>
            </a:r>
            <a:r>
              <a:rPr lang="en-US" sz="2000">
                <a:sym typeface="Symbol" pitchFamily="18" charset="2"/>
              </a:rPr>
              <a:t>G, B </a:t>
            </a:r>
            <a:r>
              <a:rPr lang="sl-SI" sz="2000">
                <a:sym typeface="Symbol" pitchFamily="18" charset="2"/>
              </a:rPr>
              <a:t></a:t>
            </a:r>
            <a:r>
              <a:rPr lang="en-US" sz="2000">
                <a:sym typeface="Symbol" pitchFamily="18" charset="2"/>
              </a:rPr>
              <a:t>E, E </a:t>
            </a:r>
            <a:r>
              <a:rPr lang="sl-SI" sz="2000">
                <a:sym typeface="Symbol" pitchFamily="18" charset="2"/>
              </a:rPr>
              <a:t></a:t>
            </a:r>
            <a:r>
              <a:rPr lang="en-US" sz="2000">
                <a:sym typeface="Symbol" pitchFamily="18" charset="2"/>
              </a:rPr>
              <a:t>B, E </a:t>
            </a:r>
            <a:r>
              <a:rPr lang="sl-SI" sz="2000">
                <a:sym typeface="Symbol" pitchFamily="18" charset="2"/>
              </a:rPr>
              <a:t></a:t>
            </a:r>
            <a:r>
              <a:rPr lang="en-US" sz="2000">
                <a:sym typeface="Symbol" pitchFamily="18" charset="2"/>
              </a:rPr>
              <a:t>F</a:t>
            </a:r>
            <a:r>
              <a:rPr lang="en-US" sz="2000"/>
              <a:t>}</a:t>
            </a:r>
          </a:p>
          <a:p>
            <a:pPr marL="533400" indent="-533400">
              <a:lnSpc>
                <a:spcPct val="80000"/>
              </a:lnSpc>
              <a:buFont typeface="Wingdings" pitchFamily="2" charset="2"/>
              <a:buNone/>
            </a:pPr>
            <a:r>
              <a:rPr lang="en-US" sz="2000" err="1"/>
              <a:t>Klju</a:t>
            </a:r>
            <a:r>
              <a:rPr lang="sl-SI" sz="2000"/>
              <a:t>č: ACG</a:t>
            </a:r>
          </a:p>
          <a:p>
            <a:pPr marL="533400" indent="-533400">
              <a:lnSpc>
                <a:spcPct val="80000"/>
              </a:lnSpc>
              <a:buFont typeface="Wingdings" pitchFamily="2" charset="2"/>
              <a:buAutoNum type="arabicPeriod"/>
            </a:pPr>
            <a:endParaRPr lang="en-US" sz="1800">
              <a:sym typeface="Symbol" pitchFamily="18" charset="2"/>
            </a:endParaRPr>
          </a:p>
          <a:p>
            <a:pPr marL="533400" indent="-533400">
              <a:lnSpc>
                <a:spcPct val="80000"/>
              </a:lnSpc>
              <a:buFont typeface="Wingdings" pitchFamily="2" charset="2"/>
              <a:buAutoNum type="arabicPeriod"/>
            </a:pPr>
            <a:r>
              <a:rPr lang="sl-SI" sz="1800">
                <a:sym typeface="Symbol" pitchFamily="18" charset="2"/>
              </a:rPr>
              <a:t></a:t>
            </a:r>
            <a:r>
              <a:rPr lang="en-US" sz="1800">
                <a:sym typeface="Symbol" pitchFamily="18" charset="2"/>
              </a:rPr>
              <a:t>={}</a:t>
            </a:r>
          </a:p>
          <a:p>
            <a:pPr marL="533400" indent="-533400">
              <a:lnSpc>
                <a:spcPct val="80000"/>
              </a:lnSpc>
              <a:buFont typeface="Wingdings" pitchFamily="2" charset="2"/>
              <a:buAutoNum type="arabicPeriod"/>
            </a:pPr>
            <a:r>
              <a:rPr lang="en-US" sz="1800"/>
              <a:t>A </a:t>
            </a:r>
            <a:r>
              <a:rPr lang="sl-SI" sz="1800">
                <a:sym typeface="Symbol" pitchFamily="18" charset="2"/>
              </a:rPr>
              <a:t></a:t>
            </a:r>
            <a:r>
              <a:rPr lang="en-US" sz="1800">
                <a:sym typeface="Symbol" pitchFamily="18" charset="2"/>
              </a:rPr>
              <a:t>D:	</a:t>
            </a:r>
            <a:r>
              <a:rPr lang="sl-SI" sz="1800">
                <a:sym typeface="Symbol" pitchFamily="18" charset="2"/>
              </a:rPr>
              <a:t></a:t>
            </a:r>
            <a:r>
              <a:rPr lang="en-US" sz="1800">
                <a:sym typeface="Symbol" pitchFamily="18" charset="2"/>
              </a:rPr>
              <a:t>= </a:t>
            </a:r>
            <a:r>
              <a:rPr lang="sl-SI" sz="1800">
                <a:sym typeface="Symbol" pitchFamily="18" charset="2"/>
              </a:rPr>
              <a:t> </a:t>
            </a:r>
            <a:r>
              <a:rPr lang="en-US" sz="1800">
                <a:sym typeface="Symbol" pitchFamily="18" charset="2"/>
              </a:rPr>
              <a:t> {AD}, </a:t>
            </a:r>
            <a:r>
              <a:rPr lang="en-US" sz="1800" err="1">
                <a:sym typeface="Symbol" pitchFamily="18" charset="2"/>
              </a:rPr>
              <a:t>paricalna</a:t>
            </a:r>
            <a:endParaRPr lang="en-US" sz="1800">
              <a:sym typeface="Symbol" pitchFamily="18" charset="2"/>
            </a:endParaRPr>
          </a:p>
          <a:p>
            <a:pPr marL="533400" indent="-533400">
              <a:lnSpc>
                <a:spcPct val="80000"/>
              </a:lnSpc>
              <a:buFont typeface="Wingdings" pitchFamily="2" charset="2"/>
              <a:buAutoNum type="arabicPeriod"/>
            </a:pPr>
            <a:r>
              <a:rPr lang="en-US" sz="1800">
                <a:sym typeface="Symbol" pitchFamily="18" charset="2"/>
              </a:rPr>
              <a:t>AG </a:t>
            </a:r>
            <a:r>
              <a:rPr lang="sl-SI" sz="1800">
                <a:sym typeface="Symbol" pitchFamily="18" charset="2"/>
              </a:rPr>
              <a:t></a:t>
            </a:r>
            <a:r>
              <a:rPr lang="en-US" sz="1800">
                <a:sym typeface="Symbol" pitchFamily="18" charset="2"/>
              </a:rPr>
              <a:t>B:	</a:t>
            </a:r>
            <a:r>
              <a:rPr lang="sl-SI" sz="1800">
                <a:sym typeface="Symbol" pitchFamily="18" charset="2"/>
              </a:rPr>
              <a:t></a:t>
            </a:r>
            <a:r>
              <a:rPr lang="en-US" sz="1800">
                <a:sym typeface="Symbol" pitchFamily="18" charset="2"/>
              </a:rPr>
              <a:t>= {AD}  {AGB}, </a:t>
            </a:r>
            <a:r>
              <a:rPr lang="en-US" sz="1800" err="1">
                <a:sym typeface="Symbol" pitchFamily="18" charset="2"/>
              </a:rPr>
              <a:t>parcialna</a:t>
            </a:r>
            <a:endParaRPr lang="en-US" sz="1800">
              <a:sym typeface="Symbol" pitchFamily="18" charset="2"/>
            </a:endParaRPr>
          </a:p>
          <a:p>
            <a:pPr marL="533400" indent="-533400">
              <a:lnSpc>
                <a:spcPct val="80000"/>
              </a:lnSpc>
              <a:buFont typeface="Wingdings" pitchFamily="2" charset="2"/>
              <a:buAutoNum type="arabicPeriod"/>
            </a:pPr>
            <a:r>
              <a:rPr lang="en-US" sz="1800">
                <a:sym typeface="Symbol" pitchFamily="18" charset="2"/>
              </a:rPr>
              <a:t>B </a:t>
            </a:r>
            <a:r>
              <a:rPr lang="sl-SI" sz="1800">
                <a:sym typeface="Symbol" pitchFamily="18" charset="2"/>
              </a:rPr>
              <a:t></a:t>
            </a:r>
            <a:r>
              <a:rPr lang="en-US" sz="1800">
                <a:sym typeface="Symbol" pitchFamily="18" charset="2"/>
              </a:rPr>
              <a:t> G:	</a:t>
            </a:r>
            <a:r>
              <a:rPr lang="sl-SI" sz="1800">
                <a:sym typeface="Symbol" pitchFamily="18" charset="2"/>
              </a:rPr>
              <a:t>ni problematična</a:t>
            </a:r>
            <a:endParaRPr lang="en-US" sz="1800">
              <a:sym typeface="Symbol" pitchFamily="18" charset="2"/>
            </a:endParaRPr>
          </a:p>
          <a:p>
            <a:pPr marL="533400" indent="-533400">
              <a:lnSpc>
                <a:spcPct val="80000"/>
              </a:lnSpc>
              <a:buFont typeface="Wingdings" pitchFamily="2" charset="2"/>
              <a:buAutoNum type="arabicPeriod"/>
            </a:pPr>
            <a:r>
              <a:rPr lang="en-US" sz="1800">
                <a:sym typeface="Symbol" pitchFamily="18" charset="2"/>
              </a:rPr>
              <a:t>B </a:t>
            </a:r>
            <a:r>
              <a:rPr lang="sl-SI" sz="1800">
                <a:sym typeface="Symbol" pitchFamily="18" charset="2"/>
              </a:rPr>
              <a:t></a:t>
            </a:r>
            <a:r>
              <a:rPr lang="en-US" sz="1800">
                <a:sym typeface="Symbol" pitchFamily="18" charset="2"/>
              </a:rPr>
              <a:t> E:	</a:t>
            </a:r>
            <a:r>
              <a:rPr lang="sl-SI" sz="1800">
                <a:sym typeface="Symbol" pitchFamily="18" charset="2"/>
              </a:rPr>
              <a:t></a:t>
            </a:r>
            <a:r>
              <a:rPr lang="en-US" sz="1800">
                <a:sym typeface="Symbol" pitchFamily="18" charset="2"/>
              </a:rPr>
              <a:t>= {AD, AGB}  {BE}, </a:t>
            </a:r>
            <a:r>
              <a:rPr lang="en-US" sz="1800" err="1">
                <a:sym typeface="Symbol" pitchFamily="18" charset="2"/>
              </a:rPr>
              <a:t>tranzitivna</a:t>
            </a:r>
            <a:endParaRPr lang="en-US" sz="1800">
              <a:sym typeface="Symbol" pitchFamily="18" charset="2"/>
            </a:endParaRPr>
          </a:p>
          <a:p>
            <a:pPr marL="533400" indent="-533400">
              <a:lnSpc>
                <a:spcPct val="80000"/>
              </a:lnSpc>
              <a:buFont typeface="Wingdings" pitchFamily="2" charset="2"/>
              <a:buAutoNum type="arabicPeriod"/>
            </a:pPr>
            <a:r>
              <a:rPr lang="en-US" sz="1800">
                <a:sym typeface="Symbol" pitchFamily="18" charset="2"/>
              </a:rPr>
              <a:t>E </a:t>
            </a:r>
            <a:r>
              <a:rPr lang="sl-SI" sz="1800">
                <a:sym typeface="Symbol" pitchFamily="18" charset="2"/>
              </a:rPr>
              <a:t></a:t>
            </a:r>
            <a:r>
              <a:rPr lang="en-US" sz="1800">
                <a:sym typeface="Symbol" pitchFamily="18" charset="2"/>
              </a:rPr>
              <a:t> B:	{EB}  {BE}, je </a:t>
            </a:r>
            <a:r>
              <a:rPr lang="en-US" sz="1800" err="1">
                <a:sym typeface="Symbol" pitchFamily="18" charset="2"/>
              </a:rPr>
              <a:t>že</a:t>
            </a:r>
            <a:r>
              <a:rPr lang="en-US" sz="1800">
                <a:sym typeface="Symbol" pitchFamily="18" charset="2"/>
              </a:rPr>
              <a:t> </a:t>
            </a:r>
            <a:r>
              <a:rPr lang="en-US" sz="1800" err="1">
                <a:sym typeface="Symbol" pitchFamily="18" charset="2"/>
              </a:rPr>
              <a:t>vsebovana</a:t>
            </a:r>
            <a:endParaRPr lang="en-US" sz="1800">
              <a:sym typeface="Symbol" pitchFamily="18" charset="2"/>
            </a:endParaRPr>
          </a:p>
          <a:p>
            <a:pPr marL="533400" indent="-533400">
              <a:lnSpc>
                <a:spcPct val="80000"/>
              </a:lnSpc>
              <a:buFont typeface="Wingdings" pitchFamily="2" charset="2"/>
              <a:buAutoNum type="arabicPeriod"/>
            </a:pPr>
            <a:r>
              <a:rPr lang="en-US" sz="1800">
                <a:sym typeface="Symbol" pitchFamily="18" charset="2"/>
              </a:rPr>
              <a:t>E </a:t>
            </a:r>
            <a:r>
              <a:rPr lang="sl-SI" sz="1800">
                <a:sym typeface="Symbol" pitchFamily="18" charset="2"/>
              </a:rPr>
              <a:t></a:t>
            </a:r>
            <a:r>
              <a:rPr lang="en-US" sz="1800">
                <a:sym typeface="Symbol" pitchFamily="18" charset="2"/>
              </a:rPr>
              <a:t> F:	</a:t>
            </a:r>
            <a:r>
              <a:rPr lang="sl-SI" sz="1800">
                <a:sym typeface="Symbol" pitchFamily="18" charset="2"/>
              </a:rPr>
              <a:t></a:t>
            </a:r>
            <a:r>
              <a:rPr lang="en-US" sz="1800">
                <a:sym typeface="Symbol" pitchFamily="18" charset="2"/>
              </a:rPr>
              <a:t>= {AD, AGB, BE}  {EF}, </a:t>
            </a:r>
            <a:r>
              <a:rPr lang="en-US" sz="1800" err="1">
                <a:sym typeface="Symbol" pitchFamily="18" charset="2"/>
              </a:rPr>
              <a:t>tranzitivna</a:t>
            </a:r>
            <a:endParaRPr lang="en-US" sz="1800">
              <a:sym typeface="Symbol" pitchFamily="18" charset="2"/>
            </a:endParaRPr>
          </a:p>
          <a:p>
            <a:pPr marL="533400" indent="-533400">
              <a:lnSpc>
                <a:spcPct val="80000"/>
              </a:lnSpc>
              <a:buFont typeface="Wingdings" pitchFamily="2" charset="2"/>
              <a:buAutoNum type="arabicPeriod"/>
            </a:pPr>
            <a:r>
              <a:rPr lang="sl-SI" sz="1800">
                <a:sym typeface="Symbol" pitchFamily="18" charset="2"/>
              </a:rPr>
              <a:t>Končamo:	</a:t>
            </a:r>
            <a:r>
              <a:rPr lang="en-US" sz="1800">
                <a:sym typeface="Symbol" pitchFamily="18" charset="2"/>
              </a:rPr>
              <a:t>= {AD, AGB, BE</a:t>
            </a:r>
            <a:r>
              <a:rPr lang="sl-SI" sz="1800">
                <a:sym typeface="Symbol" pitchFamily="18" charset="2"/>
              </a:rPr>
              <a:t>, </a:t>
            </a:r>
            <a:r>
              <a:rPr lang="en-US" sz="1800">
                <a:sym typeface="Symbol" pitchFamily="18" charset="2"/>
              </a:rPr>
              <a:t>EF}</a:t>
            </a:r>
            <a:r>
              <a:rPr lang="sl-SI" sz="1800">
                <a:sym typeface="Symbol" pitchFamily="18" charset="2"/>
              </a:rPr>
              <a:t> </a:t>
            </a:r>
            <a:r>
              <a:rPr lang="en-US" sz="1800">
                <a:sym typeface="Symbol" pitchFamily="18" charset="2"/>
              </a:rPr>
              <a:t> {</a:t>
            </a:r>
            <a:r>
              <a:rPr lang="sl-SI" sz="1800">
                <a:sym typeface="Symbol" pitchFamily="18" charset="2"/>
              </a:rPr>
              <a:t>ACG</a:t>
            </a:r>
            <a:r>
              <a:rPr lang="en-US" sz="1800">
                <a:sym typeface="Symbol" pitchFamily="18" charset="2"/>
              </a:rPr>
              <a:t>}</a:t>
            </a:r>
          </a:p>
          <a:p>
            <a:pPr marL="533400" indent="-533400">
              <a:lnSpc>
                <a:spcPct val="80000"/>
              </a:lnSpc>
              <a:buFont typeface="Wingdings" pitchFamily="2" charset="2"/>
              <a:buNone/>
            </a:pPr>
            <a:endParaRPr lang="en-US" sz="1800">
              <a:sym typeface="Symbol" pitchFamily="18" charset="2"/>
            </a:endParaRPr>
          </a:p>
          <a:p>
            <a:pPr marL="533400" indent="-533400">
              <a:lnSpc>
                <a:spcPct val="80000"/>
              </a:lnSpc>
              <a:buFont typeface="Wingdings" pitchFamily="2" charset="2"/>
              <a:buNone/>
            </a:pPr>
            <a:r>
              <a:rPr lang="sl-SI" sz="1800">
                <a:sym typeface="Symbol" pitchFamily="18" charset="2"/>
              </a:rPr>
              <a:t></a:t>
            </a:r>
            <a:r>
              <a:rPr lang="en-US" sz="1800">
                <a:sym typeface="Symbol" pitchFamily="18" charset="2"/>
              </a:rPr>
              <a:t>= {AD, AGB, BE</a:t>
            </a:r>
            <a:r>
              <a:rPr lang="sl-SI" sz="1800">
                <a:sym typeface="Symbol" pitchFamily="18" charset="2"/>
              </a:rPr>
              <a:t>, </a:t>
            </a:r>
            <a:r>
              <a:rPr lang="en-US" sz="1800">
                <a:sym typeface="Symbol" pitchFamily="18" charset="2"/>
              </a:rPr>
              <a:t>EF, </a:t>
            </a:r>
            <a:r>
              <a:rPr lang="sl-SI" sz="1800">
                <a:sym typeface="Symbol" pitchFamily="18" charset="2"/>
              </a:rPr>
              <a:t>ACG</a:t>
            </a:r>
            <a:r>
              <a:rPr lang="en-US" sz="1800">
                <a:sym typeface="Symbol"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910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910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910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910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910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910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9106">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5910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3" name="AutoShape 2"/>
          <p:cNvSpPr>
            <a:spLocks noGrp="1" noChangeArrowheads="1"/>
          </p:cNvSpPr>
          <p:nvPr>
            <p:ph type="title"/>
          </p:nvPr>
        </p:nvSpPr>
        <p:spPr/>
        <p:txBody>
          <a:bodyPr/>
          <a:lstStyle/>
          <a:p>
            <a:r>
              <a:rPr lang="sl-SI"/>
              <a:t>Ali so spodnje relacije v 3. NO</a:t>
            </a:r>
            <a:r>
              <a:rPr lang="en-US"/>
              <a:t>?</a:t>
            </a:r>
          </a:p>
        </p:txBody>
      </p:sp>
      <p:sp>
        <p:nvSpPr>
          <p:cNvPr id="561154" name="Rectangle 3"/>
          <p:cNvSpPr>
            <a:spLocks noGrp="1" noChangeArrowheads="1"/>
          </p:cNvSpPr>
          <p:nvPr>
            <p:ph type="body" idx="1"/>
          </p:nvPr>
        </p:nvSpPr>
        <p:spPr/>
        <p:txBody>
          <a:bodyPr/>
          <a:lstStyle/>
          <a:p>
            <a:r>
              <a:rPr lang="sl-SI" sz="2400"/>
              <a:t>Voznik (ime, priimek, </a:t>
            </a:r>
            <a:r>
              <a:rPr lang="sl-SI" sz="2400" u="sng" err="1"/>
              <a:t>stdov</a:t>
            </a:r>
            <a:r>
              <a:rPr lang="sl-SI" sz="2400"/>
              <a:t>) </a:t>
            </a:r>
            <a:br>
              <a:rPr lang="sl-SI" sz="2400"/>
            </a:br>
            <a:r>
              <a:rPr lang="sl-SI" sz="2000" err="1"/>
              <a:t>stdov</a:t>
            </a:r>
            <a:r>
              <a:rPr lang="sl-SI" sz="2000"/>
              <a:t> </a:t>
            </a:r>
            <a:r>
              <a:rPr lang="sl-SI" sz="2000">
                <a:sym typeface="Symbol" pitchFamily="18" charset="2"/>
              </a:rPr>
              <a:t> </a:t>
            </a:r>
            <a:r>
              <a:rPr lang="en-US" sz="2000" err="1">
                <a:sym typeface="Symbol" pitchFamily="18" charset="2"/>
              </a:rPr>
              <a:t>ime</a:t>
            </a:r>
            <a:r>
              <a:rPr lang="en-US" sz="2000">
                <a:sym typeface="Symbol" pitchFamily="18" charset="2"/>
              </a:rPr>
              <a:t>, </a:t>
            </a:r>
            <a:r>
              <a:rPr lang="sl-SI" sz="2000" err="1"/>
              <a:t>stdov</a:t>
            </a:r>
            <a:r>
              <a:rPr lang="sl-SI" sz="2000"/>
              <a:t> </a:t>
            </a:r>
            <a:r>
              <a:rPr lang="sl-SI" sz="2000">
                <a:sym typeface="Symbol" pitchFamily="18" charset="2"/>
              </a:rPr>
              <a:t> </a:t>
            </a:r>
            <a:r>
              <a:rPr lang="en-US" sz="2000" err="1">
                <a:sym typeface="Symbol" pitchFamily="18" charset="2"/>
              </a:rPr>
              <a:t>priimek</a:t>
            </a:r>
            <a:endParaRPr lang="sl-SI" sz="2000">
              <a:sym typeface="Symbol" pitchFamily="18" charset="2"/>
            </a:endParaRPr>
          </a:p>
          <a:p>
            <a:r>
              <a:rPr lang="sl-SI" sz="2400"/>
              <a:t>Prekršek(</a:t>
            </a:r>
            <a:r>
              <a:rPr lang="sl-SI" sz="2400" u="sng" err="1"/>
              <a:t>stdov</a:t>
            </a:r>
            <a:r>
              <a:rPr lang="sl-SI" sz="2400" u="sng"/>
              <a:t>, datum</a:t>
            </a:r>
            <a:r>
              <a:rPr lang="sl-SI" sz="2400"/>
              <a:t>, znesek)</a:t>
            </a:r>
            <a:br>
              <a:rPr lang="sl-SI" sz="2400"/>
            </a:br>
            <a:r>
              <a:rPr lang="en-US" sz="2000" err="1">
                <a:sym typeface="Symbol" pitchFamily="18" charset="2"/>
              </a:rPr>
              <a:t>stdov,datum</a:t>
            </a:r>
            <a:r>
              <a:rPr lang="en-US" sz="2000">
                <a:sym typeface="Symbol" pitchFamily="18" charset="2"/>
              </a:rPr>
              <a:t>  </a:t>
            </a:r>
            <a:r>
              <a:rPr lang="en-US" sz="2000" err="1">
                <a:sym typeface="Symbol" pitchFamily="18" charset="2"/>
              </a:rPr>
              <a:t>znesek</a:t>
            </a:r>
            <a:r>
              <a:rPr lang="en-US" sz="2000">
                <a:sym typeface="Symbol" pitchFamily="18" charset="2"/>
              </a:rPr>
              <a:t>, </a:t>
            </a:r>
            <a:endParaRPr lang="sl-SI" sz="2000">
              <a:sym typeface="Symbol" pitchFamily="18" charset="2"/>
            </a:endParaRPr>
          </a:p>
          <a:p>
            <a:r>
              <a:rPr lang="sl-SI" sz="2400"/>
              <a:t>Davek(</a:t>
            </a:r>
            <a:r>
              <a:rPr lang="sl-SI" sz="2400" u="sng" err="1"/>
              <a:t>stdov</a:t>
            </a:r>
            <a:r>
              <a:rPr lang="sl-SI" sz="2400"/>
              <a:t>, davčna)</a:t>
            </a:r>
            <a:br>
              <a:rPr lang="sl-SI" sz="2400"/>
            </a:br>
            <a:r>
              <a:rPr lang="en-US" sz="2000" err="1">
                <a:sym typeface="Symbol" pitchFamily="18" charset="2"/>
              </a:rPr>
              <a:t>stdov</a:t>
            </a:r>
            <a:r>
              <a:rPr lang="en-US" sz="2000">
                <a:sym typeface="Symbol" pitchFamily="18" charset="2"/>
              </a:rPr>
              <a:t>  </a:t>
            </a:r>
            <a:r>
              <a:rPr lang="en-US" sz="2000" err="1">
                <a:sym typeface="Symbol" pitchFamily="18" charset="2"/>
              </a:rPr>
              <a:t>davčna</a:t>
            </a:r>
            <a:r>
              <a:rPr lang="en-US" sz="2000">
                <a:sym typeface="Symbol" pitchFamily="18" charset="2"/>
              </a:rPr>
              <a:t>, </a:t>
            </a:r>
            <a:r>
              <a:rPr lang="en-US" sz="2000" err="1">
                <a:sym typeface="Symbol" pitchFamily="18" charset="2"/>
              </a:rPr>
              <a:t>davčna</a:t>
            </a:r>
            <a:r>
              <a:rPr lang="en-US" sz="2000">
                <a:sym typeface="Symbol" pitchFamily="18" charset="2"/>
              </a:rPr>
              <a:t>  </a:t>
            </a:r>
            <a:r>
              <a:rPr lang="en-US" sz="2000" err="1">
                <a:sym typeface="Symbol" pitchFamily="18" charset="2"/>
              </a:rPr>
              <a:t>stdov</a:t>
            </a:r>
            <a:endParaRPr lang="en-US" sz="2000">
              <a:sym typeface="Symbol" pitchFamily="18" charset="2"/>
            </a:endParaRPr>
          </a:p>
          <a:p>
            <a:r>
              <a:rPr lang="sl-SI" sz="2400" err="1"/>
              <a:t>PrekršekDavek</a:t>
            </a:r>
            <a:r>
              <a:rPr lang="sl-SI" sz="2400"/>
              <a:t> (</a:t>
            </a:r>
            <a:r>
              <a:rPr lang="sl-SI" sz="2400" u="sng" err="1"/>
              <a:t>stdov</a:t>
            </a:r>
            <a:r>
              <a:rPr lang="sl-SI" sz="2400" u="sng"/>
              <a:t>, datum</a:t>
            </a:r>
            <a:r>
              <a:rPr lang="sl-SI" sz="2400"/>
              <a:t>, znesek, davčna)</a:t>
            </a:r>
            <a:br>
              <a:rPr lang="sl-SI" sz="2400"/>
            </a:br>
            <a:r>
              <a:rPr lang="en-US" sz="2000" err="1">
                <a:sym typeface="Symbol" pitchFamily="18" charset="2"/>
              </a:rPr>
              <a:t>stdov,datum</a:t>
            </a:r>
            <a:r>
              <a:rPr lang="en-US" sz="2000">
                <a:sym typeface="Symbol" pitchFamily="18" charset="2"/>
              </a:rPr>
              <a:t>  </a:t>
            </a:r>
            <a:r>
              <a:rPr lang="en-US" sz="2000" err="1">
                <a:sym typeface="Symbol" pitchFamily="18" charset="2"/>
              </a:rPr>
              <a:t>znesek</a:t>
            </a:r>
            <a:r>
              <a:rPr lang="en-US" sz="2000">
                <a:sym typeface="Symbol" pitchFamily="18" charset="2"/>
              </a:rPr>
              <a:t>, </a:t>
            </a:r>
            <a:r>
              <a:rPr lang="en-US" sz="2000" err="1">
                <a:sym typeface="Symbol" pitchFamily="18" charset="2"/>
              </a:rPr>
              <a:t>stdov</a:t>
            </a:r>
            <a:r>
              <a:rPr lang="en-US" sz="2000">
                <a:sym typeface="Symbol" pitchFamily="18" charset="2"/>
              </a:rPr>
              <a:t>  </a:t>
            </a:r>
            <a:r>
              <a:rPr lang="en-US" sz="2000" err="1">
                <a:sym typeface="Symbol" pitchFamily="18" charset="2"/>
              </a:rPr>
              <a:t>davčna</a:t>
            </a:r>
            <a:r>
              <a:rPr lang="en-US" sz="2000">
                <a:sym typeface="Symbol" pitchFamily="18" charset="2"/>
              </a:rPr>
              <a:t>, </a:t>
            </a:r>
            <a:r>
              <a:rPr lang="en-US" sz="2000" err="1">
                <a:sym typeface="Symbol" pitchFamily="18" charset="2"/>
              </a:rPr>
              <a:t>davčna</a:t>
            </a:r>
            <a:r>
              <a:rPr lang="en-US" sz="2000">
                <a:sym typeface="Symbol" pitchFamily="18" charset="2"/>
              </a:rPr>
              <a:t>  </a:t>
            </a:r>
            <a:r>
              <a:rPr lang="en-US" sz="2000" err="1">
                <a:sym typeface="Symbol" pitchFamily="18" charset="2"/>
              </a:rPr>
              <a:t>stdov</a:t>
            </a:r>
            <a:endParaRPr lang="en-US" sz="2000">
              <a:sym typeface="Symbol" pitchFamily="18" charset="2"/>
            </a:endParaRPr>
          </a:p>
          <a:p>
            <a:endParaRPr lang="en-US" sz="2000">
              <a:sym typeface="Symbol" pitchFamily="18" charset="2"/>
            </a:endParaRPr>
          </a:p>
        </p:txBody>
      </p:sp>
      <p:sp>
        <p:nvSpPr>
          <p:cNvPr id="4" name="Text Box 4"/>
          <p:cNvSpPr txBox="1">
            <a:spLocks noChangeArrowheads="1"/>
          </p:cNvSpPr>
          <p:nvPr/>
        </p:nvSpPr>
        <p:spPr bwMode="auto">
          <a:xfrm>
            <a:off x="5105400" y="2438400"/>
            <a:ext cx="777875" cy="762000"/>
          </a:xfrm>
          <a:prstGeom prst="rect">
            <a:avLst/>
          </a:prstGeom>
          <a:noFill/>
          <a:ln w="9525">
            <a:noFill/>
            <a:miter lim="800000"/>
            <a:headEnd/>
            <a:tailEnd/>
          </a:ln>
        </p:spPr>
        <p:txBody>
          <a:bodyPr>
            <a:spAutoFit/>
          </a:bodyPr>
          <a:lstStyle/>
          <a:p>
            <a:r>
              <a:rPr lang="en-US" sz="4400">
                <a:solidFill>
                  <a:srgbClr val="FF0066"/>
                </a:solidFill>
                <a:sym typeface="Wingdings" pitchFamily="2" charset="2"/>
              </a:rPr>
              <a:t></a:t>
            </a:r>
          </a:p>
        </p:txBody>
      </p:sp>
      <p:sp>
        <p:nvSpPr>
          <p:cNvPr id="5" name="Text Box 4"/>
          <p:cNvSpPr txBox="1">
            <a:spLocks noChangeArrowheads="1"/>
          </p:cNvSpPr>
          <p:nvPr/>
        </p:nvSpPr>
        <p:spPr bwMode="auto">
          <a:xfrm>
            <a:off x="5715000" y="3200400"/>
            <a:ext cx="777875" cy="762000"/>
          </a:xfrm>
          <a:prstGeom prst="rect">
            <a:avLst/>
          </a:prstGeom>
          <a:noFill/>
          <a:ln w="9525">
            <a:noFill/>
            <a:miter lim="800000"/>
            <a:headEnd/>
            <a:tailEnd/>
          </a:ln>
        </p:spPr>
        <p:txBody>
          <a:bodyPr>
            <a:spAutoFit/>
          </a:bodyPr>
          <a:lstStyle/>
          <a:p>
            <a:r>
              <a:rPr lang="en-US" sz="4400">
                <a:solidFill>
                  <a:srgbClr val="FF0066"/>
                </a:solidFill>
                <a:sym typeface="Wingdings" pitchFamily="2" charset="2"/>
              </a:rPr>
              <a:t></a:t>
            </a:r>
          </a:p>
        </p:txBody>
      </p:sp>
      <p:sp>
        <p:nvSpPr>
          <p:cNvPr id="7" name="Text Box 5"/>
          <p:cNvSpPr txBox="1">
            <a:spLocks noChangeArrowheads="1"/>
          </p:cNvSpPr>
          <p:nvPr/>
        </p:nvSpPr>
        <p:spPr bwMode="auto">
          <a:xfrm>
            <a:off x="7924800" y="4648200"/>
            <a:ext cx="539750" cy="762000"/>
          </a:xfrm>
          <a:prstGeom prst="rect">
            <a:avLst/>
          </a:prstGeom>
          <a:noFill/>
          <a:ln w="9525">
            <a:noFill/>
            <a:miter lim="800000"/>
            <a:headEnd/>
            <a:tailEnd/>
          </a:ln>
        </p:spPr>
        <p:txBody>
          <a:bodyPr wrap="none">
            <a:spAutoFit/>
          </a:bodyPr>
          <a:lstStyle/>
          <a:p>
            <a:r>
              <a:rPr lang="en-US" sz="4400">
                <a:solidFill>
                  <a:srgbClr val="FF0066"/>
                </a:solidFill>
                <a:sym typeface="Wingdings" pitchFamily="2" charset="2"/>
              </a:rPr>
              <a:t></a:t>
            </a:r>
          </a:p>
        </p:txBody>
      </p:sp>
      <p:sp>
        <p:nvSpPr>
          <p:cNvPr id="8" name="Text Box 4"/>
          <p:cNvSpPr txBox="1">
            <a:spLocks noChangeArrowheads="1"/>
          </p:cNvSpPr>
          <p:nvPr/>
        </p:nvSpPr>
        <p:spPr bwMode="auto">
          <a:xfrm>
            <a:off x="5181600" y="3962400"/>
            <a:ext cx="777875" cy="762000"/>
          </a:xfrm>
          <a:prstGeom prst="rect">
            <a:avLst/>
          </a:prstGeom>
          <a:noFill/>
          <a:ln w="9525">
            <a:noFill/>
            <a:miter lim="800000"/>
            <a:headEnd/>
            <a:tailEnd/>
          </a:ln>
        </p:spPr>
        <p:txBody>
          <a:bodyPr>
            <a:spAutoFit/>
          </a:bodyPr>
          <a:lstStyle/>
          <a:p>
            <a:r>
              <a:rPr lang="en-US" sz="4400">
                <a:solidFill>
                  <a:srgbClr val="FF0066"/>
                </a:solidFill>
                <a:sym typeface="Wingdings" pitchFamily="2"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AutoShape 2"/>
          <p:cNvSpPr>
            <a:spLocks noGrp="1" noChangeArrowheads="1"/>
          </p:cNvSpPr>
          <p:nvPr>
            <p:ph type="title"/>
          </p:nvPr>
        </p:nvSpPr>
        <p:spPr/>
        <p:txBody>
          <a:bodyPr/>
          <a:lstStyle/>
          <a:p>
            <a:r>
              <a:rPr lang="sl-SI"/>
              <a:t>Primer normalizacije</a:t>
            </a:r>
            <a:endParaRPr lang="en-US"/>
          </a:p>
        </p:txBody>
      </p:sp>
      <p:sp>
        <p:nvSpPr>
          <p:cNvPr id="559106" name="Rectangle 3"/>
          <p:cNvSpPr>
            <a:spLocks noGrp="1" noChangeArrowheads="1"/>
          </p:cNvSpPr>
          <p:nvPr>
            <p:ph type="body" idx="1"/>
          </p:nvPr>
        </p:nvSpPr>
        <p:spPr>
          <a:xfrm>
            <a:off x="838200" y="2362200"/>
            <a:ext cx="8001000" cy="4267200"/>
          </a:xfrm>
        </p:spPr>
        <p:txBody>
          <a:bodyPr/>
          <a:lstStyle/>
          <a:p>
            <a:pPr marL="533400" indent="-533400">
              <a:lnSpc>
                <a:spcPct val="80000"/>
              </a:lnSpc>
              <a:buFont typeface="Wingdings" pitchFamily="2" charset="2"/>
              <a:buNone/>
            </a:pPr>
            <a:r>
              <a:rPr lang="en-US" sz="2000" err="1"/>
              <a:t>Predavanja</a:t>
            </a:r>
            <a:r>
              <a:rPr lang="en-US" sz="2000"/>
              <a:t>(</a:t>
            </a:r>
            <a:r>
              <a:rPr lang="en-US" sz="2000" err="1"/>
              <a:t>Šifra</a:t>
            </a:r>
            <a:r>
              <a:rPr lang="en-US" sz="2000"/>
              <a:t> </a:t>
            </a:r>
            <a:r>
              <a:rPr lang="en-US" sz="2000" err="1"/>
              <a:t>predmeta</a:t>
            </a:r>
            <a:r>
              <a:rPr lang="en-US" sz="2000"/>
              <a:t>, </a:t>
            </a:r>
            <a:r>
              <a:rPr lang="en-US" sz="2000" err="1"/>
              <a:t>Ime</a:t>
            </a:r>
            <a:r>
              <a:rPr lang="en-US" sz="2000"/>
              <a:t> </a:t>
            </a:r>
            <a:r>
              <a:rPr lang="en-US" sz="2000" err="1"/>
              <a:t>predmeta</a:t>
            </a:r>
            <a:r>
              <a:rPr lang="en-US" sz="2000"/>
              <a:t>, </a:t>
            </a:r>
            <a:r>
              <a:rPr lang="en-US" sz="2000" err="1"/>
              <a:t>Predavatelj</a:t>
            </a:r>
            <a:r>
              <a:rPr lang="en-US" sz="2000"/>
              <a:t>, </a:t>
            </a:r>
            <a:r>
              <a:rPr lang="en-US" sz="2000" err="1"/>
              <a:t>Katedra</a:t>
            </a:r>
            <a:r>
              <a:rPr lang="en-US" sz="2000"/>
              <a:t>)</a:t>
            </a:r>
          </a:p>
          <a:p>
            <a:pPr marL="533400" indent="-533400">
              <a:lnSpc>
                <a:spcPct val="80000"/>
              </a:lnSpc>
              <a:buNone/>
            </a:pPr>
            <a:endParaRPr lang="en-US" sz="2000">
              <a:sym typeface="Symbol" pitchFamily="18" charset="2"/>
            </a:endParaRPr>
          </a:p>
          <a:p>
            <a:pPr marL="533400" indent="-533400">
              <a:lnSpc>
                <a:spcPct val="80000"/>
              </a:lnSpc>
              <a:buNone/>
            </a:pPr>
            <a:r>
              <a:rPr lang="sl-SI" sz="2000">
                <a:sym typeface="Symbol" pitchFamily="18" charset="2"/>
              </a:rPr>
              <a:t>F</a:t>
            </a:r>
            <a:r>
              <a:rPr lang="en-US" sz="2000">
                <a:sym typeface="Symbol" pitchFamily="18" charset="2"/>
              </a:rPr>
              <a:t>= </a:t>
            </a:r>
            <a:r>
              <a:rPr lang="en-US" sz="2000"/>
              <a:t>{	</a:t>
            </a:r>
            <a:r>
              <a:rPr lang="en-US" sz="2000" err="1"/>
              <a:t>Šifra</a:t>
            </a:r>
            <a:r>
              <a:rPr lang="en-US" sz="2000">
                <a:sym typeface="Symbol" pitchFamily="18" charset="2"/>
              </a:rPr>
              <a:t> </a:t>
            </a:r>
            <a:r>
              <a:rPr lang="en-US" sz="2000" err="1"/>
              <a:t>predmeta</a:t>
            </a:r>
            <a:r>
              <a:rPr lang="en-US" sz="2000"/>
              <a:t> </a:t>
            </a:r>
            <a:r>
              <a:rPr lang="sl-SI" sz="2000">
                <a:sym typeface="Symbol" pitchFamily="18" charset="2"/>
              </a:rPr>
              <a:t></a:t>
            </a:r>
            <a:r>
              <a:rPr lang="en-US" sz="2000"/>
              <a:t> </a:t>
            </a:r>
            <a:r>
              <a:rPr lang="en-US" sz="2000" err="1"/>
              <a:t>Ime</a:t>
            </a:r>
            <a:r>
              <a:rPr lang="en-US" sz="2000"/>
              <a:t> </a:t>
            </a:r>
            <a:r>
              <a:rPr lang="en-US" sz="2000" err="1"/>
              <a:t>predmeta</a:t>
            </a:r>
            <a:r>
              <a:rPr lang="en-US" sz="2000"/>
              <a:t>, </a:t>
            </a:r>
            <a:r>
              <a:rPr lang="en-US" sz="2000" err="1"/>
              <a:t>Šifra</a:t>
            </a:r>
            <a:r>
              <a:rPr lang="en-US" sz="2000"/>
              <a:t> </a:t>
            </a:r>
            <a:r>
              <a:rPr lang="en-US" sz="2000" err="1"/>
              <a:t>predmeta</a:t>
            </a:r>
            <a:r>
              <a:rPr lang="en-US" sz="2000"/>
              <a:t> </a:t>
            </a:r>
            <a:r>
              <a:rPr lang="sl-SI" sz="2000">
                <a:sym typeface="Symbol" pitchFamily="18" charset="2"/>
              </a:rPr>
              <a:t></a:t>
            </a:r>
            <a:r>
              <a:rPr lang="en-US" sz="2000"/>
              <a:t> </a:t>
            </a:r>
            <a:r>
              <a:rPr lang="en-US" sz="2000" err="1"/>
              <a:t>Predavatelj</a:t>
            </a:r>
            <a:r>
              <a:rPr lang="en-US" sz="2000"/>
              <a:t>, </a:t>
            </a:r>
            <a:r>
              <a:rPr lang="en-US" sz="2000" err="1"/>
              <a:t>Šifra</a:t>
            </a:r>
            <a:r>
              <a:rPr lang="en-US" sz="2000"/>
              <a:t> </a:t>
            </a:r>
            <a:r>
              <a:rPr lang="en-US" sz="2000" err="1"/>
              <a:t>predmeta</a:t>
            </a:r>
            <a:r>
              <a:rPr lang="en-US" sz="2000"/>
              <a:t> </a:t>
            </a:r>
            <a:r>
              <a:rPr lang="sl-SI" sz="2000">
                <a:sym typeface="Symbol" pitchFamily="18" charset="2"/>
              </a:rPr>
              <a:t></a:t>
            </a:r>
            <a:r>
              <a:rPr lang="en-US" sz="2000"/>
              <a:t> </a:t>
            </a:r>
            <a:r>
              <a:rPr lang="en-US" sz="2000" err="1"/>
              <a:t>Katedra</a:t>
            </a:r>
            <a:r>
              <a:rPr lang="en-US" sz="2000"/>
              <a:t>, </a:t>
            </a:r>
            <a:r>
              <a:rPr lang="en-US" sz="2000" err="1"/>
              <a:t>Predavatelj</a:t>
            </a:r>
            <a:r>
              <a:rPr lang="sl-SI" sz="2000">
                <a:sym typeface="Symbol" pitchFamily="18" charset="2"/>
              </a:rPr>
              <a:t> </a:t>
            </a:r>
            <a:r>
              <a:rPr lang="en-US" sz="2000"/>
              <a:t> </a:t>
            </a:r>
            <a:r>
              <a:rPr lang="en-US" sz="2000" err="1"/>
              <a:t>Katedra</a:t>
            </a:r>
            <a:r>
              <a:rPr lang="en-US" sz="2000"/>
              <a:t> }</a:t>
            </a:r>
          </a:p>
          <a:p>
            <a:pPr marL="533400" indent="-533400">
              <a:lnSpc>
                <a:spcPct val="80000"/>
              </a:lnSpc>
              <a:buFont typeface="Wingdings" pitchFamily="2" charset="2"/>
              <a:buNone/>
            </a:pPr>
            <a:endParaRPr lang="en-US" sz="2000"/>
          </a:p>
          <a:p>
            <a:pPr marL="533400" indent="-533400">
              <a:lnSpc>
                <a:spcPct val="80000"/>
              </a:lnSpc>
              <a:buFont typeface="+mj-lt"/>
              <a:buAutoNum type="arabicPeriod"/>
            </a:pPr>
            <a:r>
              <a:rPr lang="en-US" sz="2000" err="1"/>
              <a:t>Poiščite</a:t>
            </a:r>
            <a:r>
              <a:rPr lang="en-US" sz="2000"/>
              <a:t> </a:t>
            </a:r>
            <a:r>
              <a:rPr lang="en-US" sz="2000" err="1"/>
              <a:t>vse</a:t>
            </a:r>
            <a:r>
              <a:rPr lang="en-US" sz="2000"/>
              <a:t> </a:t>
            </a:r>
            <a:r>
              <a:rPr lang="en-US" sz="2000" err="1"/>
              <a:t>ključe</a:t>
            </a:r>
            <a:r>
              <a:rPr lang="en-US" sz="2000"/>
              <a:t>.</a:t>
            </a:r>
          </a:p>
          <a:p>
            <a:pPr marL="533400" indent="-533400">
              <a:lnSpc>
                <a:spcPct val="80000"/>
              </a:lnSpc>
              <a:buFont typeface="+mj-lt"/>
              <a:buAutoNum type="arabicPeriod"/>
            </a:pPr>
            <a:r>
              <a:rPr lang="en-US" sz="2000"/>
              <a:t>V </a:t>
            </a:r>
            <a:r>
              <a:rPr lang="en-US" sz="2000" err="1"/>
              <a:t>kateri</a:t>
            </a:r>
            <a:r>
              <a:rPr lang="en-US" sz="2000"/>
              <a:t>  </a:t>
            </a:r>
            <a:r>
              <a:rPr lang="en-US" sz="2000" err="1"/>
              <a:t>normalni</a:t>
            </a:r>
            <a:r>
              <a:rPr lang="en-US" sz="2000"/>
              <a:t> </a:t>
            </a:r>
            <a:r>
              <a:rPr lang="en-US" sz="2000" err="1"/>
              <a:t>obliki</a:t>
            </a:r>
            <a:r>
              <a:rPr lang="en-US" sz="2000"/>
              <a:t> je </a:t>
            </a:r>
            <a:r>
              <a:rPr lang="en-US" sz="2000" err="1"/>
              <a:t>relacija</a:t>
            </a:r>
            <a:r>
              <a:rPr lang="en-US" sz="2000"/>
              <a:t> </a:t>
            </a:r>
            <a:r>
              <a:rPr lang="en-US" sz="2000" err="1"/>
              <a:t>Predavanja</a:t>
            </a:r>
            <a:r>
              <a:rPr lang="en-US" sz="2000"/>
              <a:t>?</a:t>
            </a:r>
          </a:p>
          <a:p>
            <a:pPr marL="533400" indent="-533400">
              <a:lnSpc>
                <a:spcPct val="80000"/>
              </a:lnSpc>
              <a:buFont typeface="+mj-lt"/>
              <a:buAutoNum type="arabicPeriod"/>
            </a:pPr>
            <a:r>
              <a:rPr lang="en-US" sz="2000" err="1"/>
              <a:t>Normalizirajte</a:t>
            </a:r>
            <a:r>
              <a:rPr lang="en-US" sz="2000"/>
              <a:t> </a:t>
            </a:r>
            <a:r>
              <a:rPr lang="en-US" sz="2000" err="1"/>
              <a:t>relacijo</a:t>
            </a:r>
            <a:r>
              <a:rPr lang="en-US" sz="2000"/>
              <a:t> </a:t>
            </a:r>
            <a:r>
              <a:rPr lang="en-US" sz="2000" err="1"/>
              <a:t>Predavanja</a:t>
            </a:r>
            <a:r>
              <a:rPr lang="en-US" sz="2000"/>
              <a:t> v 3. </a:t>
            </a:r>
            <a:r>
              <a:rPr lang="en-US" sz="2000" err="1"/>
              <a:t>normalno</a:t>
            </a:r>
            <a:r>
              <a:rPr lang="en-US" sz="2000"/>
              <a:t> </a:t>
            </a:r>
            <a:r>
              <a:rPr lang="en-US" sz="2000" err="1"/>
              <a:t>obliko</a:t>
            </a:r>
            <a:r>
              <a:rPr lang="en-US" sz="2000"/>
              <a:t>, </a:t>
            </a:r>
            <a:r>
              <a:rPr lang="en-US" sz="2000" err="1"/>
              <a:t>če</a:t>
            </a:r>
            <a:r>
              <a:rPr lang="en-US" sz="2000"/>
              <a:t> je to </a:t>
            </a:r>
            <a:r>
              <a:rPr lang="en-US" sz="2000" err="1"/>
              <a:t>potrebno</a:t>
            </a:r>
            <a:r>
              <a:rPr lang="en-US" sz="2000"/>
              <a:t>.</a:t>
            </a:r>
            <a:endParaRPr lang="sl-SI" sz="200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AutoShape 2"/>
          <p:cNvSpPr>
            <a:spLocks noGrp="1" noChangeArrowheads="1"/>
          </p:cNvSpPr>
          <p:nvPr>
            <p:ph type="title"/>
          </p:nvPr>
        </p:nvSpPr>
        <p:spPr/>
        <p:txBody>
          <a:bodyPr/>
          <a:lstStyle/>
          <a:p>
            <a:r>
              <a:rPr lang="sl-SI"/>
              <a:t>Primer normalizacije</a:t>
            </a:r>
            <a:r>
              <a:rPr lang="en-US"/>
              <a:t> - </a:t>
            </a:r>
            <a:r>
              <a:rPr lang="en-US" err="1"/>
              <a:t>ključ</a:t>
            </a:r>
            <a:endParaRPr lang="en-US"/>
          </a:p>
        </p:txBody>
      </p:sp>
      <p:sp>
        <p:nvSpPr>
          <p:cNvPr id="559106" name="Rectangle 3"/>
          <p:cNvSpPr>
            <a:spLocks noGrp="1" noChangeArrowheads="1"/>
          </p:cNvSpPr>
          <p:nvPr>
            <p:ph type="body" idx="1"/>
          </p:nvPr>
        </p:nvSpPr>
        <p:spPr>
          <a:xfrm>
            <a:off x="838200" y="2362200"/>
            <a:ext cx="8001000" cy="4267200"/>
          </a:xfrm>
        </p:spPr>
        <p:txBody>
          <a:bodyPr/>
          <a:lstStyle/>
          <a:p>
            <a:pPr marL="533400" indent="-533400">
              <a:lnSpc>
                <a:spcPct val="80000"/>
              </a:lnSpc>
              <a:buFont typeface="Wingdings" pitchFamily="2" charset="2"/>
              <a:buNone/>
            </a:pPr>
            <a:r>
              <a:rPr lang="en-US" sz="2000" err="1"/>
              <a:t>Predavanja</a:t>
            </a:r>
            <a:r>
              <a:rPr lang="en-US" sz="2000"/>
              <a:t>(</a:t>
            </a:r>
            <a:r>
              <a:rPr lang="en-US" sz="2000" err="1"/>
              <a:t>Šifra</a:t>
            </a:r>
            <a:r>
              <a:rPr lang="en-US" sz="2000"/>
              <a:t> </a:t>
            </a:r>
            <a:r>
              <a:rPr lang="en-US" sz="2000" err="1"/>
              <a:t>predmeta</a:t>
            </a:r>
            <a:r>
              <a:rPr lang="en-US" sz="2000"/>
              <a:t>, </a:t>
            </a:r>
            <a:r>
              <a:rPr lang="en-US" sz="2000" err="1"/>
              <a:t>Ime</a:t>
            </a:r>
            <a:r>
              <a:rPr lang="en-US" sz="2000"/>
              <a:t> </a:t>
            </a:r>
            <a:r>
              <a:rPr lang="en-US" sz="2000" err="1"/>
              <a:t>predmeta</a:t>
            </a:r>
            <a:r>
              <a:rPr lang="en-US" sz="2000"/>
              <a:t>, </a:t>
            </a:r>
            <a:r>
              <a:rPr lang="en-US" sz="2000" err="1"/>
              <a:t>Predavatelj</a:t>
            </a:r>
            <a:r>
              <a:rPr lang="en-US" sz="2000"/>
              <a:t>, </a:t>
            </a:r>
            <a:r>
              <a:rPr lang="en-US" sz="2000" err="1"/>
              <a:t>Katedra</a:t>
            </a:r>
            <a:r>
              <a:rPr lang="en-US" sz="2000"/>
              <a:t>)</a:t>
            </a:r>
          </a:p>
          <a:p>
            <a:pPr marL="533400" indent="-533400">
              <a:lnSpc>
                <a:spcPct val="80000"/>
              </a:lnSpc>
              <a:buNone/>
            </a:pPr>
            <a:r>
              <a:rPr lang="sl-SI" sz="2000">
                <a:sym typeface="Symbol" pitchFamily="18" charset="2"/>
              </a:rPr>
              <a:t>F</a:t>
            </a:r>
            <a:r>
              <a:rPr lang="en-US" sz="2000">
                <a:sym typeface="Symbol" pitchFamily="18" charset="2"/>
              </a:rPr>
              <a:t>= </a:t>
            </a:r>
            <a:r>
              <a:rPr lang="en-US" sz="2000"/>
              <a:t>{	</a:t>
            </a:r>
            <a:r>
              <a:rPr lang="en-US" sz="2000" err="1"/>
              <a:t>Šifra</a:t>
            </a:r>
            <a:r>
              <a:rPr lang="en-US" sz="2000">
                <a:sym typeface="Symbol" pitchFamily="18" charset="2"/>
              </a:rPr>
              <a:t> </a:t>
            </a:r>
            <a:r>
              <a:rPr lang="en-US" sz="2000" err="1"/>
              <a:t>predmeta</a:t>
            </a:r>
            <a:r>
              <a:rPr lang="en-US" sz="2000"/>
              <a:t> </a:t>
            </a:r>
            <a:r>
              <a:rPr lang="sl-SI" sz="2000">
                <a:sym typeface="Symbol" pitchFamily="18" charset="2"/>
              </a:rPr>
              <a:t></a:t>
            </a:r>
            <a:r>
              <a:rPr lang="en-US" sz="2000"/>
              <a:t> </a:t>
            </a:r>
            <a:r>
              <a:rPr lang="en-US" sz="2000" err="1"/>
              <a:t>Ime</a:t>
            </a:r>
            <a:r>
              <a:rPr lang="en-US" sz="2000"/>
              <a:t> </a:t>
            </a:r>
            <a:r>
              <a:rPr lang="en-US" sz="2000" err="1"/>
              <a:t>predmeta</a:t>
            </a:r>
            <a:r>
              <a:rPr lang="en-US" sz="2000"/>
              <a:t>, </a:t>
            </a:r>
            <a:r>
              <a:rPr lang="en-US" sz="2000" err="1"/>
              <a:t>Šifra</a:t>
            </a:r>
            <a:r>
              <a:rPr lang="en-US" sz="2000"/>
              <a:t> </a:t>
            </a:r>
            <a:r>
              <a:rPr lang="en-US" sz="2000" err="1"/>
              <a:t>predmeta</a:t>
            </a:r>
            <a:r>
              <a:rPr lang="en-US" sz="2000"/>
              <a:t> </a:t>
            </a:r>
            <a:r>
              <a:rPr lang="sl-SI" sz="2000">
                <a:sym typeface="Symbol" pitchFamily="18" charset="2"/>
              </a:rPr>
              <a:t></a:t>
            </a:r>
            <a:r>
              <a:rPr lang="en-US" sz="2000"/>
              <a:t> </a:t>
            </a:r>
            <a:r>
              <a:rPr lang="en-US" sz="2000" err="1"/>
              <a:t>Predavatelj</a:t>
            </a:r>
            <a:r>
              <a:rPr lang="en-US" sz="2000"/>
              <a:t>, </a:t>
            </a:r>
            <a:r>
              <a:rPr lang="en-US" sz="2000" err="1"/>
              <a:t>Šifra</a:t>
            </a:r>
            <a:r>
              <a:rPr lang="en-US" sz="2000"/>
              <a:t> </a:t>
            </a:r>
            <a:r>
              <a:rPr lang="en-US" sz="2000" err="1"/>
              <a:t>predmeta</a:t>
            </a:r>
            <a:r>
              <a:rPr lang="en-US" sz="2000"/>
              <a:t> </a:t>
            </a:r>
            <a:r>
              <a:rPr lang="sl-SI" sz="2000">
                <a:sym typeface="Symbol" pitchFamily="18" charset="2"/>
              </a:rPr>
              <a:t></a:t>
            </a:r>
            <a:r>
              <a:rPr lang="en-US" sz="2000"/>
              <a:t> </a:t>
            </a:r>
            <a:r>
              <a:rPr lang="en-US" sz="2000" err="1"/>
              <a:t>Katedra</a:t>
            </a:r>
            <a:r>
              <a:rPr lang="en-US" sz="2000"/>
              <a:t>, </a:t>
            </a:r>
            <a:r>
              <a:rPr lang="en-US" sz="2000" err="1"/>
              <a:t>Predavatelj</a:t>
            </a:r>
            <a:r>
              <a:rPr lang="sl-SI" sz="2000">
                <a:sym typeface="Symbol" pitchFamily="18" charset="2"/>
              </a:rPr>
              <a:t> </a:t>
            </a:r>
            <a:r>
              <a:rPr lang="en-US" sz="2000"/>
              <a:t> </a:t>
            </a:r>
            <a:r>
              <a:rPr lang="en-US" sz="2000" err="1"/>
              <a:t>Katedra</a:t>
            </a:r>
            <a:r>
              <a:rPr lang="en-US" sz="2000"/>
              <a:t>	}</a:t>
            </a:r>
          </a:p>
          <a:p>
            <a:pPr marL="533400" indent="-533400">
              <a:lnSpc>
                <a:spcPct val="80000"/>
              </a:lnSpc>
              <a:buFont typeface="Wingdings" pitchFamily="2" charset="2"/>
              <a:buNone/>
            </a:pPr>
            <a:endParaRPr lang="en-US" sz="2000"/>
          </a:p>
          <a:p>
            <a:pPr marL="533400" indent="-533400">
              <a:lnSpc>
                <a:spcPct val="80000"/>
              </a:lnSpc>
              <a:buFont typeface="Wingdings" pitchFamily="2" charset="2"/>
              <a:buNone/>
            </a:pPr>
            <a:r>
              <a:rPr lang="en-US" sz="2000" err="1"/>
              <a:t>Saiedian</a:t>
            </a:r>
            <a:r>
              <a:rPr lang="en-US" sz="2000"/>
              <a:t>-Spencer:</a:t>
            </a:r>
          </a:p>
          <a:p>
            <a:pPr marL="533400" indent="-533400">
              <a:lnSpc>
                <a:spcPct val="80000"/>
              </a:lnSpc>
              <a:buFont typeface="+mj-lt"/>
              <a:buAutoNum type="arabicPeriod"/>
            </a:pPr>
            <a:r>
              <a:rPr lang="en-US" sz="2400"/>
              <a:t> </a:t>
            </a:r>
            <a:r>
              <a:rPr lang="en-US" sz="2400">
                <a:latin typeface="Script MT Bold"/>
              </a:rPr>
              <a:t>L	</a:t>
            </a:r>
            <a:r>
              <a:rPr lang="en-US" sz="2000"/>
              <a:t>= {</a:t>
            </a:r>
            <a:r>
              <a:rPr lang="en-US" sz="2000" err="1"/>
              <a:t>Šifra</a:t>
            </a:r>
            <a:r>
              <a:rPr lang="en-US" sz="2000">
                <a:sym typeface="Symbol" pitchFamily="18" charset="2"/>
              </a:rPr>
              <a:t> </a:t>
            </a:r>
            <a:r>
              <a:rPr lang="en-US" sz="2000" err="1"/>
              <a:t>predmeta</a:t>
            </a:r>
            <a:r>
              <a:rPr lang="en-US" sz="2000"/>
              <a:t>, </a:t>
            </a:r>
            <a:r>
              <a:rPr lang="en-US" sz="2000" strike="sngStrike" err="1">
                <a:solidFill>
                  <a:srgbClr val="FF0066"/>
                </a:solidFill>
              </a:rPr>
              <a:t>Predavatelj</a:t>
            </a:r>
            <a:r>
              <a:rPr lang="en-US" sz="2000"/>
              <a:t>}</a:t>
            </a:r>
            <a:r>
              <a:rPr lang="sl-SI" sz="2000"/>
              <a:t>  </a:t>
            </a:r>
            <a:r>
              <a:rPr lang="en-US" sz="2000"/>
              <a:t>= {</a:t>
            </a:r>
            <a:r>
              <a:rPr lang="en-US" sz="2000" err="1"/>
              <a:t>Šifra</a:t>
            </a:r>
            <a:r>
              <a:rPr lang="en-US" sz="2000">
                <a:sym typeface="Symbol" pitchFamily="18" charset="2"/>
              </a:rPr>
              <a:t> </a:t>
            </a:r>
            <a:r>
              <a:rPr lang="en-US" sz="2000" err="1"/>
              <a:t>predmeta</a:t>
            </a:r>
            <a:r>
              <a:rPr lang="en-US" sz="2000"/>
              <a:t>}</a:t>
            </a:r>
            <a:r>
              <a:rPr lang="sl-SI" sz="2000"/>
              <a:t>  </a:t>
            </a:r>
            <a:br>
              <a:rPr lang="sl-SI" sz="2000"/>
            </a:br>
            <a:r>
              <a:rPr lang="en-US" sz="2000"/>
              <a:t> </a:t>
            </a:r>
            <a:r>
              <a:rPr lang="en-US" sz="2400">
                <a:latin typeface="Script MT Bold"/>
              </a:rPr>
              <a:t>R	</a:t>
            </a:r>
            <a:r>
              <a:rPr lang="en-US" sz="2000"/>
              <a:t>= {</a:t>
            </a:r>
            <a:r>
              <a:rPr lang="en-US" sz="2000" err="1"/>
              <a:t>Ime</a:t>
            </a:r>
            <a:r>
              <a:rPr lang="en-US" sz="2000"/>
              <a:t> </a:t>
            </a:r>
            <a:r>
              <a:rPr lang="en-US" sz="2000" err="1"/>
              <a:t>predmeta</a:t>
            </a:r>
            <a:r>
              <a:rPr lang="en-US" sz="2000"/>
              <a:t>, </a:t>
            </a:r>
            <a:r>
              <a:rPr lang="en-US" sz="2000" strike="sngStrike" err="1">
                <a:solidFill>
                  <a:srgbClr val="FF0066"/>
                </a:solidFill>
              </a:rPr>
              <a:t>Predavatelj</a:t>
            </a:r>
            <a:r>
              <a:rPr lang="en-US" sz="2000"/>
              <a:t>, </a:t>
            </a:r>
            <a:r>
              <a:rPr lang="en-US" sz="2000" err="1"/>
              <a:t>Katedra</a:t>
            </a:r>
            <a:r>
              <a:rPr lang="en-US" sz="2000"/>
              <a:t>}</a:t>
            </a:r>
            <a:r>
              <a:rPr lang="sl-SI" sz="2400">
                <a:latin typeface="Script MT Bold"/>
              </a:rPr>
              <a:t> </a:t>
            </a:r>
            <a:br>
              <a:rPr lang="en-US" sz="2400">
                <a:latin typeface="Script MT Bold"/>
              </a:rPr>
            </a:br>
            <a:r>
              <a:rPr lang="en-US" sz="2000"/>
              <a:t>	= {</a:t>
            </a:r>
            <a:r>
              <a:rPr lang="en-US" sz="2000" err="1"/>
              <a:t>Ime</a:t>
            </a:r>
            <a:r>
              <a:rPr lang="en-US" sz="2000"/>
              <a:t> </a:t>
            </a:r>
            <a:r>
              <a:rPr lang="en-US" sz="2000" err="1"/>
              <a:t>predmeta</a:t>
            </a:r>
            <a:r>
              <a:rPr lang="en-US" sz="2000"/>
              <a:t>, </a:t>
            </a:r>
            <a:r>
              <a:rPr lang="en-US" sz="2000" err="1"/>
              <a:t>Katedra</a:t>
            </a:r>
            <a:r>
              <a:rPr lang="en-US" sz="2000"/>
              <a:t>}</a:t>
            </a:r>
            <a:br>
              <a:rPr lang="sl-SI" sz="2000"/>
            </a:br>
            <a:r>
              <a:rPr lang="en-US" sz="2000"/>
              <a:t> </a:t>
            </a:r>
            <a:r>
              <a:rPr lang="en-US" sz="2400">
                <a:latin typeface="Script MT Bold"/>
              </a:rPr>
              <a:t>B 	</a:t>
            </a:r>
            <a:r>
              <a:rPr lang="en-US" sz="2000"/>
              <a:t>= {</a:t>
            </a:r>
            <a:r>
              <a:rPr lang="en-US" sz="2000" err="1"/>
              <a:t>Predavatelj</a:t>
            </a:r>
            <a:r>
              <a:rPr lang="en-US" sz="2000"/>
              <a:t>}</a:t>
            </a:r>
            <a:r>
              <a:rPr lang="sl-SI" sz="2400">
                <a:latin typeface="Script MT Bold"/>
              </a:rPr>
              <a:t> </a:t>
            </a:r>
            <a:endParaRPr lang="en-US" sz="2400">
              <a:latin typeface="Script MT Bold"/>
            </a:endParaRPr>
          </a:p>
          <a:p>
            <a:pPr marL="533400" indent="-533400">
              <a:lnSpc>
                <a:spcPct val="80000"/>
              </a:lnSpc>
              <a:buFont typeface="+mj-lt"/>
              <a:buAutoNum type="arabicPeriod"/>
            </a:pPr>
            <a:r>
              <a:rPr lang="en-US" sz="2400"/>
              <a:t> </a:t>
            </a:r>
            <a:r>
              <a:rPr lang="en-US" sz="2400">
                <a:latin typeface="Script MT Bold"/>
              </a:rPr>
              <a:t>L</a:t>
            </a:r>
            <a:r>
              <a:rPr lang="en-US" sz="2400" baseline="30000"/>
              <a:t>+</a:t>
            </a:r>
            <a:r>
              <a:rPr lang="en-US" sz="2400"/>
              <a:t>= </a:t>
            </a:r>
            <a:r>
              <a:rPr lang="en-US" sz="2000"/>
              <a:t>{</a:t>
            </a:r>
            <a:r>
              <a:rPr lang="en-US" sz="2000" err="1"/>
              <a:t>Šifra</a:t>
            </a:r>
            <a:r>
              <a:rPr lang="en-US" sz="2000"/>
              <a:t> </a:t>
            </a:r>
            <a:r>
              <a:rPr lang="en-US" sz="2000" err="1"/>
              <a:t>predmeta</a:t>
            </a:r>
            <a:r>
              <a:rPr lang="en-US" sz="2000"/>
              <a:t>, </a:t>
            </a:r>
            <a:r>
              <a:rPr lang="en-US" sz="2000" err="1"/>
              <a:t>Ime</a:t>
            </a:r>
            <a:r>
              <a:rPr lang="en-US" sz="2000"/>
              <a:t> </a:t>
            </a:r>
            <a:r>
              <a:rPr lang="en-US" sz="2000" err="1"/>
              <a:t>predmeta</a:t>
            </a:r>
            <a:r>
              <a:rPr lang="en-US" sz="2000"/>
              <a:t>, </a:t>
            </a:r>
            <a:r>
              <a:rPr lang="en-US" sz="2000" err="1"/>
              <a:t>Predavatelj</a:t>
            </a:r>
            <a:r>
              <a:rPr lang="en-US" sz="2000"/>
              <a:t>, </a:t>
            </a:r>
            <a:r>
              <a:rPr lang="en-US" sz="2000" err="1"/>
              <a:t>Katedra</a:t>
            </a:r>
            <a:r>
              <a:rPr lang="en-US" sz="2000"/>
              <a:t>}</a:t>
            </a:r>
          </a:p>
          <a:p>
            <a:pPr marL="533400" indent="-533400">
              <a:lnSpc>
                <a:spcPct val="80000"/>
              </a:lnSpc>
              <a:buFont typeface="+mj-lt"/>
              <a:buAutoNum type="arabicPeriod"/>
            </a:pPr>
            <a:r>
              <a:rPr lang="en-US" sz="2400"/>
              <a:t> </a:t>
            </a:r>
            <a:r>
              <a:rPr lang="en-US" sz="2000" err="1"/>
              <a:t>Ključ</a:t>
            </a:r>
            <a:r>
              <a:rPr lang="en-US" sz="2000"/>
              <a:t> = </a:t>
            </a:r>
            <a:r>
              <a:rPr lang="en-US" sz="2000" err="1"/>
              <a:t>Šifra</a:t>
            </a:r>
            <a:r>
              <a:rPr lang="en-US" sz="2000"/>
              <a:t> </a:t>
            </a:r>
            <a:r>
              <a:rPr lang="en-US" sz="2000" err="1"/>
              <a:t>predmeta</a:t>
            </a:r>
            <a:endParaRPr lang="en-US" sz="2000"/>
          </a:p>
          <a:p>
            <a:pPr marL="533400" indent="-533400">
              <a:lnSpc>
                <a:spcPct val="80000"/>
              </a:lnSpc>
              <a:buFont typeface="+mj-lt"/>
              <a:buAutoNum type="arabicPeriod"/>
            </a:pPr>
            <a:endParaRPr lang="sl-SI"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910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910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910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91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AutoShape 2"/>
          <p:cNvSpPr>
            <a:spLocks noGrp="1" noChangeArrowheads="1"/>
          </p:cNvSpPr>
          <p:nvPr>
            <p:ph type="title"/>
          </p:nvPr>
        </p:nvSpPr>
        <p:spPr/>
        <p:txBody>
          <a:bodyPr/>
          <a:lstStyle/>
          <a:p>
            <a:r>
              <a:rPr lang="sl-SI"/>
              <a:t>Primer normalizacije</a:t>
            </a:r>
            <a:r>
              <a:rPr lang="en-US"/>
              <a:t> – </a:t>
            </a:r>
            <a:r>
              <a:rPr lang="en-US" err="1"/>
              <a:t>najvišja</a:t>
            </a:r>
            <a:r>
              <a:rPr lang="en-US"/>
              <a:t> NO</a:t>
            </a:r>
          </a:p>
        </p:txBody>
      </p:sp>
      <p:sp>
        <p:nvSpPr>
          <p:cNvPr id="559106" name="Rectangle 3"/>
          <p:cNvSpPr>
            <a:spLocks noGrp="1" noChangeArrowheads="1"/>
          </p:cNvSpPr>
          <p:nvPr>
            <p:ph type="body" idx="1"/>
          </p:nvPr>
        </p:nvSpPr>
        <p:spPr>
          <a:xfrm>
            <a:off x="838200" y="2362200"/>
            <a:ext cx="8001000" cy="4267200"/>
          </a:xfrm>
        </p:spPr>
        <p:txBody>
          <a:bodyPr/>
          <a:lstStyle/>
          <a:p>
            <a:pPr marL="533400" indent="-533400">
              <a:lnSpc>
                <a:spcPct val="80000"/>
              </a:lnSpc>
              <a:buFont typeface="Wingdings" pitchFamily="2" charset="2"/>
              <a:buNone/>
            </a:pPr>
            <a:r>
              <a:rPr lang="en-US" sz="2000" err="1"/>
              <a:t>Predavanja</a:t>
            </a:r>
            <a:r>
              <a:rPr lang="en-US" sz="2000"/>
              <a:t>(</a:t>
            </a:r>
            <a:r>
              <a:rPr lang="en-US" sz="2000" u="sng" err="1"/>
              <a:t>Šifra</a:t>
            </a:r>
            <a:r>
              <a:rPr lang="en-US" sz="2000" u="sng"/>
              <a:t> </a:t>
            </a:r>
            <a:r>
              <a:rPr lang="en-US" sz="2000" u="sng" err="1"/>
              <a:t>predmeta</a:t>
            </a:r>
            <a:r>
              <a:rPr lang="en-US" sz="2000"/>
              <a:t>, </a:t>
            </a:r>
            <a:r>
              <a:rPr lang="en-US" sz="2000" err="1"/>
              <a:t>Ime</a:t>
            </a:r>
            <a:r>
              <a:rPr lang="en-US" sz="2000"/>
              <a:t> </a:t>
            </a:r>
            <a:r>
              <a:rPr lang="en-US" sz="2000" err="1"/>
              <a:t>predmeta</a:t>
            </a:r>
            <a:r>
              <a:rPr lang="en-US" sz="2000"/>
              <a:t>, </a:t>
            </a:r>
            <a:r>
              <a:rPr lang="en-US" sz="2000" err="1"/>
              <a:t>Predavatelj</a:t>
            </a:r>
            <a:r>
              <a:rPr lang="en-US" sz="2000"/>
              <a:t>, </a:t>
            </a:r>
            <a:r>
              <a:rPr lang="en-US" sz="2000" err="1"/>
              <a:t>Katedra</a:t>
            </a:r>
            <a:r>
              <a:rPr lang="en-US" sz="2000"/>
              <a:t>)</a:t>
            </a:r>
          </a:p>
          <a:p>
            <a:pPr marL="533400" indent="-533400">
              <a:lnSpc>
                <a:spcPct val="80000"/>
              </a:lnSpc>
              <a:buNone/>
            </a:pPr>
            <a:r>
              <a:rPr lang="sl-SI" sz="2000">
                <a:sym typeface="Symbol" pitchFamily="18" charset="2"/>
              </a:rPr>
              <a:t>F</a:t>
            </a:r>
            <a:r>
              <a:rPr lang="en-US" sz="2000">
                <a:sym typeface="Symbol" pitchFamily="18" charset="2"/>
              </a:rPr>
              <a:t>=</a:t>
            </a:r>
            <a:r>
              <a:rPr lang="en-US" sz="2000"/>
              <a:t>{	</a:t>
            </a:r>
            <a:r>
              <a:rPr lang="en-US" sz="2000" err="1"/>
              <a:t>Šifra</a:t>
            </a:r>
            <a:r>
              <a:rPr lang="en-US" sz="2000">
                <a:sym typeface="Symbol" pitchFamily="18" charset="2"/>
              </a:rPr>
              <a:t> </a:t>
            </a:r>
            <a:r>
              <a:rPr lang="en-US" sz="2000" err="1"/>
              <a:t>predmeta</a:t>
            </a:r>
            <a:r>
              <a:rPr lang="en-US" sz="2000"/>
              <a:t> </a:t>
            </a:r>
            <a:r>
              <a:rPr lang="sl-SI" sz="2000">
                <a:sym typeface="Symbol" pitchFamily="18" charset="2"/>
              </a:rPr>
              <a:t></a:t>
            </a:r>
            <a:r>
              <a:rPr lang="en-US" sz="2000"/>
              <a:t> </a:t>
            </a:r>
            <a:r>
              <a:rPr lang="en-US" sz="2000" err="1"/>
              <a:t>Ime</a:t>
            </a:r>
            <a:r>
              <a:rPr lang="en-US" sz="2000"/>
              <a:t> </a:t>
            </a:r>
            <a:r>
              <a:rPr lang="en-US" sz="2000" err="1"/>
              <a:t>predmeta</a:t>
            </a:r>
            <a:r>
              <a:rPr lang="en-US" sz="2000"/>
              <a:t>, </a:t>
            </a:r>
            <a:r>
              <a:rPr lang="en-US" sz="2000" err="1"/>
              <a:t>Šifra</a:t>
            </a:r>
            <a:r>
              <a:rPr lang="en-US" sz="2000"/>
              <a:t> </a:t>
            </a:r>
            <a:r>
              <a:rPr lang="en-US" sz="2000" err="1"/>
              <a:t>predmeta</a:t>
            </a:r>
            <a:r>
              <a:rPr lang="en-US" sz="2000"/>
              <a:t> </a:t>
            </a:r>
            <a:r>
              <a:rPr lang="sl-SI" sz="2000">
                <a:sym typeface="Symbol" pitchFamily="18" charset="2"/>
              </a:rPr>
              <a:t></a:t>
            </a:r>
            <a:r>
              <a:rPr lang="en-US" sz="2000"/>
              <a:t> </a:t>
            </a:r>
            <a:r>
              <a:rPr lang="en-US" sz="2000" err="1"/>
              <a:t>Predavatelj</a:t>
            </a:r>
            <a:r>
              <a:rPr lang="en-US" sz="2000"/>
              <a:t>, </a:t>
            </a:r>
            <a:r>
              <a:rPr lang="en-US" sz="2000" err="1"/>
              <a:t>Šifra</a:t>
            </a:r>
            <a:r>
              <a:rPr lang="en-US" sz="2000"/>
              <a:t> </a:t>
            </a:r>
            <a:r>
              <a:rPr lang="en-US" sz="2000" err="1"/>
              <a:t>predmeta</a:t>
            </a:r>
            <a:r>
              <a:rPr lang="en-US" sz="2000"/>
              <a:t> </a:t>
            </a:r>
            <a:r>
              <a:rPr lang="sl-SI" sz="2000">
                <a:sym typeface="Symbol" pitchFamily="18" charset="2"/>
              </a:rPr>
              <a:t></a:t>
            </a:r>
            <a:r>
              <a:rPr lang="en-US" sz="2000"/>
              <a:t> </a:t>
            </a:r>
            <a:r>
              <a:rPr lang="en-US" sz="2000" err="1"/>
              <a:t>Katedra</a:t>
            </a:r>
            <a:r>
              <a:rPr lang="en-US" sz="2000"/>
              <a:t>, </a:t>
            </a:r>
            <a:r>
              <a:rPr lang="en-US" sz="2000" err="1"/>
              <a:t>Predavatelj</a:t>
            </a:r>
            <a:r>
              <a:rPr lang="sl-SI" sz="2000">
                <a:sym typeface="Symbol" pitchFamily="18" charset="2"/>
              </a:rPr>
              <a:t> </a:t>
            </a:r>
            <a:r>
              <a:rPr lang="en-US" sz="2000"/>
              <a:t> </a:t>
            </a:r>
            <a:r>
              <a:rPr lang="en-US" sz="2000" err="1"/>
              <a:t>Katedra</a:t>
            </a:r>
            <a:r>
              <a:rPr lang="en-US" sz="2000"/>
              <a:t>	}</a:t>
            </a:r>
          </a:p>
          <a:p>
            <a:pPr marL="533400" indent="-533400">
              <a:lnSpc>
                <a:spcPct val="80000"/>
              </a:lnSpc>
              <a:buFont typeface="Wingdings" pitchFamily="2" charset="2"/>
              <a:buNone/>
            </a:pPr>
            <a:endParaRPr lang="en-US" sz="2000"/>
          </a:p>
          <a:p>
            <a:pPr marL="533400" indent="-533400">
              <a:lnSpc>
                <a:spcPct val="80000"/>
              </a:lnSpc>
            </a:pPr>
            <a:r>
              <a:rPr lang="en-US" sz="2000"/>
              <a:t>1. NO je!</a:t>
            </a:r>
          </a:p>
          <a:p>
            <a:pPr marL="533400" indent="-533400">
              <a:lnSpc>
                <a:spcPct val="80000"/>
              </a:lnSpc>
            </a:pPr>
            <a:r>
              <a:rPr lang="en-US" sz="2000"/>
              <a:t>2. NO: </a:t>
            </a:r>
            <a:r>
              <a:rPr lang="en-US" sz="2000" err="1"/>
              <a:t>ni</a:t>
            </a:r>
            <a:r>
              <a:rPr lang="en-US" sz="2000"/>
              <a:t> </a:t>
            </a:r>
            <a:r>
              <a:rPr lang="en-US" sz="2000" err="1"/>
              <a:t>delnih</a:t>
            </a:r>
            <a:r>
              <a:rPr lang="en-US" sz="2000"/>
              <a:t> </a:t>
            </a:r>
            <a:r>
              <a:rPr lang="en-US" sz="2000" err="1"/>
              <a:t>odvisnosti</a:t>
            </a:r>
            <a:r>
              <a:rPr lang="en-US" sz="2000"/>
              <a:t>, </a:t>
            </a:r>
            <a:r>
              <a:rPr lang="en-US" sz="2000" err="1"/>
              <a:t>torej</a:t>
            </a:r>
            <a:r>
              <a:rPr lang="en-US" sz="2000"/>
              <a:t> je!</a:t>
            </a:r>
          </a:p>
          <a:p>
            <a:pPr marL="533400" indent="-533400">
              <a:lnSpc>
                <a:spcPct val="80000"/>
              </a:lnSpc>
            </a:pPr>
            <a:r>
              <a:rPr lang="en-US" sz="2000"/>
              <a:t>3. NO: </a:t>
            </a:r>
            <a:r>
              <a:rPr lang="en-US" sz="2000" err="1"/>
              <a:t>tranzitivna</a:t>
            </a:r>
            <a:r>
              <a:rPr lang="en-US" sz="2000"/>
              <a:t> </a:t>
            </a:r>
            <a:r>
              <a:rPr lang="en-US" sz="2000" err="1"/>
              <a:t>odvisnost</a:t>
            </a:r>
            <a:r>
              <a:rPr lang="en-US" sz="2000"/>
              <a:t> </a:t>
            </a:r>
            <a:r>
              <a:rPr lang="en-US" sz="2000" err="1"/>
              <a:t>Predavatelj</a:t>
            </a:r>
            <a:r>
              <a:rPr lang="sl-SI" sz="2000">
                <a:sym typeface="Symbol" pitchFamily="18" charset="2"/>
              </a:rPr>
              <a:t> </a:t>
            </a:r>
            <a:r>
              <a:rPr lang="en-US" sz="2000"/>
              <a:t> </a:t>
            </a:r>
            <a:r>
              <a:rPr lang="en-US" sz="2000" err="1"/>
              <a:t>Katedra</a:t>
            </a:r>
            <a:r>
              <a:rPr lang="en-US" sz="2000"/>
              <a:t>, </a:t>
            </a:r>
            <a:r>
              <a:rPr lang="en-US" sz="2000" err="1"/>
              <a:t>torej</a:t>
            </a:r>
            <a:r>
              <a:rPr lang="en-US" sz="2000"/>
              <a:t> </a:t>
            </a:r>
            <a:r>
              <a:rPr lang="en-US" sz="2000" err="1"/>
              <a:t>ni</a:t>
            </a:r>
            <a:r>
              <a:rPr lang="en-US" sz="2000"/>
              <a:t>!</a:t>
            </a:r>
          </a:p>
          <a:p>
            <a:pPr marL="533400" indent="-533400">
              <a:lnSpc>
                <a:spcPct val="80000"/>
              </a:lnSpc>
            </a:pPr>
            <a:r>
              <a:rPr lang="en-US" sz="2000" err="1"/>
              <a:t>Normalizacija</a:t>
            </a:r>
            <a:r>
              <a:rPr lang="en-US" sz="2000"/>
              <a:t> v 3. NO je </a:t>
            </a:r>
            <a:r>
              <a:rPr lang="en-US" sz="2000" err="1"/>
              <a:t>torej</a:t>
            </a:r>
            <a:r>
              <a:rPr lang="en-US" sz="2000"/>
              <a:t> </a:t>
            </a:r>
            <a:r>
              <a:rPr lang="en-US" sz="2000" err="1"/>
              <a:t>potrebna</a:t>
            </a:r>
            <a:r>
              <a:rPr lang="en-US" sz="2000"/>
              <a:t>!</a:t>
            </a:r>
          </a:p>
          <a:p>
            <a:pPr marL="533400" indent="-533400">
              <a:lnSpc>
                <a:spcPct val="80000"/>
              </a:lnSpc>
              <a:buFont typeface="+mj-lt"/>
              <a:buAutoNum type="arabicPeriod"/>
            </a:pPr>
            <a:endParaRPr lang="en-US" sz="2000"/>
          </a:p>
          <a:p>
            <a:pPr marL="533400" indent="-533400">
              <a:lnSpc>
                <a:spcPct val="80000"/>
              </a:lnSpc>
              <a:buNone/>
            </a:pPr>
            <a:endParaRPr lang="sl-SI"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910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910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910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91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3" name="AutoShape 2"/>
          <p:cNvSpPr>
            <a:spLocks noGrp="1" noChangeArrowheads="1"/>
          </p:cNvSpPr>
          <p:nvPr>
            <p:ph type="title"/>
          </p:nvPr>
        </p:nvSpPr>
        <p:spPr/>
        <p:txBody>
          <a:bodyPr/>
          <a:lstStyle/>
          <a:p>
            <a:r>
              <a:rPr lang="sl-SI"/>
              <a:t>Primer izpitne naloge</a:t>
            </a:r>
            <a:endParaRPr lang="en-US"/>
          </a:p>
        </p:txBody>
      </p:sp>
      <p:sp>
        <p:nvSpPr>
          <p:cNvPr id="581634" name="Rectangle 3"/>
          <p:cNvSpPr>
            <a:spLocks noGrp="1" noChangeArrowheads="1"/>
          </p:cNvSpPr>
          <p:nvPr>
            <p:ph type="body" idx="1"/>
          </p:nvPr>
        </p:nvSpPr>
        <p:spPr/>
        <p:txBody>
          <a:bodyPr/>
          <a:lstStyle/>
          <a:p>
            <a:pPr marL="533400" indent="-533400">
              <a:lnSpc>
                <a:spcPct val="90000"/>
              </a:lnSpc>
            </a:pPr>
            <a:r>
              <a:rPr lang="sl-SI"/>
              <a:t>Za relacijsko shemo R s funkcionalnimi odvisnostmi F poiščite oba ključa, določite minimalno pokritje </a:t>
            </a:r>
            <a:r>
              <a:rPr lang="sl-SI" err="1"/>
              <a:t>F</a:t>
            </a:r>
            <a:r>
              <a:rPr lang="sl-SI" baseline="-25000" err="1"/>
              <a:t>min</a:t>
            </a:r>
            <a:r>
              <a:rPr lang="sl-SI"/>
              <a:t> in ugotovite, </a:t>
            </a:r>
            <a:r>
              <a:rPr lang="en-US"/>
              <a:t>v </a:t>
            </a:r>
            <a:r>
              <a:rPr lang="en-US" err="1"/>
              <a:t>kateri</a:t>
            </a:r>
            <a:r>
              <a:rPr lang="sl-SI"/>
              <a:t> </a:t>
            </a:r>
            <a:r>
              <a:rPr lang="en-US" err="1"/>
              <a:t>najvi</a:t>
            </a:r>
            <a:r>
              <a:rPr lang="sl-SI" err="1"/>
              <a:t>šji</a:t>
            </a:r>
            <a:r>
              <a:rPr lang="sl-SI"/>
              <a:t> normalni obliki se nahaja! Odgovore utemeljite!</a:t>
            </a:r>
            <a:br>
              <a:rPr lang="en-US"/>
            </a:br>
            <a:endParaRPr lang="en-US"/>
          </a:p>
          <a:p>
            <a:pPr marL="533400" indent="-533400">
              <a:lnSpc>
                <a:spcPct val="90000"/>
              </a:lnSpc>
              <a:buFont typeface="Wingdings" pitchFamily="2" charset="2"/>
              <a:buNone/>
            </a:pPr>
            <a:r>
              <a:rPr lang="sl-SI"/>
              <a:t>R =	ABCD	</a:t>
            </a:r>
          </a:p>
          <a:p>
            <a:pPr marL="533400" indent="-533400">
              <a:lnSpc>
                <a:spcPct val="90000"/>
              </a:lnSpc>
              <a:buFont typeface="Wingdings" pitchFamily="2" charset="2"/>
              <a:buNone/>
            </a:pPr>
            <a:r>
              <a:rPr lang="sl-SI"/>
              <a:t>F  = 	{ACD</a:t>
            </a:r>
            <a:r>
              <a:rPr lang="en-US">
                <a:sym typeface="Symbol" pitchFamily="18" charset="2"/>
              </a:rPr>
              <a:t></a:t>
            </a:r>
            <a:r>
              <a:rPr lang="sl-SI"/>
              <a:t>B, BCD</a:t>
            </a:r>
            <a:r>
              <a:rPr lang="en-US">
                <a:sym typeface="Symbol" pitchFamily="18" charset="2"/>
              </a:rPr>
              <a:t></a:t>
            </a:r>
            <a:r>
              <a:rPr lang="sl-SI"/>
              <a:t>A, ACD</a:t>
            </a:r>
            <a:r>
              <a:rPr lang="en-US">
                <a:sym typeface="Symbol" pitchFamily="18" charset="2"/>
              </a:rPr>
              <a:t></a:t>
            </a:r>
            <a:r>
              <a:rPr lang="sl-SI"/>
              <a:t>AB, BD</a:t>
            </a:r>
            <a:r>
              <a:rPr lang="en-US">
                <a:sym typeface="Symbol" pitchFamily="18" charset="2"/>
              </a:rPr>
              <a:t></a:t>
            </a:r>
            <a:r>
              <a:rPr lang="sl-SI"/>
              <a:t>D, 	    	 AC</a:t>
            </a:r>
            <a:r>
              <a:rPr lang="en-US">
                <a:sym typeface="Symbol" pitchFamily="18" charset="2"/>
              </a:rPr>
              <a:t></a:t>
            </a:r>
            <a:r>
              <a:rPr lang="sl-SI"/>
              <a:t>C , AB</a:t>
            </a:r>
            <a:r>
              <a:rPr lang="en-US">
                <a:sym typeface="Symbol" pitchFamily="18" charset="2"/>
              </a:rPr>
              <a:t></a:t>
            </a:r>
            <a:r>
              <a:rPr lang="sl-SI"/>
              <a:t>B}	</a:t>
            </a:r>
            <a:endParaRPr lang="en-US"/>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dirty="0"/>
              <a:t>Vaje: odvisnosti in ključi</a:t>
            </a:r>
            <a:r>
              <a:rPr lang="en-US" dirty="0"/>
              <a:t> (1/2)</a:t>
            </a:r>
            <a:endParaRPr lang="sl-SI" dirty="0"/>
          </a:p>
        </p:txBody>
      </p:sp>
      <p:sp>
        <p:nvSpPr>
          <p:cNvPr id="5" name="Text Placeholder 4"/>
          <p:cNvSpPr>
            <a:spLocks noGrp="1"/>
          </p:cNvSpPr>
          <p:nvPr>
            <p:ph type="body" sz="half" idx="3"/>
          </p:nvPr>
        </p:nvSpPr>
        <p:spPr>
          <a:xfrm>
            <a:off x="762000" y="2362200"/>
            <a:ext cx="8001000" cy="4495800"/>
          </a:xfrm>
        </p:spPr>
        <p:txBody>
          <a:bodyPr/>
          <a:lstStyle/>
          <a:p>
            <a:pPr marL="514350" indent="-514350">
              <a:buFont typeface="+mj-lt"/>
              <a:buAutoNum type="arabicPeriod"/>
            </a:pPr>
            <a:r>
              <a:rPr lang="sl-SI" sz="1200"/>
              <a:t>Imamo relacijo (tabelo)</a:t>
            </a:r>
            <a:br>
              <a:rPr lang="sl-SI" sz="1200"/>
            </a:br>
            <a:r>
              <a:rPr lang="sl-SI" sz="1200" err="1"/>
              <a:t>OceneIzpitov</a:t>
            </a:r>
            <a:r>
              <a:rPr lang="sl-SI" sz="1200"/>
              <a:t>(</a:t>
            </a:r>
            <a:r>
              <a:rPr lang="sl-SI" sz="1200" err="1"/>
              <a:t>VpisnaSt</a:t>
            </a:r>
            <a:r>
              <a:rPr lang="sl-SI" sz="1200"/>
              <a:t>, Predmet, Semester, Ocena)</a:t>
            </a:r>
            <a:br>
              <a:rPr lang="sl-SI" sz="1200"/>
            </a:br>
            <a:r>
              <a:rPr lang="sl-SI" sz="1200"/>
              <a:t>Določite funkcionalne odvisnosti in  </a:t>
            </a:r>
            <a:br>
              <a:rPr lang="sl-SI" sz="1200"/>
            </a:br>
            <a:r>
              <a:rPr lang="sl-SI" sz="1200"/>
              <a:t>(a) en ključ (</a:t>
            </a:r>
            <a:r>
              <a:rPr lang="sl-SI" sz="1200" err="1"/>
              <a:t>Elmasri</a:t>
            </a:r>
            <a:r>
              <a:rPr lang="sl-SI" sz="1200"/>
              <a:t>-</a:t>
            </a:r>
            <a:r>
              <a:rPr lang="sl-SI" sz="1200" err="1"/>
              <a:t>Navathe</a:t>
            </a:r>
            <a:r>
              <a:rPr lang="sl-SI" sz="1200"/>
              <a:t>)  </a:t>
            </a:r>
            <a:br>
              <a:rPr lang="sl-SI" sz="1200"/>
            </a:br>
            <a:r>
              <a:rPr lang="sl-SI" sz="1200"/>
              <a:t>(b) vse ključe (</a:t>
            </a:r>
            <a:r>
              <a:rPr lang="sl-SI" sz="1200" err="1"/>
              <a:t>Saiedian</a:t>
            </a:r>
            <a:r>
              <a:rPr lang="sl-SI" sz="1200"/>
              <a:t>-Spencer)</a:t>
            </a:r>
          </a:p>
          <a:p>
            <a:pPr marL="514350" indent="-514350">
              <a:buFont typeface="+mj-lt"/>
              <a:buAutoNum type="arabicPeriod"/>
            </a:pPr>
            <a:r>
              <a:rPr lang="sl-SI" sz="1200"/>
              <a:t>Imamo relacijo (tabelo)</a:t>
            </a:r>
            <a:br>
              <a:rPr lang="sl-SI" sz="1200"/>
            </a:br>
            <a:r>
              <a:rPr lang="sl-SI" sz="1200" err="1"/>
              <a:t>PostavkaNarocila</a:t>
            </a:r>
            <a:r>
              <a:rPr lang="sl-SI" sz="1200"/>
              <a:t>(</a:t>
            </a:r>
            <a:r>
              <a:rPr lang="sl-SI" sz="1200" err="1"/>
              <a:t>SifraNarocila</a:t>
            </a:r>
            <a:r>
              <a:rPr lang="sl-SI" sz="1200"/>
              <a:t>, </a:t>
            </a:r>
            <a:r>
              <a:rPr lang="sl-SI" sz="1200" err="1"/>
              <a:t>CrtnaKodaIzdelka</a:t>
            </a:r>
            <a:r>
              <a:rPr lang="sl-SI" sz="1200"/>
              <a:t>, </a:t>
            </a:r>
            <a:r>
              <a:rPr lang="sl-SI" sz="1200" err="1"/>
              <a:t>SifraIzdelka</a:t>
            </a:r>
            <a:r>
              <a:rPr lang="sl-SI" sz="1200"/>
              <a:t>, </a:t>
            </a:r>
            <a:r>
              <a:rPr lang="sl-SI" sz="1200" err="1"/>
              <a:t>OpisIzdelka</a:t>
            </a:r>
            <a:r>
              <a:rPr lang="sl-SI" sz="1200"/>
              <a:t>, </a:t>
            </a:r>
            <a:r>
              <a:rPr lang="sl-SI" sz="1200" err="1"/>
              <a:t>CenaIzdelka</a:t>
            </a:r>
            <a:r>
              <a:rPr lang="sl-SI" sz="1200"/>
              <a:t>, </a:t>
            </a:r>
            <a:r>
              <a:rPr lang="sl-SI" sz="1200" err="1"/>
              <a:t>Kolicina</a:t>
            </a:r>
            <a:r>
              <a:rPr lang="sl-SI" sz="1200"/>
              <a:t>)</a:t>
            </a:r>
            <a:br>
              <a:rPr lang="sl-SI" sz="1200"/>
            </a:br>
            <a:r>
              <a:rPr lang="sl-SI" sz="1200"/>
              <a:t>Določite funkcionalne odvisnosti in</a:t>
            </a:r>
            <a:br>
              <a:rPr lang="sl-SI" sz="1200"/>
            </a:br>
            <a:r>
              <a:rPr lang="sl-SI" sz="1200"/>
              <a:t>(a) en ključ (</a:t>
            </a:r>
            <a:r>
              <a:rPr lang="sl-SI" sz="1200" err="1"/>
              <a:t>Elmasri</a:t>
            </a:r>
            <a:r>
              <a:rPr lang="sl-SI" sz="1200"/>
              <a:t>-</a:t>
            </a:r>
            <a:r>
              <a:rPr lang="sl-SI" sz="1200" err="1"/>
              <a:t>Navathe</a:t>
            </a:r>
            <a:r>
              <a:rPr lang="sl-SI" sz="1200"/>
              <a:t>)</a:t>
            </a:r>
            <a:br>
              <a:rPr lang="sl-SI" sz="1200"/>
            </a:br>
            <a:r>
              <a:rPr lang="sl-SI" sz="1200"/>
              <a:t>(b) vse ključe (</a:t>
            </a:r>
            <a:r>
              <a:rPr lang="sl-SI" sz="1200" err="1"/>
              <a:t>Saiedian</a:t>
            </a:r>
            <a:r>
              <a:rPr lang="sl-SI" sz="1200"/>
              <a:t>-Spencer)</a:t>
            </a:r>
          </a:p>
          <a:p>
            <a:pPr marL="514350" indent="-514350">
              <a:buFont typeface="+mj-lt"/>
              <a:buAutoNum type="arabicPeriod"/>
            </a:pPr>
            <a:r>
              <a:rPr lang="sl-SI" sz="1200"/>
              <a:t>Imamo relacijo (tabelo) s podanimi funkcionalnimi odvisnostmi. Določite</a:t>
            </a:r>
            <a:br>
              <a:rPr lang="sl-SI" sz="1200"/>
            </a:br>
            <a:r>
              <a:rPr lang="sl-SI" sz="1200"/>
              <a:t>(a) en ključ (</a:t>
            </a:r>
            <a:r>
              <a:rPr lang="sl-SI" sz="1200" err="1"/>
              <a:t>Elmasri</a:t>
            </a:r>
            <a:r>
              <a:rPr lang="sl-SI" sz="1200"/>
              <a:t>-</a:t>
            </a:r>
            <a:r>
              <a:rPr lang="sl-SI" sz="1200" err="1"/>
              <a:t>Navathe</a:t>
            </a:r>
            <a:r>
              <a:rPr lang="sl-SI" sz="1200"/>
              <a:t>)</a:t>
            </a:r>
            <a:br>
              <a:rPr lang="sl-SI" sz="1200"/>
            </a:br>
            <a:r>
              <a:rPr lang="sl-SI" sz="1200"/>
              <a:t>(b) vse ključe (</a:t>
            </a:r>
            <a:r>
              <a:rPr lang="sl-SI" sz="1200" err="1"/>
              <a:t>Saiedian</a:t>
            </a:r>
            <a:r>
              <a:rPr lang="sl-SI" sz="1200"/>
              <a:t>-Spencer)</a:t>
            </a:r>
            <a:br>
              <a:rPr lang="sl-SI" sz="1200"/>
            </a:br>
            <a:r>
              <a:rPr lang="sl-SI" sz="1200"/>
              <a:t>Zaloga (</a:t>
            </a:r>
            <a:r>
              <a:rPr lang="sl-SI" sz="1200" err="1"/>
              <a:t>SifraIzdelka</a:t>
            </a:r>
            <a:r>
              <a:rPr lang="sl-SI" sz="1200"/>
              <a:t>, </a:t>
            </a:r>
            <a:r>
              <a:rPr lang="sl-SI" sz="1200" err="1"/>
              <a:t>SifraAkcije</a:t>
            </a:r>
            <a:r>
              <a:rPr lang="sl-SI" sz="1200"/>
              <a:t>, Proizvajalec, </a:t>
            </a:r>
            <a:r>
              <a:rPr lang="sl-SI" sz="1200" err="1"/>
              <a:t>OpisIzdelka</a:t>
            </a:r>
            <a:r>
              <a:rPr lang="sl-SI" sz="1200"/>
              <a:t>, </a:t>
            </a:r>
            <a:r>
              <a:rPr lang="sl-SI" sz="1200" err="1"/>
              <a:t>CenaIzdelka</a:t>
            </a:r>
            <a:r>
              <a:rPr lang="sl-SI" sz="1200"/>
              <a:t>)</a:t>
            </a:r>
            <a:br>
              <a:rPr lang="sl-SI" sz="1200"/>
            </a:br>
            <a:r>
              <a:rPr lang="sl-SI" sz="1200" err="1"/>
              <a:t>SifraIzdelka</a:t>
            </a:r>
            <a:r>
              <a:rPr lang="sl-SI" sz="1200"/>
              <a:t>, </a:t>
            </a:r>
            <a:r>
              <a:rPr lang="sl-SI" sz="1200" err="1"/>
              <a:t>SifraAkcije</a:t>
            </a:r>
            <a:r>
              <a:rPr lang="sl-SI" sz="1200"/>
              <a:t> </a:t>
            </a:r>
            <a:r>
              <a:rPr lang="sl-SI" sz="1200">
                <a:sym typeface="Symbol" pitchFamily="18" charset="2"/>
              </a:rPr>
              <a:t></a:t>
            </a:r>
            <a:r>
              <a:rPr lang="sl-SI" sz="1200"/>
              <a:t> Proizvajalec, </a:t>
            </a:r>
            <a:r>
              <a:rPr lang="sl-SI" sz="1200" err="1"/>
              <a:t>OpisIzdelka</a:t>
            </a:r>
            <a:r>
              <a:rPr lang="sl-SI" sz="1200"/>
              <a:t>, </a:t>
            </a:r>
            <a:r>
              <a:rPr lang="sl-SI" sz="1200" err="1"/>
              <a:t>CenaIzdelka</a:t>
            </a:r>
            <a:br>
              <a:rPr lang="sl-SI" sz="1200"/>
            </a:br>
            <a:r>
              <a:rPr lang="sl-SI" sz="1200" err="1"/>
              <a:t>SifraIzdelka</a:t>
            </a:r>
            <a:r>
              <a:rPr lang="sl-SI" sz="1200"/>
              <a:t> </a:t>
            </a:r>
            <a:r>
              <a:rPr lang="sl-SI" sz="1200">
                <a:sym typeface="Symbol" pitchFamily="18" charset="2"/>
              </a:rPr>
              <a:t></a:t>
            </a:r>
            <a:r>
              <a:rPr lang="sl-SI" sz="1200"/>
              <a:t> Proizvajalec, </a:t>
            </a:r>
            <a:r>
              <a:rPr lang="sl-SI" sz="1200" err="1"/>
              <a:t>OpisIzdelka</a:t>
            </a:r>
            <a:endParaRPr lang="sl-SI" sz="1200"/>
          </a:p>
          <a:p>
            <a:pPr marL="514350" indent="-514350">
              <a:buFont typeface="+mj-lt"/>
              <a:buAutoNum type="arabicPeriod"/>
            </a:pPr>
            <a:r>
              <a:rPr lang="sl-SI" sz="1200"/>
              <a:t>Imamo relacijo (tabelo) s podanimi </a:t>
            </a:r>
            <a:r>
              <a:rPr lang="sl-SI" sz="1200" err="1"/>
              <a:t>funkcionalnimo</a:t>
            </a:r>
            <a:r>
              <a:rPr lang="sl-SI" sz="1200"/>
              <a:t> odvisnostjo. Ob predpostavki, da imajo vsi produkti istega založnika enako garancijo določite še ostale funkcionalne odvisnosti in </a:t>
            </a:r>
            <a:br>
              <a:rPr lang="sl-SI" sz="1200"/>
            </a:br>
            <a:r>
              <a:rPr lang="sl-SI" sz="1200"/>
              <a:t>(a) en ključ (</a:t>
            </a:r>
            <a:r>
              <a:rPr lang="sl-SI" sz="1200" err="1"/>
              <a:t>Elmasri</a:t>
            </a:r>
            <a:r>
              <a:rPr lang="sl-SI" sz="1200"/>
              <a:t>-</a:t>
            </a:r>
            <a:r>
              <a:rPr lang="sl-SI" sz="1200" err="1"/>
              <a:t>Navathe</a:t>
            </a:r>
            <a:r>
              <a:rPr lang="sl-SI" sz="1200"/>
              <a:t>)</a:t>
            </a:r>
            <a:br>
              <a:rPr lang="sl-SI" sz="1200"/>
            </a:br>
            <a:r>
              <a:rPr lang="sl-SI" sz="1200"/>
              <a:t>(b) vse ključe (</a:t>
            </a:r>
            <a:r>
              <a:rPr lang="sl-SI" sz="1200" err="1"/>
              <a:t>Saiedian</a:t>
            </a:r>
            <a:r>
              <a:rPr lang="sl-SI" sz="1200"/>
              <a:t>-Spencer)</a:t>
            </a:r>
            <a:br>
              <a:rPr lang="en-US" sz="1200"/>
            </a:br>
            <a:r>
              <a:rPr lang="sl-SI" sz="1200" err="1"/>
              <a:t>ProgramskaOprema</a:t>
            </a:r>
            <a:r>
              <a:rPr lang="sl-SI" sz="1200"/>
              <a:t>(Založnik, Produkt, Verzija, </a:t>
            </a:r>
            <a:r>
              <a:rPr lang="sl-SI" sz="1200" err="1"/>
              <a:t>SistemskeZahteve</a:t>
            </a:r>
            <a:r>
              <a:rPr lang="sl-SI" sz="1200"/>
              <a:t>, Cena, Garancija)</a:t>
            </a:r>
            <a:br>
              <a:rPr lang="en-US" sz="1200"/>
            </a:br>
            <a:r>
              <a:rPr lang="sl-SI" sz="1200"/>
              <a:t>Založnik, Produkt, Verzija </a:t>
            </a:r>
            <a:r>
              <a:rPr lang="sl-SI" sz="1200">
                <a:sym typeface="Symbol" pitchFamily="18" charset="2"/>
              </a:rPr>
              <a:t></a:t>
            </a:r>
            <a:r>
              <a:rPr lang="sl-SI" sz="1200"/>
              <a:t> </a:t>
            </a:r>
            <a:r>
              <a:rPr lang="sl-SI" sz="1200" err="1"/>
              <a:t>SistemskeZahteve</a:t>
            </a:r>
            <a:r>
              <a:rPr lang="sl-SI" sz="1200"/>
              <a:t>, Cena, Garancija</a:t>
            </a:r>
            <a:endParaRPr lang="en-US" sz="120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l-SI"/>
              <a:t>Vaje: odvisnosti in ključi</a:t>
            </a:r>
            <a:r>
              <a:rPr lang="en-US"/>
              <a:t> (2/2)</a:t>
            </a:r>
            <a:endParaRPr lang="sl-SI"/>
          </a:p>
        </p:txBody>
      </p:sp>
      <p:sp>
        <p:nvSpPr>
          <p:cNvPr id="5" name="Text Placeholder 4"/>
          <p:cNvSpPr>
            <a:spLocks noGrp="1"/>
          </p:cNvSpPr>
          <p:nvPr>
            <p:ph type="body" sz="half" idx="3"/>
          </p:nvPr>
        </p:nvSpPr>
        <p:spPr>
          <a:xfrm>
            <a:off x="762000" y="2362200"/>
            <a:ext cx="8001000" cy="4495800"/>
          </a:xfrm>
        </p:spPr>
        <p:txBody>
          <a:bodyPr/>
          <a:lstStyle/>
          <a:p>
            <a:pPr marL="514350" indent="-514350">
              <a:buFont typeface="+mj-lt"/>
              <a:buAutoNum type="arabicPeriod" startAt="5"/>
            </a:pPr>
            <a:r>
              <a:rPr lang="sl-SI" sz="1200" dirty="0"/>
              <a:t>Imamo relacijo (tabelo) s podanimi funkcionalnimi odvisnostmi. Določite</a:t>
            </a:r>
            <a:br>
              <a:rPr lang="en-US" sz="1200" dirty="0"/>
            </a:br>
            <a:r>
              <a:rPr lang="sl-SI" sz="1200" dirty="0"/>
              <a:t>(a) en ključ (</a:t>
            </a:r>
            <a:r>
              <a:rPr lang="sl-SI" sz="1200" dirty="0" err="1"/>
              <a:t>Elmasri-Navathe</a:t>
            </a:r>
            <a:r>
              <a:rPr lang="sl-SI" sz="1200" dirty="0"/>
              <a:t>)</a:t>
            </a:r>
            <a:br>
              <a:rPr lang="en-US" sz="1200" dirty="0"/>
            </a:br>
            <a:r>
              <a:rPr lang="sl-SI" sz="1200" dirty="0"/>
              <a:t>(b) vse ključe (</a:t>
            </a:r>
            <a:r>
              <a:rPr lang="sl-SI" sz="1200" dirty="0" err="1"/>
              <a:t>Saiedian</a:t>
            </a:r>
            <a:r>
              <a:rPr lang="sl-SI" sz="1200" dirty="0"/>
              <a:t>-Spencer)</a:t>
            </a:r>
            <a:br>
              <a:rPr lang="en-US" sz="1200" dirty="0"/>
            </a:br>
            <a:r>
              <a:rPr lang="sl-SI" sz="1200" dirty="0"/>
              <a:t> R1(H, I, J, K, L, M, N, O)</a:t>
            </a:r>
            <a:br>
              <a:rPr lang="en-US" sz="1200" dirty="0"/>
            </a:br>
            <a:r>
              <a:rPr lang="sl-SI" sz="1200" dirty="0"/>
              <a:t> H, I </a:t>
            </a:r>
            <a:r>
              <a:rPr lang="sl-SI" sz="1200" dirty="0">
                <a:sym typeface="Symbol" pitchFamily="18" charset="2"/>
              </a:rPr>
              <a:t></a:t>
            </a:r>
            <a:r>
              <a:rPr lang="sl-SI" sz="1200" dirty="0"/>
              <a:t>J, K, L</a:t>
            </a:r>
            <a:br>
              <a:rPr lang="en-US" sz="1200" dirty="0"/>
            </a:br>
            <a:r>
              <a:rPr lang="sl-SI" sz="1200" dirty="0"/>
              <a:t> J </a:t>
            </a:r>
            <a:r>
              <a:rPr lang="sl-SI" sz="1200" dirty="0">
                <a:sym typeface="Symbol" pitchFamily="18" charset="2"/>
              </a:rPr>
              <a:t></a:t>
            </a:r>
            <a:r>
              <a:rPr lang="sl-SI" sz="1200" dirty="0"/>
              <a:t> M</a:t>
            </a:r>
            <a:r>
              <a:rPr lang="en-US" sz="1200" dirty="0"/>
              <a:t>	</a:t>
            </a:r>
            <a:r>
              <a:rPr lang="sl-SI" sz="1200" dirty="0"/>
              <a:t> K -&gt; N</a:t>
            </a:r>
            <a:r>
              <a:rPr lang="en-US" sz="1200" dirty="0"/>
              <a:t>	</a:t>
            </a:r>
            <a:r>
              <a:rPr lang="sl-SI" sz="1200" dirty="0"/>
              <a:t> L -&gt; O</a:t>
            </a:r>
            <a:endParaRPr lang="en-US" sz="1200" dirty="0"/>
          </a:p>
          <a:p>
            <a:pPr marL="514350" indent="-514350">
              <a:buFont typeface="+mj-lt"/>
              <a:buAutoNum type="arabicPeriod" startAt="5"/>
            </a:pPr>
            <a:r>
              <a:rPr lang="sl-SI" sz="1200" dirty="0"/>
              <a:t>Imamo relacijo (tabelo) s podanimi funkcionalnimi odvisnostmi. Določite</a:t>
            </a:r>
            <a:br>
              <a:rPr lang="en-US" sz="1200" dirty="0"/>
            </a:br>
            <a:r>
              <a:rPr lang="sl-SI" sz="1200" dirty="0"/>
              <a:t>(a) en ključ (</a:t>
            </a:r>
            <a:r>
              <a:rPr lang="sl-SI" sz="1200" dirty="0" err="1"/>
              <a:t>Elmasri-Navathe</a:t>
            </a:r>
            <a:r>
              <a:rPr lang="sl-SI" sz="1200" dirty="0"/>
              <a:t>)</a:t>
            </a:r>
            <a:br>
              <a:rPr lang="en-US" sz="1200" dirty="0"/>
            </a:br>
            <a:r>
              <a:rPr lang="sl-SI" sz="1200" dirty="0"/>
              <a:t>(b) vse ključe (</a:t>
            </a:r>
            <a:r>
              <a:rPr lang="sl-SI" sz="1200" dirty="0" err="1"/>
              <a:t>Saiedian</a:t>
            </a:r>
            <a:r>
              <a:rPr lang="sl-SI" sz="1200" dirty="0"/>
              <a:t>-Spencer)</a:t>
            </a:r>
            <a:br>
              <a:rPr lang="en-US" sz="1200" dirty="0"/>
            </a:br>
            <a:r>
              <a:rPr lang="sl-SI" sz="1200" dirty="0"/>
              <a:t> R2(D, O, N, T, C, R, Y)</a:t>
            </a:r>
            <a:br>
              <a:rPr lang="en-US" sz="1200" dirty="0"/>
            </a:br>
            <a:r>
              <a:rPr lang="sl-SI" sz="1200" dirty="0"/>
              <a:t> D, O </a:t>
            </a:r>
            <a:r>
              <a:rPr lang="sl-SI" sz="1200" dirty="0">
                <a:sym typeface="Symbol" pitchFamily="18" charset="2"/>
              </a:rPr>
              <a:t></a:t>
            </a:r>
            <a:r>
              <a:rPr lang="sl-SI" sz="1200" dirty="0"/>
              <a:t> N, T, C, R, Y</a:t>
            </a:r>
            <a:br>
              <a:rPr lang="en-US" sz="1200" dirty="0"/>
            </a:br>
            <a:r>
              <a:rPr lang="sl-SI" sz="1200" dirty="0"/>
              <a:t> C, R </a:t>
            </a:r>
            <a:r>
              <a:rPr lang="sl-SI" sz="1200" dirty="0">
                <a:sym typeface="Symbol" pitchFamily="18" charset="2"/>
              </a:rPr>
              <a:t></a:t>
            </a:r>
            <a:r>
              <a:rPr lang="sl-SI" sz="1200" dirty="0"/>
              <a:t> D</a:t>
            </a:r>
            <a:br>
              <a:rPr lang="en-US" sz="1200" dirty="0"/>
            </a:br>
            <a:r>
              <a:rPr lang="sl-SI" sz="1200" dirty="0"/>
              <a:t> D </a:t>
            </a:r>
            <a:r>
              <a:rPr lang="sl-SI" sz="1200" dirty="0">
                <a:sym typeface="Symbol" pitchFamily="18" charset="2"/>
              </a:rPr>
              <a:t></a:t>
            </a:r>
            <a:r>
              <a:rPr lang="sl-SI" sz="1200" dirty="0"/>
              <a:t> N</a:t>
            </a:r>
            <a:endParaRPr lang="en-US" sz="1200" dirty="0"/>
          </a:p>
          <a:p>
            <a:pPr marL="514350" indent="-514350">
              <a:buFont typeface="+mj-lt"/>
              <a:buAutoNum type="arabicPeriod" startAt="5"/>
            </a:pPr>
            <a:r>
              <a:rPr lang="sl-SI" sz="1200" dirty="0"/>
              <a:t>Imamo relacijo (tabelo) s podanimi funkcionalnimi odvisnostmi. Določite</a:t>
            </a:r>
            <a:br>
              <a:rPr lang="en-US" sz="1200" dirty="0"/>
            </a:br>
            <a:r>
              <a:rPr lang="sl-SI" sz="1200" dirty="0"/>
              <a:t>(a) en ključ (</a:t>
            </a:r>
            <a:r>
              <a:rPr lang="sl-SI" sz="1200" dirty="0" err="1"/>
              <a:t>Elmasri-Navathe</a:t>
            </a:r>
            <a:r>
              <a:rPr lang="sl-SI" sz="1200" dirty="0"/>
              <a:t>)</a:t>
            </a:r>
            <a:br>
              <a:rPr lang="en-US" sz="1200" dirty="0"/>
            </a:br>
            <a:r>
              <a:rPr lang="sl-SI" sz="1200" dirty="0"/>
              <a:t>(b) vse ključe (</a:t>
            </a:r>
            <a:r>
              <a:rPr lang="sl-SI" sz="1200" dirty="0" err="1"/>
              <a:t>Saiedian</a:t>
            </a:r>
            <a:r>
              <a:rPr lang="sl-SI" sz="1200" dirty="0"/>
              <a:t>-Spencer)</a:t>
            </a:r>
            <a:br>
              <a:rPr lang="en-US" sz="1200" dirty="0"/>
            </a:br>
            <a:r>
              <a:rPr lang="sl-SI" sz="1200" dirty="0" err="1"/>
              <a:t>Shipping</a:t>
            </a:r>
            <a:r>
              <a:rPr lang="sl-SI" sz="1200" dirty="0"/>
              <a:t> (</a:t>
            </a:r>
            <a:r>
              <a:rPr lang="sl-SI" sz="1200" dirty="0" err="1"/>
              <a:t>ShipName</a:t>
            </a:r>
            <a:r>
              <a:rPr lang="sl-SI" sz="1200" dirty="0"/>
              <a:t>, </a:t>
            </a:r>
            <a:r>
              <a:rPr lang="sl-SI" sz="1200" dirty="0" err="1"/>
              <a:t>ShipType</a:t>
            </a:r>
            <a:r>
              <a:rPr lang="sl-SI" sz="1200" dirty="0"/>
              <a:t>, </a:t>
            </a:r>
            <a:r>
              <a:rPr lang="sl-SI" sz="1200" dirty="0" err="1"/>
              <a:t>VoyageID</a:t>
            </a:r>
            <a:r>
              <a:rPr lang="sl-SI" sz="1200" dirty="0"/>
              <a:t>, </a:t>
            </a:r>
            <a:r>
              <a:rPr lang="sl-SI" sz="1200" dirty="0" err="1"/>
              <a:t>Cargo</a:t>
            </a:r>
            <a:r>
              <a:rPr lang="sl-SI" sz="1200" dirty="0"/>
              <a:t>, Port, Date)</a:t>
            </a:r>
            <a:br>
              <a:rPr lang="en-US" sz="1200" dirty="0"/>
            </a:br>
            <a:r>
              <a:rPr lang="sl-SI" sz="1200" dirty="0" err="1"/>
              <a:t>ShipName</a:t>
            </a:r>
            <a:r>
              <a:rPr lang="sl-SI" sz="1200" dirty="0"/>
              <a:t> </a:t>
            </a:r>
            <a:r>
              <a:rPr lang="sl-SI" sz="1200" dirty="0">
                <a:sym typeface="Symbol" pitchFamily="18" charset="2"/>
              </a:rPr>
              <a:t></a:t>
            </a:r>
            <a:r>
              <a:rPr lang="sl-SI" sz="1200" dirty="0"/>
              <a:t> </a:t>
            </a:r>
            <a:r>
              <a:rPr lang="sl-SI" sz="1200" dirty="0" err="1"/>
              <a:t>ShipType</a:t>
            </a:r>
            <a:br>
              <a:rPr lang="en-US" sz="1200" dirty="0"/>
            </a:br>
            <a:r>
              <a:rPr lang="sl-SI" sz="1200" dirty="0" err="1"/>
              <a:t>VoyageID</a:t>
            </a:r>
            <a:r>
              <a:rPr lang="sl-SI" sz="1200" dirty="0"/>
              <a:t>       -&gt; </a:t>
            </a:r>
            <a:r>
              <a:rPr lang="sl-SI" sz="1200" dirty="0" err="1"/>
              <a:t>ShipName</a:t>
            </a:r>
            <a:r>
              <a:rPr lang="sl-SI" sz="1200" dirty="0"/>
              <a:t>, </a:t>
            </a:r>
            <a:r>
              <a:rPr lang="sl-SI" sz="1200" dirty="0" err="1"/>
              <a:t>Cargo</a:t>
            </a:r>
            <a:br>
              <a:rPr lang="en-US" sz="1200" dirty="0"/>
            </a:br>
            <a:r>
              <a:rPr lang="sl-SI" sz="1200" dirty="0" err="1"/>
              <a:t>ShipName</a:t>
            </a:r>
            <a:r>
              <a:rPr lang="sl-SI" sz="1200" dirty="0"/>
              <a:t>, Date -&gt; </a:t>
            </a:r>
            <a:r>
              <a:rPr lang="sl-SI" sz="1200" dirty="0" err="1"/>
              <a:t>VoyageID</a:t>
            </a:r>
            <a:r>
              <a:rPr lang="sl-SI" sz="1200" dirty="0"/>
              <a:t>, Port</a:t>
            </a:r>
            <a:br>
              <a:rPr lang="en-US" sz="1200" dirty="0"/>
            </a:br>
            <a:r>
              <a:rPr lang="sl-SI" sz="1200" dirty="0"/>
              <a:t>Date je datum prihoda ladje v pristanišče (Port).</a:t>
            </a:r>
          </a:p>
          <a:p>
            <a:endParaRPr lang="sl-SI" sz="40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AutoShape 2"/>
          <p:cNvSpPr>
            <a:spLocks noGrp="1" noChangeArrowheads="1"/>
          </p:cNvSpPr>
          <p:nvPr>
            <p:ph type="title"/>
          </p:nvPr>
        </p:nvSpPr>
        <p:spPr/>
        <p:txBody>
          <a:bodyPr/>
          <a:lstStyle/>
          <a:p>
            <a:r>
              <a:rPr lang="sl-SI"/>
              <a:t>Primer normalizacije</a:t>
            </a:r>
            <a:r>
              <a:rPr lang="en-US"/>
              <a:t> – 3. NO</a:t>
            </a:r>
          </a:p>
        </p:txBody>
      </p:sp>
      <p:sp>
        <p:nvSpPr>
          <p:cNvPr id="559106" name="Rectangle 3"/>
          <p:cNvSpPr>
            <a:spLocks noGrp="1" noChangeArrowheads="1"/>
          </p:cNvSpPr>
          <p:nvPr>
            <p:ph type="body" idx="1"/>
          </p:nvPr>
        </p:nvSpPr>
        <p:spPr>
          <a:xfrm>
            <a:off x="838200" y="2362200"/>
            <a:ext cx="8001000" cy="4267200"/>
          </a:xfrm>
        </p:spPr>
        <p:txBody>
          <a:bodyPr/>
          <a:lstStyle/>
          <a:p>
            <a:pPr marL="533400" indent="-533400">
              <a:lnSpc>
                <a:spcPct val="80000"/>
              </a:lnSpc>
              <a:buFont typeface="Wingdings" pitchFamily="2" charset="2"/>
              <a:buNone/>
            </a:pPr>
            <a:r>
              <a:rPr lang="en-US" sz="2000" err="1"/>
              <a:t>Predavanja</a:t>
            </a:r>
            <a:r>
              <a:rPr lang="en-US" sz="2000"/>
              <a:t>(</a:t>
            </a:r>
            <a:r>
              <a:rPr lang="en-US" sz="2000" u="sng" err="1"/>
              <a:t>Šifra</a:t>
            </a:r>
            <a:r>
              <a:rPr lang="en-US" sz="2000" u="sng"/>
              <a:t> </a:t>
            </a:r>
            <a:r>
              <a:rPr lang="en-US" sz="2000" u="sng" err="1"/>
              <a:t>predmeta</a:t>
            </a:r>
            <a:r>
              <a:rPr lang="en-US" sz="2000"/>
              <a:t>, </a:t>
            </a:r>
            <a:r>
              <a:rPr lang="en-US" sz="2000" err="1"/>
              <a:t>Ime</a:t>
            </a:r>
            <a:r>
              <a:rPr lang="en-US" sz="2000"/>
              <a:t> </a:t>
            </a:r>
            <a:r>
              <a:rPr lang="en-US" sz="2000" err="1"/>
              <a:t>predmeta</a:t>
            </a:r>
            <a:r>
              <a:rPr lang="en-US" sz="2000"/>
              <a:t>, </a:t>
            </a:r>
            <a:r>
              <a:rPr lang="en-US" sz="2000" err="1"/>
              <a:t>Predavatelj</a:t>
            </a:r>
            <a:r>
              <a:rPr lang="en-US" sz="2000"/>
              <a:t>, </a:t>
            </a:r>
            <a:r>
              <a:rPr lang="en-US" sz="2000" err="1"/>
              <a:t>Katedra</a:t>
            </a:r>
            <a:r>
              <a:rPr lang="en-US" sz="2000"/>
              <a:t>)</a:t>
            </a:r>
          </a:p>
          <a:p>
            <a:pPr marL="533400" indent="-533400">
              <a:lnSpc>
                <a:spcPct val="80000"/>
              </a:lnSpc>
              <a:buNone/>
            </a:pPr>
            <a:r>
              <a:rPr lang="sl-SI" sz="2000">
                <a:sym typeface="Symbol" pitchFamily="18" charset="2"/>
              </a:rPr>
              <a:t>F</a:t>
            </a:r>
            <a:r>
              <a:rPr lang="en-US" sz="2000">
                <a:sym typeface="Symbol" pitchFamily="18" charset="2"/>
              </a:rPr>
              <a:t>=</a:t>
            </a:r>
            <a:r>
              <a:rPr lang="en-US" sz="2000"/>
              <a:t>{	</a:t>
            </a:r>
            <a:r>
              <a:rPr lang="en-US" sz="2000" err="1"/>
              <a:t>Šifra</a:t>
            </a:r>
            <a:r>
              <a:rPr lang="en-US" sz="2000">
                <a:sym typeface="Symbol" pitchFamily="18" charset="2"/>
              </a:rPr>
              <a:t> </a:t>
            </a:r>
            <a:r>
              <a:rPr lang="en-US" sz="2000" err="1"/>
              <a:t>predmeta</a:t>
            </a:r>
            <a:r>
              <a:rPr lang="en-US" sz="2000"/>
              <a:t> </a:t>
            </a:r>
            <a:r>
              <a:rPr lang="sl-SI" sz="2000">
                <a:sym typeface="Symbol" pitchFamily="18" charset="2"/>
              </a:rPr>
              <a:t></a:t>
            </a:r>
            <a:r>
              <a:rPr lang="en-US" sz="2000"/>
              <a:t> </a:t>
            </a:r>
            <a:r>
              <a:rPr lang="en-US" sz="2000" err="1"/>
              <a:t>Ime</a:t>
            </a:r>
            <a:r>
              <a:rPr lang="en-US" sz="2000"/>
              <a:t> </a:t>
            </a:r>
            <a:r>
              <a:rPr lang="en-US" sz="2000" err="1"/>
              <a:t>predmeta</a:t>
            </a:r>
            <a:r>
              <a:rPr lang="en-US" sz="2000"/>
              <a:t>, </a:t>
            </a:r>
            <a:r>
              <a:rPr lang="en-US" sz="2000" err="1"/>
              <a:t>Šifra</a:t>
            </a:r>
            <a:r>
              <a:rPr lang="en-US" sz="2000"/>
              <a:t> </a:t>
            </a:r>
            <a:r>
              <a:rPr lang="en-US" sz="2000" err="1"/>
              <a:t>predmeta</a:t>
            </a:r>
            <a:r>
              <a:rPr lang="en-US" sz="2000"/>
              <a:t> </a:t>
            </a:r>
            <a:r>
              <a:rPr lang="sl-SI" sz="2000">
                <a:sym typeface="Symbol" pitchFamily="18" charset="2"/>
              </a:rPr>
              <a:t></a:t>
            </a:r>
            <a:r>
              <a:rPr lang="en-US" sz="2000"/>
              <a:t> </a:t>
            </a:r>
            <a:r>
              <a:rPr lang="en-US" sz="2000" err="1"/>
              <a:t>Predavatelj</a:t>
            </a:r>
            <a:r>
              <a:rPr lang="en-US" sz="2000"/>
              <a:t>, </a:t>
            </a:r>
            <a:r>
              <a:rPr lang="en-US" sz="2000" err="1"/>
              <a:t>Šifra</a:t>
            </a:r>
            <a:r>
              <a:rPr lang="en-US" sz="2000"/>
              <a:t> </a:t>
            </a:r>
            <a:r>
              <a:rPr lang="en-US" sz="2000" err="1"/>
              <a:t>predmeta</a:t>
            </a:r>
            <a:r>
              <a:rPr lang="en-US" sz="2000"/>
              <a:t> </a:t>
            </a:r>
            <a:r>
              <a:rPr lang="sl-SI" sz="2000">
                <a:sym typeface="Symbol" pitchFamily="18" charset="2"/>
              </a:rPr>
              <a:t></a:t>
            </a:r>
            <a:r>
              <a:rPr lang="en-US" sz="2000"/>
              <a:t> </a:t>
            </a:r>
            <a:r>
              <a:rPr lang="en-US" sz="2000" err="1"/>
              <a:t>Katedra</a:t>
            </a:r>
            <a:r>
              <a:rPr lang="en-US" sz="2000"/>
              <a:t>, </a:t>
            </a:r>
            <a:r>
              <a:rPr lang="en-US" sz="2000" err="1"/>
              <a:t>Predavatelj</a:t>
            </a:r>
            <a:r>
              <a:rPr lang="sl-SI" sz="2000">
                <a:sym typeface="Symbol" pitchFamily="18" charset="2"/>
              </a:rPr>
              <a:t> </a:t>
            </a:r>
            <a:r>
              <a:rPr lang="en-US" sz="2000"/>
              <a:t> </a:t>
            </a:r>
            <a:r>
              <a:rPr lang="en-US" sz="2000" err="1"/>
              <a:t>Katedra</a:t>
            </a:r>
            <a:r>
              <a:rPr lang="en-US" sz="2000"/>
              <a:t>	}</a:t>
            </a:r>
          </a:p>
          <a:p>
            <a:pPr marL="533400" indent="-533400">
              <a:lnSpc>
                <a:spcPct val="80000"/>
              </a:lnSpc>
              <a:buNone/>
            </a:pPr>
            <a:endParaRPr lang="en-US" sz="700"/>
          </a:p>
          <a:p>
            <a:pPr marL="533400" indent="-533400">
              <a:lnSpc>
                <a:spcPct val="80000"/>
              </a:lnSpc>
            </a:pPr>
            <a:r>
              <a:rPr lang="sl-SI" sz="2000">
                <a:sym typeface="Symbol" pitchFamily="18" charset="2"/>
              </a:rPr>
              <a:t></a:t>
            </a:r>
            <a:r>
              <a:rPr lang="en-US" sz="2000">
                <a:sym typeface="Symbol" pitchFamily="18" charset="2"/>
              </a:rPr>
              <a:t>={}</a:t>
            </a:r>
            <a:br>
              <a:rPr lang="en-US" sz="2000">
                <a:sym typeface="Symbol" pitchFamily="18" charset="2"/>
              </a:rPr>
            </a:br>
            <a:r>
              <a:rPr lang="en-US" sz="2000">
                <a:sym typeface="Symbol" pitchFamily="18" charset="2"/>
              </a:rPr>
              <a:t>R={</a:t>
            </a:r>
            <a:r>
              <a:rPr lang="en-US" sz="2000" err="1"/>
              <a:t>Šifra</a:t>
            </a:r>
            <a:r>
              <a:rPr lang="en-US" sz="2000"/>
              <a:t> </a:t>
            </a:r>
            <a:r>
              <a:rPr lang="en-US" sz="2000" err="1"/>
              <a:t>predmeta</a:t>
            </a:r>
            <a:r>
              <a:rPr lang="en-US" sz="2000"/>
              <a:t>, </a:t>
            </a:r>
            <a:r>
              <a:rPr lang="en-US" sz="2000" err="1"/>
              <a:t>Ime</a:t>
            </a:r>
            <a:r>
              <a:rPr lang="en-US" sz="2000"/>
              <a:t> </a:t>
            </a:r>
            <a:r>
              <a:rPr lang="en-US" sz="2000" err="1"/>
              <a:t>predmeta</a:t>
            </a:r>
            <a:r>
              <a:rPr lang="en-US" sz="2000"/>
              <a:t>, </a:t>
            </a:r>
            <a:r>
              <a:rPr lang="en-US" sz="2000" err="1"/>
              <a:t>Predavatelj</a:t>
            </a:r>
            <a:r>
              <a:rPr lang="en-US" sz="2000"/>
              <a:t>, </a:t>
            </a:r>
            <a:r>
              <a:rPr lang="en-US" sz="2000" err="1"/>
              <a:t>Katedra</a:t>
            </a:r>
            <a:r>
              <a:rPr lang="en-US" sz="2000"/>
              <a:t>}</a:t>
            </a:r>
          </a:p>
          <a:p>
            <a:pPr marL="533400" indent="-533400">
              <a:lnSpc>
                <a:spcPct val="80000"/>
              </a:lnSpc>
              <a:buNone/>
            </a:pPr>
            <a:endParaRPr lang="en-US" sz="800"/>
          </a:p>
          <a:p>
            <a:pPr marL="533400" indent="-533400">
              <a:lnSpc>
                <a:spcPct val="80000"/>
              </a:lnSpc>
            </a:pPr>
            <a:r>
              <a:rPr lang="en-US" sz="2000" err="1"/>
              <a:t>Problematična</a:t>
            </a:r>
            <a:r>
              <a:rPr lang="en-US" sz="2000"/>
              <a:t>  </a:t>
            </a:r>
            <a:r>
              <a:rPr lang="en-US" sz="2000" err="1"/>
              <a:t>tranzitivna</a:t>
            </a:r>
            <a:r>
              <a:rPr lang="en-US" sz="2000"/>
              <a:t> </a:t>
            </a:r>
            <a:r>
              <a:rPr lang="en-US" sz="2000" err="1"/>
              <a:t>odvisnost</a:t>
            </a:r>
            <a:r>
              <a:rPr lang="en-US" sz="2000"/>
              <a:t> </a:t>
            </a:r>
            <a:r>
              <a:rPr lang="en-US" sz="2000" err="1"/>
              <a:t>Predavatelj</a:t>
            </a:r>
            <a:r>
              <a:rPr lang="sl-SI" sz="2000">
                <a:sym typeface="Symbol" pitchFamily="18" charset="2"/>
              </a:rPr>
              <a:t> </a:t>
            </a:r>
            <a:r>
              <a:rPr lang="en-US" sz="2000"/>
              <a:t> </a:t>
            </a:r>
            <a:r>
              <a:rPr lang="en-US" sz="2000" err="1"/>
              <a:t>Katedra</a:t>
            </a:r>
            <a:r>
              <a:rPr lang="en-US" sz="2000"/>
              <a:t>:</a:t>
            </a:r>
            <a:br>
              <a:rPr lang="en-US" sz="2000"/>
            </a:br>
            <a:r>
              <a:rPr lang="sl-SI" sz="2000">
                <a:sym typeface="Symbol" pitchFamily="18" charset="2"/>
              </a:rPr>
              <a:t></a:t>
            </a:r>
            <a:r>
              <a:rPr lang="en-US" sz="2000">
                <a:sym typeface="Symbol" pitchFamily="18" charset="2"/>
              </a:rPr>
              <a:t>= </a:t>
            </a:r>
            <a:r>
              <a:rPr lang="sl-SI" sz="2000">
                <a:sym typeface="Symbol" pitchFamily="18" charset="2"/>
              </a:rPr>
              <a:t> </a:t>
            </a:r>
            <a:r>
              <a:rPr lang="en-US" sz="2000">
                <a:sym typeface="Symbol" pitchFamily="18" charset="2"/>
              </a:rPr>
              <a:t> {{</a:t>
            </a:r>
            <a:r>
              <a:rPr lang="en-US" sz="2000" err="1"/>
              <a:t>Predavatelj</a:t>
            </a:r>
            <a:r>
              <a:rPr lang="en-US" sz="2000" err="1">
                <a:sym typeface="Symbol" pitchFamily="18" charset="2"/>
              </a:rPr>
              <a:t>,</a:t>
            </a:r>
            <a:r>
              <a:rPr lang="en-US" sz="2000" err="1"/>
              <a:t>Katedra</a:t>
            </a:r>
            <a:r>
              <a:rPr lang="en-US" sz="2000"/>
              <a:t>}</a:t>
            </a:r>
            <a:r>
              <a:rPr lang="en-US" sz="2000">
                <a:sym typeface="Symbol" pitchFamily="18" charset="2"/>
              </a:rPr>
              <a:t>}</a:t>
            </a:r>
            <a:br>
              <a:rPr lang="en-US" sz="2000">
                <a:sym typeface="Symbol" pitchFamily="18" charset="2"/>
              </a:rPr>
            </a:br>
            <a:r>
              <a:rPr lang="en-US" sz="2000">
                <a:sym typeface="Symbol" pitchFamily="18" charset="2"/>
              </a:rPr>
              <a:t>R={</a:t>
            </a:r>
            <a:r>
              <a:rPr lang="en-US" sz="2000" err="1"/>
              <a:t>Šifra</a:t>
            </a:r>
            <a:r>
              <a:rPr lang="en-US" sz="2000"/>
              <a:t> </a:t>
            </a:r>
            <a:r>
              <a:rPr lang="en-US" sz="2000" err="1"/>
              <a:t>predmeta</a:t>
            </a:r>
            <a:r>
              <a:rPr lang="en-US" sz="2000"/>
              <a:t>, </a:t>
            </a:r>
            <a:r>
              <a:rPr lang="en-US" sz="2000" err="1"/>
              <a:t>Ime</a:t>
            </a:r>
            <a:r>
              <a:rPr lang="en-US" sz="2000"/>
              <a:t> </a:t>
            </a:r>
            <a:r>
              <a:rPr lang="en-US" sz="2000" err="1"/>
              <a:t>predmeta</a:t>
            </a:r>
            <a:r>
              <a:rPr lang="en-US" sz="2000"/>
              <a:t>, </a:t>
            </a:r>
            <a:r>
              <a:rPr lang="en-US" sz="2000" err="1"/>
              <a:t>Predavatelj</a:t>
            </a:r>
            <a:r>
              <a:rPr lang="en-US" sz="2000"/>
              <a:t>, </a:t>
            </a:r>
            <a:r>
              <a:rPr lang="en-US" sz="2000" err="1">
                <a:solidFill>
                  <a:srgbClr val="FF0066"/>
                </a:solidFill>
              </a:rPr>
              <a:t>Katedra</a:t>
            </a:r>
            <a:r>
              <a:rPr lang="en-US" sz="2000"/>
              <a:t>}</a:t>
            </a:r>
          </a:p>
          <a:p>
            <a:pPr marL="533400" indent="-533400">
              <a:lnSpc>
                <a:spcPct val="80000"/>
              </a:lnSpc>
              <a:buNone/>
            </a:pPr>
            <a:endParaRPr lang="en-US" sz="800"/>
          </a:p>
          <a:p>
            <a:pPr marL="533400" indent="-533400">
              <a:lnSpc>
                <a:spcPct val="80000"/>
              </a:lnSpc>
            </a:pPr>
            <a:r>
              <a:rPr lang="en-US" sz="2000" err="1">
                <a:sym typeface="Symbol" pitchFamily="18" charset="2"/>
              </a:rPr>
              <a:t>Končamo</a:t>
            </a:r>
            <a:r>
              <a:rPr lang="en-US" sz="2000">
                <a:sym typeface="Symbol" pitchFamily="18" charset="2"/>
              </a:rPr>
              <a:t> (</a:t>
            </a:r>
            <a:r>
              <a:rPr lang="en-US" sz="2000" err="1">
                <a:sym typeface="Symbol" pitchFamily="18" charset="2"/>
              </a:rPr>
              <a:t>dodamo</a:t>
            </a:r>
            <a:r>
              <a:rPr lang="en-US" sz="2000">
                <a:sym typeface="Symbol" pitchFamily="18" charset="2"/>
              </a:rPr>
              <a:t>, </a:t>
            </a:r>
            <a:r>
              <a:rPr lang="en-US" sz="2000" err="1">
                <a:sym typeface="Symbol" pitchFamily="18" charset="2"/>
              </a:rPr>
              <a:t>kar</a:t>
            </a:r>
            <a:r>
              <a:rPr lang="en-US" sz="2000">
                <a:sym typeface="Symbol" pitchFamily="18" charset="2"/>
              </a:rPr>
              <a:t> je </a:t>
            </a:r>
            <a:r>
              <a:rPr lang="en-US" sz="2000" err="1">
                <a:sym typeface="Symbol" pitchFamily="18" charset="2"/>
              </a:rPr>
              <a:t>ostalo</a:t>
            </a:r>
            <a:r>
              <a:rPr lang="en-US" sz="2000">
                <a:sym typeface="Symbol" pitchFamily="18" charset="2"/>
              </a:rPr>
              <a:t>):</a:t>
            </a:r>
            <a:br>
              <a:rPr lang="en-US" sz="2000">
                <a:sym typeface="Symbol" pitchFamily="18" charset="2"/>
              </a:rPr>
            </a:br>
            <a:r>
              <a:rPr lang="sl-SI" sz="2000">
                <a:sym typeface="Symbol" pitchFamily="18" charset="2"/>
              </a:rPr>
              <a:t></a:t>
            </a:r>
            <a:r>
              <a:rPr lang="en-US" sz="2000">
                <a:sym typeface="Symbol" pitchFamily="18" charset="2"/>
              </a:rPr>
              <a:t>= </a:t>
            </a:r>
            <a:r>
              <a:rPr lang="sl-SI" sz="2000">
                <a:sym typeface="Symbol" pitchFamily="18" charset="2"/>
              </a:rPr>
              <a:t> </a:t>
            </a:r>
            <a:r>
              <a:rPr lang="en-US" sz="2000">
                <a:sym typeface="Symbol" pitchFamily="18" charset="2"/>
              </a:rPr>
              <a:t> {{</a:t>
            </a:r>
            <a:r>
              <a:rPr lang="en-US" sz="2000" err="1"/>
              <a:t>Šifra</a:t>
            </a:r>
            <a:r>
              <a:rPr lang="en-US" sz="2000"/>
              <a:t> </a:t>
            </a:r>
            <a:r>
              <a:rPr lang="en-US" sz="2000" err="1"/>
              <a:t>predmeta,Ime</a:t>
            </a:r>
            <a:r>
              <a:rPr lang="en-US" sz="2000"/>
              <a:t> </a:t>
            </a:r>
            <a:r>
              <a:rPr lang="en-US" sz="2000" err="1"/>
              <a:t>predmeta,Predavatelj</a:t>
            </a:r>
            <a:r>
              <a:rPr lang="en-US" sz="2000"/>
              <a:t>}</a:t>
            </a:r>
            <a:r>
              <a:rPr lang="en-US" sz="2000">
                <a:sym typeface="Symbol" pitchFamily="18" charset="2"/>
              </a:rPr>
              <a:t>}</a:t>
            </a:r>
          </a:p>
          <a:p>
            <a:pPr marL="533400" indent="-533400">
              <a:lnSpc>
                <a:spcPct val="80000"/>
              </a:lnSpc>
              <a:buNone/>
            </a:pPr>
            <a:endParaRPr lang="en-US" sz="800"/>
          </a:p>
          <a:p>
            <a:pPr marL="533400" indent="-533400">
              <a:lnSpc>
                <a:spcPct val="80000"/>
              </a:lnSpc>
            </a:pPr>
            <a:r>
              <a:rPr lang="en-US" sz="2000" err="1">
                <a:sym typeface="Symbol" pitchFamily="18" charset="2"/>
              </a:rPr>
              <a:t>Končni</a:t>
            </a:r>
            <a:r>
              <a:rPr lang="en-US" sz="2000">
                <a:sym typeface="Symbol" pitchFamily="18" charset="2"/>
              </a:rPr>
              <a:t> </a:t>
            </a:r>
            <a:r>
              <a:rPr lang="en-US" sz="2000" err="1">
                <a:sym typeface="Symbol" pitchFamily="18" charset="2"/>
              </a:rPr>
              <a:t>rezultat</a:t>
            </a:r>
            <a:r>
              <a:rPr lang="en-US" sz="2000">
                <a:sym typeface="Symbol" pitchFamily="18" charset="2"/>
              </a:rPr>
              <a:t> – </a:t>
            </a:r>
            <a:r>
              <a:rPr lang="en-US" sz="2000" err="1">
                <a:sym typeface="Symbol" pitchFamily="18" charset="2"/>
              </a:rPr>
              <a:t>dekompozicija</a:t>
            </a:r>
            <a:r>
              <a:rPr lang="en-US" sz="2000">
                <a:sym typeface="Symbol" pitchFamily="18" charset="2"/>
              </a:rPr>
              <a:t> v </a:t>
            </a:r>
            <a:r>
              <a:rPr lang="en-US" sz="2000" err="1">
                <a:sym typeface="Symbol" pitchFamily="18" charset="2"/>
              </a:rPr>
              <a:t>dve</a:t>
            </a:r>
            <a:r>
              <a:rPr lang="en-US" sz="2000">
                <a:sym typeface="Symbol" pitchFamily="18" charset="2"/>
              </a:rPr>
              <a:t> </a:t>
            </a:r>
            <a:r>
              <a:rPr lang="en-US" sz="2000" err="1">
                <a:sym typeface="Symbol" pitchFamily="18" charset="2"/>
              </a:rPr>
              <a:t>relaciji</a:t>
            </a:r>
            <a:r>
              <a:rPr lang="en-US" sz="2000">
                <a:sym typeface="Symbol" pitchFamily="18" charset="2"/>
              </a:rPr>
              <a:t>:</a:t>
            </a:r>
            <a:br>
              <a:rPr lang="en-US" sz="2000">
                <a:sym typeface="Symbol" pitchFamily="18" charset="2"/>
              </a:rPr>
            </a:br>
            <a:r>
              <a:rPr lang="en-US" sz="2000">
                <a:sym typeface="Symbol" pitchFamily="18" charset="2"/>
              </a:rPr>
              <a:t>P1 </a:t>
            </a:r>
            <a:r>
              <a:rPr lang="en-US" sz="2000"/>
              <a:t>(</a:t>
            </a:r>
            <a:r>
              <a:rPr lang="en-US" sz="2000" u="sng" err="1"/>
              <a:t>Šifra</a:t>
            </a:r>
            <a:r>
              <a:rPr lang="en-US" sz="2000" u="sng"/>
              <a:t> </a:t>
            </a:r>
            <a:r>
              <a:rPr lang="en-US" sz="2000" u="sng" err="1"/>
              <a:t>predmeta</a:t>
            </a:r>
            <a:r>
              <a:rPr lang="en-US" sz="2000"/>
              <a:t>, </a:t>
            </a:r>
            <a:r>
              <a:rPr lang="en-US" sz="2000" err="1"/>
              <a:t>Ime</a:t>
            </a:r>
            <a:r>
              <a:rPr lang="en-US" sz="2000"/>
              <a:t> </a:t>
            </a:r>
            <a:r>
              <a:rPr lang="en-US" sz="2000" err="1"/>
              <a:t>predmeta</a:t>
            </a:r>
            <a:r>
              <a:rPr lang="en-US" sz="2000"/>
              <a:t>, </a:t>
            </a:r>
            <a:r>
              <a:rPr lang="en-US" sz="2000" err="1"/>
              <a:t>Predavatelj</a:t>
            </a:r>
            <a:r>
              <a:rPr lang="en-US" sz="2000"/>
              <a:t>)</a:t>
            </a:r>
            <a:br>
              <a:rPr lang="en-US" sz="2000"/>
            </a:br>
            <a:r>
              <a:rPr lang="en-US" sz="2000">
                <a:sym typeface="Symbol" pitchFamily="18" charset="2"/>
              </a:rPr>
              <a:t>P2 (</a:t>
            </a:r>
            <a:r>
              <a:rPr lang="en-US" sz="2000" u="sng" err="1">
                <a:sym typeface="Symbol" pitchFamily="18" charset="2"/>
              </a:rPr>
              <a:t>Predavatelj</a:t>
            </a:r>
            <a:r>
              <a:rPr lang="en-US" sz="2000">
                <a:sym typeface="Symbol" pitchFamily="18" charset="2"/>
              </a:rPr>
              <a:t>, </a:t>
            </a:r>
            <a:r>
              <a:rPr lang="en-US" sz="2000" err="1">
                <a:sym typeface="Symbol" pitchFamily="18" charset="2"/>
              </a:rPr>
              <a:t>Katedra</a:t>
            </a:r>
            <a:r>
              <a:rPr lang="en-US" sz="2000">
                <a:sym typeface="Symbol" pitchFamily="18" charset="2"/>
              </a:rPr>
              <a:t>)</a:t>
            </a:r>
          </a:p>
          <a:p>
            <a:pPr marL="533400" indent="-533400">
              <a:lnSpc>
                <a:spcPct val="80000"/>
              </a:lnSpc>
            </a:pPr>
            <a:endParaRPr lang="en-US" sz="2000">
              <a:sym typeface="Symbol" pitchFamily="18" charset="2"/>
            </a:endParaRPr>
          </a:p>
          <a:p>
            <a:pPr marL="533400" indent="-533400">
              <a:lnSpc>
                <a:spcPct val="80000"/>
              </a:lnSpc>
            </a:pPr>
            <a:endParaRPr lang="en-US" sz="2000"/>
          </a:p>
          <a:p>
            <a:pPr marL="533400" indent="-533400">
              <a:lnSpc>
                <a:spcPct val="80000"/>
              </a:lnSpc>
            </a:pPr>
            <a:endParaRPr lang="en-US" sz="2000"/>
          </a:p>
          <a:p>
            <a:pPr marL="533400" indent="-533400">
              <a:lnSpc>
                <a:spcPct val="80000"/>
              </a:lnSpc>
            </a:pPr>
            <a:endParaRPr lang="en-US" sz="2000"/>
          </a:p>
          <a:p>
            <a:pPr marL="533400" indent="-533400">
              <a:lnSpc>
                <a:spcPct val="80000"/>
              </a:lnSpc>
              <a:buFont typeface="+mj-lt"/>
              <a:buAutoNum type="arabicPeriod"/>
            </a:pPr>
            <a:endParaRPr lang="en-US" sz="2000"/>
          </a:p>
          <a:p>
            <a:pPr marL="533400" indent="-533400">
              <a:lnSpc>
                <a:spcPct val="80000"/>
              </a:lnSpc>
              <a:buNone/>
            </a:pPr>
            <a:endParaRPr lang="sl-SI"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910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910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910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910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AutoShape 2"/>
          <p:cNvSpPr>
            <a:spLocks noGrp="1" noChangeArrowheads="1"/>
          </p:cNvSpPr>
          <p:nvPr>
            <p:ph type="title"/>
          </p:nvPr>
        </p:nvSpPr>
        <p:spPr/>
        <p:txBody>
          <a:bodyPr/>
          <a:lstStyle/>
          <a:p>
            <a:r>
              <a:rPr lang="en-US" err="1"/>
              <a:t>Denormalizacija</a:t>
            </a:r>
            <a:endParaRPr lang="en-US"/>
          </a:p>
        </p:txBody>
      </p:sp>
      <p:sp>
        <p:nvSpPr>
          <p:cNvPr id="559106" name="Rectangle 3"/>
          <p:cNvSpPr>
            <a:spLocks noGrp="1" noChangeArrowheads="1"/>
          </p:cNvSpPr>
          <p:nvPr>
            <p:ph type="body" idx="1"/>
          </p:nvPr>
        </p:nvSpPr>
        <p:spPr>
          <a:xfrm>
            <a:off x="838200" y="2362200"/>
            <a:ext cx="8001000" cy="1981200"/>
          </a:xfrm>
        </p:spPr>
        <p:txBody>
          <a:bodyPr/>
          <a:lstStyle/>
          <a:p>
            <a:pPr marL="533400" indent="-533400">
              <a:lnSpc>
                <a:spcPct val="80000"/>
              </a:lnSpc>
            </a:pPr>
            <a:r>
              <a:rPr lang="en-US" sz="2000" dirty="0" err="1">
                <a:sym typeface="Symbol" pitchFamily="18" charset="2"/>
              </a:rPr>
              <a:t>Sheme</a:t>
            </a:r>
            <a:r>
              <a:rPr lang="en-US" sz="2000" dirty="0">
                <a:sym typeface="Symbol" pitchFamily="18" charset="2"/>
              </a:rPr>
              <a:t> </a:t>
            </a:r>
            <a:r>
              <a:rPr lang="en-US" sz="2000" dirty="0" err="1">
                <a:sym typeface="Symbol" pitchFamily="18" charset="2"/>
              </a:rPr>
              <a:t>jadralec</a:t>
            </a:r>
            <a:r>
              <a:rPr lang="en-US" sz="2000" dirty="0">
                <a:sym typeface="Symbol" pitchFamily="18" charset="2"/>
              </a:rPr>
              <a:t>, </a:t>
            </a:r>
            <a:r>
              <a:rPr lang="en-US" sz="2000" dirty="0" err="1">
                <a:sym typeface="Symbol" pitchFamily="18" charset="2"/>
              </a:rPr>
              <a:t>coln</a:t>
            </a:r>
            <a:r>
              <a:rPr lang="en-US" sz="2000" dirty="0">
                <a:sym typeface="Symbol" pitchFamily="18" charset="2"/>
              </a:rPr>
              <a:t> in </a:t>
            </a:r>
            <a:r>
              <a:rPr lang="en-US" sz="2000" dirty="0" err="1">
                <a:sym typeface="Symbol" pitchFamily="18" charset="2"/>
              </a:rPr>
              <a:t>rezervacija</a:t>
            </a:r>
            <a:r>
              <a:rPr lang="en-US" sz="2000" dirty="0">
                <a:sym typeface="Symbol" pitchFamily="18" charset="2"/>
              </a:rPr>
              <a:t> so v 3. NO (</a:t>
            </a:r>
            <a:r>
              <a:rPr lang="en-US" sz="2000" dirty="0" err="1">
                <a:sym typeface="Symbol" pitchFamily="18" charset="2"/>
              </a:rPr>
              <a:t>preverite</a:t>
            </a:r>
            <a:r>
              <a:rPr lang="en-US" sz="2000" dirty="0">
                <a:sym typeface="Symbol" pitchFamily="18" charset="2"/>
              </a:rPr>
              <a:t>!). </a:t>
            </a:r>
            <a:r>
              <a:rPr lang="en-US" sz="2000" dirty="0" err="1">
                <a:sym typeface="Symbol" pitchFamily="18" charset="2"/>
              </a:rPr>
              <a:t>Ugotovimo</a:t>
            </a:r>
            <a:r>
              <a:rPr lang="en-US" sz="2000" dirty="0">
                <a:sym typeface="Symbol" pitchFamily="18" charset="2"/>
              </a:rPr>
              <a:t>, da </a:t>
            </a:r>
            <a:r>
              <a:rPr lang="en-US" sz="2000" dirty="0" err="1">
                <a:sym typeface="Symbol" pitchFamily="18" charset="2"/>
              </a:rPr>
              <a:t>pogosto</a:t>
            </a:r>
            <a:r>
              <a:rPr lang="en-US" sz="2000" dirty="0">
                <a:sym typeface="Symbol" pitchFamily="18" charset="2"/>
              </a:rPr>
              <a:t> </a:t>
            </a:r>
            <a:r>
              <a:rPr lang="en-US" sz="2000" dirty="0" err="1">
                <a:sym typeface="Symbol" pitchFamily="18" charset="2"/>
              </a:rPr>
              <a:t>uporabljamo</a:t>
            </a:r>
            <a:r>
              <a:rPr lang="en-US" sz="2000" dirty="0">
                <a:sym typeface="Symbol" pitchFamily="18" charset="2"/>
              </a:rPr>
              <a:t> </a:t>
            </a:r>
            <a:r>
              <a:rPr lang="en-US" sz="2000" dirty="0" err="1">
                <a:sym typeface="Symbol" pitchFamily="18" charset="2"/>
              </a:rPr>
              <a:t>stike</a:t>
            </a:r>
            <a:r>
              <a:rPr lang="en-US" sz="2000" dirty="0">
                <a:sym typeface="Symbol" pitchFamily="18" charset="2"/>
              </a:rPr>
              <a:t> </a:t>
            </a:r>
            <a:r>
              <a:rPr lang="en-US" sz="2000" dirty="0" err="1">
                <a:sym typeface="Symbol" pitchFamily="18" charset="2"/>
              </a:rPr>
              <a:t>samo</a:t>
            </a:r>
            <a:r>
              <a:rPr lang="en-US" sz="2000" dirty="0">
                <a:sym typeface="Symbol" pitchFamily="18" charset="2"/>
              </a:rPr>
              <a:t> med </a:t>
            </a:r>
            <a:r>
              <a:rPr lang="en-US" sz="2000" dirty="0" err="1">
                <a:sym typeface="Symbol" pitchFamily="18" charset="2"/>
              </a:rPr>
              <a:t>tabelama</a:t>
            </a:r>
            <a:r>
              <a:rPr lang="en-US" sz="2000" dirty="0">
                <a:sym typeface="Symbol" pitchFamily="18" charset="2"/>
              </a:rPr>
              <a:t> </a:t>
            </a:r>
            <a:r>
              <a:rPr lang="en-US" sz="2000" dirty="0" err="1">
                <a:sym typeface="Symbol" pitchFamily="18" charset="2"/>
              </a:rPr>
              <a:t>jadralec</a:t>
            </a:r>
            <a:r>
              <a:rPr lang="en-US" sz="2000" dirty="0">
                <a:sym typeface="Symbol" pitchFamily="18" charset="2"/>
              </a:rPr>
              <a:t> in </a:t>
            </a:r>
            <a:r>
              <a:rPr lang="en-US" sz="2000" dirty="0" err="1">
                <a:sym typeface="Symbol" pitchFamily="18" charset="2"/>
              </a:rPr>
              <a:t>rezervacija</a:t>
            </a:r>
            <a:r>
              <a:rPr lang="en-US" sz="2000" dirty="0">
                <a:sym typeface="Symbol" pitchFamily="18" charset="2"/>
              </a:rPr>
              <a:t>.</a:t>
            </a:r>
          </a:p>
          <a:p>
            <a:pPr marL="533400" indent="-533400">
              <a:lnSpc>
                <a:spcPct val="80000"/>
              </a:lnSpc>
            </a:pPr>
            <a:r>
              <a:rPr lang="en-US" sz="2000" dirty="0" err="1">
                <a:sym typeface="Symbol" pitchFamily="18" charset="2"/>
              </a:rPr>
              <a:t>rezervacija</a:t>
            </a:r>
            <a:r>
              <a:rPr lang="en-US" sz="2000" dirty="0">
                <a:sym typeface="Symbol" pitchFamily="18" charset="2"/>
              </a:rPr>
              <a:t>: </a:t>
            </a:r>
            <a:r>
              <a:rPr lang="en-US" sz="2000" dirty="0" err="1">
                <a:sym typeface="Symbol" pitchFamily="18" charset="2"/>
              </a:rPr>
              <a:t>razmerje</a:t>
            </a:r>
            <a:r>
              <a:rPr lang="en-US" sz="2000" dirty="0">
                <a:sym typeface="Symbol" pitchFamily="18" charset="2"/>
              </a:rPr>
              <a:t> </a:t>
            </a:r>
            <a:r>
              <a:rPr lang="en-US" sz="2000" dirty="0" err="1">
                <a:sym typeface="Symbol" pitchFamily="18" charset="2"/>
              </a:rPr>
              <a:t>več-več</a:t>
            </a:r>
            <a:r>
              <a:rPr lang="en-US" sz="2000" dirty="0">
                <a:sym typeface="Symbol" pitchFamily="18" charset="2"/>
              </a:rPr>
              <a:t> z </a:t>
            </a:r>
            <a:r>
              <a:rPr lang="en-US" sz="2000" dirty="0" err="1">
                <a:sym typeface="Symbol" pitchFamily="18" charset="2"/>
              </a:rPr>
              <a:t>dodanimi</a:t>
            </a:r>
            <a:r>
              <a:rPr lang="en-US" sz="2000" dirty="0">
                <a:sym typeface="Symbol" pitchFamily="18" charset="2"/>
              </a:rPr>
              <a:t> </a:t>
            </a:r>
            <a:r>
              <a:rPr lang="en-US" sz="2000" dirty="0" err="1">
                <a:sym typeface="Symbol" pitchFamily="18" charset="2"/>
              </a:rPr>
              <a:t>atributi</a:t>
            </a:r>
            <a:r>
              <a:rPr lang="en-US" sz="2000" dirty="0">
                <a:sym typeface="Symbol" pitchFamily="18" charset="2"/>
              </a:rPr>
              <a:t>.</a:t>
            </a:r>
          </a:p>
          <a:p>
            <a:pPr marL="533400" indent="-533400">
              <a:lnSpc>
                <a:spcPct val="80000"/>
              </a:lnSpc>
            </a:pPr>
            <a:r>
              <a:rPr lang="en-US" sz="2000" dirty="0" err="1">
                <a:sym typeface="Symbol" pitchFamily="18" charset="2"/>
              </a:rPr>
              <a:t>Pogosti</a:t>
            </a:r>
            <a:r>
              <a:rPr lang="en-US" sz="2000" dirty="0">
                <a:sym typeface="Symbol" pitchFamily="18" charset="2"/>
              </a:rPr>
              <a:t> </a:t>
            </a:r>
            <a:r>
              <a:rPr lang="en-US" sz="2000" dirty="0" err="1">
                <a:sym typeface="Symbol" pitchFamily="18" charset="2"/>
              </a:rPr>
              <a:t>stiki</a:t>
            </a:r>
            <a:r>
              <a:rPr lang="en-US" sz="2000" dirty="0">
                <a:sym typeface="Symbol" pitchFamily="18" charset="2"/>
              </a:rPr>
              <a:t> med </a:t>
            </a:r>
            <a:r>
              <a:rPr lang="en-US" sz="2000" dirty="0" err="1">
                <a:sym typeface="Symbol" pitchFamily="18" charset="2"/>
              </a:rPr>
              <a:t>tabelama</a:t>
            </a:r>
            <a:r>
              <a:rPr lang="en-US" sz="2000" dirty="0">
                <a:sym typeface="Symbol" pitchFamily="18" charset="2"/>
              </a:rPr>
              <a:t> </a:t>
            </a:r>
            <a:r>
              <a:rPr lang="en-US" sz="2000" dirty="0" err="1">
                <a:sym typeface="Symbol" pitchFamily="18" charset="2"/>
              </a:rPr>
              <a:t>jadralec</a:t>
            </a:r>
            <a:r>
              <a:rPr lang="en-US" sz="2000" dirty="0">
                <a:sym typeface="Symbol" pitchFamily="18" charset="2"/>
              </a:rPr>
              <a:t> in </a:t>
            </a:r>
            <a:r>
              <a:rPr lang="en-US" sz="2000" dirty="0" err="1">
                <a:sym typeface="Symbol" pitchFamily="18" charset="2"/>
              </a:rPr>
              <a:t>rezervacija</a:t>
            </a:r>
            <a:r>
              <a:rPr lang="en-US" sz="2000" dirty="0">
                <a:sym typeface="Symbol" pitchFamily="18" charset="2"/>
              </a:rPr>
              <a:t> </a:t>
            </a:r>
            <a:r>
              <a:rPr lang="en-US" sz="2000" dirty="0" err="1">
                <a:sym typeface="Symbol" pitchFamily="18" charset="2"/>
              </a:rPr>
              <a:t>upočasnjujejo</a:t>
            </a:r>
            <a:r>
              <a:rPr lang="en-US" sz="2000" dirty="0">
                <a:sym typeface="Symbol" pitchFamily="18" charset="2"/>
              </a:rPr>
              <a:t> </a:t>
            </a:r>
            <a:r>
              <a:rPr lang="en-US" sz="2000" dirty="0" err="1">
                <a:sym typeface="Symbol" pitchFamily="18" charset="2"/>
              </a:rPr>
              <a:t>izvajanje</a:t>
            </a:r>
            <a:r>
              <a:rPr lang="en-US" sz="2000" dirty="0">
                <a:sym typeface="Symbol" pitchFamily="18" charset="2"/>
              </a:rPr>
              <a:t>.</a:t>
            </a:r>
          </a:p>
          <a:p>
            <a:pPr marL="533400" indent="-533400">
              <a:lnSpc>
                <a:spcPct val="80000"/>
              </a:lnSpc>
            </a:pPr>
            <a:endParaRPr lang="en-US" sz="2000" dirty="0">
              <a:sym typeface="Symbol" pitchFamily="18" charset="2"/>
            </a:endParaRPr>
          </a:p>
          <a:p>
            <a:pPr marL="533400" indent="-533400">
              <a:lnSpc>
                <a:spcPct val="80000"/>
              </a:lnSpc>
            </a:pPr>
            <a:endParaRPr lang="en-US" sz="2000" dirty="0">
              <a:sym typeface="Symbol" pitchFamily="18" charset="2"/>
            </a:endParaRPr>
          </a:p>
          <a:p>
            <a:pPr marL="533400" indent="-533400">
              <a:lnSpc>
                <a:spcPct val="80000"/>
              </a:lnSpc>
            </a:pPr>
            <a:endParaRPr lang="en-US" sz="2000" dirty="0"/>
          </a:p>
          <a:p>
            <a:pPr marL="533400" indent="-533400">
              <a:lnSpc>
                <a:spcPct val="80000"/>
              </a:lnSpc>
            </a:pPr>
            <a:endParaRPr lang="en-US" sz="2000" dirty="0"/>
          </a:p>
          <a:p>
            <a:pPr marL="533400" indent="-533400">
              <a:lnSpc>
                <a:spcPct val="80000"/>
              </a:lnSpc>
            </a:pPr>
            <a:endParaRPr lang="en-US" sz="2000" dirty="0"/>
          </a:p>
          <a:p>
            <a:pPr marL="533400" indent="-533400">
              <a:lnSpc>
                <a:spcPct val="80000"/>
              </a:lnSpc>
              <a:buFont typeface="+mj-lt"/>
              <a:buAutoNum type="arabicPeriod"/>
            </a:pPr>
            <a:endParaRPr lang="en-US" sz="2000" dirty="0"/>
          </a:p>
          <a:p>
            <a:pPr marL="533400" indent="-533400">
              <a:lnSpc>
                <a:spcPct val="80000"/>
              </a:lnSpc>
              <a:buNone/>
            </a:pPr>
            <a:endParaRPr lang="sl-SI" sz="2000" dirty="0"/>
          </a:p>
        </p:txBody>
      </p:sp>
      <p:sp>
        <p:nvSpPr>
          <p:cNvPr id="4" name="Text Box 8"/>
          <p:cNvSpPr txBox="1">
            <a:spLocks noChangeArrowheads="1"/>
          </p:cNvSpPr>
          <p:nvPr/>
        </p:nvSpPr>
        <p:spPr bwMode="auto">
          <a:xfrm>
            <a:off x="38100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pic>
        <p:nvPicPr>
          <p:cNvPr id="627715" name="Picture 3"/>
          <p:cNvPicPr>
            <a:picLocks noChangeAspect="1" noChangeArrowheads="1"/>
          </p:cNvPicPr>
          <p:nvPr/>
        </p:nvPicPr>
        <p:blipFill>
          <a:blip r:embed="rId3" cstate="print"/>
          <a:srcRect/>
          <a:stretch>
            <a:fillRect/>
          </a:stretch>
        </p:blipFill>
        <p:spPr bwMode="auto">
          <a:xfrm>
            <a:off x="1066800" y="4343400"/>
            <a:ext cx="7524750" cy="1552575"/>
          </a:xfrm>
          <a:prstGeom prst="rect">
            <a:avLst/>
          </a:prstGeom>
          <a:noFill/>
          <a:ln w="9525">
            <a:noFill/>
            <a:miter lim="800000"/>
            <a:headEnd/>
            <a:tailEnd/>
          </a:ln>
        </p:spPr>
      </p:pic>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AutoShape 2"/>
          <p:cNvSpPr>
            <a:spLocks noGrp="1" noChangeArrowheads="1"/>
          </p:cNvSpPr>
          <p:nvPr>
            <p:ph type="title"/>
          </p:nvPr>
        </p:nvSpPr>
        <p:spPr/>
        <p:txBody>
          <a:bodyPr/>
          <a:lstStyle/>
          <a:p>
            <a:r>
              <a:rPr lang="en-US" err="1"/>
              <a:t>Denormalizacija</a:t>
            </a:r>
            <a:endParaRPr lang="en-US"/>
          </a:p>
        </p:txBody>
      </p:sp>
      <p:sp>
        <p:nvSpPr>
          <p:cNvPr id="559106" name="Rectangle 3"/>
          <p:cNvSpPr>
            <a:spLocks noGrp="1" noChangeArrowheads="1"/>
          </p:cNvSpPr>
          <p:nvPr>
            <p:ph type="body" idx="1"/>
          </p:nvPr>
        </p:nvSpPr>
        <p:spPr>
          <a:xfrm>
            <a:off x="838200" y="2362200"/>
            <a:ext cx="8001000" cy="609600"/>
          </a:xfrm>
        </p:spPr>
        <p:txBody>
          <a:bodyPr/>
          <a:lstStyle/>
          <a:p>
            <a:pPr marL="533400" indent="-533400">
              <a:lnSpc>
                <a:spcPct val="80000"/>
              </a:lnSpc>
            </a:pPr>
            <a:r>
              <a:rPr lang="en-US" sz="2000" err="1">
                <a:sym typeface="Symbol" pitchFamily="18" charset="2"/>
              </a:rPr>
              <a:t>Rešitev</a:t>
            </a:r>
            <a:r>
              <a:rPr lang="en-US" sz="2000">
                <a:sym typeface="Symbol" pitchFamily="18" charset="2"/>
              </a:rPr>
              <a:t>: </a:t>
            </a:r>
            <a:r>
              <a:rPr lang="en-US" sz="2000" err="1">
                <a:sym typeface="Symbol" pitchFamily="18" charset="2"/>
              </a:rPr>
              <a:t>vpeljemo</a:t>
            </a:r>
            <a:r>
              <a:rPr lang="en-US" sz="2000">
                <a:sym typeface="Symbol" pitchFamily="18" charset="2"/>
              </a:rPr>
              <a:t> novo </a:t>
            </a:r>
            <a:r>
              <a:rPr lang="en-US" sz="2000" err="1">
                <a:sym typeface="Symbol" pitchFamily="18" charset="2"/>
              </a:rPr>
              <a:t>tabelo</a:t>
            </a:r>
            <a:r>
              <a:rPr lang="en-US" sz="2000">
                <a:sym typeface="Symbol" pitchFamily="18" charset="2"/>
              </a:rPr>
              <a:t> </a:t>
            </a:r>
            <a:r>
              <a:rPr lang="en-US" sz="2000" err="1">
                <a:sym typeface="Symbol" pitchFamily="18" charset="2"/>
              </a:rPr>
              <a:t>JadralecRezervacija</a:t>
            </a:r>
            <a:r>
              <a:rPr lang="en-US" sz="2000">
                <a:sym typeface="Symbol" pitchFamily="18" charset="2"/>
              </a:rPr>
              <a:t>, </a:t>
            </a:r>
            <a:r>
              <a:rPr lang="en-US" sz="2000" err="1">
                <a:sym typeface="Symbol" pitchFamily="18" charset="2"/>
              </a:rPr>
              <a:t>ki</a:t>
            </a:r>
            <a:r>
              <a:rPr lang="en-US" sz="2000">
                <a:sym typeface="Symbol" pitchFamily="18" charset="2"/>
              </a:rPr>
              <a:t> je </a:t>
            </a:r>
            <a:r>
              <a:rPr lang="en-US" sz="2000" err="1">
                <a:sym typeface="Symbol" pitchFamily="18" charset="2"/>
              </a:rPr>
              <a:t>stik</a:t>
            </a:r>
            <a:r>
              <a:rPr lang="en-US" sz="2000">
                <a:sym typeface="Symbol" pitchFamily="18" charset="2"/>
              </a:rPr>
              <a:t> </a:t>
            </a:r>
            <a:r>
              <a:rPr lang="en-US" sz="2000" err="1">
                <a:sym typeface="Symbol" pitchFamily="18" charset="2"/>
              </a:rPr>
              <a:t>originalnih</a:t>
            </a:r>
            <a:r>
              <a:rPr lang="en-US" sz="2000">
                <a:sym typeface="Symbol" pitchFamily="18" charset="2"/>
              </a:rPr>
              <a:t> </a:t>
            </a:r>
            <a:r>
              <a:rPr lang="en-US" sz="2000" err="1">
                <a:sym typeface="Symbol" pitchFamily="18" charset="2"/>
              </a:rPr>
              <a:t>dveh</a:t>
            </a:r>
            <a:r>
              <a:rPr lang="en-US" sz="2000">
                <a:sym typeface="Symbol" pitchFamily="18" charset="2"/>
              </a:rPr>
              <a:t> </a:t>
            </a:r>
            <a:r>
              <a:rPr lang="en-US" sz="2000" err="1">
                <a:sym typeface="Symbol" pitchFamily="18" charset="2"/>
              </a:rPr>
              <a:t>tabel</a:t>
            </a:r>
            <a:r>
              <a:rPr lang="en-US" sz="2000">
                <a:sym typeface="Symbol" pitchFamily="18" charset="2"/>
              </a:rPr>
              <a:t>.</a:t>
            </a:r>
          </a:p>
          <a:p>
            <a:pPr marL="533400" indent="-533400">
              <a:lnSpc>
                <a:spcPct val="80000"/>
              </a:lnSpc>
              <a:buNone/>
            </a:pPr>
            <a:endParaRPr lang="en-US" sz="2000">
              <a:sym typeface="Symbol" pitchFamily="18" charset="2"/>
            </a:endParaRPr>
          </a:p>
          <a:p>
            <a:pPr marL="533400" indent="-533400">
              <a:lnSpc>
                <a:spcPct val="80000"/>
              </a:lnSpc>
            </a:pPr>
            <a:endParaRPr lang="en-US" sz="2000"/>
          </a:p>
          <a:p>
            <a:pPr marL="533400" indent="-533400">
              <a:lnSpc>
                <a:spcPct val="80000"/>
              </a:lnSpc>
            </a:pPr>
            <a:endParaRPr lang="en-US" sz="2000"/>
          </a:p>
          <a:p>
            <a:pPr marL="533400" indent="-533400">
              <a:lnSpc>
                <a:spcPct val="80000"/>
              </a:lnSpc>
              <a:buFont typeface="+mj-lt"/>
              <a:buAutoNum type="arabicPeriod"/>
            </a:pPr>
            <a:endParaRPr lang="en-US" sz="2000"/>
          </a:p>
          <a:p>
            <a:pPr marL="533400" indent="-533400">
              <a:lnSpc>
                <a:spcPct val="80000"/>
              </a:lnSpc>
              <a:buNone/>
            </a:pPr>
            <a:endParaRPr lang="sl-SI" sz="2000"/>
          </a:p>
        </p:txBody>
      </p:sp>
      <p:sp>
        <p:nvSpPr>
          <p:cNvPr id="4" name="Text Box 8"/>
          <p:cNvSpPr txBox="1">
            <a:spLocks noChangeArrowheads="1"/>
          </p:cNvSpPr>
          <p:nvPr/>
        </p:nvSpPr>
        <p:spPr bwMode="auto">
          <a:xfrm>
            <a:off x="38100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6" name="TextBox 5"/>
          <p:cNvSpPr txBox="1"/>
          <p:nvPr/>
        </p:nvSpPr>
        <p:spPr>
          <a:xfrm>
            <a:off x="3159669" y="3749457"/>
            <a:ext cx="6091732" cy="3108543"/>
          </a:xfrm>
          <a:prstGeom prst="rect">
            <a:avLst/>
          </a:prstGeom>
          <a:noFill/>
        </p:spPr>
        <p:txBody>
          <a:bodyPr wrap="none" rtlCol="0">
            <a:spAutoFit/>
          </a:bodyPr>
          <a:lstStyle/>
          <a:p>
            <a:pPr algn="l"/>
            <a:r>
              <a:rPr lang="sl-SI" sz="1400" b="1">
                <a:latin typeface="Courier New" pitchFamily="49" charset="0"/>
                <a:cs typeface="Courier New" pitchFamily="49" charset="0"/>
              </a:rPr>
              <a:t>+-----+--------+--------+---------+-----+------------+</a:t>
            </a:r>
          </a:p>
          <a:p>
            <a:pPr algn="l"/>
            <a:r>
              <a:rPr lang="sl-SI" sz="1400" b="1">
                <a:latin typeface="Courier New" pitchFamily="49" charset="0"/>
                <a:cs typeface="Courier New" pitchFamily="49" charset="0"/>
              </a:rPr>
              <a:t>| </a:t>
            </a:r>
            <a:r>
              <a:rPr lang="sl-SI" sz="1400" b="1" err="1">
                <a:latin typeface="Courier New" pitchFamily="49" charset="0"/>
                <a:cs typeface="Courier New" pitchFamily="49" charset="0"/>
              </a:rPr>
              <a:t>jid</a:t>
            </a:r>
            <a:r>
              <a:rPr lang="sl-SI" sz="1400" b="1">
                <a:latin typeface="Courier New" pitchFamily="49" charset="0"/>
                <a:cs typeface="Courier New" pitchFamily="49" charset="0"/>
              </a:rPr>
              <a:t> | ime    | rating | starost | </a:t>
            </a:r>
            <a:r>
              <a:rPr lang="sl-SI" sz="1400" b="1" err="1">
                <a:latin typeface="Courier New" pitchFamily="49" charset="0"/>
                <a:cs typeface="Courier New" pitchFamily="49" charset="0"/>
              </a:rPr>
              <a:t>cid</a:t>
            </a:r>
            <a:r>
              <a:rPr lang="sl-SI" sz="1400" b="1">
                <a:latin typeface="Courier New" pitchFamily="49" charset="0"/>
                <a:cs typeface="Courier New" pitchFamily="49" charset="0"/>
              </a:rPr>
              <a:t> | dan        |</a:t>
            </a:r>
          </a:p>
          <a:p>
            <a:pPr algn="l"/>
            <a:r>
              <a:rPr lang="sl-SI" sz="1400" b="1">
                <a:latin typeface="Courier New" pitchFamily="49" charset="0"/>
                <a:cs typeface="Courier New" pitchFamily="49" charset="0"/>
              </a:rPr>
              <a:t>+-----+--------+--------+---------+-----+------------+</a:t>
            </a:r>
          </a:p>
          <a:p>
            <a:pPr algn="l"/>
            <a:r>
              <a:rPr lang="sl-SI" sz="1400" b="1">
                <a:latin typeface="Courier New" pitchFamily="49" charset="0"/>
                <a:cs typeface="Courier New" pitchFamily="49" charset="0"/>
              </a:rPr>
              <a:t>|  22 | Darko  |      7 |      45 | 101 | 2006-10-10 |</a:t>
            </a:r>
          </a:p>
          <a:p>
            <a:pPr algn="l"/>
            <a:r>
              <a:rPr lang="sl-SI" sz="1400" b="1">
                <a:latin typeface="Courier New" pitchFamily="49" charset="0"/>
                <a:cs typeface="Courier New" pitchFamily="49" charset="0"/>
              </a:rPr>
              <a:t>|  22 | Darko  |      7 |      45 | 102 | 2006-10-10 |</a:t>
            </a:r>
          </a:p>
          <a:p>
            <a:pPr algn="l"/>
            <a:r>
              <a:rPr lang="sl-SI" sz="1400" b="1">
                <a:latin typeface="Courier New" pitchFamily="49" charset="0"/>
                <a:cs typeface="Courier New" pitchFamily="49" charset="0"/>
              </a:rPr>
              <a:t>|  22 | Darko  |      7 |      45 | 103 | 2006-10-08 |</a:t>
            </a:r>
          </a:p>
          <a:p>
            <a:pPr algn="l"/>
            <a:r>
              <a:rPr lang="sl-SI" sz="1400" b="1">
                <a:latin typeface="Courier New" pitchFamily="49" charset="0"/>
                <a:cs typeface="Courier New" pitchFamily="49" charset="0"/>
              </a:rPr>
              <a:t>|  22 | Darko  |      7 |      45 | 104 | 2006-10-07 |</a:t>
            </a:r>
          </a:p>
          <a:p>
            <a:pPr algn="l"/>
            <a:r>
              <a:rPr lang="sl-SI" sz="1400" b="1">
                <a:latin typeface="Courier New" pitchFamily="49" charset="0"/>
                <a:cs typeface="Courier New" pitchFamily="49" charset="0"/>
              </a:rPr>
              <a:t>|  31 | Lojze  |      8 |    55.5 | 102 | 2006-11-10 |</a:t>
            </a:r>
          </a:p>
          <a:p>
            <a:pPr algn="l"/>
            <a:r>
              <a:rPr lang="sl-SI" sz="1400" b="1">
                <a:latin typeface="Courier New" pitchFamily="49" charset="0"/>
                <a:cs typeface="Courier New" pitchFamily="49" charset="0"/>
              </a:rPr>
              <a:t>|  31 | Lojze  |      8 |    55.5 | 103 | 2006-11-06 |</a:t>
            </a:r>
          </a:p>
          <a:p>
            <a:pPr algn="l"/>
            <a:r>
              <a:rPr lang="sl-SI" sz="1400" b="1">
                <a:latin typeface="Courier New" pitchFamily="49" charset="0"/>
                <a:cs typeface="Courier New" pitchFamily="49" charset="0"/>
              </a:rPr>
              <a:t>|  31 | Lojze  |      8 |    55.5 | 104 | 2006-11-12 |</a:t>
            </a:r>
          </a:p>
          <a:p>
            <a:pPr algn="l"/>
            <a:r>
              <a:rPr lang="sl-SI" sz="1400" b="1">
                <a:latin typeface="Courier New" pitchFamily="49" charset="0"/>
                <a:cs typeface="Courier New" pitchFamily="49" charset="0"/>
              </a:rPr>
              <a:t>|  64 | Henrik |      7 |      35 | 101 | 2006-09-05 |</a:t>
            </a:r>
          </a:p>
          <a:p>
            <a:pPr algn="l"/>
            <a:r>
              <a:rPr lang="sl-SI" sz="1400" b="1">
                <a:latin typeface="Courier New" pitchFamily="49" charset="0"/>
                <a:cs typeface="Courier New" pitchFamily="49" charset="0"/>
              </a:rPr>
              <a:t>|  64 | Henrik |      7 |      35 | 102 | 2006-09-08 |</a:t>
            </a:r>
          </a:p>
          <a:p>
            <a:pPr algn="l"/>
            <a:r>
              <a:rPr lang="sl-SI" sz="1400" b="1">
                <a:latin typeface="Courier New" pitchFamily="49" charset="0"/>
                <a:cs typeface="Courier New" pitchFamily="49" charset="0"/>
              </a:rPr>
              <a:t>|  74 | Henrik |      9 |      35 | 103 | 2006-09-08</a:t>
            </a:r>
            <a:r>
              <a:rPr lang="en-US" sz="1400" b="1">
                <a:latin typeface="Courier New" pitchFamily="49" charset="0"/>
                <a:cs typeface="Courier New" pitchFamily="49" charset="0"/>
              </a:rPr>
              <a:t> </a:t>
            </a:r>
            <a:r>
              <a:rPr lang="sl-SI" sz="1400" b="1">
                <a:latin typeface="Courier New" pitchFamily="49" charset="0"/>
                <a:cs typeface="Courier New" pitchFamily="49" charset="0"/>
              </a:rPr>
              <a:t>|</a:t>
            </a:r>
          </a:p>
          <a:p>
            <a:pPr algn="l"/>
            <a:r>
              <a:rPr lang="sl-SI" sz="1400" b="1">
                <a:latin typeface="Courier New" pitchFamily="49" charset="0"/>
                <a:cs typeface="Courier New" pitchFamily="49" charset="0"/>
              </a:rPr>
              <a:t>+-----+--------+--------+---------+-----+------------+</a:t>
            </a:r>
          </a:p>
        </p:txBody>
      </p:sp>
      <p:sp>
        <p:nvSpPr>
          <p:cNvPr id="7" name="TextBox 6"/>
          <p:cNvSpPr txBox="1"/>
          <p:nvPr/>
        </p:nvSpPr>
        <p:spPr>
          <a:xfrm>
            <a:off x="762000" y="3048000"/>
            <a:ext cx="4895443" cy="1034129"/>
          </a:xfrm>
          <a:prstGeom prst="rect">
            <a:avLst/>
          </a:prstGeom>
          <a:noFill/>
        </p:spPr>
        <p:txBody>
          <a:bodyPr wrap="none" rtlCol="0">
            <a:spAutoFit/>
          </a:bodyPr>
          <a:lstStyle/>
          <a:p>
            <a:pPr marL="533400" indent="-533400" algn="l">
              <a:lnSpc>
                <a:spcPct val="80000"/>
              </a:lnSpc>
              <a:buNone/>
            </a:pPr>
            <a:r>
              <a:rPr lang="en-US" b="1" dirty="0"/>
              <a:t>CREATE TABLE </a:t>
            </a:r>
            <a:r>
              <a:rPr lang="en-US" dirty="0" err="1"/>
              <a:t>JadralecRezervacija</a:t>
            </a:r>
            <a:r>
              <a:rPr lang="en-US" dirty="0"/>
              <a:t> </a:t>
            </a:r>
            <a:r>
              <a:rPr lang="en-US" b="1" dirty="0"/>
              <a:t>AS</a:t>
            </a:r>
          </a:p>
          <a:p>
            <a:pPr marL="533400" indent="-533400" algn="l">
              <a:lnSpc>
                <a:spcPct val="80000"/>
              </a:lnSpc>
              <a:buNone/>
            </a:pPr>
            <a:r>
              <a:rPr lang="en-US" b="1" dirty="0"/>
              <a:t>SELECT</a:t>
            </a:r>
            <a:r>
              <a:rPr lang="en-US" dirty="0"/>
              <a:t> *</a:t>
            </a:r>
          </a:p>
          <a:p>
            <a:pPr marL="533400" indent="-533400" algn="l">
              <a:lnSpc>
                <a:spcPct val="80000"/>
              </a:lnSpc>
              <a:buNone/>
            </a:pPr>
            <a:r>
              <a:rPr lang="en-US" b="1" dirty="0"/>
              <a:t>FROM</a:t>
            </a:r>
            <a:r>
              <a:rPr lang="en-US" dirty="0"/>
              <a:t> </a:t>
            </a:r>
            <a:r>
              <a:rPr lang="en-US" dirty="0" err="1"/>
              <a:t>jadralec</a:t>
            </a:r>
            <a:r>
              <a:rPr lang="en-US" dirty="0"/>
              <a:t> </a:t>
            </a:r>
            <a:r>
              <a:rPr lang="en-US" b="1" dirty="0"/>
              <a:t>NATURAL JOIN </a:t>
            </a:r>
            <a:r>
              <a:rPr lang="en-US" dirty="0" err="1"/>
              <a:t>rezervacija</a:t>
            </a:r>
            <a:r>
              <a:rPr lang="en-US" dirty="0"/>
              <a:t>;</a:t>
            </a:r>
          </a:p>
          <a:p>
            <a:pPr algn="l"/>
            <a:endParaRPr lang="sl-SI" dirty="0"/>
          </a:p>
        </p:txBody>
      </p:sp>
      <p:sp>
        <p:nvSpPr>
          <p:cNvPr id="8" name="TextBox 7"/>
          <p:cNvSpPr txBox="1"/>
          <p:nvPr/>
        </p:nvSpPr>
        <p:spPr>
          <a:xfrm>
            <a:off x="990600" y="4038600"/>
            <a:ext cx="2133600" cy="646331"/>
          </a:xfrm>
          <a:prstGeom prst="rect">
            <a:avLst/>
          </a:prstGeom>
          <a:noFill/>
        </p:spPr>
        <p:txBody>
          <a:bodyPr wrap="square" rtlCol="0">
            <a:spAutoFit/>
          </a:bodyPr>
          <a:lstStyle/>
          <a:p>
            <a:pPr algn="l"/>
            <a:r>
              <a:rPr lang="en-US" err="1"/>
              <a:t>Ključ</a:t>
            </a:r>
            <a:r>
              <a:rPr lang="en-US"/>
              <a:t>: </a:t>
            </a:r>
            <a:r>
              <a:rPr lang="en-US" err="1"/>
              <a:t>jid</a:t>
            </a:r>
            <a:r>
              <a:rPr lang="en-US"/>
              <a:t>, cid, </a:t>
            </a:r>
            <a:r>
              <a:rPr lang="en-US" err="1"/>
              <a:t>dan</a:t>
            </a:r>
            <a:endParaRPr lang="en-US"/>
          </a:p>
          <a:p>
            <a:pPr algn="l"/>
            <a:r>
              <a:rPr lang="en-US" err="1"/>
              <a:t>Normalnost</a:t>
            </a:r>
            <a:r>
              <a:rPr lang="en-US"/>
              <a:t>???</a:t>
            </a:r>
          </a:p>
        </p:txBody>
      </p:sp>
      <p:sp>
        <p:nvSpPr>
          <p:cNvPr id="9" name="TextBox 8"/>
          <p:cNvSpPr txBox="1"/>
          <p:nvPr/>
        </p:nvSpPr>
        <p:spPr>
          <a:xfrm>
            <a:off x="990600" y="5105400"/>
            <a:ext cx="2133600" cy="1477328"/>
          </a:xfrm>
          <a:prstGeom prst="rect">
            <a:avLst/>
          </a:prstGeom>
          <a:noFill/>
        </p:spPr>
        <p:txBody>
          <a:bodyPr wrap="square" rtlCol="0">
            <a:spAutoFit/>
          </a:bodyPr>
          <a:lstStyle/>
          <a:p>
            <a:pPr algn="l"/>
            <a:r>
              <a:rPr lang="en-US" err="1"/>
              <a:t>Delne</a:t>
            </a:r>
            <a:r>
              <a:rPr lang="en-US"/>
              <a:t> </a:t>
            </a:r>
            <a:r>
              <a:rPr lang="en-US" err="1"/>
              <a:t>odvisnosti</a:t>
            </a:r>
            <a:r>
              <a:rPr lang="en-US"/>
              <a:t>:</a:t>
            </a:r>
          </a:p>
          <a:p>
            <a:pPr algn="l"/>
            <a:r>
              <a:rPr lang="en-US" err="1"/>
              <a:t>jid</a:t>
            </a:r>
            <a:r>
              <a:rPr lang="en-US"/>
              <a:t> </a:t>
            </a:r>
            <a:r>
              <a:rPr lang="sl-SI">
                <a:sym typeface="Symbol" pitchFamily="18" charset="2"/>
              </a:rPr>
              <a:t></a:t>
            </a:r>
            <a:r>
              <a:rPr lang="en-US">
                <a:sym typeface="Symbol" pitchFamily="18" charset="2"/>
              </a:rPr>
              <a:t> </a:t>
            </a:r>
            <a:r>
              <a:rPr lang="en-US" err="1">
                <a:sym typeface="Symbol" pitchFamily="18" charset="2"/>
              </a:rPr>
              <a:t>ime</a:t>
            </a:r>
            <a:endParaRPr lang="en-US">
              <a:sym typeface="Symbol" pitchFamily="18" charset="2"/>
            </a:endParaRPr>
          </a:p>
          <a:p>
            <a:pPr algn="l"/>
            <a:r>
              <a:rPr lang="en-US" err="1">
                <a:sym typeface="Symbol" pitchFamily="18" charset="2"/>
              </a:rPr>
              <a:t>jid</a:t>
            </a:r>
            <a:r>
              <a:rPr lang="en-US">
                <a:sym typeface="Symbol" pitchFamily="18" charset="2"/>
              </a:rPr>
              <a:t> </a:t>
            </a:r>
            <a:r>
              <a:rPr lang="sl-SI">
                <a:sym typeface="Symbol" pitchFamily="18" charset="2"/>
              </a:rPr>
              <a:t></a:t>
            </a:r>
            <a:r>
              <a:rPr lang="en-US">
                <a:sym typeface="Symbol" pitchFamily="18" charset="2"/>
              </a:rPr>
              <a:t> rating</a:t>
            </a:r>
            <a:endParaRPr lang="en-US"/>
          </a:p>
          <a:p>
            <a:pPr algn="l"/>
            <a:r>
              <a:rPr lang="en-US" err="1">
                <a:sym typeface="Symbol" pitchFamily="18" charset="2"/>
              </a:rPr>
              <a:t>jid</a:t>
            </a:r>
            <a:r>
              <a:rPr lang="en-US">
                <a:sym typeface="Symbol" pitchFamily="18" charset="2"/>
              </a:rPr>
              <a:t> </a:t>
            </a:r>
            <a:r>
              <a:rPr lang="sl-SI">
                <a:sym typeface="Symbol" pitchFamily="18" charset="2"/>
              </a:rPr>
              <a:t></a:t>
            </a:r>
            <a:r>
              <a:rPr lang="en-US">
                <a:sym typeface="Symbol" pitchFamily="18" charset="2"/>
              </a:rPr>
              <a:t> </a:t>
            </a:r>
            <a:r>
              <a:rPr lang="en-US" err="1">
                <a:sym typeface="Symbol" pitchFamily="18" charset="2"/>
              </a:rPr>
              <a:t>starost</a:t>
            </a:r>
            <a:endParaRPr lang="en-US">
              <a:sym typeface="Symbol" pitchFamily="18" charset="2"/>
            </a:endParaRPr>
          </a:p>
          <a:p>
            <a:pPr algn="l"/>
            <a:endParaRPr lang="sl-SI"/>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AutoShape 2"/>
          <p:cNvSpPr>
            <a:spLocks noGrp="1" noChangeArrowheads="1"/>
          </p:cNvSpPr>
          <p:nvPr>
            <p:ph type="title"/>
          </p:nvPr>
        </p:nvSpPr>
        <p:spPr/>
        <p:txBody>
          <a:bodyPr/>
          <a:lstStyle/>
          <a:p>
            <a:r>
              <a:rPr lang="en-US" err="1"/>
              <a:t>Denormalizacija</a:t>
            </a:r>
            <a:endParaRPr lang="en-US"/>
          </a:p>
        </p:txBody>
      </p:sp>
      <p:sp>
        <p:nvSpPr>
          <p:cNvPr id="559106" name="Rectangle 3"/>
          <p:cNvSpPr>
            <a:spLocks noGrp="1" noChangeArrowheads="1"/>
          </p:cNvSpPr>
          <p:nvPr>
            <p:ph type="body" idx="1"/>
          </p:nvPr>
        </p:nvSpPr>
        <p:spPr>
          <a:xfrm>
            <a:off x="838200" y="2362200"/>
            <a:ext cx="8001000" cy="838200"/>
          </a:xfrm>
        </p:spPr>
        <p:txBody>
          <a:bodyPr/>
          <a:lstStyle/>
          <a:p>
            <a:pPr marL="533400" indent="-533400">
              <a:lnSpc>
                <a:spcPct val="80000"/>
              </a:lnSpc>
            </a:pPr>
            <a:r>
              <a:rPr lang="en-US" sz="2000" err="1">
                <a:sym typeface="Symbol" pitchFamily="18" charset="2"/>
              </a:rPr>
              <a:t>Kako</a:t>
            </a:r>
            <a:r>
              <a:rPr lang="en-US" sz="2000">
                <a:sym typeface="Symbol" pitchFamily="18" charset="2"/>
              </a:rPr>
              <a:t> </a:t>
            </a:r>
            <a:r>
              <a:rPr lang="en-US" sz="2000" err="1">
                <a:sym typeface="Symbol" pitchFamily="18" charset="2"/>
              </a:rPr>
              <a:t>preverjamo</a:t>
            </a:r>
            <a:r>
              <a:rPr lang="en-US" sz="2000">
                <a:sym typeface="Symbol" pitchFamily="18" charset="2"/>
              </a:rPr>
              <a:t> </a:t>
            </a:r>
            <a:r>
              <a:rPr lang="en-US" sz="2000" err="1">
                <a:sym typeface="Symbol" pitchFamily="18" charset="2"/>
              </a:rPr>
              <a:t>delne</a:t>
            </a:r>
            <a:r>
              <a:rPr lang="en-US" sz="2000">
                <a:sym typeface="Symbol" pitchFamily="18" charset="2"/>
              </a:rPr>
              <a:t> </a:t>
            </a:r>
            <a:r>
              <a:rPr lang="en-US" sz="2000" err="1">
                <a:sym typeface="Symbol" pitchFamily="18" charset="2"/>
              </a:rPr>
              <a:t>odvisnosti</a:t>
            </a:r>
            <a:r>
              <a:rPr lang="en-US" sz="2000">
                <a:sym typeface="Symbol" pitchFamily="18" charset="2"/>
              </a:rPr>
              <a:t>?</a:t>
            </a:r>
          </a:p>
          <a:p>
            <a:pPr marL="933450" lvl="1" indent="-533400">
              <a:lnSpc>
                <a:spcPct val="80000"/>
              </a:lnSpc>
            </a:pPr>
            <a:r>
              <a:rPr lang="en-US" sz="1600" err="1">
                <a:sym typeface="Symbol" pitchFamily="18" charset="2"/>
              </a:rPr>
              <a:t>Materializiran</a:t>
            </a:r>
            <a:r>
              <a:rPr lang="en-US" sz="1600">
                <a:sym typeface="Symbol" pitchFamily="18" charset="2"/>
              </a:rPr>
              <a:t> </a:t>
            </a:r>
            <a:r>
              <a:rPr lang="en-US" sz="1600" err="1">
                <a:sym typeface="Symbol" pitchFamily="18" charset="2"/>
              </a:rPr>
              <a:t>pogled</a:t>
            </a:r>
            <a:r>
              <a:rPr lang="en-US" sz="1600">
                <a:sym typeface="Symbol" pitchFamily="18" charset="2"/>
              </a:rPr>
              <a:t> (</a:t>
            </a:r>
            <a:r>
              <a:rPr lang="en-US" sz="1600" err="1">
                <a:sym typeface="Symbol" pitchFamily="18" charset="2"/>
              </a:rPr>
              <a:t>navaden</a:t>
            </a:r>
            <a:r>
              <a:rPr lang="en-US" sz="1600">
                <a:sym typeface="Symbol" pitchFamily="18" charset="2"/>
              </a:rPr>
              <a:t> </a:t>
            </a:r>
            <a:r>
              <a:rPr lang="en-US" sz="1600" err="1">
                <a:sym typeface="Symbol" pitchFamily="18" charset="2"/>
              </a:rPr>
              <a:t>pogled</a:t>
            </a:r>
            <a:r>
              <a:rPr lang="en-US" sz="1600">
                <a:sym typeface="Symbol" pitchFamily="18" charset="2"/>
              </a:rPr>
              <a:t> ne </a:t>
            </a:r>
            <a:r>
              <a:rPr lang="en-US" sz="1600" err="1">
                <a:sym typeface="Symbol" pitchFamily="18" charset="2"/>
              </a:rPr>
              <a:t>pomaga</a:t>
            </a:r>
            <a:r>
              <a:rPr lang="en-US" sz="1600">
                <a:sym typeface="Symbol" pitchFamily="18" charset="2"/>
              </a:rPr>
              <a:t>)</a:t>
            </a:r>
          </a:p>
          <a:p>
            <a:pPr marL="933450" lvl="1" indent="-533400">
              <a:lnSpc>
                <a:spcPct val="80000"/>
              </a:lnSpc>
            </a:pPr>
            <a:r>
              <a:rPr lang="en-US" sz="1600" err="1">
                <a:sym typeface="Symbol" pitchFamily="18" charset="2"/>
              </a:rPr>
              <a:t>Omejitve</a:t>
            </a:r>
            <a:r>
              <a:rPr lang="en-US" sz="1600">
                <a:sym typeface="Symbol" pitchFamily="18" charset="2"/>
              </a:rPr>
              <a:t> </a:t>
            </a:r>
            <a:r>
              <a:rPr lang="en-US" sz="1600" err="1">
                <a:sym typeface="Symbol" pitchFamily="18" charset="2"/>
              </a:rPr>
              <a:t>vsebine</a:t>
            </a:r>
            <a:r>
              <a:rPr lang="en-US" sz="1600">
                <a:sym typeface="Symbol" pitchFamily="18" charset="2"/>
              </a:rPr>
              <a:t> (CONSTRAINT </a:t>
            </a:r>
            <a:r>
              <a:rPr lang="en-US" sz="1600" err="1">
                <a:sym typeface="Symbol" pitchFamily="18" charset="2"/>
              </a:rPr>
              <a:t>ali</a:t>
            </a:r>
            <a:r>
              <a:rPr lang="en-US" sz="1600">
                <a:sym typeface="Symbol" pitchFamily="18" charset="2"/>
              </a:rPr>
              <a:t> ASSERTION)</a:t>
            </a:r>
          </a:p>
          <a:p>
            <a:pPr marL="533400" indent="-533400">
              <a:lnSpc>
                <a:spcPct val="80000"/>
              </a:lnSpc>
              <a:buNone/>
            </a:pPr>
            <a:endParaRPr lang="en-US" sz="2000">
              <a:sym typeface="Symbol" pitchFamily="18" charset="2"/>
            </a:endParaRPr>
          </a:p>
          <a:p>
            <a:pPr marL="533400" indent="-533400">
              <a:lnSpc>
                <a:spcPct val="80000"/>
              </a:lnSpc>
            </a:pPr>
            <a:endParaRPr lang="en-US" sz="2000"/>
          </a:p>
          <a:p>
            <a:pPr marL="533400" indent="-533400">
              <a:lnSpc>
                <a:spcPct val="80000"/>
              </a:lnSpc>
            </a:pPr>
            <a:endParaRPr lang="en-US" sz="2000"/>
          </a:p>
          <a:p>
            <a:pPr marL="533400" indent="-533400">
              <a:lnSpc>
                <a:spcPct val="80000"/>
              </a:lnSpc>
              <a:buFont typeface="+mj-lt"/>
              <a:buAutoNum type="arabicPeriod"/>
            </a:pPr>
            <a:endParaRPr lang="en-US" sz="2000"/>
          </a:p>
          <a:p>
            <a:pPr marL="533400" indent="-533400">
              <a:lnSpc>
                <a:spcPct val="80000"/>
              </a:lnSpc>
              <a:buNone/>
            </a:pPr>
            <a:endParaRPr lang="sl-SI" sz="2000"/>
          </a:p>
        </p:txBody>
      </p:sp>
      <p:sp>
        <p:nvSpPr>
          <p:cNvPr id="4" name="Text Box 8"/>
          <p:cNvSpPr txBox="1">
            <a:spLocks noChangeArrowheads="1"/>
          </p:cNvSpPr>
          <p:nvPr/>
        </p:nvSpPr>
        <p:spPr bwMode="auto">
          <a:xfrm>
            <a:off x="3810000" y="304800"/>
            <a:ext cx="5419725" cy="915988"/>
          </a:xfrm>
          <a:prstGeom prst="rect">
            <a:avLst/>
          </a:prstGeom>
          <a:noFill/>
          <a:ln w="9525">
            <a:noFill/>
            <a:miter lim="800000"/>
            <a:headEnd/>
            <a:tailEnd/>
          </a:ln>
          <a:effectLst/>
        </p:spPr>
        <p:txBody>
          <a:bodyPr wrap="none">
            <a:spAutoFit/>
          </a:bodyPr>
          <a:lstStyle/>
          <a:p>
            <a:pPr lvl="1" algn="l"/>
            <a:r>
              <a:rPr lang="sl-SI" b="1" dirty="0">
                <a:latin typeface="Courier New" pitchFamily="49" charset="0"/>
              </a:rPr>
              <a:t>jadralec(</a:t>
            </a:r>
            <a:r>
              <a:rPr lang="sl-SI" b="1" u="sng" dirty="0" err="1">
                <a:latin typeface="Courier New" pitchFamily="49" charset="0"/>
              </a:rPr>
              <a:t>jid</a:t>
            </a:r>
            <a:r>
              <a:rPr lang="sl-SI" b="1" dirty="0">
                <a:latin typeface="Courier New" pitchFamily="49" charset="0"/>
              </a:rPr>
              <a:t>, ime, rating, starost)</a:t>
            </a:r>
          </a:p>
          <a:p>
            <a:pPr lvl="1" algn="l"/>
            <a:r>
              <a:rPr lang="sl-SI" b="1" dirty="0" err="1">
                <a:latin typeface="Courier New" pitchFamily="49" charset="0"/>
              </a:rPr>
              <a:t>coln</a:t>
            </a:r>
            <a:r>
              <a:rPr lang="sl-SI" b="1" dirty="0">
                <a:latin typeface="Courier New" pitchFamily="49" charset="0"/>
              </a:rPr>
              <a:t>(</a:t>
            </a:r>
            <a:r>
              <a:rPr lang="sl-SI" b="1" u="sng" dirty="0" err="1">
                <a:latin typeface="Courier New" pitchFamily="49" charset="0"/>
              </a:rPr>
              <a:t>cid</a:t>
            </a:r>
            <a:r>
              <a:rPr lang="sl-SI" b="1" dirty="0">
                <a:latin typeface="Courier New" pitchFamily="49" charset="0"/>
              </a:rPr>
              <a:t>, ime, </a:t>
            </a:r>
            <a:r>
              <a:rPr lang="sl-SI" b="1" dirty="0" err="1">
                <a:latin typeface="Courier New" pitchFamily="49" charset="0"/>
              </a:rPr>
              <a:t>dolzina</a:t>
            </a:r>
            <a:r>
              <a:rPr lang="sl-SI" b="1" dirty="0">
                <a:latin typeface="Courier New" pitchFamily="49" charset="0"/>
              </a:rPr>
              <a:t>, barva) </a:t>
            </a:r>
          </a:p>
          <a:p>
            <a:pPr lvl="1" algn="l"/>
            <a:r>
              <a:rPr lang="sl-SI" b="1" dirty="0">
                <a:latin typeface="Courier New" pitchFamily="49" charset="0"/>
              </a:rPr>
              <a:t>rezervacija(</a:t>
            </a:r>
            <a:r>
              <a:rPr lang="sl-SI" b="1" u="sng" dirty="0" err="1">
                <a:latin typeface="Courier New" pitchFamily="49" charset="0"/>
              </a:rPr>
              <a:t>jid</a:t>
            </a:r>
            <a:r>
              <a:rPr lang="sl-SI" b="1" u="sng" dirty="0">
                <a:latin typeface="Courier New" pitchFamily="49" charset="0"/>
              </a:rPr>
              <a:t>, </a:t>
            </a:r>
            <a:r>
              <a:rPr lang="sl-SI" b="1" u="sng" dirty="0" err="1">
                <a:latin typeface="Courier New" pitchFamily="49" charset="0"/>
              </a:rPr>
              <a:t>cid</a:t>
            </a:r>
            <a:r>
              <a:rPr lang="sl-SI" b="1" u="sng" dirty="0">
                <a:latin typeface="Courier New" pitchFamily="49" charset="0"/>
              </a:rPr>
              <a:t>, dan</a:t>
            </a:r>
            <a:r>
              <a:rPr lang="sl-SI" b="1" dirty="0">
                <a:latin typeface="Courier New" pitchFamily="49" charset="0"/>
              </a:rPr>
              <a:t>)</a:t>
            </a:r>
            <a:endParaRPr lang="en-US" b="1" dirty="0">
              <a:latin typeface="Courier New" pitchFamily="49" charset="0"/>
            </a:endParaRPr>
          </a:p>
        </p:txBody>
      </p:sp>
      <p:sp>
        <p:nvSpPr>
          <p:cNvPr id="7" name="TextBox 6"/>
          <p:cNvSpPr txBox="1"/>
          <p:nvPr/>
        </p:nvSpPr>
        <p:spPr>
          <a:xfrm>
            <a:off x="762000" y="3276600"/>
            <a:ext cx="8145178" cy="3416320"/>
          </a:xfrm>
          <a:prstGeom prst="rect">
            <a:avLst/>
          </a:prstGeom>
          <a:noFill/>
        </p:spPr>
        <p:txBody>
          <a:bodyPr wrap="square" rtlCol="0">
            <a:spAutoFit/>
          </a:bodyPr>
          <a:lstStyle/>
          <a:p>
            <a:pPr algn="l">
              <a:buFont typeface="Wingdings" pitchFamily="2" charset="2"/>
              <a:buNone/>
            </a:pPr>
            <a:r>
              <a:rPr lang="en-US" b="1" dirty="0"/>
              <a:t>ALTER TABLE </a:t>
            </a:r>
            <a:r>
              <a:rPr lang="en-US" dirty="0" err="1"/>
              <a:t>JadralecRezervacija</a:t>
            </a:r>
            <a:endParaRPr lang="en-US" dirty="0"/>
          </a:p>
          <a:p>
            <a:pPr algn="l">
              <a:buNone/>
            </a:pPr>
            <a:r>
              <a:rPr lang="en-US" b="1" dirty="0"/>
              <a:t>ADD CONSTRAINT </a:t>
            </a:r>
            <a:r>
              <a:rPr lang="en-US" dirty="0" err="1"/>
              <a:t>PreveriDelneOdvisnostiJadralca</a:t>
            </a:r>
            <a:endParaRPr lang="en-US" dirty="0"/>
          </a:p>
          <a:p>
            <a:pPr algn="l">
              <a:buNone/>
            </a:pPr>
            <a:r>
              <a:rPr lang="en-US" b="1" dirty="0"/>
              <a:t>CHECK</a:t>
            </a:r>
            <a:r>
              <a:rPr lang="en-US" dirty="0"/>
              <a:t> </a:t>
            </a:r>
          </a:p>
          <a:p>
            <a:pPr algn="l">
              <a:buNone/>
            </a:pPr>
            <a:r>
              <a:rPr lang="en-US" dirty="0"/>
              <a:t>	(</a:t>
            </a:r>
            <a:r>
              <a:rPr lang="en-US" b="1" dirty="0"/>
              <a:t>NOT EXISTS</a:t>
            </a:r>
            <a:r>
              <a:rPr lang="en-US" dirty="0"/>
              <a:t> </a:t>
            </a:r>
          </a:p>
          <a:p>
            <a:pPr algn="l">
              <a:buNone/>
            </a:pPr>
            <a:r>
              <a:rPr lang="en-US" dirty="0"/>
              <a:t>		(</a:t>
            </a:r>
            <a:r>
              <a:rPr lang="en-US" b="1" dirty="0"/>
              <a:t>SELECT</a:t>
            </a:r>
            <a:r>
              <a:rPr lang="en-US" dirty="0"/>
              <a:t>  *</a:t>
            </a:r>
          </a:p>
          <a:p>
            <a:pPr algn="l"/>
            <a:r>
              <a:rPr lang="sl-SI" dirty="0"/>
              <a:t>	    </a:t>
            </a:r>
            <a:r>
              <a:rPr lang="en-US" dirty="0"/>
              <a:t>	 </a:t>
            </a:r>
            <a:r>
              <a:rPr lang="en-US" b="1" dirty="0"/>
              <a:t>FROM</a:t>
            </a:r>
            <a:r>
              <a:rPr lang="en-US" dirty="0"/>
              <a:t> </a:t>
            </a:r>
            <a:r>
              <a:rPr lang="en-US" dirty="0" err="1"/>
              <a:t>JadralecRezervacija</a:t>
            </a:r>
            <a:r>
              <a:rPr lang="en-US" dirty="0"/>
              <a:t> jr1, </a:t>
            </a:r>
            <a:r>
              <a:rPr lang="en-US" dirty="0" err="1"/>
              <a:t>JadralecRezervacija</a:t>
            </a:r>
            <a:r>
              <a:rPr lang="en-US" dirty="0"/>
              <a:t> jr2</a:t>
            </a:r>
          </a:p>
          <a:p>
            <a:pPr algn="l">
              <a:buNone/>
            </a:pPr>
            <a:r>
              <a:rPr lang="en-US" dirty="0"/>
              <a:t>		 </a:t>
            </a:r>
            <a:r>
              <a:rPr lang="en-US" b="1" dirty="0"/>
              <a:t>WHERE</a:t>
            </a:r>
            <a:r>
              <a:rPr lang="en-US" dirty="0"/>
              <a:t> jr1.jid = jr2.jid </a:t>
            </a:r>
            <a:r>
              <a:rPr lang="en-US" b="1" dirty="0"/>
              <a:t>AND</a:t>
            </a:r>
          </a:p>
          <a:p>
            <a:pPr marL="342900" indent="-342900" algn="l"/>
            <a:r>
              <a:rPr lang="en-US" dirty="0"/>
              <a:t>				(jr1.ime != jr2.ime </a:t>
            </a:r>
            <a:r>
              <a:rPr lang="en-US" b="1" dirty="0"/>
              <a:t>OR</a:t>
            </a:r>
            <a:r>
              <a:rPr lang="en-US" dirty="0"/>
              <a:t>  		-- </a:t>
            </a:r>
            <a:r>
              <a:rPr lang="en-US" dirty="0" err="1"/>
              <a:t>jid</a:t>
            </a:r>
            <a:r>
              <a:rPr lang="en-US" dirty="0"/>
              <a:t> </a:t>
            </a:r>
            <a:r>
              <a:rPr lang="sl-SI" dirty="0">
                <a:sym typeface="Symbol" pitchFamily="18" charset="2"/>
              </a:rPr>
              <a:t></a:t>
            </a:r>
            <a:r>
              <a:rPr lang="en-US" dirty="0">
                <a:sym typeface="Symbol" pitchFamily="18" charset="2"/>
              </a:rPr>
              <a:t> </a:t>
            </a:r>
            <a:r>
              <a:rPr lang="en-US" dirty="0" err="1">
                <a:sym typeface="Symbol" pitchFamily="18" charset="2"/>
              </a:rPr>
              <a:t>ime</a:t>
            </a:r>
            <a:r>
              <a:rPr lang="en-US" dirty="0">
                <a:sym typeface="Symbol" pitchFamily="18" charset="2"/>
              </a:rPr>
              <a:t>,</a:t>
            </a:r>
          </a:p>
          <a:p>
            <a:pPr marL="342900" indent="-342900" algn="l"/>
            <a:r>
              <a:rPr lang="en-US" dirty="0"/>
              <a:t>				 jr1.starost != jr2.starost </a:t>
            </a:r>
            <a:r>
              <a:rPr lang="en-US" b="1" dirty="0"/>
              <a:t>OR</a:t>
            </a:r>
            <a:r>
              <a:rPr lang="en-US" dirty="0"/>
              <a:t> 	-- </a:t>
            </a:r>
            <a:r>
              <a:rPr lang="en-US" dirty="0" err="1">
                <a:sym typeface="Symbol" pitchFamily="18" charset="2"/>
              </a:rPr>
              <a:t>jid</a:t>
            </a:r>
            <a:r>
              <a:rPr lang="en-US" dirty="0">
                <a:sym typeface="Symbol" pitchFamily="18" charset="2"/>
              </a:rPr>
              <a:t> </a:t>
            </a:r>
            <a:r>
              <a:rPr lang="sl-SI" dirty="0">
                <a:sym typeface="Symbol" pitchFamily="18" charset="2"/>
              </a:rPr>
              <a:t></a:t>
            </a:r>
            <a:r>
              <a:rPr lang="en-US" dirty="0">
                <a:sym typeface="Symbol" pitchFamily="18" charset="2"/>
              </a:rPr>
              <a:t> rating</a:t>
            </a:r>
          </a:p>
          <a:p>
            <a:pPr marL="342900" indent="-342900" algn="l"/>
            <a:r>
              <a:rPr lang="en-US" dirty="0"/>
              <a:t>				 jr1.rating != jr2.rating) 		-- </a:t>
            </a:r>
            <a:r>
              <a:rPr lang="en-US" dirty="0" err="1">
                <a:sym typeface="Symbol" pitchFamily="18" charset="2"/>
              </a:rPr>
              <a:t>jid</a:t>
            </a:r>
            <a:r>
              <a:rPr lang="en-US" dirty="0">
                <a:sym typeface="Symbol" pitchFamily="18" charset="2"/>
              </a:rPr>
              <a:t> </a:t>
            </a:r>
            <a:r>
              <a:rPr lang="sl-SI" dirty="0">
                <a:sym typeface="Symbol" pitchFamily="18" charset="2"/>
              </a:rPr>
              <a:t></a:t>
            </a:r>
            <a:r>
              <a:rPr lang="en-US" dirty="0">
                <a:sym typeface="Symbol" pitchFamily="18" charset="2"/>
              </a:rPr>
              <a:t> starost</a:t>
            </a:r>
          </a:p>
          <a:p>
            <a:pPr marL="342900" indent="-342900" algn="l"/>
            <a:r>
              <a:rPr lang="en-US" dirty="0">
                <a:sym typeface="Symbol" pitchFamily="18" charset="2"/>
              </a:rPr>
              <a:t>			)</a:t>
            </a:r>
          </a:p>
          <a:p>
            <a:pPr algn="l">
              <a:buNone/>
            </a:pPr>
            <a:r>
              <a:rPr lang="en-US" dirty="0"/>
              <a:t>                );</a:t>
            </a:r>
            <a:r>
              <a:rPr lang="en-US" dirty="0">
                <a:solidFill>
                  <a:schemeClr val="bg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910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910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39618" name="AutoShape 2"/>
          <p:cNvSpPr>
            <a:spLocks noGrp="1" noChangeArrowheads="1"/>
          </p:cNvSpPr>
          <p:nvPr>
            <p:ph type="title"/>
          </p:nvPr>
        </p:nvSpPr>
        <p:spPr/>
        <p:txBody>
          <a:bodyPr/>
          <a:lstStyle/>
          <a:p>
            <a:r>
              <a:rPr lang="sl-SI"/>
              <a:t>Nadzor nad sočasno uporabo</a:t>
            </a:r>
            <a:r>
              <a:rPr lang="en-US"/>
              <a:t> PB</a:t>
            </a:r>
          </a:p>
        </p:txBody>
      </p:sp>
      <p:sp>
        <p:nvSpPr>
          <p:cNvPr id="239619" name="Rectangle 3"/>
          <p:cNvSpPr>
            <a:spLocks noGrp="1" noChangeArrowheads="1"/>
          </p:cNvSpPr>
          <p:nvPr>
            <p:ph type="body" idx="1"/>
          </p:nvPr>
        </p:nvSpPr>
        <p:spPr/>
        <p:txBody>
          <a:bodyPr/>
          <a:lstStyle/>
          <a:p>
            <a:pPr>
              <a:lnSpc>
                <a:spcPct val="80000"/>
              </a:lnSpc>
            </a:pPr>
            <a:r>
              <a:rPr lang="sl-SI" sz="2400"/>
              <a:t>Literatura: Tomaž Mohorič, </a:t>
            </a:r>
            <a:r>
              <a:rPr lang="sl-SI" sz="2400" i="1"/>
              <a:t>Uvod v podatkovne baze</a:t>
            </a:r>
            <a:r>
              <a:rPr lang="sl-SI" sz="2400"/>
              <a:t>, 9. poglavje</a:t>
            </a:r>
          </a:p>
          <a:p>
            <a:pPr>
              <a:lnSpc>
                <a:spcPct val="80000"/>
              </a:lnSpc>
            </a:pPr>
            <a:r>
              <a:rPr lang="sl-SI" sz="2400"/>
              <a:t>Sočasnost uporabe PB s strani mnogo uporabnikov, ki lahko dostopajo do </a:t>
            </a:r>
            <a:r>
              <a:rPr lang="sl-SI" sz="2400">
                <a:solidFill>
                  <a:srgbClr val="FF0066"/>
                </a:solidFill>
              </a:rPr>
              <a:t>istih</a:t>
            </a:r>
            <a:r>
              <a:rPr lang="sl-SI" sz="2400"/>
              <a:t> podatkov (naslovov v bazi)</a:t>
            </a:r>
          </a:p>
          <a:p>
            <a:pPr>
              <a:lnSpc>
                <a:spcPct val="80000"/>
              </a:lnSpc>
            </a:pPr>
            <a:r>
              <a:rPr lang="sl-SI" sz="2400"/>
              <a:t>Zagotavljanje konsistentnosti podatkov s pomočjo </a:t>
            </a:r>
            <a:r>
              <a:rPr lang="sl-SI" sz="2400">
                <a:solidFill>
                  <a:srgbClr val="FF0066"/>
                </a:solidFill>
              </a:rPr>
              <a:t>transakcij</a:t>
            </a:r>
          </a:p>
          <a:p>
            <a:pPr>
              <a:lnSpc>
                <a:spcPct val="80000"/>
              </a:lnSpc>
            </a:pPr>
            <a:r>
              <a:rPr lang="sl-SI" sz="2400"/>
              <a:t>Transakcija je program (zaporedje običajnih programskih konstruktov in specializiranih </a:t>
            </a:r>
            <a:r>
              <a:rPr lang="sl-SI" sz="2400">
                <a:solidFill>
                  <a:srgbClr val="FF0066"/>
                </a:solidFill>
              </a:rPr>
              <a:t>transakcijskih ukazov</a:t>
            </a:r>
            <a:r>
              <a:rPr lang="en-US" sz="2400"/>
              <a:t>, ki skrbijo za dostop do baze</a:t>
            </a:r>
            <a:r>
              <a:rPr lang="sl-SI" sz="2400"/>
              <a:t>), ki se mora izvršiti </a:t>
            </a:r>
            <a:r>
              <a:rPr lang="sl-SI" sz="2400">
                <a:solidFill>
                  <a:srgbClr val="FF0066"/>
                </a:solidFill>
              </a:rPr>
              <a:t>v celoti</a:t>
            </a:r>
            <a:r>
              <a:rPr lang="sl-SI" sz="2400"/>
              <a:t>,</a:t>
            </a:r>
            <a:r>
              <a:rPr lang="en-US" sz="2400"/>
              <a:t> </a:t>
            </a:r>
            <a:r>
              <a:rPr lang="sl-SI" sz="2400"/>
              <a:t>da je konsistentnost PB zagotovljena</a:t>
            </a:r>
            <a:endParaRPr lang="en-US" sz="2400"/>
          </a:p>
        </p:txBody>
      </p:sp>
    </p:spTree>
  </p:cSld>
  <p:clrMapOvr>
    <a:masterClrMapping/>
  </p:clrMapOvr>
  <p:transition/>
</p:sld>
</file>

<file path=ppt/slides/slide3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40642" name="AutoShape 2"/>
          <p:cNvSpPr>
            <a:spLocks noGrp="1" noChangeArrowheads="1"/>
          </p:cNvSpPr>
          <p:nvPr>
            <p:ph type="title"/>
          </p:nvPr>
        </p:nvSpPr>
        <p:spPr/>
        <p:txBody>
          <a:bodyPr/>
          <a:lstStyle/>
          <a:p>
            <a:r>
              <a:rPr lang="sl-SI"/>
              <a:t>Transakcijski ukazi</a:t>
            </a:r>
            <a:endParaRPr lang="en-US"/>
          </a:p>
        </p:txBody>
      </p:sp>
      <p:sp>
        <p:nvSpPr>
          <p:cNvPr id="240643" name="Rectangle 3"/>
          <p:cNvSpPr>
            <a:spLocks noGrp="1" noChangeArrowheads="1"/>
          </p:cNvSpPr>
          <p:nvPr>
            <p:ph type="body" idx="1"/>
          </p:nvPr>
        </p:nvSpPr>
        <p:spPr/>
        <p:txBody>
          <a:bodyPr/>
          <a:lstStyle/>
          <a:p>
            <a:pPr>
              <a:lnSpc>
                <a:spcPct val="90000"/>
              </a:lnSpc>
            </a:pPr>
            <a:r>
              <a:rPr lang="sl-SI" sz="2000"/>
              <a:t>Dogovor: </a:t>
            </a:r>
          </a:p>
          <a:p>
            <a:pPr lvl="1">
              <a:lnSpc>
                <a:spcPct val="90000"/>
              </a:lnSpc>
            </a:pPr>
            <a:r>
              <a:rPr lang="sl-SI" sz="1800"/>
              <a:t>X (poljubna velika črka) je naslov v PB</a:t>
            </a:r>
          </a:p>
          <a:p>
            <a:pPr lvl="1">
              <a:lnSpc>
                <a:spcPct val="90000"/>
              </a:lnSpc>
            </a:pPr>
            <a:r>
              <a:rPr lang="sl-SI" sz="1800"/>
              <a:t>x (poljubna mala črka) je lokalna spremenljivka transakcijskega programa</a:t>
            </a:r>
          </a:p>
          <a:p>
            <a:pPr>
              <a:lnSpc>
                <a:spcPct val="90000"/>
              </a:lnSpc>
            </a:pPr>
            <a:r>
              <a:rPr lang="sl-SI" sz="2000"/>
              <a:t>Transakcijski ukazi:</a:t>
            </a:r>
          </a:p>
          <a:p>
            <a:pPr lvl="1">
              <a:lnSpc>
                <a:spcPct val="90000"/>
              </a:lnSpc>
            </a:pPr>
            <a:r>
              <a:rPr lang="sl-SI" sz="1800"/>
              <a:t>Začetek: začetek transakcije</a:t>
            </a:r>
            <a:r>
              <a:rPr lang="en-US" sz="1800"/>
              <a:t>; pogosto ga tudi izpustimo</a:t>
            </a:r>
            <a:r>
              <a:rPr lang="sl-SI" sz="1800"/>
              <a:t> </a:t>
            </a:r>
          </a:p>
          <a:p>
            <a:pPr lvl="1">
              <a:lnSpc>
                <a:spcPct val="90000"/>
              </a:lnSpc>
            </a:pPr>
            <a:r>
              <a:rPr lang="sl-SI" sz="1800"/>
              <a:t>Pomni: uspešen zaključek transakcije</a:t>
            </a:r>
          </a:p>
          <a:p>
            <a:pPr lvl="1">
              <a:lnSpc>
                <a:spcPct val="90000"/>
              </a:lnSpc>
            </a:pPr>
            <a:r>
              <a:rPr lang="sl-SI" sz="1800"/>
              <a:t>Pozabi: neuspešen zaključek transakcije</a:t>
            </a:r>
          </a:p>
          <a:p>
            <a:pPr lvl="1">
              <a:lnSpc>
                <a:spcPct val="90000"/>
              </a:lnSpc>
            </a:pPr>
            <a:r>
              <a:rPr lang="sl-SI" sz="1800"/>
              <a:t>PoiščiPreberi(X,x) ali krajše PP(X,x). Pomen: x </a:t>
            </a:r>
            <a:r>
              <a:rPr lang="en-US" sz="1800"/>
              <a:t>= X</a:t>
            </a:r>
            <a:endParaRPr lang="sl-SI" sz="1800"/>
          </a:p>
          <a:p>
            <a:pPr lvl="1">
              <a:lnSpc>
                <a:spcPct val="90000"/>
              </a:lnSpc>
            </a:pPr>
            <a:r>
              <a:rPr lang="sl-SI" sz="1800"/>
              <a:t>Dodaj(X,x)</a:t>
            </a:r>
          </a:p>
          <a:p>
            <a:pPr lvl="1">
              <a:lnSpc>
                <a:spcPct val="90000"/>
              </a:lnSpc>
            </a:pPr>
            <a:r>
              <a:rPr lang="sl-SI" sz="1800"/>
              <a:t>Briši(X)</a:t>
            </a:r>
          </a:p>
          <a:p>
            <a:pPr lvl="1">
              <a:lnSpc>
                <a:spcPct val="90000"/>
              </a:lnSpc>
            </a:pPr>
            <a:r>
              <a:rPr lang="sl-SI" sz="1800"/>
              <a:t>Spremeni(X,x)</a:t>
            </a:r>
            <a:endParaRPr lang="en-US" sz="1800"/>
          </a:p>
        </p:txBody>
      </p:sp>
      <p:grpSp>
        <p:nvGrpSpPr>
          <p:cNvPr id="240646" name="Group 6"/>
          <p:cNvGrpSpPr>
            <a:grpSpLocks/>
          </p:cNvGrpSpPr>
          <p:nvPr/>
        </p:nvGrpSpPr>
        <p:grpSpPr bwMode="auto">
          <a:xfrm>
            <a:off x="3276600" y="4876800"/>
            <a:ext cx="4183063" cy="1189038"/>
            <a:chOff x="2064" y="2928"/>
            <a:chExt cx="2635" cy="749"/>
          </a:xfrm>
        </p:grpSpPr>
        <p:sp>
          <p:nvSpPr>
            <p:cNvPr id="240644" name="Text Box 4"/>
            <p:cNvSpPr txBox="1">
              <a:spLocks noChangeArrowheads="1"/>
            </p:cNvSpPr>
            <p:nvPr/>
          </p:nvSpPr>
          <p:spPr bwMode="auto">
            <a:xfrm>
              <a:off x="2064" y="2928"/>
              <a:ext cx="240" cy="749"/>
            </a:xfrm>
            <a:prstGeom prst="rect">
              <a:avLst/>
            </a:prstGeom>
            <a:noFill/>
            <a:ln w="9525">
              <a:noFill/>
              <a:miter lim="800000"/>
              <a:headEnd/>
              <a:tailEnd/>
            </a:ln>
            <a:effectLst/>
          </p:spPr>
          <p:txBody>
            <a:bodyPr>
              <a:spAutoFit/>
            </a:bodyPr>
            <a:lstStyle/>
            <a:p>
              <a:pPr algn="l"/>
              <a:r>
                <a:rPr lang="en-US" sz="7200"/>
                <a:t>}</a:t>
              </a:r>
            </a:p>
          </p:txBody>
        </p:sp>
        <p:sp>
          <p:nvSpPr>
            <p:cNvPr id="240645" name="Text Box 5"/>
            <p:cNvSpPr txBox="1">
              <a:spLocks noChangeArrowheads="1"/>
            </p:cNvSpPr>
            <p:nvPr/>
          </p:nvSpPr>
          <p:spPr bwMode="auto">
            <a:xfrm>
              <a:off x="2448" y="3152"/>
              <a:ext cx="2251" cy="442"/>
            </a:xfrm>
            <a:prstGeom prst="rect">
              <a:avLst/>
            </a:prstGeom>
            <a:noFill/>
            <a:ln w="9525">
              <a:noFill/>
              <a:miter lim="800000"/>
              <a:headEnd/>
              <a:tailEnd/>
            </a:ln>
            <a:effectLst/>
          </p:spPr>
          <p:txBody>
            <a:bodyPr wrap="none">
              <a:spAutoFit/>
            </a:bodyPr>
            <a:lstStyle/>
            <a:p>
              <a:pPr algn="l"/>
              <a:r>
                <a:rPr lang="sl-SI" sz="2000"/>
                <a:t>Nadomestimo z Ažuriraj(X,x)</a:t>
              </a:r>
            </a:p>
            <a:p>
              <a:pPr algn="l"/>
              <a:r>
                <a:rPr lang="sl-SI" sz="2000"/>
                <a:t>ali krajše A(X,x)</a:t>
              </a:r>
              <a:r>
                <a:rPr lang="en-US" sz="2000"/>
                <a:t>. Pomen: </a:t>
              </a:r>
              <a:r>
                <a:rPr lang="en-US"/>
                <a:t>X</a:t>
              </a:r>
              <a:r>
                <a:rPr lang="sl-SI"/>
                <a:t> </a:t>
              </a:r>
              <a:r>
                <a:rPr lang="en-US"/>
                <a:t>= x</a:t>
              </a:r>
            </a:p>
          </p:txBody>
        </p:sp>
      </p:grpSp>
    </p:spTree>
  </p:cSld>
  <p:clrMapOvr>
    <a:masterClrMapping/>
  </p:clrMapOvr>
  <p:transition/>
</p:sld>
</file>

<file path=ppt/slides/slide3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41666" name="AutoShape 2"/>
          <p:cNvSpPr>
            <a:spLocks noGrp="1" noChangeArrowheads="1"/>
          </p:cNvSpPr>
          <p:nvPr>
            <p:ph type="title"/>
          </p:nvPr>
        </p:nvSpPr>
        <p:spPr/>
        <p:txBody>
          <a:bodyPr/>
          <a:lstStyle/>
          <a:p>
            <a:r>
              <a:rPr lang="sl-SI"/>
              <a:t>Ažuriranje podatkovne baze</a:t>
            </a:r>
            <a:endParaRPr lang="en-US"/>
          </a:p>
        </p:txBody>
      </p:sp>
      <p:sp>
        <p:nvSpPr>
          <p:cNvPr id="241667" name="Rectangle 3"/>
          <p:cNvSpPr>
            <a:spLocks noGrp="1" noChangeArrowheads="1"/>
          </p:cNvSpPr>
          <p:nvPr>
            <p:ph type="body" idx="1"/>
          </p:nvPr>
        </p:nvSpPr>
        <p:spPr/>
        <p:txBody>
          <a:bodyPr/>
          <a:lstStyle/>
          <a:p>
            <a:pPr>
              <a:lnSpc>
                <a:spcPct val="80000"/>
              </a:lnSpc>
            </a:pPr>
            <a:r>
              <a:rPr lang="en-US" sz="2000"/>
              <a:t>Neposredno a</a:t>
            </a:r>
            <a:r>
              <a:rPr lang="sl-SI" sz="2000"/>
              <a:t>žuriranje</a:t>
            </a:r>
          </a:p>
          <a:p>
            <a:pPr lvl="1">
              <a:lnSpc>
                <a:spcPct val="80000"/>
              </a:lnSpc>
            </a:pPr>
            <a:r>
              <a:rPr lang="sl-SI" sz="1800"/>
              <a:t>Ažuriranja se vršijo neposredno v bazo</a:t>
            </a:r>
          </a:p>
          <a:p>
            <a:pPr lvl="1">
              <a:lnSpc>
                <a:spcPct val="80000"/>
              </a:lnSpc>
            </a:pPr>
            <a:r>
              <a:rPr lang="sl-SI" sz="1800"/>
              <a:t>Ob uspešnem zaključku transakcije ni potrebno narediti ničesar</a:t>
            </a:r>
          </a:p>
          <a:p>
            <a:pPr lvl="1">
              <a:lnSpc>
                <a:spcPct val="80000"/>
              </a:lnSpc>
            </a:pPr>
            <a:r>
              <a:rPr lang="sl-SI" sz="1800"/>
              <a:t>Ob neuspešnem zaključku transakcije se spremembe razveljavijo in povrnejo v stanje pred začetkom izvajanja neuspešne</a:t>
            </a:r>
            <a:r>
              <a:rPr lang="en-US" sz="1800"/>
              <a:t>ga a</a:t>
            </a:r>
            <a:r>
              <a:rPr lang="sl-SI" sz="1800"/>
              <a:t>žuriranja</a:t>
            </a:r>
          </a:p>
          <a:p>
            <a:pPr>
              <a:lnSpc>
                <a:spcPct val="80000"/>
              </a:lnSpc>
            </a:pPr>
            <a:r>
              <a:rPr lang="sl-SI" sz="2000"/>
              <a:t>Odloženo ažuriranje</a:t>
            </a:r>
          </a:p>
          <a:p>
            <a:pPr lvl="1">
              <a:lnSpc>
                <a:spcPct val="80000"/>
              </a:lnSpc>
            </a:pPr>
            <a:r>
              <a:rPr lang="sl-SI" sz="1800"/>
              <a:t>Ažuriranja se vršijo v pomožni strukturi (npr. dnevniku)</a:t>
            </a:r>
          </a:p>
          <a:p>
            <a:pPr lvl="1">
              <a:lnSpc>
                <a:spcPct val="80000"/>
              </a:lnSpc>
            </a:pPr>
            <a:r>
              <a:rPr lang="sl-SI" sz="1800"/>
              <a:t>Ob uspešnem zaključku transakcije je potrebno spremembe uveljaviti (prepisati iz pomožne strukture v bazo)</a:t>
            </a:r>
          </a:p>
          <a:p>
            <a:pPr lvl="1">
              <a:lnSpc>
                <a:spcPct val="80000"/>
              </a:lnSpc>
            </a:pPr>
            <a:r>
              <a:rPr lang="sl-SI" sz="1800"/>
              <a:t>Ob neuspešnem zaključku transakcije ni potrebno narediti ničesar, saj v bazi ni sprememb</a:t>
            </a:r>
          </a:p>
          <a:p>
            <a:pPr>
              <a:lnSpc>
                <a:spcPct val="80000"/>
              </a:lnSpc>
            </a:pPr>
            <a:r>
              <a:rPr lang="sl-SI" sz="2000"/>
              <a:t>Če ne bo drugače zapisano, v nadaljevanju uporabljamo izključno neposredno ažuriranje</a:t>
            </a:r>
          </a:p>
          <a:p>
            <a:pPr>
              <a:lnSpc>
                <a:spcPct val="80000"/>
              </a:lnSpc>
            </a:pPr>
            <a:endParaRPr lang="en-US" sz="2000"/>
          </a:p>
        </p:txBody>
      </p:sp>
    </p:spTree>
  </p:cSld>
  <p:clrMapOvr>
    <a:masterClrMapping/>
  </p:clrMapOvr>
  <p:transition/>
</p:sld>
</file>

<file path=ppt/slides/slide3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42690" name="AutoShape 2"/>
          <p:cNvSpPr>
            <a:spLocks noGrp="1" noChangeArrowheads="1"/>
          </p:cNvSpPr>
          <p:nvPr>
            <p:ph type="title"/>
          </p:nvPr>
        </p:nvSpPr>
        <p:spPr/>
        <p:txBody>
          <a:bodyPr/>
          <a:lstStyle/>
          <a:p>
            <a:r>
              <a:rPr lang="sl-SI"/>
              <a:t>Primer transakcijskega programa</a:t>
            </a:r>
            <a:endParaRPr lang="en-US"/>
          </a:p>
        </p:txBody>
      </p:sp>
      <p:sp>
        <p:nvSpPr>
          <p:cNvPr id="242691" name="Rectangle 3"/>
          <p:cNvSpPr>
            <a:spLocks noGrp="1" noChangeArrowheads="1"/>
          </p:cNvSpPr>
          <p:nvPr>
            <p:ph type="body" sz="half" idx="3"/>
          </p:nvPr>
        </p:nvSpPr>
        <p:spPr>
          <a:xfrm>
            <a:off x="990600" y="2286000"/>
            <a:ext cx="7848600" cy="1371600"/>
          </a:xfrm>
        </p:spPr>
        <p:txBody>
          <a:bodyPr/>
          <a:lstStyle/>
          <a:p>
            <a:pPr>
              <a:lnSpc>
                <a:spcPct val="80000"/>
              </a:lnSpc>
              <a:buFont typeface="Wingdings" pitchFamily="2" charset="2"/>
              <a:buNone/>
            </a:pPr>
            <a:r>
              <a:rPr lang="sl-SI" sz="1800" dirty="0"/>
              <a:t>Transakcijski program v banki, ki tolarje preračuna v evre. Banka si za </a:t>
            </a:r>
          </a:p>
          <a:p>
            <a:pPr>
              <a:lnSpc>
                <a:spcPct val="80000"/>
              </a:lnSpc>
              <a:buFont typeface="Wingdings" pitchFamily="2" charset="2"/>
              <a:buNone/>
            </a:pPr>
            <a:r>
              <a:rPr lang="sl-SI" sz="1800" dirty="0"/>
              <a:t>svoj trud vzame 1% zneska. Levo originalni, desno krajši zapis ukazov.</a:t>
            </a:r>
          </a:p>
          <a:p>
            <a:pPr>
              <a:lnSpc>
                <a:spcPct val="80000"/>
              </a:lnSpc>
            </a:pPr>
            <a:r>
              <a:rPr lang="sl-SI" sz="1600" dirty="0"/>
              <a:t>R: račun stranke (parameter programa)</a:t>
            </a:r>
          </a:p>
          <a:p>
            <a:pPr>
              <a:lnSpc>
                <a:spcPct val="80000"/>
              </a:lnSpc>
            </a:pPr>
            <a:r>
              <a:rPr lang="sl-SI" sz="1600" dirty="0"/>
              <a:t>B: račun banke (konstanta)</a:t>
            </a:r>
          </a:p>
          <a:p>
            <a:pPr>
              <a:lnSpc>
                <a:spcPct val="80000"/>
              </a:lnSpc>
            </a:pPr>
            <a:r>
              <a:rPr lang="sl-SI" sz="1600" dirty="0"/>
              <a:t>t, p, e: lokalne spremenljivka</a:t>
            </a:r>
            <a:endParaRPr lang="en-US" sz="1600" dirty="0">
              <a:latin typeface="Courier New" pitchFamily="49" charset="0"/>
            </a:endParaRPr>
          </a:p>
        </p:txBody>
      </p:sp>
      <p:sp>
        <p:nvSpPr>
          <p:cNvPr id="242695" name="Text Box 7"/>
          <p:cNvSpPr txBox="1">
            <a:spLocks noChangeArrowheads="1"/>
          </p:cNvSpPr>
          <p:nvPr/>
        </p:nvSpPr>
        <p:spPr bwMode="auto">
          <a:xfrm>
            <a:off x="1295400" y="3581400"/>
            <a:ext cx="3692525" cy="3113088"/>
          </a:xfrm>
          <a:prstGeom prst="rect">
            <a:avLst/>
          </a:prstGeom>
          <a:noFill/>
          <a:ln w="9525">
            <a:noFill/>
            <a:miter lim="800000"/>
            <a:headEnd/>
            <a:tailEnd/>
          </a:ln>
          <a:effectLst/>
        </p:spPr>
        <p:txBody>
          <a:bodyPr wrap="none">
            <a:spAutoFit/>
          </a:bodyPr>
          <a:lstStyle/>
          <a:p>
            <a:pPr algn="l"/>
            <a:r>
              <a:rPr lang="sl-SI">
                <a:latin typeface="Courier New" pitchFamily="49" charset="0"/>
              </a:rPr>
              <a:t>Program Evro(R): </a:t>
            </a:r>
          </a:p>
          <a:p>
            <a:pPr algn="l"/>
            <a:r>
              <a:rPr lang="sl-SI">
                <a:latin typeface="Courier New" pitchFamily="49" charset="0"/>
              </a:rPr>
              <a:t>	Za</a:t>
            </a:r>
            <a:r>
              <a:rPr lang="en-US">
                <a:latin typeface="Courier New" pitchFamily="49" charset="0"/>
                <a:cs typeface="Courier New" pitchFamily="49" charset="0"/>
              </a:rPr>
              <a:t>č</a:t>
            </a:r>
            <a:r>
              <a:rPr lang="sl-SI">
                <a:latin typeface="Courier New" pitchFamily="49" charset="0"/>
                <a:cs typeface="Courier New" pitchFamily="49" charset="0"/>
              </a:rPr>
              <a:t>etek</a:t>
            </a:r>
            <a:endParaRPr lang="en-US">
              <a:latin typeface="Courier New" pitchFamily="49" charset="0"/>
              <a:cs typeface="Courier New" pitchFamily="49" charset="0"/>
            </a:endParaRPr>
          </a:p>
          <a:p>
            <a:pPr algn="l"/>
            <a:r>
              <a:rPr lang="sl-SI">
                <a:latin typeface="Courier New" pitchFamily="49" charset="0"/>
              </a:rPr>
              <a:t>	Poiš</a:t>
            </a:r>
            <a:r>
              <a:rPr lang="en-US">
                <a:latin typeface="Courier New" pitchFamily="49" charset="0"/>
                <a:cs typeface="Courier New" pitchFamily="49" charset="0"/>
              </a:rPr>
              <a:t>č</a:t>
            </a:r>
            <a:r>
              <a:rPr lang="sl-SI">
                <a:latin typeface="Courier New" pitchFamily="49" charset="0"/>
              </a:rPr>
              <a:t>iPreberi(R,t) </a:t>
            </a:r>
          </a:p>
          <a:p>
            <a:pPr algn="l"/>
            <a:r>
              <a:rPr lang="sl-SI">
                <a:latin typeface="Courier New" pitchFamily="49" charset="0"/>
              </a:rPr>
              <a:t>	p = t*0.01</a:t>
            </a:r>
          </a:p>
          <a:p>
            <a:pPr algn="l"/>
            <a:r>
              <a:rPr lang="sl-SI">
                <a:latin typeface="Courier New" pitchFamily="49" charset="0"/>
              </a:rPr>
              <a:t>	e = (t-p)/239.64</a:t>
            </a:r>
          </a:p>
          <a:p>
            <a:pPr algn="l"/>
            <a:r>
              <a:rPr lang="sl-SI">
                <a:latin typeface="Courier New" pitchFamily="49" charset="0"/>
              </a:rPr>
              <a:t>	A</a:t>
            </a:r>
            <a:r>
              <a:rPr lang="en-US">
                <a:latin typeface="Courier New" pitchFamily="49" charset="0"/>
                <a:cs typeface="Courier New" pitchFamily="49" charset="0"/>
              </a:rPr>
              <a:t>ž</a:t>
            </a:r>
            <a:r>
              <a:rPr lang="sl-SI">
                <a:latin typeface="Courier New" pitchFamily="49" charset="0"/>
              </a:rPr>
              <a:t>uriraj(R,e)</a:t>
            </a:r>
          </a:p>
          <a:p>
            <a:pPr algn="l"/>
            <a:r>
              <a:rPr lang="sl-SI">
                <a:latin typeface="Courier New" pitchFamily="49" charset="0"/>
              </a:rPr>
              <a:t>	Poiš</a:t>
            </a:r>
            <a:r>
              <a:rPr lang="en-US">
                <a:latin typeface="Courier New" pitchFamily="49" charset="0"/>
                <a:cs typeface="Courier New" pitchFamily="49" charset="0"/>
              </a:rPr>
              <a:t>č</a:t>
            </a:r>
            <a:r>
              <a:rPr lang="sl-SI">
                <a:latin typeface="Courier New" pitchFamily="49" charset="0"/>
              </a:rPr>
              <a:t>iPreberi(B,b)</a:t>
            </a:r>
          </a:p>
          <a:p>
            <a:pPr algn="l"/>
            <a:r>
              <a:rPr lang="sl-SI">
                <a:latin typeface="Courier New" pitchFamily="49" charset="0"/>
              </a:rPr>
              <a:t>	b = b + p</a:t>
            </a:r>
          </a:p>
          <a:p>
            <a:pPr algn="l"/>
            <a:r>
              <a:rPr lang="sl-SI">
                <a:latin typeface="Courier New" pitchFamily="49" charset="0"/>
              </a:rPr>
              <a:t>	A</a:t>
            </a:r>
            <a:r>
              <a:rPr lang="en-US">
                <a:latin typeface="Courier New" pitchFamily="49" charset="0"/>
                <a:cs typeface="Courier New" pitchFamily="49" charset="0"/>
              </a:rPr>
              <a:t>ž</a:t>
            </a:r>
            <a:r>
              <a:rPr lang="sl-SI">
                <a:latin typeface="Courier New" pitchFamily="49" charset="0"/>
              </a:rPr>
              <a:t>uriraj(B,b)</a:t>
            </a:r>
          </a:p>
          <a:p>
            <a:pPr algn="l"/>
            <a:r>
              <a:rPr lang="sl-SI">
                <a:latin typeface="Courier New" pitchFamily="49" charset="0"/>
              </a:rPr>
              <a:t>	Pomni</a:t>
            </a:r>
          </a:p>
          <a:p>
            <a:pPr algn="l"/>
            <a:endParaRPr lang="en-US">
              <a:latin typeface="Courier New" pitchFamily="49" charset="0"/>
            </a:endParaRPr>
          </a:p>
        </p:txBody>
      </p:sp>
      <p:sp>
        <p:nvSpPr>
          <p:cNvPr id="242696" name="Text Box 8"/>
          <p:cNvSpPr txBox="1">
            <a:spLocks noChangeArrowheads="1"/>
          </p:cNvSpPr>
          <p:nvPr/>
        </p:nvSpPr>
        <p:spPr bwMode="auto">
          <a:xfrm>
            <a:off x="5334000" y="3581400"/>
            <a:ext cx="3282950" cy="3113088"/>
          </a:xfrm>
          <a:prstGeom prst="rect">
            <a:avLst/>
          </a:prstGeom>
          <a:noFill/>
          <a:ln w="9525">
            <a:noFill/>
            <a:miter lim="800000"/>
            <a:headEnd/>
            <a:tailEnd/>
          </a:ln>
          <a:effectLst/>
        </p:spPr>
        <p:txBody>
          <a:bodyPr wrap="none">
            <a:spAutoFit/>
          </a:bodyPr>
          <a:lstStyle/>
          <a:p>
            <a:pPr algn="l"/>
            <a:r>
              <a:rPr lang="sl-SI">
                <a:latin typeface="Courier New" pitchFamily="49" charset="0"/>
              </a:rPr>
              <a:t>Program Evro(R): </a:t>
            </a:r>
          </a:p>
          <a:p>
            <a:pPr algn="l"/>
            <a:r>
              <a:rPr lang="sl-SI">
                <a:latin typeface="Courier New" pitchFamily="49" charset="0"/>
              </a:rPr>
              <a:t>	Za</a:t>
            </a:r>
            <a:r>
              <a:rPr lang="en-US">
                <a:latin typeface="Courier New" pitchFamily="49" charset="0"/>
                <a:cs typeface="Courier New" pitchFamily="49" charset="0"/>
              </a:rPr>
              <a:t>č</a:t>
            </a:r>
            <a:r>
              <a:rPr lang="sl-SI">
                <a:latin typeface="Courier New" pitchFamily="49" charset="0"/>
                <a:cs typeface="Courier New" pitchFamily="49" charset="0"/>
              </a:rPr>
              <a:t>etek</a:t>
            </a:r>
            <a:endParaRPr lang="en-US">
              <a:latin typeface="Courier New" pitchFamily="49" charset="0"/>
              <a:cs typeface="Courier New" pitchFamily="49" charset="0"/>
            </a:endParaRPr>
          </a:p>
          <a:p>
            <a:pPr algn="l"/>
            <a:r>
              <a:rPr lang="sl-SI">
                <a:latin typeface="Courier New" pitchFamily="49" charset="0"/>
              </a:rPr>
              <a:t>	PP(R,t) </a:t>
            </a:r>
          </a:p>
          <a:p>
            <a:pPr algn="l"/>
            <a:r>
              <a:rPr lang="sl-SI">
                <a:latin typeface="Courier New" pitchFamily="49" charset="0"/>
              </a:rPr>
              <a:t>	p = t*0.01</a:t>
            </a:r>
          </a:p>
          <a:p>
            <a:pPr algn="l"/>
            <a:r>
              <a:rPr lang="sl-SI">
                <a:latin typeface="Courier New" pitchFamily="49" charset="0"/>
              </a:rPr>
              <a:t>	e = (t-p)/239.64</a:t>
            </a:r>
          </a:p>
          <a:p>
            <a:pPr algn="l"/>
            <a:r>
              <a:rPr lang="sl-SI">
                <a:latin typeface="Courier New" pitchFamily="49" charset="0"/>
              </a:rPr>
              <a:t>	A(R,e)</a:t>
            </a:r>
          </a:p>
          <a:p>
            <a:pPr algn="l"/>
            <a:r>
              <a:rPr lang="sl-SI">
                <a:latin typeface="Courier New" pitchFamily="49" charset="0"/>
              </a:rPr>
              <a:t>	PP(B,b)</a:t>
            </a:r>
          </a:p>
          <a:p>
            <a:pPr algn="l"/>
            <a:r>
              <a:rPr lang="sl-SI">
                <a:latin typeface="Courier New" pitchFamily="49" charset="0"/>
              </a:rPr>
              <a:t>	b = b + p</a:t>
            </a:r>
          </a:p>
          <a:p>
            <a:pPr algn="l"/>
            <a:r>
              <a:rPr lang="sl-SI">
                <a:latin typeface="Courier New" pitchFamily="49" charset="0"/>
              </a:rPr>
              <a:t>	A(B,b)</a:t>
            </a:r>
          </a:p>
          <a:p>
            <a:pPr algn="l"/>
            <a:r>
              <a:rPr lang="sl-SI">
                <a:latin typeface="Courier New" pitchFamily="49" charset="0"/>
              </a:rPr>
              <a:t>	Pomni</a:t>
            </a:r>
          </a:p>
          <a:p>
            <a:pPr algn="l"/>
            <a:endParaRPr lang="en-US">
              <a:latin typeface="Courier New" pitchFamily="49" charset="0"/>
            </a:endParaRPr>
          </a:p>
        </p:txBody>
      </p:sp>
    </p:spTree>
  </p:cSld>
  <p:clrMapOvr>
    <a:masterClrMapping/>
  </p:clrMapOvr>
  <p:transition/>
</p:sld>
</file>

<file path=ppt/slides/slide3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6"/>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45762" name="AutoShape 2"/>
          <p:cNvSpPr>
            <a:spLocks noGrp="1" noChangeArrowheads="1"/>
          </p:cNvSpPr>
          <p:nvPr>
            <p:ph type="title"/>
          </p:nvPr>
        </p:nvSpPr>
        <p:spPr/>
        <p:txBody>
          <a:bodyPr/>
          <a:lstStyle/>
          <a:p>
            <a:r>
              <a:rPr lang="sl-SI"/>
              <a:t>Primer transakcijskega programa</a:t>
            </a:r>
            <a:endParaRPr lang="en-US"/>
          </a:p>
        </p:txBody>
      </p:sp>
      <p:sp>
        <p:nvSpPr>
          <p:cNvPr id="245763" name="Rectangle 3"/>
          <p:cNvSpPr>
            <a:spLocks noGrp="1" noChangeArrowheads="1"/>
          </p:cNvSpPr>
          <p:nvPr>
            <p:ph type="body" sz="half" idx="3"/>
          </p:nvPr>
        </p:nvSpPr>
        <p:spPr>
          <a:xfrm>
            <a:off x="990600" y="2286000"/>
            <a:ext cx="7848600" cy="4114800"/>
          </a:xfrm>
        </p:spPr>
        <p:txBody>
          <a:bodyPr/>
          <a:lstStyle/>
          <a:p>
            <a:r>
              <a:rPr lang="en-US" sz="2400"/>
              <a:t>V SUPB lahko</a:t>
            </a:r>
            <a:r>
              <a:rPr lang="sl-SI" sz="2400"/>
              <a:t> istočasno teče več transakcijskih programov</a:t>
            </a:r>
            <a:endParaRPr lang="en-US" sz="2400"/>
          </a:p>
          <a:p>
            <a:r>
              <a:rPr lang="sl-SI" sz="2400"/>
              <a:t>Transakcijski program</a:t>
            </a:r>
            <a:r>
              <a:rPr lang="en-US" sz="2400"/>
              <a:t>i se lahko izvajajo </a:t>
            </a:r>
            <a:r>
              <a:rPr lang="en-US" sz="2400">
                <a:solidFill>
                  <a:srgbClr val="FF0066"/>
                </a:solidFill>
              </a:rPr>
              <a:t>zaporedno</a:t>
            </a:r>
            <a:r>
              <a:rPr lang="en-US" sz="2400"/>
              <a:t> ali </a:t>
            </a:r>
            <a:r>
              <a:rPr lang="en-US" sz="2400">
                <a:solidFill>
                  <a:srgbClr val="FF0066"/>
                </a:solidFill>
              </a:rPr>
              <a:t>izmeni</a:t>
            </a:r>
            <a:r>
              <a:rPr lang="sl-SI" sz="2400">
                <a:solidFill>
                  <a:srgbClr val="FF0066"/>
                </a:solidFill>
              </a:rPr>
              <a:t>čno</a:t>
            </a:r>
            <a:r>
              <a:rPr lang="sl-SI" sz="2400"/>
              <a:t>.</a:t>
            </a:r>
          </a:p>
          <a:p>
            <a:r>
              <a:rPr lang="sl-SI" sz="2400"/>
              <a:t>Zaporedno: najprek se do konca izvrši en transakcijski program, nato drugi</a:t>
            </a:r>
          </a:p>
          <a:p>
            <a:r>
              <a:rPr lang="sl-SI" sz="2400"/>
              <a:t>Izmenično: ukazi transakcijskih programov se prepletajo</a:t>
            </a:r>
          </a:p>
          <a:p>
            <a:pPr>
              <a:buFont typeface="Wingdings" pitchFamily="2" charset="2"/>
              <a:buNone/>
            </a:pPr>
            <a:br>
              <a:rPr lang="sl-SI" sz="2400"/>
            </a:br>
            <a:endParaRPr lang="en-US" sz="2000">
              <a:latin typeface="Courier New" pitchFamily="49" charset="0"/>
            </a:endParaRPr>
          </a:p>
        </p:txBody>
      </p:sp>
    </p:spTree>
  </p:cSld>
  <p:clrMapOvr>
    <a:masterClrMapping/>
  </p:clrMapOvr>
  <p:transition/>
</p:sld>
</file>

<file path=ppt/slides/slide3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44800" name="AutoShape 64"/>
          <p:cNvSpPr>
            <a:spLocks noGrp="1" noChangeArrowheads="1"/>
          </p:cNvSpPr>
          <p:nvPr>
            <p:ph type="title"/>
          </p:nvPr>
        </p:nvSpPr>
        <p:spPr/>
        <p:txBody>
          <a:bodyPr/>
          <a:lstStyle/>
          <a:p>
            <a:r>
              <a:rPr lang="sl-SI"/>
              <a:t>Zaporedno izvajanje transakcij (1)</a:t>
            </a:r>
            <a:endParaRPr lang="en-US"/>
          </a:p>
        </p:txBody>
      </p:sp>
      <p:graphicFrame>
        <p:nvGraphicFramePr>
          <p:cNvPr id="247879" name="Group 1095"/>
          <p:cNvGraphicFramePr>
            <a:graphicFrameLocks noGrp="1"/>
          </p:cNvGraphicFramePr>
          <p:nvPr>
            <p:ph sz="half" idx="1"/>
          </p:nvPr>
        </p:nvGraphicFramePr>
        <p:xfrm>
          <a:off x="838200" y="2362200"/>
          <a:ext cx="3770313" cy="3291840"/>
        </p:xfrm>
        <a:graphic>
          <a:graphicData uri="http://schemas.openxmlformats.org/drawingml/2006/table">
            <a:tbl>
              <a:tblPr/>
              <a:tblGrid>
                <a:gridCol w="1885950">
                  <a:extLst>
                    <a:ext uri="{9D8B030D-6E8A-4147-A177-3AD203B41FA5}">
                      <a16:colId xmlns:a16="http://schemas.microsoft.com/office/drawing/2014/main" val="20000"/>
                    </a:ext>
                  </a:extLst>
                </a:gridCol>
                <a:gridCol w="1884363">
                  <a:extLst>
                    <a:ext uri="{9D8B030D-6E8A-4147-A177-3AD203B41FA5}">
                      <a16:colId xmlns:a16="http://schemas.microsoft.com/office/drawing/2014/main" val="20001"/>
                    </a:ext>
                  </a:extLst>
                </a:gridCol>
              </a:tblGrid>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iPreberi(Y,t)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47876" name="Rectangle 1092"/>
          <p:cNvSpPr>
            <a:spLocks noGrp="1" noChangeArrowheads="1"/>
          </p:cNvSpPr>
          <p:nvPr>
            <p:ph type="body" sz="half" idx="2"/>
          </p:nvPr>
        </p:nvSpPr>
        <p:spPr/>
        <p:txBody>
          <a:bodyPr/>
          <a:lstStyle/>
          <a:p>
            <a:r>
              <a:rPr lang="sl-SI" sz="2400"/>
              <a:t>Primer zaporednega izvajanja</a:t>
            </a:r>
            <a:br>
              <a:rPr lang="sl-SI" sz="2400"/>
            </a:br>
            <a:br>
              <a:rPr lang="sl-SI" sz="2400"/>
            </a:br>
            <a:r>
              <a:rPr lang="sl-SI" sz="2400"/>
              <a:t>T1: Evro(X)</a:t>
            </a:r>
            <a:br>
              <a:rPr lang="sl-SI" sz="2400"/>
            </a:br>
            <a:r>
              <a:rPr lang="sl-SI" sz="2400"/>
              <a:t>T2: Evro(Y)</a:t>
            </a:r>
            <a:br>
              <a:rPr lang="sl-SI" sz="2400"/>
            </a:br>
            <a:endParaRPr lang="en-US" sz="2400"/>
          </a:p>
          <a:p>
            <a:r>
              <a:rPr lang="sl-SI" sz="2400"/>
              <a:t>Kakšen je rezultat, če je na začetku X</a:t>
            </a:r>
            <a:r>
              <a:rPr lang="en-US" sz="2400"/>
              <a:t>=10.000, Y=20.000 in B=1000?</a:t>
            </a:r>
          </a:p>
        </p:txBody>
      </p:sp>
      <p:sp>
        <p:nvSpPr>
          <p:cNvPr id="247880" name="Text Box 1096"/>
          <p:cNvSpPr txBox="1">
            <a:spLocks noChangeArrowheads="1"/>
          </p:cNvSpPr>
          <p:nvPr/>
        </p:nvSpPr>
        <p:spPr bwMode="auto">
          <a:xfrm>
            <a:off x="974725" y="5827713"/>
            <a:ext cx="3340100" cy="641350"/>
          </a:xfrm>
          <a:prstGeom prst="rect">
            <a:avLst/>
          </a:prstGeom>
          <a:noFill/>
          <a:ln w="9525">
            <a:noFill/>
            <a:miter lim="800000"/>
            <a:headEnd/>
            <a:tailEnd/>
          </a:ln>
          <a:effectLst/>
        </p:spPr>
        <p:txBody>
          <a:bodyPr wrap="none">
            <a:spAutoFit/>
          </a:bodyPr>
          <a:lstStyle/>
          <a:p>
            <a:pPr algn="l"/>
            <a:r>
              <a:rPr lang="sl-SI"/>
              <a:t>T1: X</a:t>
            </a:r>
            <a:r>
              <a:rPr lang="en-US"/>
              <a:t>=41.31 Y= 20000 B=1100</a:t>
            </a:r>
          </a:p>
          <a:p>
            <a:pPr algn="l"/>
            <a:r>
              <a:rPr lang="sl-SI"/>
              <a:t>T</a:t>
            </a:r>
            <a:r>
              <a:rPr lang="en-US"/>
              <a:t>2</a:t>
            </a:r>
            <a:r>
              <a:rPr lang="sl-SI"/>
              <a:t>: X</a:t>
            </a:r>
            <a:r>
              <a:rPr lang="en-US"/>
              <a:t>=41.31 Y= 82.62  B=1300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8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80" grpId="0"/>
    </p:bldLst>
  </p:timing>
</p:sld>
</file>

<file path=ppt/slides/slide3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48834" name="AutoShape 2"/>
          <p:cNvSpPr>
            <a:spLocks noGrp="1" noChangeArrowheads="1"/>
          </p:cNvSpPr>
          <p:nvPr>
            <p:ph type="title"/>
          </p:nvPr>
        </p:nvSpPr>
        <p:spPr/>
        <p:txBody>
          <a:bodyPr/>
          <a:lstStyle/>
          <a:p>
            <a:r>
              <a:rPr lang="sl-SI"/>
              <a:t>Izmenično izvajanje transakcij (2)</a:t>
            </a:r>
            <a:endParaRPr lang="en-US"/>
          </a:p>
        </p:txBody>
      </p:sp>
      <p:sp>
        <p:nvSpPr>
          <p:cNvPr id="248897" name="Rectangle 65"/>
          <p:cNvSpPr>
            <a:spLocks noGrp="1" noChangeArrowheads="1"/>
          </p:cNvSpPr>
          <p:nvPr>
            <p:ph type="body" sz="half" idx="2"/>
          </p:nvPr>
        </p:nvSpPr>
        <p:spPr/>
        <p:txBody>
          <a:bodyPr/>
          <a:lstStyle/>
          <a:p>
            <a:r>
              <a:rPr lang="sl-SI" sz="2400"/>
              <a:t>Primer izmeničnega izvajanja</a:t>
            </a:r>
            <a:br>
              <a:rPr lang="sl-SI" sz="2400"/>
            </a:br>
            <a:br>
              <a:rPr lang="sl-SI" sz="2400"/>
            </a:br>
            <a:r>
              <a:rPr lang="sl-SI" sz="2400"/>
              <a:t>T1: Evro(X)</a:t>
            </a:r>
            <a:br>
              <a:rPr lang="sl-SI" sz="2400"/>
            </a:br>
            <a:r>
              <a:rPr lang="sl-SI" sz="2400"/>
              <a:t>T2: Evro(Y)</a:t>
            </a:r>
          </a:p>
          <a:p>
            <a:endParaRPr lang="en-US" sz="2400"/>
          </a:p>
          <a:p>
            <a:r>
              <a:rPr lang="sl-SI" sz="2400"/>
              <a:t>Kakšen je rezultat, če je na začetku X</a:t>
            </a:r>
            <a:r>
              <a:rPr lang="en-US" sz="2400"/>
              <a:t>=10.000, Y=20.000 in B=1000?</a:t>
            </a:r>
          </a:p>
        </p:txBody>
      </p:sp>
      <p:graphicFrame>
        <p:nvGraphicFramePr>
          <p:cNvPr id="249065" name="Group 233"/>
          <p:cNvGraphicFramePr>
            <a:graphicFrameLocks noGrp="1"/>
          </p:cNvGraphicFramePr>
          <p:nvPr>
            <p:ph sz="half" idx="1"/>
          </p:nvPr>
        </p:nvGraphicFramePr>
        <p:xfrm>
          <a:off x="838200" y="2362200"/>
          <a:ext cx="3770313" cy="3291840"/>
        </p:xfrm>
        <a:graphic>
          <a:graphicData uri="http://schemas.openxmlformats.org/drawingml/2006/table">
            <a:tbl>
              <a:tblPr/>
              <a:tblGrid>
                <a:gridCol w="1885950">
                  <a:extLst>
                    <a:ext uri="{9D8B030D-6E8A-4147-A177-3AD203B41FA5}">
                      <a16:colId xmlns:a16="http://schemas.microsoft.com/office/drawing/2014/main" val="20000"/>
                    </a:ext>
                  </a:extLst>
                </a:gridCol>
                <a:gridCol w="1884363">
                  <a:extLst>
                    <a:ext uri="{9D8B030D-6E8A-4147-A177-3AD203B41FA5}">
                      <a16:colId xmlns:a16="http://schemas.microsoft.com/office/drawing/2014/main" val="20001"/>
                    </a:ext>
                  </a:extLst>
                </a:gridCol>
              </a:tblGrid>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iPreberi(Y,t)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49066" name="Text Box 234"/>
          <p:cNvSpPr txBox="1">
            <a:spLocks noChangeArrowheads="1"/>
          </p:cNvSpPr>
          <p:nvPr/>
        </p:nvSpPr>
        <p:spPr bwMode="auto">
          <a:xfrm>
            <a:off x="974725" y="5827713"/>
            <a:ext cx="3340100" cy="641350"/>
          </a:xfrm>
          <a:prstGeom prst="rect">
            <a:avLst/>
          </a:prstGeom>
          <a:noFill/>
          <a:ln w="9525">
            <a:noFill/>
            <a:miter lim="800000"/>
            <a:headEnd/>
            <a:tailEnd/>
          </a:ln>
          <a:effectLst/>
        </p:spPr>
        <p:txBody>
          <a:bodyPr wrap="none">
            <a:spAutoFit/>
          </a:bodyPr>
          <a:lstStyle/>
          <a:p>
            <a:pPr algn="l"/>
            <a:r>
              <a:rPr lang="sl-SI"/>
              <a:t>T1: X</a:t>
            </a:r>
            <a:r>
              <a:rPr lang="en-US"/>
              <a:t>=41.31 Y= 82.62  B=1300</a:t>
            </a:r>
          </a:p>
          <a:p>
            <a:pPr algn="l"/>
            <a:r>
              <a:rPr lang="sl-SI"/>
              <a:t>T</a:t>
            </a:r>
            <a:r>
              <a:rPr lang="en-US"/>
              <a:t>2</a:t>
            </a:r>
            <a:r>
              <a:rPr lang="sl-SI"/>
              <a:t>: X</a:t>
            </a:r>
            <a:r>
              <a:rPr lang="en-US"/>
              <a:t>=41.31 Y= 82.62  B=1300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9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066" grpId="0"/>
    </p:bldLst>
  </p:timing>
</p:sld>
</file>

<file path=ppt/slides/slide3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53954" name="AutoShape 2"/>
          <p:cNvSpPr>
            <a:spLocks noGrp="1" noChangeArrowheads="1"/>
          </p:cNvSpPr>
          <p:nvPr>
            <p:ph type="title"/>
          </p:nvPr>
        </p:nvSpPr>
        <p:spPr/>
        <p:txBody>
          <a:bodyPr/>
          <a:lstStyle/>
          <a:p>
            <a:r>
              <a:rPr lang="sl-SI"/>
              <a:t>Izmenično izvajanje transakcij (3)</a:t>
            </a:r>
            <a:endParaRPr lang="en-US"/>
          </a:p>
        </p:txBody>
      </p:sp>
      <p:sp>
        <p:nvSpPr>
          <p:cNvPr id="253955" name="Rectangle 3"/>
          <p:cNvSpPr>
            <a:spLocks noGrp="1" noChangeArrowheads="1"/>
          </p:cNvSpPr>
          <p:nvPr>
            <p:ph type="body" sz="half" idx="2"/>
          </p:nvPr>
        </p:nvSpPr>
        <p:spPr/>
        <p:txBody>
          <a:bodyPr/>
          <a:lstStyle/>
          <a:p>
            <a:r>
              <a:rPr lang="en-US" sz="2400"/>
              <a:t>Kaj pa tak</a:t>
            </a:r>
            <a:r>
              <a:rPr lang="sl-SI" sz="2400"/>
              <a:t>šno  izmenično izvajanje</a:t>
            </a:r>
            <a:r>
              <a:rPr lang="en-US" sz="2400"/>
              <a:t>?</a:t>
            </a:r>
            <a:br>
              <a:rPr lang="sl-SI" sz="2400"/>
            </a:br>
            <a:br>
              <a:rPr lang="sl-SI" sz="2400"/>
            </a:br>
            <a:r>
              <a:rPr lang="sl-SI" sz="2400"/>
              <a:t>T1: Evro(X)</a:t>
            </a:r>
            <a:br>
              <a:rPr lang="sl-SI" sz="2400"/>
            </a:br>
            <a:r>
              <a:rPr lang="sl-SI" sz="2400"/>
              <a:t>T2: Evro(Y)</a:t>
            </a:r>
          </a:p>
          <a:p>
            <a:endParaRPr lang="en-US" sz="2400"/>
          </a:p>
          <a:p>
            <a:r>
              <a:rPr lang="sl-SI" sz="2400"/>
              <a:t>Kakšen je rezultat, če je na začetku X</a:t>
            </a:r>
            <a:r>
              <a:rPr lang="en-US" sz="2400"/>
              <a:t>=10.000, Y=20.000 in B=1000?</a:t>
            </a:r>
          </a:p>
        </p:txBody>
      </p:sp>
      <p:graphicFrame>
        <p:nvGraphicFramePr>
          <p:cNvPr id="254018" name="Group 66"/>
          <p:cNvGraphicFramePr>
            <a:graphicFrameLocks noGrp="1"/>
          </p:cNvGraphicFramePr>
          <p:nvPr>
            <p:ph sz="half" idx="1"/>
          </p:nvPr>
        </p:nvGraphicFramePr>
        <p:xfrm>
          <a:off x="838200" y="2362200"/>
          <a:ext cx="3770313" cy="3291840"/>
        </p:xfrm>
        <a:graphic>
          <a:graphicData uri="http://schemas.openxmlformats.org/drawingml/2006/table">
            <a:tbl>
              <a:tblPr/>
              <a:tblGrid>
                <a:gridCol w="1885950">
                  <a:extLst>
                    <a:ext uri="{9D8B030D-6E8A-4147-A177-3AD203B41FA5}">
                      <a16:colId xmlns:a16="http://schemas.microsoft.com/office/drawing/2014/main" val="20000"/>
                    </a:ext>
                  </a:extLst>
                </a:gridCol>
                <a:gridCol w="1884363">
                  <a:extLst>
                    <a:ext uri="{9D8B030D-6E8A-4147-A177-3AD203B41FA5}">
                      <a16:colId xmlns:a16="http://schemas.microsoft.com/office/drawing/2014/main" val="20001"/>
                    </a:ext>
                  </a:extLst>
                </a:gridCol>
              </a:tblGrid>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iPreberi(Y,t)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en-US"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Times New Roman" pitchFamily="18"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54015" name="Text Box 63"/>
          <p:cNvSpPr txBox="1">
            <a:spLocks noChangeArrowheads="1"/>
          </p:cNvSpPr>
          <p:nvPr/>
        </p:nvSpPr>
        <p:spPr bwMode="auto">
          <a:xfrm>
            <a:off x="4800600" y="5943600"/>
            <a:ext cx="3429000" cy="641350"/>
          </a:xfrm>
          <a:prstGeom prst="rect">
            <a:avLst/>
          </a:prstGeom>
          <a:noFill/>
          <a:ln w="9525">
            <a:noFill/>
            <a:miter lim="800000"/>
            <a:headEnd/>
            <a:tailEnd/>
          </a:ln>
          <a:effectLst/>
        </p:spPr>
        <p:txBody>
          <a:bodyPr>
            <a:spAutoFit/>
          </a:bodyPr>
          <a:lstStyle/>
          <a:p>
            <a:pPr algn="l"/>
            <a:r>
              <a:rPr lang="en-US">
                <a:solidFill>
                  <a:srgbClr val="FF0066"/>
                </a:solidFill>
              </a:rPr>
              <a:t>Izgubljeno a</a:t>
            </a:r>
            <a:r>
              <a:rPr lang="sl-SI">
                <a:solidFill>
                  <a:srgbClr val="FF0066"/>
                </a:solidFill>
              </a:rPr>
              <a:t>žuriranje naslova B v transakciji T1!</a:t>
            </a:r>
            <a:endParaRPr lang="en-US">
              <a:solidFill>
                <a:srgbClr val="FF0066"/>
              </a:solidFill>
            </a:endParaRPr>
          </a:p>
        </p:txBody>
      </p:sp>
      <p:sp>
        <p:nvSpPr>
          <p:cNvPr id="254016" name="Text Box 64"/>
          <p:cNvSpPr txBox="1">
            <a:spLocks noChangeArrowheads="1"/>
          </p:cNvSpPr>
          <p:nvPr/>
        </p:nvSpPr>
        <p:spPr bwMode="auto">
          <a:xfrm>
            <a:off x="974725" y="5827713"/>
            <a:ext cx="3276600" cy="641350"/>
          </a:xfrm>
          <a:prstGeom prst="rect">
            <a:avLst/>
          </a:prstGeom>
          <a:noFill/>
          <a:ln w="9525">
            <a:noFill/>
            <a:miter lim="800000"/>
            <a:headEnd/>
            <a:tailEnd/>
          </a:ln>
          <a:effectLst/>
        </p:spPr>
        <p:txBody>
          <a:bodyPr wrap="none">
            <a:spAutoFit/>
          </a:bodyPr>
          <a:lstStyle/>
          <a:p>
            <a:pPr algn="l"/>
            <a:r>
              <a:rPr lang="sl-SI"/>
              <a:t>T1: X</a:t>
            </a:r>
            <a:r>
              <a:rPr lang="en-US"/>
              <a:t>=41.31 Y= 82.62 B=1100</a:t>
            </a:r>
          </a:p>
          <a:p>
            <a:pPr algn="l"/>
            <a:r>
              <a:rPr lang="sl-SI"/>
              <a:t>T</a:t>
            </a:r>
            <a:r>
              <a:rPr lang="en-US"/>
              <a:t>2</a:t>
            </a:r>
            <a:r>
              <a:rPr lang="sl-SI"/>
              <a:t>: X</a:t>
            </a:r>
            <a:r>
              <a:rPr lang="en-US"/>
              <a:t>=41.31 Y= 82.62 B=1200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0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015" grpId="0"/>
      <p:bldP spid="254016" grpId="0"/>
    </p:bldLst>
  </p:timing>
</p:sld>
</file>

<file path=ppt/slides/slide3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54978" name="AutoShape 2"/>
          <p:cNvSpPr>
            <a:spLocks noGrp="1" noChangeArrowheads="1"/>
          </p:cNvSpPr>
          <p:nvPr>
            <p:ph type="title"/>
          </p:nvPr>
        </p:nvSpPr>
        <p:spPr/>
        <p:txBody>
          <a:bodyPr/>
          <a:lstStyle/>
          <a:p>
            <a:r>
              <a:rPr lang="sl-SI"/>
              <a:t>Izmenično izvajanje transakcij (4)</a:t>
            </a:r>
            <a:endParaRPr lang="en-US"/>
          </a:p>
        </p:txBody>
      </p:sp>
      <p:sp>
        <p:nvSpPr>
          <p:cNvPr id="254979" name="Rectangle 3"/>
          <p:cNvSpPr>
            <a:spLocks noGrp="1" noChangeArrowheads="1"/>
          </p:cNvSpPr>
          <p:nvPr>
            <p:ph type="body" sz="half" idx="2"/>
          </p:nvPr>
        </p:nvSpPr>
        <p:spPr/>
        <p:txBody>
          <a:bodyPr/>
          <a:lstStyle/>
          <a:p>
            <a:r>
              <a:rPr lang="en-US" sz="2400"/>
              <a:t>Kaj pa tak</a:t>
            </a:r>
            <a:r>
              <a:rPr lang="sl-SI" sz="2400"/>
              <a:t>šno  izmenično izvajanje</a:t>
            </a:r>
            <a:r>
              <a:rPr lang="en-US" sz="2400"/>
              <a:t>?</a:t>
            </a:r>
            <a:br>
              <a:rPr lang="sl-SI" sz="2400"/>
            </a:br>
            <a:br>
              <a:rPr lang="sl-SI" sz="2400"/>
            </a:br>
            <a:r>
              <a:rPr lang="sl-SI" sz="2400"/>
              <a:t>T1: Evro(X)</a:t>
            </a:r>
            <a:br>
              <a:rPr lang="sl-SI" sz="2400"/>
            </a:br>
            <a:r>
              <a:rPr lang="sl-SI" sz="2400"/>
              <a:t>T2: Evro(Y)</a:t>
            </a:r>
          </a:p>
          <a:p>
            <a:endParaRPr lang="en-US" sz="2400"/>
          </a:p>
          <a:p>
            <a:r>
              <a:rPr lang="sl-SI" sz="2400"/>
              <a:t>Kakšen je rezultat, če je na začetku X</a:t>
            </a:r>
            <a:r>
              <a:rPr lang="en-US" sz="2400"/>
              <a:t>=10.000, Y=20.000 in B=1000?</a:t>
            </a:r>
          </a:p>
        </p:txBody>
      </p:sp>
      <p:graphicFrame>
        <p:nvGraphicFramePr>
          <p:cNvPr id="255043" name="Group 67"/>
          <p:cNvGraphicFramePr>
            <a:graphicFrameLocks noGrp="1"/>
          </p:cNvGraphicFramePr>
          <p:nvPr>
            <p:ph sz="half" idx="1"/>
          </p:nvPr>
        </p:nvGraphicFramePr>
        <p:xfrm>
          <a:off x="838200" y="2362200"/>
          <a:ext cx="3770313" cy="3291840"/>
        </p:xfrm>
        <a:graphic>
          <a:graphicData uri="http://schemas.openxmlformats.org/drawingml/2006/table">
            <a:tbl>
              <a:tblPr/>
              <a:tblGrid>
                <a:gridCol w="1885950">
                  <a:extLst>
                    <a:ext uri="{9D8B030D-6E8A-4147-A177-3AD203B41FA5}">
                      <a16:colId xmlns:a16="http://schemas.microsoft.com/office/drawing/2014/main" val="20000"/>
                    </a:ext>
                  </a:extLst>
                </a:gridCol>
                <a:gridCol w="1884363">
                  <a:extLst>
                    <a:ext uri="{9D8B030D-6E8A-4147-A177-3AD203B41FA5}">
                      <a16:colId xmlns:a16="http://schemas.microsoft.com/office/drawing/2014/main" val="20001"/>
                    </a:ext>
                  </a:extLst>
                </a:gridCol>
              </a:tblGrid>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iPreberi(Y,t)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Pozabi</a:t>
                      </a:r>
                      <a:endPar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1" i="0" u="none" strike="noStrike" cap="none" normalizeH="0" baseline="0">
                        <a:ln>
                          <a:noFill/>
                        </a:ln>
                        <a:solidFill>
                          <a:srgbClr val="003366"/>
                        </a:solidFill>
                        <a:effectLst/>
                        <a:latin typeface="Courier New" pitchFamily="49"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55039" name="Text Box 63"/>
          <p:cNvSpPr txBox="1">
            <a:spLocks noChangeArrowheads="1"/>
          </p:cNvSpPr>
          <p:nvPr/>
        </p:nvSpPr>
        <p:spPr bwMode="auto">
          <a:xfrm>
            <a:off x="5181600" y="5943600"/>
            <a:ext cx="3063875" cy="641350"/>
          </a:xfrm>
          <a:prstGeom prst="rect">
            <a:avLst/>
          </a:prstGeom>
          <a:noFill/>
          <a:ln w="9525">
            <a:noFill/>
            <a:miter lim="800000"/>
            <a:headEnd/>
            <a:tailEnd/>
          </a:ln>
          <a:effectLst/>
        </p:spPr>
        <p:txBody>
          <a:bodyPr>
            <a:spAutoFit/>
          </a:bodyPr>
          <a:lstStyle/>
          <a:p>
            <a:pPr algn="l"/>
            <a:r>
              <a:rPr lang="sl-SI">
                <a:solidFill>
                  <a:srgbClr val="FF0066"/>
                </a:solidFill>
              </a:rPr>
              <a:t>Branje nelegalne vrednosti z naslova B v transakciji T2!</a:t>
            </a:r>
            <a:endParaRPr lang="en-US">
              <a:solidFill>
                <a:srgbClr val="FF0066"/>
              </a:solidFill>
            </a:endParaRPr>
          </a:p>
        </p:txBody>
      </p:sp>
      <p:sp>
        <p:nvSpPr>
          <p:cNvPr id="255045" name="Text Box 69"/>
          <p:cNvSpPr txBox="1">
            <a:spLocks noChangeArrowheads="1"/>
          </p:cNvSpPr>
          <p:nvPr/>
        </p:nvSpPr>
        <p:spPr bwMode="auto">
          <a:xfrm>
            <a:off x="974725" y="5827713"/>
            <a:ext cx="3403600" cy="641350"/>
          </a:xfrm>
          <a:prstGeom prst="rect">
            <a:avLst/>
          </a:prstGeom>
          <a:noFill/>
          <a:ln w="9525">
            <a:noFill/>
            <a:miter lim="800000"/>
            <a:headEnd/>
            <a:tailEnd/>
          </a:ln>
          <a:effectLst/>
        </p:spPr>
        <p:txBody>
          <a:bodyPr wrap="none">
            <a:spAutoFit/>
          </a:bodyPr>
          <a:lstStyle/>
          <a:p>
            <a:pPr algn="l"/>
            <a:r>
              <a:rPr lang="sl-SI"/>
              <a:t>T</a:t>
            </a:r>
            <a:r>
              <a:rPr lang="en-US"/>
              <a:t>1</a:t>
            </a:r>
            <a:r>
              <a:rPr lang="sl-SI"/>
              <a:t>: X</a:t>
            </a:r>
            <a:r>
              <a:rPr lang="en-US"/>
              <a:t>=10.000 Y= 82.62 B=1000</a:t>
            </a:r>
          </a:p>
          <a:p>
            <a:pPr algn="l"/>
            <a:r>
              <a:rPr lang="sl-SI"/>
              <a:t>T</a:t>
            </a:r>
            <a:r>
              <a:rPr lang="en-US"/>
              <a:t>2</a:t>
            </a:r>
            <a:r>
              <a:rPr lang="sl-SI"/>
              <a:t>: X</a:t>
            </a:r>
            <a:r>
              <a:rPr lang="en-US"/>
              <a:t>=10.000 Y= 82.62 B=1300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50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50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039" grpId="0"/>
      <p:bldP spid="255045" grpId="0"/>
    </p:bldLst>
  </p:timing>
</p:sld>
</file>

<file path=ppt/slides/slide3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56002" name="AutoShape 2"/>
          <p:cNvSpPr>
            <a:spLocks noGrp="1" noChangeArrowheads="1"/>
          </p:cNvSpPr>
          <p:nvPr>
            <p:ph type="title"/>
          </p:nvPr>
        </p:nvSpPr>
        <p:spPr/>
        <p:txBody>
          <a:bodyPr/>
          <a:lstStyle/>
          <a:p>
            <a:r>
              <a:rPr lang="sl-SI"/>
              <a:t>Izmenično izvajanje transakcij (5)</a:t>
            </a:r>
            <a:endParaRPr lang="en-US"/>
          </a:p>
        </p:txBody>
      </p:sp>
      <p:sp>
        <p:nvSpPr>
          <p:cNvPr id="256003" name="Rectangle 3"/>
          <p:cNvSpPr>
            <a:spLocks noGrp="1" noChangeArrowheads="1"/>
          </p:cNvSpPr>
          <p:nvPr>
            <p:ph type="body" sz="half" idx="2"/>
          </p:nvPr>
        </p:nvSpPr>
        <p:spPr/>
        <p:txBody>
          <a:bodyPr/>
          <a:lstStyle/>
          <a:p>
            <a:r>
              <a:rPr lang="en-US" sz="2400"/>
              <a:t>Kaj pa tak</a:t>
            </a:r>
            <a:r>
              <a:rPr lang="sl-SI" sz="2400"/>
              <a:t>šno  izmenično izvajanje</a:t>
            </a:r>
            <a:r>
              <a:rPr lang="en-US" sz="2400"/>
              <a:t>?</a:t>
            </a:r>
            <a:br>
              <a:rPr lang="sl-SI" sz="2400"/>
            </a:br>
            <a:br>
              <a:rPr lang="sl-SI" sz="2400"/>
            </a:br>
            <a:r>
              <a:rPr lang="sl-SI" sz="2400"/>
              <a:t>T1: Evro(X)</a:t>
            </a:r>
            <a:br>
              <a:rPr lang="sl-SI" sz="2400"/>
            </a:br>
            <a:r>
              <a:rPr lang="sl-SI" sz="2400"/>
              <a:t>T2: Evro(Y)</a:t>
            </a:r>
          </a:p>
          <a:p>
            <a:endParaRPr lang="en-US" sz="2400"/>
          </a:p>
          <a:p>
            <a:r>
              <a:rPr lang="sl-SI" sz="2400"/>
              <a:t>Kakšen je rezultat, če je na začetku X</a:t>
            </a:r>
            <a:r>
              <a:rPr lang="en-US" sz="2400"/>
              <a:t>=10.000, Y=20.000 in B=1000?</a:t>
            </a:r>
          </a:p>
        </p:txBody>
      </p:sp>
      <p:graphicFrame>
        <p:nvGraphicFramePr>
          <p:cNvPr id="256065" name="Group 65"/>
          <p:cNvGraphicFramePr>
            <a:graphicFrameLocks noGrp="1"/>
          </p:cNvGraphicFramePr>
          <p:nvPr>
            <p:ph sz="half" idx="1"/>
          </p:nvPr>
        </p:nvGraphicFramePr>
        <p:xfrm>
          <a:off x="838200" y="2362200"/>
          <a:ext cx="3770313" cy="3291840"/>
        </p:xfrm>
        <a:graphic>
          <a:graphicData uri="http://schemas.openxmlformats.org/drawingml/2006/table">
            <a:tbl>
              <a:tblPr/>
              <a:tblGrid>
                <a:gridCol w="1885950">
                  <a:extLst>
                    <a:ext uri="{9D8B030D-6E8A-4147-A177-3AD203B41FA5}">
                      <a16:colId xmlns:a16="http://schemas.microsoft.com/office/drawing/2014/main" val="20000"/>
                    </a:ext>
                  </a:extLst>
                </a:gridCol>
                <a:gridCol w="1884363">
                  <a:extLst>
                    <a:ext uri="{9D8B030D-6E8A-4147-A177-3AD203B41FA5}">
                      <a16:colId xmlns:a16="http://schemas.microsoft.com/office/drawing/2014/main" val="20001"/>
                    </a:ext>
                  </a:extLst>
                </a:gridCol>
              </a:tblGrid>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iPreberi(Y,t)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444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44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Pozabi</a:t>
                      </a:r>
                      <a:endPar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444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56063" name="Text Box 63"/>
          <p:cNvSpPr txBox="1">
            <a:spLocks noChangeArrowheads="1"/>
          </p:cNvSpPr>
          <p:nvPr/>
        </p:nvSpPr>
        <p:spPr bwMode="auto">
          <a:xfrm>
            <a:off x="4572000" y="5943600"/>
            <a:ext cx="4435475" cy="915988"/>
          </a:xfrm>
          <a:prstGeom prst="rect">
            <a:avLst/>
          </a:prstGeom>
          <a:noFill/>
          <a:ln w="9525">
            <a:noFill/>
            <a:miter lim="800000"/>
            <a:headEnd/>
            <a:tailEnd/>
          </a:ln>
          <a:effectLst/>
        </p:spPr>
        <p:txBody>
          <a:bodyPr>
            <a:spAutoFit/>
          </a:bodyPr>
          <a:lstStyle/>
          <a:p>
            <a:pPr algn="l"/>
            <a:r>
              <a:rPr lang="sl-SI">
                <a:solidFill>
                  <a:srgbClr val="FF0066"/>
                </a:solidFill>
              </a:rPr>
              <a:t>Branje nelegalne vrednosti z naslova B in izgubljeno</a:t>
            </a:r>
            <a:r>
              <a:rPr lang="en-US">
                <a:solidFill>
                  <a:srgbClr val="FF0066"/>
                </a:solidFill>
              </a:rPr>
              <a:t> </a:t>
            </a:r>
            <a:r>
              <a:rPr lang="sl-SI">
                <a:solidFill>
                  <a:srgbClr val="FF0066"/>
                </a:solidFill>
              </a:rPr>
              <a:t>ažuriranje naslova B v transakciji T2!</a:t>
            </a:r>
            <a:endParaRPr lang="en-US">
              <a:solidFill>
                <a:srgbClr val="FF0066"/>
              </a:solidFill>
            </a:endParaRPr>
          </a:p>
        </p:txBody>
      </p:sp>
      <p:sp>
        <p:nvSpPr>
          <p:cNvPr id="256066" name="Text Box 66"/>
          <p:cNvSpPr txBox="1">
            <a:spLocks noChangeArrowheads="1"/>
          </p:cNvSpPr>
          <p:nvPr/>
        </p:nvSpPr>
        <p:spPr bwMode="auto">
          <a:xfrm>
            <a:off x="974725" y="5827713"/>
            <a:ext cx="3403600" cy="641350"/>
          </a:xfrm>
          <a:prstGeom prst="rect">
            <a:avLst/>
          </a:prstGeom>
          <a:noFill/>
          <a:ln w="9525">
            <a:noFill/>
            <a:miter lim="800000"/>
            <a:headEnd/>
            <a:tailEnd/>
          </a:ln>
          <a:effectLst/>
        </p:spPr>
        <p:txBody>
          <a:bodyPr wrap="none">
            <a:spAutoFit/>
          </a:bodyPr>
          <a:lstStyle/>
          <a:p>
            <a:pPr algn="l"/>
            <a:r>
              <a:rPr lang="sl-SI"/>
              <a:t>T1: X</a:t>
            </a:r>
            <a:r>
              <a:rPr lang="en-US"/>
              <a:t>=10.000 Y= 82.62 B=1000</a:t>
            </a:r>
          </a:p>
          <a:p>
            <a:pPr algn="l"/>
            <a:r>
              <a:rPr lang="sl-SI"/>
              <a:t>T</a:t>
            </a:r>
            <a:r>
              <a:rPr lang="en-US"/>
              <a:t>2</a:t>
            </a:r>
            <a:r>
              <a:rPr lang="sl-SI"/>
              <a:t>: X</a:t>
            </a:r>
            <a:r>
              <a:rPr lang="en-US"/>
              <a:t>=10.000 Y= 82.62 B=1000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3" grpId="0"/>
      <p:bldP spid="256066" grpId="0"/>
    </p:bldLst>
  </p:timing>
</p:sld>
</file>

<file path=ppt/slides/slide3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57026" name="AutoShape 2"/>
          <p:cNvSpPr>
            <a:spLocks noGrp="1" noChangeArrowheads="1"/>
          </p:cNvSpPr>
          <p:nvPr>
            <p:ph type="title"/>
          </p:nvPr>
        </p:nvSpPr>
        <p:spPr/>
        <p:txBody>
          <a:bodyPr/>
          <a:lstStyle/>
          <a:p>
            <a:r>
              <a:rPr lang="sl-SI"/>
              <a:t>Zaporedniški razpored ukazov</a:t>
            </a:r>
            <a:endParaRPr lang="en-US"/>
          </a:p>
        </p:txBody>
      </p:sp>
      <p:sp>
        <p:nvSpPr>
          <p:cNvPr id="257027" name="Rectangle 3"/>
          <p:cNvSpPr>
            <a:spLocks noGrp="1" noChangeArrowheads="1"/>
          </p:cNvSpPr>
          <p:nvPr>
            <p:ph type="body" idx="1"/>
          </p:nvPr>
        </p:nvSpPr>
        <p:spPr/>
        <p:txBody>
          <a:bodyPr/>
          <a:lstStyle/>
          <a:p>
            <a:pPr>
              <a:lnSpc>
                <a:spcPct val="90000"/>
              </a:lnSpc>
            </a:pPr>
            <a:r>
              <a:rPr lang="sl-SI"/>
              <a:t>Izmeničnu razporedu, katerega rezultat vedno ustreza nekemu zaporednemu razporedu transakcij, pravimo </a:t>
            </a:r>
            <a:r>
              <a:rPr lang="sl-SI">
                <a:solidFill>
                  <a:srgbClr val="FF0066"/>
                </a:solidFill>
              </a:rPr>
              <a:t>zaporedniški</a:t>
            </a:r>
            <a:r>
              <a:rPr lang="sl-SI"/>
              <a:t> (serializable)</a:t>
            </a:r>
          </a:p>
          <a:p>
            <a:pPr>
              <a:lnSpc>
                <a:spcPct val="90000"/>
              </a:lnSpc>
            </a:pPr>
            <a:r>
              <a:rPr lang="sl-SI"/>
              <a:t>V SUPB se splošni</a:t>
            </a:r>
            <a:r>
              <a:rPr lang="en-US"/>
              <a:t> izmeni</a:t>
            </a:r>
            <a:r>
              <a:rPr lang="sl-SI"/>
              <a:t>čni razporedi ukazov pretvorijo v zaporedniške z uporabo posebnih </a:t>
            </a:r>
            <a:r>
              <a:rPr lang="sl-SI">
                <a:solidFill>
                  <a:srgbClr val="FF0066"/>
                </a:solidFill>
              </a:rPr>
              <a:t>protokolov</a:t>
            </a:r>
            <a:r>
              <a:rPr lang="sl-SI"/>
              <a:t>, ki temeljijo na </a:t>
            </a:r>
            <a:r>
              <a:rPr lang="sl-SI">
                <a:solidFill>
                  <a:srgbClr val="FF0066"/>
                </a:solidFill>
              </a:rPr>
              <a:t>zaseganju</a:t>
            </a:r>
            <a:r>
              <a:rPr lang="sl-SI"/>
              <a:t> ali </a:t>
            </a:r>
            <a:r>
              <a:rPr lang="sl-SI">
                <a:solidFill>
                  <a:srgbClr val="FF0066"/>
                </a:solidFill>
              </a:rPr>
              <a:t>časovnem označevanju </a:t>
            </a:r>
            <a:r>
              <a:rPr lang="sl-SI"/>
              <a:t>podatkov.</a:t>
            </a:r>
            <a:endParaRPr lang="en-US"/>
          </a:p>
        </p:txBody>
      </p:sp>
    </p:spTree>
  </p:cSld>
  <p:clrMapOvr>
    <a:masterClrMapping/>
  </p:clrMapOvr>
  <p:transition/>
</p:sld>
</file>

<file path=ppt/slides/slide3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58050" name="AutoShape 2"/>
          <p:cNvSpPr>
            <a:spLocks noGrp="1" noChangeArrowheads="1"/>
          </p:cNvSpPr>
          <p:nvPr>
            <p:ph type="title"/>
          </p:nvPr>
        </p:nvSpPr>
        <p:spPr/>
        <p:txBody>
          <a:bodyPr/>
          <a:lstStyle/>
          <a:p>
            <a:r>
              <a:rPr lang="sl-SI"/>
              <a:t>Zaseganje (zaklepanje) podatkov</a:t>
            </a:r>
            <a:endParaRPr lang="en-US"/>
          </a:p>
        </p:txBody>
      </p:sp>
      <p:sp>
        <p:nvSpPr>
          <p:cNvPr id="258051" name="Rectangle 3"/>
          <p:cNvSpPr>
            <a:spLocks noGrp="1" noChangeArrowheads="1"/>
          </p:cNvSpPr>
          <p:nvPr>
            <p:ph type="body" sz="half" idx="1"/>
          </p:nvPr>
        </p:nvSpPr>
        <p:spPr/>
        <p:txBody>
          <a:bodyPr/>
          <a:lstStyle/>
          <a:p>
            <a:r>
              <a:rPr lang="sl-SI" sz="2400"/>
              <a:t>Novi transakcijski ukazi</a:t>
            </a:r>
          </a:p>
          <a:p>
            <a:pPr lvl="1"/>
            <a:r>
              <a:rPr lang="sl-SI" sz="2000"/>
              <a:t>E</a:t>
            </a:r>
            <a:r>
              <a:rPr lang="en-US" sz="2000"/>
              <a:t>-Poi</a:t>
            </a:r>
            <a:r>
              <a:rPr lang="sl-SI" sz="2000"/>
              <a:t>ščiPreberi (E-PP): ekskluzivno zaseganje</a:t>
            </a:r>
          </a:p>
          <a:p>
            <a:pPr lvl="1"/>
            <a:r>
              <a:rPr lang="sl-SI" sz="2000"/>
              <a:t>D</a:t>
            </a:r>
            <a:r>
              <a:rPr lang="en-US" sz="2000"/>
              <a:t>-Poi</a:t>
            </a:r>
            <a:r>
              <a:rPr lang="sl-SI" sz="2000"/>
              <a:t>ščiPreberi (D-PP): deljeno zaseganje</a:t>
            </a:r>
          </a:p>
          <a:p>
            <a:endParaRPr lang="en-US" sz="2400"/>
          </a:p>
        </p:txBody>
      </p:sp>
      <p:sp>
        <p:nvSpPr>
          <p:cNvPr id="258053" name="Rectangle 5"/>
          <p:cNvSpPr>
            <a:spLocks noChangeArrowheads="1"/>
          </p:cNvSpPr>
          <p:nvPr/>
        </p:nvSpPr>
        <p:spPr bwMode="auto">
          <a:xfrm>
            <a:off x="838200" y="4267200"/>
            <a:ext cx="7693025" cy="1785938"/>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endParaRPr lang="en-US" sz="2400"/>
          </a:p>
        </p:txBody>
      </p:sp>
      <p:sp>
        <p:nvSpPr>
          <p:cNvPr id="258054" name="Rectangle 6"/>
          <p:cNvSpPr>
            <a:spLocks noChangeArrowheads="1"/>
          </p:cNvSpPr>
          <p:nvPr/>
        </p:nvSpPr>
        <p:spPr bwMode="auto">
          <a:xfrm>
            <a:off x="838200" y="4267200"/>
            <a:ext cx="7693025" cy="1785938"/>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endParaRPr lang="en-US" sz="2400"/>
          </a:p>
        </p:txBody>
      </p:sp>
      <p:graphicFrame>
        <p:nvGraphicFramePr>
          <p:cNvPr id="258173" name="Group 125"/>
          <p:cNvGraphicFramePr>
            <a:graphicFrameLocks noGrp="1"/>
          </p:cNvGraphicFramePr>
          <p:nvPr>
            <p:ph sz="half" idx="2"/>
          </p:nvPr>
        </p:nvGraphicFramePr>
        <p:xfrm>
          <a:off x="838200" y="4300538"/>
          <a:ext cx="7693025" cy="1990726"/>
        </p:xfrm>
        <a:graphic>
          <a:graphicData uri="http://schemas.openxmlformats.org/drawingml/2006/table">
            <a:tbl>
              <a:tblPr/>
              <a:tblGrid>
                <a:gridCol w="1144588">
                  <a:extLst>
                    <a:ext uri="{9D8B030D-6E8A-4147-A177-3AD203B41FA5}">
                      <a16:colId xmlns:a16="http://schemas.microsoft.com/office/drawing/2014/main" val="20000"/>
                    </a:ext>
                  </a:extLst>
                </a:gridCol>
                <a:gridCol w="1636712">
                  <a:extLst>
                    <a:ext uri="{9D8B030D-6E8A-4147-A177-3AD203B41FA5}">
                      <a16:colId xmlns:a16="http://schemas.microsoft.com/office/drawing/2014/main" val="20001"/>
                    </a:ext>
                  </a:extLst>
                </a:gridCol>
                <a:gridCol w="1717675">
                  <a:extLst>
                    <a:ext uri="{9D8B030D-6E8A-4147-A177-3AD203B41FA5}">
                      <a16:colId xmlns:a16="http://schemas.microsoft.com/office/drawing/2014/main" val="20002"/>
                    </a:ext>
                  </a:extLst>
                </a:gridCol>
                <a:gridCol w="1597025">
                  <a:extLst>
                    <a:ext uri="{9D8B030D-6E8A-4147-A177-3AD203B41FA5}">
                      <a16:colId xmlns:a16="http://schemas.microsoft.com/office/drawing/2014/main" val="20003"/>
                    </a:ext>
                  </a:extLst>
                </a:gridCol>
                <a:gridCol w="1597025">
                  <a:extLst>
                    <a:ext uri="{9D8B030D-6E8A-4147-A177-3AD203B41FA5}">
                      <a16:colId xmlns:a16="http://schemas.microsoft.com/office/drawing/2014/main" val="20004"/>
                    </a:ext>
                  </a:extLst>
                </a:gridCol>
              </a:tblGrid>
              <a:tr h="255588">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horzOverflow="overflow">
                    <a:lnL>
                      <a:noFill/>
                    </a:lnL>
                    <a:lnR>
                      <a:noFill/>
                    </a:lnR>
                    <a:lnT cap="flat">
                      <a:noFill/>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chemeClr val="tx1"/>
                          </a:solidFill>
                          <a:effectLst/>
                          <a:latin typeface="Times New Roman" pitchFamily="18" charset="0"/>
                          <a:cs typeface="Times New Roman" pitchFamily="18" charset="0"/>
                        </a:rPr>
                        <a:t>Zahteva po zaseženju</a:t>
                      </a:r>
                      <a:endParaRPr kumimoji="0" lang="sl-SI" sz="1800" b="1" i="0" u="none" strike="noStrike" cap="none" normalizeH="0" baseline="0">
                        <a:ln>
                          <a:noFill/>
                        </a:ln>
                        <a:solidFill>
                          <a:schemeClr val="tx1"/>
                        </a:solidFill>
                        <a:effectLst/>
                        <a:latin typeface="Arial" charset="0"/>
                        <a:cs typeface="Arial" charset="0"/>
                      </a:endParaRPr>
                    </a:p>
                  </a:txBody>
                  <a:tcP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400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Ekskluzivno</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Deljeno</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chemeClr val="tx1"/>
                          </a:solidFill>
                          <a:effectLst/>
                          <a:latin typeface="Times New Roman" pitchFamily="18" charset="0"/>
                          <a:cs typeface="Times New Roman" pitchFamily="18" charset="0"/>
                        </a:rPr>
                        <a:t>Trenutno</a:t>
                      </a:r>
                      <a:endParaRPr kumimoji="0" lang="sl-SI" sz="1800" b="1" i="0" u="none" strike="noStrike" cap="none" normalizeH="0" baseline="0">
                        <a:ln>
                          <a:noFill/>
                        </a:ln>
                        <a:solidFill>
                          <a:schemeClr val="tx1"/>
                        </a:solidFill>
                        <a:effectLst/>
                        <a:latin typeface="Arial" charset="0"/>
                        <a:cs typeface="Arial"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Ekskluzivno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ne</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ne</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da</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44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8" charset="0"/>
                          <a:cs typeface="Times New Roman" pitchFamily="18" charset="0"/>
                        </a:rPr>
                        <a:t>z</a:t>
                      </a:r>
                      <a:r>
                        <a:rPr kumimoji="0" lang="sl-SI" sz="1200" b="1" i="0" u="none" strike="noStrike" cap="none" normalizeH="0" baseline="0">
                          <a:ln>
                            <a:noFill/>
                          </a:ln>
                          <a:solidFill>
                            <a:schemeClr val="tx1"/>
                          </a:solidFill>
                          <a:effectLst/>
                          <a:latin typeface="Times New Roman" pitchFamily="18" charset="0"/>
                          <a:cs typeface="Times New Roman" pitchFamily="18" charset="0"/>
                        </a:rPr>
                        <a:t>aseženje</a:t>
                      </a:r>
                      <a:endParaRPr kumimoji="0" lang="sl-SI" sz="1800" b="1" i="0" u="none" strike="noStrike" cap="none" normalizeH="0" baseline="0">
                        <a:ln>
                          <a:noFill/>
                        </a:ln>
                        <a:solidFill>
                          <a:schemeClr val="tx1"/>
                        </a:solidFill>
                        <a:effectLst/>
                        <a:latin typeface="Arial" charset="0"/>
                        <a:cs typeface="Arial"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Deljeno</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ne</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da</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da</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5588">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horzOverflow="overflow">
                    <a:lnL cap="flat">
                      <a:noFill/>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da</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da</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sl-SI" sz="1200" b="0" i="0" u="none" strike="noStrike" cap="none" normalizeH="0" baseline="0">
                          <a:ln>
                            <a:noFill/>
                          </a:ln>
                          <a:solidFill>
                            <a:schemeClr val="tx1"/>
                          </a:solidFill>
                          <a:effectLst/>
                          <a:latin typeface="Times New Roman" pitchFamily="18" charset="0"/>
                          <a:cs typeface="Times New Roman" pitchFamily="18" charset="0"/>
                        </a:rPr>
                        <a:t>da</a:t>
                      </a:r>
                      <a:endParaRPr kumimoji="0" lang="sl-SI" sz="18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3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61122" name="AutoShape 2"/>
          <p:cNvSpPr>
            <a:spLocks noGrp="1" noChangeArrowheads="1"/>
          </p:cNvSpPr>
          <p:nvPr>
            <p:ph type="title"/>
          </p:nvPr>
        </p:nvSpPr>
        <p:spPr/>
        <p:txBody>
          <a:bodyPr/>
          <a:lstStyle/>
          <a:p>
            <a:r>
              <a:rPr lang="sl-SI"/>
              <a:t>Protokol PXC</a:t>
            </a:r>
            <a:endParaRPr lang="en-US"/>
          </a:p>
        </p:txBody>
      </p:sp>
      <p:sp>
        <p:nvSpPr>
          <p:cNvPr id="261123" name="Rectangle 3"/>
          <p:cNvSpPr>
            <a:spLocks noGrp="1" noChangeArrowheads="1"/>
          </p:cNvSpPr>
          <p:nvPr>
            <p:ph type="body" idx="1"/>
          </p:nvPr>
        </p:nvSpPr>
        <p:spPr/>
        <p:txBody>
          <a:bodyPr/>
          <a:lstStyle/>
          <a:p>
            <a:pPr marL="457200" indent="-457200">
              <a:lnSpc>
                <a:spcPct val="80000"/>
              </a:lnSpc>
            </a:pPr>
            <a:r>
              <a:rPr lang="sl-SI" sz="2000"/>
              <a:t>Temelji na ekskluzivnem zaseganju</a:t>
            </a:r>
          </a:p>
          <a:p>
            <a:pPr marL="838200" lvl="1" indent="-381000">
              <a:lnSpc>
                <a:spcPct val="80000"/>
              </a:lnSpc>
              <a:buFontTx/>
              <a:buAutoNum type="arabicPeriod"/>
            </a:pPr>
            <a:r>
              <a:rPr lang="sl-SI" sz="1800"/>
              <a:t>Transakcija, ki želi </a:t>
            </a:r>
            <a:r>
              <a:rPr lang="sl-SI" sz="1800">
                <a:solidFill>
                  <a:srgbClr val="FF0066"/>
                </a:solidFill>
              </a:rPr>
              <a:t>ažurirati</a:t>
            </a:r>
            <a:r>
              <a:rPr lang="sl-SI" sz="1800"/>
              <a:t> podatek ali ga prebrati brez nevarnosti sočasnega ažuriranja, ga mora najprej </a:t>
            </a:r>
            <a:r>
              <a:rPr lang="sl-SI" sz="1800">
                <a:solidFill>
                  <a:srgbClr val="FF0066"/>
                </a:solidFill>
              </a:rPr>
              <a:t>ekskluzivno zaseči</a:t>
            </a:r>
            <a:r>
              <a:rPr lang="sl-SI" sz="1800"/>
              <a:t>.</a:t>
            </a:r>
          </a:p>
          <a:p>
            <a:pPr marL="838200" lvl="1" indent="-381000">
              <a:lnSpc>
                <a:spcPct val="80000"/>
              </a:lnSpc>
              <a:buFontTx/>
              <a:buAutoNum type="arabicPeriod"/>
            </a:pPr>
            <a:r>
              <a:rPr lang="sl-SI" sz="1800"/>
              <a:t>Če transakciji zahteva po zaseženju ne more biti takoj odobrena, preide v stanje </a:t>
            </a:r>
            <a:r>
              <a:rPr lang="sl-SI" sz="1800">
                <a:solidFill>
                  <a:srgbClr val="FF0066"/>
                </a:solidFill>
              </a:rPr>
              <a:t>čakanja na odobritev</a:t>
            </a:r>
            <a:r>
              <a:rPr lang="sl-SI" sz="1800"/>
              <a:t>, njeno izvajanje pa se nadaljuje </a:t>
            </a:r>
            <a:r>
              <a:rPr lang="sl-SI" sz="1800">
                <a:solidFill>
                  <a:srgbClr val="FF0066"/>
                </a:solidFill>
              </a:rPr>
              <a:t>po odobritvi zaseženja</a:t>
            </a:r>
            <a:r>
              <a:rPr lang="sl-SI" sz="1800"/>
              <a:t>.</a:t>
            </a:r>
          </a:p>
          <a:p>
            <a:pPr marL="838200" lvl="1" indent="-381000">
              <a:lnSpc>
                <a:spcPct val="80000"/>
              </a:lnSpc>
              <a:buFontTx/>
              <a:buAutoNum type="arabicPeriod"/>
            </a:pPr>
            <a:r>
              <a:rPr lang="sl-SI" sz="1800"/>
              <a:t>Vsa zaseženja podatkov se smejo sprostiti šele </a:t>
            </a:r>
            <a:r>
              <a:rPr lang="sl-SI" sz="1800">
                <a:solidFill>
                  <a:srgbClr val="FF0066"/>
                </a:solidFill>
              </a:rPr>
              <a:t>po zaključku transakcije</a:t>
            </a:r>
            <a:r>
              <a:rPr lang="sl-SI" sz="1800"/>
              <a:t> (po izvedeni uveljavitvi ali razveljavitvi ažuriranj).</a:t>
            </a:r>
          </a:p>
          <a:p>
            <a:pPr marL="838200" lvl="1" indent="-381000">
              <a:lnSpc>
                <a:spcPct val="80000"/>
              </a:lnSpc>
              <a:buFontTx/>
              <a:buAutoNum type="arabicPeriod"/>
            </a:pPr>
            <a:r>
              <a:rPr lang="sl-SI" sz="1800"/>
              <a:t>Transakcija, ki želi le prebrati podatek in ji ni mar za sočasno ažuriranje tega podatka s strani kake druge transakcije, ga sme prebrati ne glede na to, ali je podatek zasežen ali ne. </a:t>
            </a:r>
            <a:endParaRPr lang="en-US" sz="1800"/>
          </a:p>
          <a:p>
            <a:pPr marL="838200" lvl="1" indent="-381000">
              <a:lnSpc>
                <a:spcPct val="80000"/>
              </a:lnSpc>
              <a:buFontTx/>
              <a:buAutoNum type="arabicPeriod"/>
            </a:pPr>
            <a:endParaRPr lang="sl-SI" sz="1800"/>
          </a:p>
          <a:p>
            <a:pPr marL="457200" indent="-457200">
              <a:lnSpc>
                <a:spcPct val="80000"/>
              </a:lnSpc>
            </a:pPr>
            <a:r>
              <a:rPr lang="sl-SI" sz="2000"/>
              <a:t>Transakcij iz (4) je le malo in dajejo približno točne rezultate</a:t>
            </a:r>
          </a:p>
          <a:p>
            <a:pPr marL="838200" lvl="1" indent="-381000">
              <a:lnSpc>
                <a:spcPct val="80000"/>
              </a:lnSpc>
              <a:buFontTx/>
              <a:buNone/>
            </a:pPr>
            <a:endParaRPr lang="sl-SI" sz="1800"/>
          </a:p>
        </p:txBody>
      </p:sp>
    </p:spTree>
  </p:cSld>
  <p:clrMapOvr>
    <a:masterClrMapping/>
  </p:clrMapOvr>
  <p:transition/>
</p:sld>
</file>

<file path=ppt/slides/slide3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60098" name="AutoShape 2"/>
          <p:cNvSpPr>
            <a:spLocks noGrp="1" noChangeArrowheads="1"/>
          </p:cNvSpPr>
          <p:nvPr>
            <p:ph type="title"/>
          </p:nvPr>
        </p:nvSpPr>
        <p:spPr/>
        <p:txBody>
          <a:bodyPr/>
          <a:lstStyle/>
          <a:p>
            <a:r>
              <a:rPr lang="sl-SI"/>
              <a:t>Protokol PSC</a:t>
            </a:r>
            <a:endParaRPr lang="en-US"/>
          </a:p>
        </p:txBody>
      </p:sp>
      <p:sp>
        <p:nvSpPr>
          <p:cNvPr id="260099" name="Rectangle 3"/>
          <p:cNvSpPr>
            <a:spLocks noGrp="1" noChangeArrowheads="1"/>
          </p:cNvSpPr>
          <p:nvPr>
            <p:ph type="body" idx="1"/>
          </p:nvPr>
        </p:nvSpPr>
        <p:spPr/>
        <p:txBody>
          <a:bodyPr/>
          <a:lstStyle/>
          <a:p>
            <a:pPr marL="457200" indent="-457200">
              <a:lnSpc>
                <a:spcPct val="90000"/>
              </a:lnSpc>
            </a:pPr>
            <a:r>
              <a:rPr lang="sl-SI" sz="2000"/>
              <a:t>Temelji na ekskluzivnem in deljenem zaseganju</a:t>
            </a:r>
          </a:p>
          <a:p>
            <a:pPr marL="838200" lvl="1" indent="-381000">
              <a:lnSpc>
                <a:spcPct val="90000"/>
              </a:lnSpc>
              <a:buFontTx/>
              <a:buAutoNum type="arabicPeriod"/>
            </a:pPr>
            <a:r>
              <a:rPr lang="sl-SI" sz="1800"/>
              <a:t>Transakcija, ki želi ažurirati podatek, ga mora najprej ekskluzivno zaseči.</a:t>
            </a:r>
          </a:p>
          <a:p>
            <a:pPr marL="838200" lvl="1" indent="-381000">
              <a:lnSpc>
                <a:spcPct val="90000"/>
              </a:lnSpc>
              <a:buFontTx/>
              <a:buAutoNum type="arabicPeriod"/>
            </a:pPr>
            <a:r>
              <a:rPr lang="sl-SI" sz="1800"/>
              <a:t>Če transakciji zahteva po zaseženju ne more biti takoj odobrena, preide v stanje čakanja na odobritev, njeno izvajanje pa se nadaljuje po odobritvi zaseženja.</a:t>
            </a:r>
          </a:p>
          <a:p>
            <a:pPr marL="838200" lvl="1" indent="-381000">
              <a:lnSpc>
                <a:spcPct val="90000"/>
              </a:lnSpc>
              <a:buFontTx/>
              <a:buAutoNum type="arabicPeriod"/>
            </a:pPr>
            <a:r>
              <a:rPr lang="sl-SI" sz="1800"/>
              <a:t>Vsa zaseženja podatkov se smejo sprostiti šele po zaključku transakcije (po izvedeni uveljavitvi ali razveljavitvi ažuriranj).</a:t>
            </a:r>
          </a:p>
          <a:p>
            <a:pPr marL="838200" lvl="1" indent="-381000">
              <a:lnSpc>
                <a:spcPct val="90000"/>
              </a:lnSpc>
              <a:buFontTx/>
              <a:buAutoNum type="arabicPeriod"/>
            </a:pPr>
            <a:r>
              <a:rPr lang="sl-SI" sz="1800"/>
              <a:t>Transakcija, ki želi le prebrati podatek in ji ni mar za sočasno ažuriranje tega podatka s strani kake druge transakcije, ga sme prebrati ne glede na to, ali je podatek zasežen ali ne.</a:t>
            </a:r>
          </a:p>
          <a:p>
            <a:pPr marL="838200" lvl="1" indent="-381000">
              <a:lnSpc>
                <a:spcPct val="90000"/>
              </a:lnSpc>
              <a:buFontTx/>
              <a:buAutoNum type="arabicPeriod"/>
            </a:pPr>
            <a:r>
              <a:rPr lang="sl-SI" sz="1800">
                <a:solidFill>
                  <a:srgbClr val="FF0066"/>
                </a:solidFill>
              </a:rPr>
              <a:t>Transakcija, ki želi ekskluzivno zaseči podatek, mora imeti pred tem odobreno njegovo deljeno zaseženje;</a:t>
            </a:r>
            <a:endParaRPr lang="en-US" sz="1800">
              <a:solidFill>
                <a:srgbClr val="FF0066"/>
              </a:solidFill>
            </a:endParaRPr>
          </a:p>
        </p:txBody>
      </p:sp>
    </p:spTree>
  </p:cSld>
  <p:clrMapOvr>
    <a:masterClrMapping/>
  </p:clrMapOvr>
  <p:transition/>
</p:sld>
</file>

<file path=ppt/slides/slide3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62146" name="AutoShape 2"/>
          <p:cNvSpPr>
            <a:spLocks noGrp="1" noChangeArrowheads="1"/>
          </p:cNvSpPr>
          <p:nvPr>
            <p:ph type="title"/>
          </p:nvPr>
        </p:nvSpPr>
        <p:spPr/>
        <p:txBody>
          <a:bodyPr/>
          <a:lstStyle/>
          <a:p>
            <a:r>
              <a:rPr lang="sl-SI"/>
              <a:t>Protokola PXC in PSC</a:t>
            </a:r>
            <a:endParaRPr lang="en-US"/>
          </a:p>
        </p:txBody>
      </p:sp>
      <p:sp>
        <p:nvSpPr>
          <p:cNvPr id="262147" name="Rectangle 3"/>
          <p:cNvSpPr>
            <a:spLocks noGrp="1" noChangeArrowheads="1"/>
          </p:cNvSpPr>
          <p:nvPr>
            <p:ph type="body" idx="1"/>
          </p:nvPr>
        </p:nvSpPr>
        <p:spPr/>
        <p:txBody>
          <a:bodyPr/>
          <a:lstStyle/>
          <a:p>
            <a:pPr>
              <a:lnSpc>
                <a:spcPct val="90000"/>
              </a:lnSpc>
            </a:pPr>
            <a:r>
              <a:rPr lang="sl-SI" sz="2400"/>
              <a:t>Protokol PSC dopušča sočasno izvajanje dveh zgolj povpraševalnih transakcij, ki zahtevata zaščito pred ažuriranjem, protokol PXC pa ne. </a:t>
            </a:r>
          </a:p>
          <a:p>
            <a:pPr>
              <a:lnSpc>
                <a:spcPct val="90000"/>
              </a:lnSpc>
            </a:pPr>
            <a:r>
              <a:rPr lang="sl-SI" sz="2400"/>
              <a:t>Protokol PSC veliko bolj dopušča nastop neskončne </a:t>
            </a:r>
            <a:r>
              <a:rPr lang="en-US" sz="2400"/>
              <a:t>(</a:t>
            </a:r>
            <a:r>
              <a:rPr lang="sl-SI" sz="2400"/>
              <a:t>mrtve</a:t>
            </a:r>
            <a:r>
              <a:rPr lang="en-US" sz="2400"/>
              <a:t>)</a:t>
            </a:r>
            <a:r>
              <a:rPr lang="sl-SI" sz="2400"/>
              <a:t> zanke kot PXC</a:t>
            </a:r>
          </a:p>
          <a:p>
            <a:pPr>
              <a:lnSpc>
                <a:spcPct val="90000"/>
              </a:lnSpc>
            </a:pPr>
            <a:r>
              <a:rPr lang="sl-SI" sz="2400"/>
              <a:t>S sproščanjem vseh zaseženj šele ob zaključku transakcije je zagotovljena konsistentnost povpraševanj tudi v primerih, ko se transakcija zaključi neuspešno in se njena ažuriranja razveljavijo - izključi se možnost branja neveljavnega podatka.</a:t>
            </a:r>
            <a:endParaRPr lang="en-US" sz="2400"/>
          </a:p>
        </p:txBody>
      </p:sp>
    </p:spTree>
  </p:cSld>
  <p:clrMapOvr>
    <a:masterClrMapping/>
  </p:clrMapOvr>
  <p:transition/>
</p:sld>
</file>

<file path=ppt/slides/slide3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63170" name="AutoShape 2"/>
          <p:cNvSpPr>
            <a:spLocks noGrp="1" noChangeArrowheads="1"/>
          </p:cNvSpPr>
          <p:nvPr>
            <p:ph type="title"/>
          </p:nvPr>
        </p:nvSpPr>
        <p:spPr/>
        <p:txBody>
          <a:bodyPr/>
          <a:lstStyle/>
          <a:p>
            <a:r>
              <a:rPr lang="sl-SI"/>
              <a:t>Primer (3) s protokolom PXC</a:t>
            </a:r>
            <a:endParaRPr lang="en-US"/>
          </a:p>
        </p:txBody>
      </p:sp>
      <p:graphicFrame>
        <p:nvGraphicFramePr>
          <p:cNvPr id="263317" name="Group 149"/>
          <p:cNvGraphicFramePr>
            <a:graphicFrameLocks noGrp="1"/>
          </p:cNvGraphicFramePr>
          <p:nvPr>
            <p:ph sz="half" idx="1"/>
          </p:nvPr>
        </p:nvGraphicFramePr>
        <p:xfrm>
          <a:off x="838200" y="2362200"/>
          <a:ext cx="3581400" cy="3724278"/>
        </p:xfrm>
        <a:graphic>
          <a:graphicData uri="http://schemas.openxmlformats.org/drawingml/2006/table">
            <a:tbl>
              <a:tblPr/>
              <a:tblGrid>
                <a:gridCol w="17907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tblGrid>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iPreberi(Y,t)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7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7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en-US"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Times New Roman" pitchFamily="18"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079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63234" name="Rectangle 66"/>
          <p:cNvSpPr>
            <a:spLocks noChangeArrowheads="1"/>
          </p:cNvSpPr>
          <p:nvPr/>
        </p:nvSpPr>
        <p:spPr bwMode="auto">
          <a:xfrm>
            <a:off x="4724400" y="2362200"/>
            <a:ext cx="3770313" cy="3724275"/>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endParaRPr lang="en-US" sz="2400"/>
          </a:p>
        </p:txBody>
      </p:sp>
      <p:graphicFrame>
        <p:nvGraphicFramePr>
          <p:cNvPr id="263315" name="Group 147"/>
          <p:cNvGraphicFramePr>
            <a:graphicFrameLocks noGrp="1"/>
          </p:cNvGraphicFramePr>
          <p:nvPr>
            <p:ph sz="half" idx="2"/>
          </p:nvPr>
        </p:nvGraphicFramePr>
        <p:xfrm>
          <a:off x="4760913" y="2362200"/>
          <a:ext cx="4230687" cy="4043048"/>
        </p:xfrm>
        <a:graphic>
          <a:graphicData uri="http://schemas.openxmlformats.org/drawingml/2006/table">
            <a:tbl>
              <a:tblPr/>
              <a:tblGrid>
                <a:gridCol w="2116137">
                  <a:extLst>
                    <a:ext uri="{9D8B030D-6E8A-4147-A177-3AD203B41FA5}">
                      <a16:colId xmlns:a16="http://schemas.microsoft.com/office/drawing/2014/main" val="20000"/>
                    </a:ext>
                  </a:extLst>
                </a:gridCol>
                <a:gridCol w="2114550">
                  <a:extLst>
                    <a:ext uri="{9D8B030D-6E8A-4147-A177-3AD203B41FA5}">
                      <a16:colId xmlns:a16="http://schemas.microsoft.com/office/drawing/2014/main" val="20001"/>
                    </a:ext>
                  </a:extLst>
                </a:gridCol>
              </a:tblGrid>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200" b="1" i="0" u="none" strike="noStrike" cap="none" normalizeH="0" baseline="0">
                          <a:ln>
                            <a:noFill/>
                          </a:ln>
                          <a:solidFill>
                            <a:srgbClr val="003366"/>
                          </a:solidFill>
                          <a:effectLst/>
                          <a:latin typeface="Courier New" pitchFamily="49" charset="0"/>
                          <a:cs typeface="Courier New" pitchFamily="49" charset="0"/>
                        </a:rPr>
                        <a:t>Y</a:t>
                      </a:r>
                      <a:r>
                        <a:rPr kumimoji="0" lang="sl-SI" sz="1200" b="1" i="0" u="none" strike="noStrike" cap="none" normalizeH="0" baseline="0">
                          <a:ln>
                            <a:noFill/>
                          </a:ln>
                          <a:solidFill>
                            <a:srgbClr val="003366"/>
                          </a:solidFill>
                          <a:effectLst/>
                          <a:latin typeface="Courier New" pitchFamily="49" charset="0"/>
                          <a:cs typeface="Times New Roman" pitchFamily="18" charset="0"/>
                        </a:rPr>
                        <a:t>,t) </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7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(čaka na odobritev)</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7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en-US"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(zaseženje odobreno)</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079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transition/>
</p:sld>
</file>

<file path=ppt/slides/slide3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66242" name="AutoShape 2"/>
          <p:cNvSpPr>
            <a:spLocks noGrp="1" noChangeArrowheads="1"/>
          </p:cNvSpPr>
          <p:nvPr>
            <p:ph type="title"/>
          </p:nvPr>
        </p:nvSpPr>
        <p:spPr/>
        <p:txBody>
          <a:bodyPr/>
          <a:lstStyle/>
          <a:p>
            <a:r>
              <a:rPr lang="sl-SI"/>
              <a:t>Primer (5) s protokolom PXC</a:t>
            </a:r>
            <a:endParaRPr lang="en-US"/>
          </a:p>
        </p:txBody>
      </p:sp>
      <p:sp>
        <p:nvSpPr>
          <p:cNvPr id="266302" name="Rectangle 62"/>
          <p:cNvSpPr>
            <a:spLocks noChangeArrowheads="1"/>
          </p:cNvSpPr>
          <p:nvPr/>
        </p:nvSpPr>
        <p:spPr bwMode="auto">
          <a:xfrm>
            <a:off x="4724400" y="2362200"/>
            <a:ext cx="3770313" cy="3724275"/>
          </a:xfrm>
          <a:prstGeom prst="rect">
            <a:avLst/>
          </a:prstGeom>
          <a:noFill/>
          <a:ln w="9525">
            <a:noFill/>
            <a:miter lim="800000"/>
            <a:headEnd/>
            <a:tailEnd/>
          </a:ln>
          <a:effectLst/>
        </p:spPr>
        <p:txBody>
          <a:bodyPr/>
          <a:lstStyle/>
          <a:p>
            <a:pPr marL="342900" indent="-342900" algn="l">
              <a:spcBef>
                <a:spcPct val="20000"/>
              </a:spcBef>
              <a:buClr>
                <a:schemeClr val="tx1"/>
              </a:buClr>
              <a:buSzPct val="75000"/>
              <a:buFont typeface="Wingdings" pitchFamily="2" charset="2"/>
              <a:buChar char="l"/>
            </a:pPr>
            <a:endParaRPr lang="en-US" sz="2400"/>
          </a:p>
        </p:txBody>
      </p:sp>
      <p:graphicFrame>
        <p:nvGraphicFramePr>
          <p:cNvPr id="266484" name="Group 244"/>
          <p:cNvGraphicFramePr>
            <a:graphicFrameLocks noGrp="1"/>
          </p:cNvGraphicFramePr>
          <p:nvPr>
            <p:ph sz="half" idx="1"/>
          </p:nvPr>
        </p:nvGraphicFramePr>
        <p:xfrm>
          <a:off x="838200" y="2362200"/>
          <a:ext cx="3581400" cy="3724278"/>
        </p:xfrm>
        <a:graphic>
          <a:graphicData uri="http://schemas.openxmlformats.org/drawingml/2006/table">
            <a:tbl>
              <a:tblPr/>
              <a:tblGrid>
                <a:gridCol w="17907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tblGrid>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iPreberi(Y,t) </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7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7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079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Pozabi</a:t>
                      </a:r>
                      <a:endPar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graphicFrame>
        <p:nvGraphicFramePr>
          <p:cNvPr id="266489" name="Group 249"/>
          <p:cNvGraphicFramePr>
            <a:graphicFrameLocks noGrp="1"/>
          </p:cNvGraphicFramePr>
          <p:nvPr>
            <p:ph sz="half" idx="2"/>
          </p:nvPr>
        </p:nvGraphicFramePr>
        <p:xfrm>
          <a:off x="4760913" y="2362200"/>
          <a:ext cx="4078287" cy="4041460"/>
        </p:xfrm>
        <a:graphic>
          <a:graphicData uri="http://schemas.openxmlformats.org/drawingml/2006/table">
            <a:tbl>
              <a:tblPr/>
              <a:tblGrid>
                <a:gridCol w="2039937">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tblGrid>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200" b="1" i="0" u="none" strike="noStrike" cap="none" normalizeH="0" baseline="0">
                          <a:ln>
                            <a:noFill/>
                          </a:ln>
                          <a:solidFill>
                            <a:srgbClr val="003366"/>
                          </a:solidFill>
                          <a:effectLst/>
                          <a:latin typeface="Courier New" pitchFamily="49" charset="0"/>
                          <a:cs typeface="Courier New" pitchFamily="49" charset="0"/>
                        </a:rPr>
                        <a:t>Y</a:t>
                      </a:r>
                      <a:r>
                        <a:rPr kumimoji="0" lang="sl-SI" sz="1200" b="1" i="0" u="none" strike="noStrike" cap="none" normalizeH="0" baseline="0">
                          <a:ln>
                            <a:noFill/>
                          </a:ln>
                          <a:solidFill>
                            <a:srgbClr val="003366"/>
                          </a:solidFill>
                          <a:effectLst/>
                          <a:latin typeface="Courier New" pitchFamily="49" charset="0"/>
                          <a:cs typeface="Times New Roman" pitchFamily="18" charset="0"/>
                        </a:rPr>
                        <a:t>,t) </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7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6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7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2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(čaka na odobritev)</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Pozabi</a:t>
                      </a:r>
                      <a:endParaRPr kumimoji="0" lang="en-US"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(zasežene odobreno)</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07963">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1" i="0" u="none" strike="noStrike" cap="none" normalizeH="0" baseline="0">
                        <a:ln>
                          <a:noFill/>
                        </a:ln>
                        <a:solidFill>
                          <a:srgbClr val="003366"/>
                        </a:solidFill>
                        <a:effectLst/>
                        <a:latin typeface="Courier New" pitchFamily="49"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06375">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transition/>
</p:sld>
</file>

<file path=ppt/slides/slide3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67266" name="AutoShape 2"/>
          <p:cNvSpPr>
            <a:spLocks noGrp="1" noChangeArrowheads="1"/>
          </p:cNvSpPr>
          <p:nvPr>
            <p:ph type="title"/>
          </p:nvPr>
        </p:nvSpPr>
        <p:spPr/>
        <p:txBody>
          <a:bodyPr/>
          <a:lstStyle/>
          <a:p>
            <a:r>
              <a:rPr lang="sl-SI"/>
              <a:t>Pojav mrtve zanke (deadlock)</a:t>
            </a:r>
            <a:endParaRPr lang="en-US"/>
          </a:p>
        </p:txBody>
      </p:sp>
      <p:sp>
        <p:nvSpPr>
          <p:cNvPr id="267269" name="Rectangle 5"/>
          <p:cNvSpPr>
            <a:spLocks noGrp="1" noChangeArrowheads="1"/>
          </p:cNvSpPr>
          <p:nvPr>
            <p:ph type="body" sz="half" idx="2"/>
          </p:nvPr>
        </p:nvSpPr>
        <p:spPr>
          <a:xfrm>
            <a:off x="5029200" y="2362200"/>
            <a:ext cx="3886200" cy="3724275"/>
          </a:xfrm>
        </p:spPr>
        <p:txBody>
          <a:bodyPr/>
          <a:lstStyle/>
          <a:p>
            <a:pPr marL="381000" indent="-381000">
              <a:lnSpc>
                <a:spcPct val="80000"/>
              </a:lnSpc>
            </a:pPr>
            <a:r>
              <a:rPr lang="sl-SI" sz="2000"/>
              <a:t>Mrtva zanka: transakciji v neskončnost čakata druga </a:t>
            </a:r>
            <a:br>
              <a:rPr lang="sl-SI" sz="2000"/>
            </a:br>
            <a:r>
              <a:rPr lang="sl-SI" sz="2000"/>
              <a:t>na drugo</a:t>
            </a:r>
          </a:p>
          <a:p>
            <a:pPr marL="381000" indent="-381000">
              <a:lnSpc>
                <a:spcPct val="80000"/>
              </a:lnSpc>
            </a:pPr>
            <a:r>
              <a:rPr lang="sl-SI" sz="2000"/>
              <a:t>Možne rešitve:</a:t>
            </a:r>
          </a:p>
          <a:p>
            <a:pPr marL="800100" lvl="1" indent="-342900">
              <a:lnSpc>
                <a:spcPct val="80000"/>
              </a:lnSpc>
              <a:buFontTx/>
              <a:buAutoNum type="arabicPeriod"/>
            </a:pPr>
            <a:r>
              <a:rPr lang="sl-SI" sz="1800"/>
              <a:t>Urnik izvajanja transakcij</a:t>
            </a:r>
          </a:p>
          <a:p>
            <a:pPr marL="800100" lvl="1" indent="-342900">
              <a:lnSpc>
                <a:spcPct val="80000"/>
              </a:lnSpc>
              <a:buFontTx/>
              <a:buAutoNum type="arabicPeriod"/>
            </a:pPr>
            <a:r>
              <a:rPr lang="sl-SI" sz="1800"/>
              <a:t>Vnaprejšnje zaseganje podatkov, ki jih bo transakcija ažurirala</a:t>
            </a:r>
          </a:p>
          <a:p>
            <a:pPr marL="800100" lvl="1" indent="-342900">
              <a:lnSpc>
                <a:spcPct val="80000"/>
              </a:lnSpc>
              <a:buFontTx/>
              <a:buAutoNum type="arabicPeriod"/>
            </a:pPr>
            <a:r>
              <a:rPr lang="sl-SI" sz="1800"/>
              <a:t>Ureditev objektov zaseganja</a:t>
            </a:r>
          </a:p>
          <a:p>
            <a:pPr marL="800100" lvl="1" indent="-342900">
              <a:lnSpc>
                <a:spcPct val="80000"/>
              </a:lnSpc>
              <a:buFontTx/>
              <a:buAutoNum type="arabicPeriod"/>
            </a:pPr>
            <a:r>
              <a:rPr lang="sl-SI" sz="1800"/>
              <a:t>Odločitev transakcijskega programa</a:t>
            </a:r>
          </a:p>
          <a:p>
            <a:pPr marL="800100" lvl="1" indent="-342900">
              <a:lnSpc>
                <a:spcPct val="80000"/>
              </a:lnSpc>
              <a:buFontTx/>
              <a:buAutoNum type="arabicPeriod"/>
            </a:pPr>
            <a:r>
              <a:rPr lang="sl-SI" sz="1800">
                <a:solidFill>
                  <a:srgbClr val="FF0066"/>
                </a:solidFill>
              </a:rPr>
              <a:t>Dodatni protokoli za prekinjanje transakcij</a:t>
            </a:r>
            <a:endParaRPr lang="en-US" sz="1800">
              <a:solidFill>
                <a:srgbClr val="FF0066"/>
              </a:solidFill>
            </a:endParaRPr>
          </a:p>
        </p:txBody>
      </p:sp>
      <p:graphicFrame>
        <p:nvGraphicFramePr>
          <p:cNvPr id="267339" name="Group 75"/>
          <p:cNvGraphicFramePr>
            <a:graphicFrameLocks noGrp="1"/>
          </p:cNvGraphicFramePr>
          <p:nvPr>
            <p:ph sz="half" idx="1"/>
          </p:nvPr>
        </p:nvGraphicFramePr>
        <p:xfrm>
          <a:off x="838200" y="2362200"/>
          <a:ext cx="4114800" cy="1558608"/>
        </p:xfrm>
        <a:graphic>
          <a:graphicData uri="http://schemas.openxmlformats.org/drawingml/2006/table">
            <a:tbl>
              <a:tblPr/>
              <a:tblGrid>
                <a:gridCol w="1979613">
                  <a:extLst>
                    <a:ext uri="{9D8B030D-6E8A-4147-A177-3AD203B41FA5}">
                      <a16:colId xmlns:a16="http://schemas.microsoft.com/office/drawing/2014/main" val="20000"/>
                    </a:ext>
                  </a:extLst>
                </a:gridCol>
                <a:gridCol w="2135187">
                  <a:extLst>
                    <a:ext uri="{9D8B030D-6E8A-4147-A177-3AD203B41FA5}">
                      <a16:colId xmlns:a16="http://schemas.microsoft.com/office/drawing/2014/main" val="20001"/>
                    </a:ext>
                  </a:extLst>
                </a:gridCol>
              </a:tblGrid>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200" b="1" i="0" u="none" strike="noStrike" cap="none" normalizeH="0" baseline="0">
                          <a:ln>
                            <a:noFill/>
                          </a:ln>
                          <a:solidFill>
                            <a:srgbClr val="003366"/>
                          </a:solidFill>
                          <a:effectLst/>
                          <a:latin typeface="Courier New" pitchFamily="49" charset="0"/>
                          <a:cs typeface="Courier New" pitchFamily="49" charset="0"/>
                        </a:rPr>
                        <a:t>x</a:t>
                      </a:r>
                      <a:r>
                        <a:rPr kumimoji="0" lang="sl-SI" sz="1200" b="1" i="0" u="none" strike="noStrike" cap="none" normalizeH="0" baseline="0">
                          <a:ln>
                            <a:noFill/>
                          </a:ln>
                          <a:solidFill>
                            <a:srgbClr val="003366"/>
                          </a:solidFill>
                          <a:effectLst/>
                          <a:latin typeface="Courier New" pitchFamily="49" charset="0"/>
                          <a:cs typeface="Times New Roman" pitchFamily="18" charset="0"/>
                        </a:rPr>
                        <a:t>) </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2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200" b="1" i="0" u="none" strike="noStrike" cap="none" normalizeH="0" baseline="0">
                          <a:ln>
                            <a:noFill/>
                          </a:ln>
                          <a:solidFill>
                            <a:srgbClr val="003366"/>
                          </a:solidFill>
                          <a:effectLst/>
                          <a:latin typeface="Courier New" pitchFamily="49" charset="0"/>
                          <a:cs typeface="Courier New" pitchFamily="49" charset="0"/>
                        </a:rPr>
                        <a:t>Y</a:t>
                      </a:r>
                      <a:r>
                        <a:rPr kumimoji="0" lang="sl-SI" sz="1200" b="1" i="0" u="none" strike="noStrike" cap="none" normalizeH="0" baseline="0">
                          <a:ln>
                            <a:noFill/>
                          </a:ln>
                          <a:solidFill>
                            <a:srgbClr val="003366"/>
                          </a:solidFill>
                          <a:effectLst/>
                          <a:latin typeface="Courier New" pitchFamily="49" charset="0"/>
                          <a:cs typeface="Times New Roman" pitchFamily="18" charset="0"/>
                        </a:rPr>
                        <a:t>,</a:t>
                      </a:r>
                      <a:r>
                        <a:rPr kumimoji="0" lang="sl-SI" sz="1200" b="1" i="0" u="none" strike="noStrike" cap="none" normalizeH="0" baseline="0">
                          <a:ln>
                            <a:noFill/>
                          </a:ln>
                          <a:solidFill>
                            <a:srgbClr val="003366"/>
                          </a:solidFill>
                          <a:effectLst/>
                          <a:latin typeface="Courier New" pitchFamily="49" charset="0"/>
                          <a:cs typeface="Courier New" pitchFamily="49" charset="0"/>
                        </a:rPr>
                        <a:t>y</a:t>
                      </a:r>
                      <a:r>
                        <a:rPr kumimoji="0" lang="sl-SI" sz="1200" b="1" i="0" u="none" strike="noStrike" cap="none" normalizeH="0" baseline="0">
                          <a:ln>
                            <a:noFill/>
                          </a:ln>
                          <a:solidFill>
                            <a:srgbClr val="003366"/>
                          </a:solidFill>
                          <a:effectLst/>
                          <a:latin typeface="Courier New" pitchFamily="49" charset="0"/>
                          <a:cs typeface="Times New Roman" pitchFamily="18" charset="0"/>
                        </a:rPr>
                        <a:t>) </a:t>
                      </a: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79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200" b="1" i="0" u="none" strike="noStrike" cap="none" normalizeH="0" baseline="0">
                          <a:ln>
                            <a:noFill/>
                          </a:ln>
                          <a:solidFill>
                            <a:srgbClr val="003366"/>
                          </a:solidFill>
                          <a:effectLst/>
                          <a:latin typeface="Courier New" pitchFamily="49" charset="0"/>
                          <a:cs typeface="Courier New" pitchFamily="49" charset="0"/>
                        </a:rPr>
                        <a:t>Y</a:t>
                      </a:r>
                      <a:r>
                        <a:rPr kumimoji="0" lang="sl-SI" sz="1200" b="1" i="0" u="none" strike="noStrike" cap="none" normalizeH="0" baseline="0">
                          <a:ln>
                            <a:noFill/>
                          </a:ln>
                          <a:solidFill>
                            <a:srgbClr val="003366"/>
                          </a:solidFill>
                          <a:effectLst/>
                          <a:latin typeface="Courier New" pitchFamily="49" charset="0"/>
                          <a:cs typeface="Times New Roman" pitchFamily="18" charset="0"/>
                        </a:rPr>
                        <a:t>,</a:t>
                      </a:r>
                      <a:r>
                        <a:rPr kumimoji="0" lang="sl-SI" sz="1200" b="1" i="0" u="none" strike="noStrike" cap="none" normalizeH="0" baseline="0">
                          <a:ln>
                            <a:noFill/>
                          </a:ln>
                          <a:solidFill>
                            <a:srgbClr val="003366"/>
                          </a:solidFill>
                          <a:effectLst/>
                          <a:latin typeface="Courier New" pitchFamily="49" charset="0"/>
                          <a:cs typeface="Courier New" pitchFamily="49" charset="0"/>
                        </a:rPr>
                        <a:t>y</a:t>
                      </a:r>
                      <a:r>
                        <a:rPr kumimoji="0" lang="sl-SI" sz="1200" b="1" i="0" u="none" strike="noStrike" cap="none" normalizeH="0" baseline="0">
                          <a:ln>
                            <a:noFill/>
                          </a:ln>
                          <a:solidFill>
                            <a:srgbClr val="003366"/>
                          </a:solidFill>
                          <a:effectLst/>
                          <a:latin typeface="Courier New" pitchFamily="49" charset="0"/>
                          <a:cs typeface="Times New Roman" pitchFamily="18" charset="0"/>
                        </a:rPr>
                        <a:t>)</a:t>
                      </a:r>
                      <a:endParaRPr kumimoji="0" lang="sl-SI" sz="12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(čaka na odobritev)</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2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E-</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2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200" b="1" i="0" u="none" strike="noStrike" cap="none" normalizeH="0" baseline="0">
                          <a:ln>
                            <a:noFill/>
                          </a:ln>
                          <a:solidFill>
                            <a:srgbClr val="003366"/>
                          </a:solidFill>
                          <a:effectLst/>
                          <a:latin typeface="Courier New" pitchFamily="49" charset="0"/>
                          <a:cs typeface="Courier New" pitchFamily="49" charset="0"/>
                        </a:rPr>
                        <a:t>x</a:t>
                      </a:r>
                      <a:r>
                        <a:rPr kumimoji="0" lang="sl-SI" sz="1200" b="1" i="0" u="none" strike="noStrike" cap="none" normalizeH="0" baseline="0">
                          <a:ln>
                            <a:noFill/>
                          </a:ln>
                          <a:solidFill>
                            <a:srgbClr val="003366"/>
                          </a:solidFill>
                          <a:effectLst/>
                          <a:latin typeface="Courier New" pitchFamily="49" charset="0"/>
                          <a:cs typeface="Times New Roman" pitchFamily="18" charset="0"/>
                        </a:rPr>
                        <a:t>)</a:t>
                      </a:r>
                      <a:endParaRPr kumimoji="0" lang="sl-SI" sz="1200" b="1" i="0" u="none" strike="noStrike" cap="none" normalizeH="0" baseline="0">
                        <a:ln>
                          <a:noFill/>
                        </a:ln>
                        <a:solidFill>
                          <a:srgbClr val="003366"/>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sl-SI" sz="1200" b="1" i="0" u="none" strike="noStrike" cap="none" normalizeH="0" baseline="0">
                          <a:ln>
                            <a:noFill/>
                          </a:ln>
                          <a:solidFill>
                            <a:srgbClr val="003366"/>
                          </a:solidFill>
                          <a:effectLst/>
                          <a:latin typeface="Courier New" pitchFamily="49" charset="0"/>
                          <a:cs typeface="Courier New" pitchFamily="49" charset="0"/>
                        </a:rPr>
                        <a:t>(čaka na odobritev)</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67340" name="Text Box 76"/>
          <p:cNvSpPr txBox="1">
            <a:spLocks noChangeArrowheads="1"/>
          </p:cNvSpPr>
          <p:nvPr/>
        </p:nvSpPr>
        <p:spPr bwMode="auto">
          <a:xfrm>
            <a:off x="1050925" y="4206875"/>
            <a:ext cx="2506663" cy="579438"/>
          </a:xfrm>
          <a:prstGeom prst="rect">
            <a:avLst/>
          </a:prstGeom>
          <a:noFill/>
          <a:ln w="9525">
            <a:noFill/>
            <a:miter lim="800000"/>
            <a:headEnd/>
            <a:tailEnd/>
          </a:ln>
          <a:effectLst/>
        </p:spPr>
        <p:txBody>
          <a:bodyPr wrap="none">
            <a:spAutoFit/>
          </a:bodyPr>
          <a:lstStyle/>
          <a:p>
            <a:pPr algn="l"/>
            <a:r>
              <a:rPr lang="sl-SI" sz="3200">
                <a:solidFill>
                  <a:srgbClr val="FF0066"/>
                </a:solidFill>
              </a:rPr>
              <a:t>Mrtva zanka!</a:t>
            </a:r>
            <a:endParaRPr lang="en-US" sz="3200">
              <a:solidFill>
                <a:srgbClr val="FF0066"/>
              </a:solidFill>
            </a:endParaRPr>
          </a:p>
        </p:txBody>
      </p:sp>
    </p:spTree>
  </p:cSld>
  <p:clrMapOvr>
    <a:masterClrMapping/>
  </p:clrMapOvr>
  <p:transition/>
</p:sld>
</file>

<file path=ppt/slides/slide3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69314" name="AutoShape 2"/>
          <p:cNvSpPr>
            <a:spLocks noGrp="1" noChangeArrowheads="1"/>
          </p:cNvSpPr>
          <p:nvPr>
            <p:ph type="title"/>
          </p:nvPr>
        </p:nvSpPr>
        <p:spPr/>
        <p:txBody>
          <a:bodyPr/>
          <a:lstStyle/>
          <a:p>
            <a:r>
              <a:rPr lang="sl-SI" sz="3200"/>
              <a:t>Protokoli za preprečevanje mrtve zanke v povezavi s PXC ali PSC</a:t>
            </a:r>
            <a:endParaRPr lang="en-US" sz="3200"/>
          </a:p>
        </p:txBody>
      </p:sp>
      <p:sp>
        <p:nvSpPr>
          <p:cNvPr id="269315" name="Rectangle 3"/>
          <p:cNvSpPr>
            <a:spLocks noGrp="1" noChangeArrowheads="1"/>
          </p:cNvSpPr>
          <p:nvPr>
            <p:ph type="body" idx="1"/>
          </p:nvPr>
        </p:nvSpPr>
        <p:spPr>
          <a:xfrm>
            <a:off x="838200" y="2362200"/>
            <a:ext cx="7693025" cy="3886200"/>
          </a:xfrm>
        </p:spPr>
        <p:txBody>
          <a:bodyPr/>
          <a:lstStyle/>
          <a:p>
            <a:pPr marL="533400" indent="-533400">
              <a:lnSpc>
                <a:spcPct val="90000"/>
              </a:lnSpc>
            </a:pPr>
            <a:r>
              <a:rPr lang="sl-SI" sz="2000"/>
              <a:t>Situacija: transakcija T</a:t>
            </a:r>
            <a:r>
              <a:rPr lang="sl-SI" sz="2000" baseline="-25000"/>
              <a:t>A</a:t>
            </a:r>
            <a:r>
              <a:rPr lang="sl-SI" sz="2000"/>
              <a:t> zahteva zaseženje podatka, ki ga je pred tem zasedla že T</a:t>
            </a:r>
            <a:r>
              <a:rPr lang="sl-SI" sz="2000" baseline="-25000"/>
              <a:t>B</a:t>
            </a:r>
          </a:p>
          <a:p>
            <a:pPr marL="914400" lvl="1" indent="-457200">
              <a:lnSpc>
                <a:spcPct val="90000"/>
              </a:lnSpc>
            </a:pPr>
            <a:r>
              <a:rPr lang="sl-SI" sz="1800"/>
              <a:t>Protokol </a:t>
            </a:r>
            <a:r>
              <a:rPr lang="sl-SI" sz="1800" b="1"/>
              <a:t>Čakaj ali izdihni</a:t>
            </a:r>
            <a:r>
              <a:rPr lang="sl-SI" sz="1800"/>
              <a:t>:</a:t>
            </a:r>
            <a:br>
              <a:rPr lang="sl-SI" sz="1800"/>
            </a:br>
            <a:r>
              <a:rPr lang="sl-SI" sz="1800"/>
              <a:t>če je transakcija T</a:t>
            </a:r>
            <a:r>
              <a:rPr lang="sl-SI" sz="1800" baseline="-25000"/>
              <a:t>A</a:t>
            </a:r>
            <a:r>
              <a:rPr lang="sl-SI" sz="1800"/>
              <a:t> starejša od T</a:t>
            </a:r>
            <a:r>
              <a:rPr lang="sl-SI" sz="1800" baseline="-25000"/>
              <a:t>B</a:t>
            </a:r>
            <a:r>
              <a:rPr lang="sl-SI" sz="1800"/>
              <a:t>, preide T</a:t>
            </a:r>
            <a:r>
              <a:rPr lang="sl-SI" sz="1800" baseline="-25000"/>
              <a:t>A</a:t>
            </a:r>
            <a:r>
              <a:rPr lang="sl-SI" sz="1800"/>
              <a:t> v stanje čakanja na odobritev, če je mlajša, pa se izvajanje T</a:t>
            </a:r>
            <a:r>
              <a:rPr lang="sl-SI" sz="1800" baseline="-25000"/>
              <a:t>A</a:t>
            </a:r>
            <a:r>
              <a:rPr lang="sl-SI" sz="1800"/>
              <a:t> prekine, transakcija T</a:t>
            </a:r>
            <a:r>
              <a:rPr lang="sl-SI" sz="1800" baseline="-25000"/>
              <a:t>A</a:t>
            </a:r>
            <a:r>
              <a:rPr lang="sl-SI" sz="1800"/>
              <a:t> se razveljavi in posreduje transakcijskemu programu v ponovno izvajanje;</a:t>
            </a:r>
          </a:p>
          <a:p>
            <a:pPr marL="914400" lvl="1" indent="-457200">
              <a:lnSpc>
                <a:spcPct val="90000"/>
              </a:lnSpc>
            </a:pPr>
            <a:r>
              <a:rPr lang="sl-SI" sz="1800"/>
              <a:t>Protokol </a:t>
            </a:r>
            <a:r>
              <a:rPr lang="sl-SI" sz="1800" b="1"/>
              <a:t>Rani ali čakaj</a:t>
            </a:r>
            <a:r>
              <a:rPr lang="sl-SI" sz="1800"/>
              <a:t>:</a:t>
            </a:r>
            <a:br>
              <a:rPr lang="sl-SI" sz="1800"/>
            </a:br>
            <a:r>
              <a:rPr lang="sl-SI" sz="1800"/>
              <a:t>če je transakcija T</a:t>
            </a:r>
            <a:r>
              <a:rPr lang="sl-SI" sz="1800" baseline="-25000"/>
              <a:t>A</a:t>
            </a:r>
            <a:r>
              <a:rPr lang="sl-SI" sz="1800"/>
              <a:t> starejša od T</a:t>
            </a:r>
            <a:r>
              <a:rPr lang="sl-SI" sz="1800" baseline="-25000"/>
              <a:t>B</a:t>
            </a:r>
            <a:r>
              <a:rPr lang="sl-SI" sz="1800"/>
              <a:t>, se prekine, razveljavi in vrne v ponovno izvajanje transakcija T</a:t>
            </a:r>
            <a:r>
              <a:rPr lang="sl-SI" sz="1800" baseline="-25000"/>
              <a:t>B</a:t>
            </a:r>
            <a:r>
              <a:rPr lang="sl-SI" sz="1800"/>
              <a:t> (po njeni razveljavitvi se transakciji T</a:t>
            </a:r>
            <a:r>
              <a:rPr lang="sl-SI" sz="1800" baseline="-25000"/>
              <a:t>A</a:t>
            </a:r>
            <a:r>
              <a:rPr lang="sl-SI" sz="1800"/>
              <a:t> odobri zaseženje podatka), če je T</a:t>
            </a:r>
            <a:r>
              <a:rPr lang="sl-SI" sz="1800" baseline="-25000"/>
              <a:t>A</a:t>
            </a:r>
            <a:r>
              <a:rPr lang="sl-SI" sz="1800"/>
              <a:t> mlajša, pa T</a:t>
            </a:r>
            <a:r>
              <a:rPr lang="sl-SI" sz="1800" baseline="-25000"/>
              <a:t>A</a:t>
            </a:r>
            <a:r>
              <a:rPr lang="sl-SI" sz="1800"/>
              <a:t> preide v stanje čakanja.</a:t>
            </a:r>
            <a:endParaRPr lang="en-US" sz="1800"/>
          </a:p>
          <a:p>
            <a:pPr marL="533400" indent="-533400">
              <a:lnSpc>
                <a:spcPct val="90000"/>
              </a:lnSpc>
            </a:pPr>
            <a:r>
              <a:rPr lang="en-US" sz="2000"/>
              <a:t>Starost transakcije je </a:t>
            </a:r>
            <a:r>
              <a:rPr lang="sl-SI" sz="2000"/>
              <a:t>čas o</a:t>
            </a:r>
            <a:r>
              <a:rPr lang="en-US" sz="2000"/>
              <a:t>d</a:t>
            </a:r>
            <a:r>
              <a:rPr lang="sl-SI" sz="2000"/>
              <a:t> njenega prvega začetka (sicer bi bila prekinjena transakcija vedno najmlajša).</a:t>
            </a:r>
            <a:endParaRPr lang="en-US" sz="2000"/>
          </a:p>
        </p:txBody>
      </p:sp>
    </p:spTree>
  </p:cSld>
  <p:clrMapOvr>
    <a:masterClrMapping/>
  </p:clrMapOvr>
  <p:transition/>
</p:sld>
</file>

<file path=ppt/slides/slide3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74434" name="AutoShape 2"/>
          <p:cNvSpPr>
            <a:spLocks noGrp="1" noChangeArrowheads="1"/>
          </p:cNvSpPr>
          <p:nvPr>
            <p:ph type="title"/>
          </p:nvPr>
        </p:nvSpPr>
        <p:spPr/>
        <p:txBody>
          <a:bodyPr/>
          <a:lstStyle/>
          <a:p>
            <a:r>
              <a:rPr lang="sl-SI"/>
              <a:t>Mrtv</a:t>
            </a:r>
            <a:r>
              <a:rPr lang="en-US"/>
              <a:t>a</a:t>
            </a:r>
            <a:r>
              <a:rPr lang="sl-SI"/>
              <a:t> zank</a:t>
            </a:r>
            <a:r>
              <a:rPr lang="en-US"/>
              <a:t>a</a:t>
            </a:r>
            <a:r>
              <a:rPr lang="sl-SI"/>
              <a:t> (</a:t>
            </a:r>
            <a:r>
              <a:rPr lang="en-US"/>
              <a:t>rani ali </a:t>
            </a:r>
            <a:r>
              <a:rPr lang="sl-SI"/>
              <a:t>čakaj)</a:t>
            </a:r>
            <a:endParaRPr lang="en-US"/>
          </a:p>
        </p:txBody>
      </p:sp>
      <p:graphicFrame>
        <p:nvGraphicFramePr>
          <p:cNvPr id="274435" name="Group 3"/>
          <p:cNvGraphicFramePr>
            <a:graphicFrameLocks noGrp="1"/>
          </p:cNvGraphicFramePr>
          <p:nvPr>
            <p:ph sz="half" idx="1"/>
          </p:nvPr>
        </p:nvGraphicFramePr>
        <p:xfrm>
          <a:off x="838200" y="2362200"/>
          <a:ext cx="3770313" cy="1456374"/>
        </p:xfrm>
        <a:graphic>
          <a:graphicData uri="http://schemas.openxmlformats.org/drawingml/2006/table">
            <a:tbl>
              <a:tblPr/>
              <a:tblGrid>
                <a:gridCol w="1812925">
                  <a:extLst>
                    <a:ext uri="{9D8B030D-6E8A-4147-A177-3AD203B41FA5}">
                      <a16:colId xmlns:a16="http://schemas.microsoft.com/office/drawing/2014/main" val="20000"/>
                    </a:ext>
                  </a:extLst>
                </a:gridCol>
                <a:gridCol w="1957388">
                  <a:extLst>
                    <a:ext uri="{9D8B030D-6E8A-4147-A177-3AD203B41FA5}">
                      <a16:colId xmlns:a16="http://schemas.microsoft.com/office/drawing/2014/main" val="20001"/>
                    </a:ext>
                  </a:extLst>
                </a:gridCol>
              </a:tblGrid>
              <a:tr h="1952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1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8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100" b="1" i="0" u="none" strike="noStrike" cap="none" normalizeH="0" baseline="0">
                          <a:ln>
                            <a:noFill/>
                          </a:ln>
                          <a:solidFill>
                            <a:srgbClr val="003366"/>
                          </a:solidFill>
                          <a:effectLst/>
                          <a:latin typeface="Courier New" pitchFamily="49" charset="0"/>
                          <a:cs typeface="Courier New" pitchFamily="49" charset="0"/>
                        </a:rPr>
                        <a:t>x</a:t>
                      </a:r>
                      <a:r>
                        <a:rPr kumimoji="0" lang="sl-SI" sz="1100" b="1" i="0" u="none" strike="noStrike" cap="none" normalizeH="0" baseline="0">
                          <a:ln>
                            <a:noFill/>
                          </a:ln>
                          <a:solidFill>
                            <a:srgbClr val="003366"/>
                          </a:solidFill>
                          <a:effectLst/>
                          <a:latin typeface="Courier New" pitchFamily="49" charset="0"/>
                          <a:cs typeface="Times New Roman" pitchFamily="18" charset="0"/>
                        </a:rPr>
                        <a:t>) </a:t>
                      </a: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52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1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6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 </a:t>
                      </a: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0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endParaRPr kumimoji="0" lang="sl-SI" sz="11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(čaka na odobritev)</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17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100" b="1" i="0" u="none" strike="noStrike" cap="none" normalizeH="0" baseline="0">
                          <a:ln>
                            <a:noFill/>
                          </a:ln>
                          <a:solidFill>
                            <a:srgbClr val="003366"/>
                          </a:solidFill>
                          <a:effectLst/>
                          <a:latin typeface="Courier New" pitchFamily="49" charset="0"/>
                          <a:cs typeface="Courier New" pitchFamily="49" charset="0"/>
                        </a:rPr>
                        <a:t>x</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endParaRPr kumimoji="0" lang="sl-SI" sz="1100" b="1" i="0" u="none" strike="noStrike" cap="none" normalizeH="0" baseline="0">
                        <a:ln>
                          <a:noFill/>
                        </a:ln>
                        <a:solidFill>
                          <a:srgbClr val="003366"/>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(čaka na odobritev)</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74510" name="Group 78"/>
          <p:cNvGraphicFramePr>
            <a:graphicFrameLocks noGrp="1"/>
          </p:cNvGraphicFramePr>
          <p:nvPr>
            <p:ph sz="half" idx="2"/>
          </p:nvPr>
        </p:nvGraphicFramePr>
        <p:xfrm>
          <a:off x="4760913" y="2362200"/>
          <a:ext cx="3770312" cy="2930844"/>
        </p:xfrm>
        <a:graphic>
          <a:graphicData uri="http://schemas.openxmlformats.org/drawingml/2006/table">
            <a:tbl>
              <a:tblPr/>
              <a:tblGrid>
                <a:gridCol w="1812925">
                  <a:extLst>
                    <a:ext uri="{9D8B030D-6E8A-4147-A177-3AD203B41FA5}">
                      <a16:colId xmlns:a16="http://schemas.microsoft.com/office/drawing/2014/main" val="20000"/>
                    </a:ext>
                  </a:extLst>
                </a:gridCol>
                <a:gridCol w="1957387">
                  <a:extLst>
                    <a:ext uri="{9D8B030D-6E8A-4147-A177-3AD203B41FA5}">
                      <a16:colId xmlns:a16="http://schemas.microsoft.com/office/drawing/2014/main" val="20001"/>
                    </a:ext>
                  </a:extLst>
                </a:gridCol>
              </a:tblGrid>
              <a:tr h="1619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1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100" b="1" i="0" u="none" strike="noStrike" cap="none" normalizeH="0" baseline="0">
                          <a:ln>
                            <a:noFill/>
                          </a:ln>
                          <a:solidFill>
                            <a:srgbClr val="003366"/>
                          </a:solidFill>
                          <a:effectLst/>
                          <a:latin typeface="Courier New" pitchFamily="49" charset="0"/>
                          <a:cs typeface="Courier New" pitchFamily="49" charset="0"/>
                        </a:rPr>
                        <a:t>x</a:t>
                      </a:r>
                      <a:r>
                        <a:rPr kumimoji="0" lang="sl-SI" sz="1100" b="1" i="0" u="none" strike="noStrike" cap="none" normalizeH="0" baseline="0">
                          <a:ln>
                            <a:noFill/>
                          </a:ln>
                          <a:solidFill>
                            <a:srgbClr val="003366"/>
                          </a:solidFill>
                          <a:effectLst/>
                          <a:latin typeface="Courier New" pitchFamily="49" charset="0"/>
                          <a:cs typeface="Times New Roman" pitchFamily="18" charset="0"/>
                        </a:rPr>
                        <a:t>) </a:t>
                      </a: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19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1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51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 </a:t>
                      </a: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21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endParaRPr kumimoji="0" lang="sl-SI" sz="11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(T1 je starejša od</a:t>
                      </a:r>
                      <a:endParaRPr kumimoji="0" lang="en-US" sz="11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 T2, zato </a:t>
                      </a:r>
                      <a:r>
                        <a:rPr kumimoji="0" lang="en-US" sz="1100" b="1" i="0" u="none" strike="noStrike" cap="none" normalizeH="0" baseline="0">
                          <a:ln>
                            <a:noFill/>
                          </a:ln>
                          <a:solidFill>
                            <a:srgbClr val="003366"/>
                          </a:solidFill>
                          <a:effectLst/>
                          <a:latin typeface="Courier New" pitchFamily="49" charset="0"/>
                          <a:cs typeface="Courier New" pitchFamily="49" charset="0"/>
                        </a:rPr>
                        <a:t>prekine </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 transakcijo </a:t>
                      </a:r>
                      <a:r>
                        <a:rPr kumimoji="0" lang="en-US" sz="1100" b="1" i="0" u="none" strike="noStrike" cap="none" normalizeH="0" baseline="0">
                          <a:ln>
                            <a:noFill/>
                          </a:ln>
                          <a:solidFill>
                            <a:srgbClr val="003366"/>
                          </a:solidFill>
                          <a:effectLst/>
                          <a:latin typeface="Courier New" pitchFamily="49" charset="0"/>
                          <a:cs typeface="Courier New" pitchFamily="49" charset="0"/>
                        </a:rPr>
                        <a:t>T2</a:t>
                      </a:r>
                      <a:r>
                        <a:rPr kumimoji="0" lang="sl-SI" sz="1100" b="1" i="0" u="none" strike="noStrike" cap="none" normalizeH="0" baseline="0">
                          <a:ln>
                            <a:noFill/>
                          </a:ln>
                          <a:solidFill>
                            <a:srgbClr val="003366"/>
                          </a:solidFill>
                          <a:effectLst/>
                          <a:latin typeface="Courier New" pitchFamily="49" charset="0"/>
                          <a:cs typeface="Courier New" pitchFamily="49" charset="0"/>
                        </a:rPr>
                        <a:t>)</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8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0" i="0" u="none" strike="noStrike" cap="none" normalizeH="0" baseline="0">
                          <a:ln>
                            <a:noFill/>
                          </a:ln>
                          <a:solidFill>
                            <a:schemeClr val="tx1"/>
                          </a:solidFill>
                          <a:effectLst/>
                          <a:latin typeface="Arial" charset="0"/>
                          <a:cs typeface="Arial" charset="0"/>
                        </a:rPr>
                        <a:t>Pomni</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100" b="1" i="0" u="none" strike="noStrike" cap="none" normalizeH="0" baseline="0">
                        <a:ln>
                          <a:noFill/>
                        </a:ln>
                        <a:solidFill>
                          <a:srgbClr val="003366"/>
                        </a:solidFill>
                        <a:effectLst/>
                        <a:latin typeface="Courier New" pitchFamily="49"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62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(ponovno izvajanje)</a:t>
                      </a:r>
                    </a:p>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781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100" b="1" i="0" u="none" strike="noStrike" cap="none" normalizeH="0" baseline="0">
                          <a:ln>
                            <a:noFill/>
                          </a:ln>
                          <a:solidFill>
                            <a:srgbClr val="003366"/>
                          </a:solidFill>
                          <a:effectLst/>
                          <a:latin typeface="Courier New" pitchFamily="49" charset="0"/>
                          <a:cs typeface="Courier New" pitchFamily="49" charset="0"/>
                        </a:rPr>
                        <a:t>x</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100" b="1" i="0" u="none" strike="noStrike" cap="none" normalizeH="0" baseline="0">
                        <a:ln>
                          <a:noFill/>
                        </a:ln>
                        <a:solidFill>
                          <a:srgbClr val="003366"/>
                        </a:solidFill>
                        <a:effectLst/>
                        <a:latin typeface="Courier New" pitchFamily="49" charset="0"/>
                        <a:cs typeface="Times New Roman" pitchFamily="18"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Pomni</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74496" name="Text Box 64"/>
          <p:cNvSpPr txBox="1">
            <a:spLocks noChangeArrowheads="1"/>
          </p:cNvSpPr>
          <p:nvPr/>
        </p:nvSpPr>
        <p:spPr bwMode="auto">
          <a:xfrm>
            <a:off x="990600" y="3962400"/>
            <a:ext cx="3505200" cy="2513013"/>
          </a:xfrm>
          <a:prstGeom prst="rect">
            <a:avLst/>
          </a:prstGeom>
          <a:noFill/>
          <a:ln w="9525">
            <a:noFill/>
            <a:miter lim="800000"/>
            <a:headEnd/>
            <a:tailEnd/>
          </a:ln>
          <a:effectLst/>
        </p:spPr>
        <p:txBody>
          <a:bodyPr>
            <a:spAutoFit/>
          </a:bodyPr>
          <a:lstStyle/>
          <a:p>
            <a:pPr algn="just">
              <a:lnSpc>
                <a:spcPct val="90000"/>
              </a:lnSpc>
              <a:spcBef>
                <a:spcPct val="20000"/>
              </a:spcBef>
              <a:buClr>
                <a:schemeClr val="tx1"/>
              </a:buClr>
              <a:buSzPct val="75000"/>
              <a:buFont typeface="Wingdings" pitchFamily="2" charset="2"/>
              <a:buNone/>
            </a:pPr>
            <a:r>
              <a:rPr lang="sl-SI" sz="1400"/>
              <a:t>Transakcija T</a:t>
            </a:r>
            <a:r>
              <a:rPr lang="sl-SI" sz="1400" baseline="-25000"/>
              <a:t>A</a:t>
            </a:r>
            <a:r>
              <a:rPr lang="sl-SI" sz="1400"/>
              <a:t> zahteva zaseženje podatka, ki ga je pred tem zasegla že T</a:t>
            </a:r>
            <a:r>
              <a:rPr lang="sl-SI" sz="1400" baseline="-25000"/>
              <a:t>B</a:t>
            </a:r>
          </a:p>
          <a:p>
            <a:pPr algn="just">
              <a:lnSpc>
                <a:spcPct val="90000"/>
              </a:lnSpc>
              <a:spcBef>
                <a:spcPct val="20000"/>
              </a:spcBef>
              <a:buClr>
                <a:schemeClr val="tx1"/>
              </a:buClr>
              <a:buSzPct val="75000"/>
            </a:pPr>
            <a:r>
              <a:rPr lang="sl-SI"/>
              <a:t>Protokol </a:t>
            </a:r>
            <a:r>
              <a:rPr lang="sl-SI" b="1"/>
              <a:t>Rani ali čakaj</a:t>
            </a:r>
            <a:r>
              <a:rPr lang="sl-SI"/>
              <a:t>:</a:t>
            </a:r>
            <a:r>
              <a:rPr lang="en-US"/>
              <a:t>	</a:t>
            </a:r>
            <a:br>
              <a:rPr lang="sl-SI"/>
            </a:br>
            <a:r>
              <a:rPr lang="sl-SI"/>
              <a:t>če je transakcija T</a:t>
            </a:r>
            <a:r>
              <a:rPr lang="sl-SI" baseline="-25000"/>
              <a:t>A</a:t>
            </a:r>
            <a:r>
              <a:rPr lang="sl-SI"/>
              <a:t> starejša od T</a:t>
            </a:r>
            <a:r>
              <a:rPr lang="sl-SI" baseline="-25000"/>
              <a:t>B</a:t>
            </a:r>
            <a:r>
              <a:rPr lang="sl-SI"/>
              <a:t>, se prekine, razveljavi in vrne v ponovno izvajanje transakcija T</a:t>
            </a:r>
            <a:r>
              <a:rPr lang="sl-SI" baseline="-25000"/>
              <a:t>B</a:t>
            </a:r>
            <a:r>
              <a:rPr lang="sl-SI"/>
              <a:t> (po njeni razveljavitvi se transakciji T</a:t>
            </a:r>
            <a:r>
              <a:rPr lang="sl-SI" baseline="-25000"/>
              <a:t>A</a:t>
            </a:r>
            <a:r>
              <a:rPr lang="sl-SI"/>
              <a:t> odobri zaseženje podatka), če je T</a:t>
            </a:r>
            <a:r>
              <a:rPr lang="sl-SI" baseline="-25000"/>
              <a:t>A</a:t>
            </a:r>
            <a:r>
              <a:rPr lang="sl-SI"/>
              <a:t> mlajša, pa T</a:t>
            </a:r>
            <a:r>
              <a:rPr lang="sl-SI" baseline="-25000"/>
              <a:t>A</a:t>
            </a:r>
            <a:r>
              <a:rPr lang="sl-SI"/>
              <a:t> preide v stanje čakanja.</a:t>
            </a:r>
            <a:endParaRPr lang="en-US"/>
          </a:p>
        </p:txBody>
      </p:sp>
      <p:sp>
        <p:nvSpPr>
          <p:cNvPr id="274497" name="Text Box 65"/>
          <p:cNvSpPr txBox="1">
            <a:spLocks noChangeArrowheads="1"/>
          </p:cNvSpPr>
          <p:nvPr/>
        </p:nvSpPr>
        <p:spPr bwMode="auto">
          <a:xfrm>
            <a:off x="5105400" y="5867400"/>
            <a:ext cx="1571625" cy="366713"/>
          </a:xfrm>
          <a:prstGeom prst="rect">
            <a:avLst/>
          </a:prstGeom>
          <a:noFill/>
          <a:ln w="9525">
            <a:noFill/>
            <a:miter lim="800000"/>
            <a:headEnd/>
            <a:tailEnd/>
          </a:ln>
          <a:effectLst/>
        </p:spPr>
        <p:txBody>
          <a:bodyPr wrap="none">
            <a:spAutoFit/>
          </a:bodyPr>
          <a:lstStyle/>
          <a:p>
            <a:pPr algn="l"/>
            <a:r>
              <a:rPr lang="sl-SI"/>
              <a:t>T</a:t>
            </a:r>
            <a:r>
              <a:rPr lang="sl-SI" baseline="-25000"/>
              <a:t>1</a:t>
            </a:r>
            <a:r>
              <a:rPr lang="en-US"/>
              <a:t>= T</a:t>
            </a:r>
            <a:r>
              <a:rPr lang="en-US" baseline="-25000"/>
              <a:t>A</a:t>
            </a:r>
            <a:r>
              <a:rPr lang="en-US"/>
              <a:t>, T</a:t>
            </a:r>
            <a:r>
              <a:rPr lang="en-US" baseline="-25000"/>
              <a:t>2</a:t>
            </a:r>
            <a:r>
              <a:rPr lang="en-US"/>
              <a:t>=T</a:t>
            </a:r>
            <a:r>
              <a:rPr lang="en-US" baseline="-25000"/>
              <a:t>B</a:t>
            </a:r>
          </a:p>
        </p:txBody>
      </p:sp>
    </p:spTree>
  </p:cSld>
  <p:clrMapOvr>
    <a:masterClrMapping/>
  </p:clrMapOvr>
  <p:transition/>
</p:sld>
</file>

<file path=ppt/slides/slide3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73410" name="AutoShape 2"/>
          <p:cNvSpPr>
            <a:spLocks noGrp="1" noChangeArrowheads="1"/>
          </p:cNvSpPr>
          <p:nvPr>
            <p:ph type="title"/>
          </p:nvPr>
        </p:nvSpPr>
        <p:spPr/>
        <p:txBody>
          <a:bodyPr/>
          <a:lstStyle/>
          <a:p>
            <a:r>
              <a:rPr lang="sl-SI"/>
              <a:t>Mrtv</a:t>
            </a:r>
            <a:r>
              <a:rPr lang="en-US"/>
              <a:t>a</a:t>
            </a:r>
            <a:r>
              <a:rPr lang="sl-SI"/>
              <a:t> zank</a:t>
            </a:r>
            <a:r>
              <a:rPr lang="en-US"/>
              <a:t>a</a:t>
            </a:r>
            <a:r>
              <a:rPr lang="sl-SI"/>
              <a:t> (čakaj ali izdihni)</a:t>
            </a:r>
            <a:endParaRPr lang="en-US"/>
          </a:p>
        </p:txBody>
      </p:sp>
      <p:graphicFrame>
        <p:nvGraphicFramePr>
          <p:cNvPr id="273519" name="Group 111"/>
          <p:cNvGraphicFramePr>
            <a:graphicFrameLocks noGrp="1"/>
          </p:cNvGraphicFramePr>
          <p:nvPr>
            <p:ph sz="half" idx="1"/>
          </p:nvPr>
        </p:nvGraphicFramePr>
        <p:xfrm>
          <a:off x="838200" y="2362200"/>
          <a:ext cx="3770313" cy="1456374"/>
        </p:xfrm>
        <a:graphic>
          <a:graphicData uri="http://schemas.openxmlformats.org/drawingml/2006/table">
            <a:tbl>
              <a:tblPr/>
              <a:tblGrid>
                <a:gridCol w="1812925">
                  <a:extLst>
                    <a:ext uri="{9D8B030D-6E8A-4147-A177-3AD203B41FA5}">
                      <a16:colId xmlns:a16="http://schemas.microsoft.com/office/drawing/2014/main" val="20000"/>
                    </a:ext>
                  </a:extLst>
                </a:gridCol>
                <a:gridCol w="1957388">
                  <a:extLst>
                    <a:ext uri="{9D8B030D-6E8A-4147-A177-3AD203B41FA5}">
                      <a16:colId xmlns:a16="http://schemas.microsoft.com/office/drawing/2014/main" val="20001"/>
                    </a:ext>
                  </a:extLst>
                </a:gridCol>
              </a:tblGrid>
              <a:tr h="1952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1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8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100" b="1" i="0" u="none" strike="noStrike" cap="none" normalizeH="0" baseline="0">
                          <a:ln>
                            <a:noFill/>
                          </a:ln>
                          <a:solidFill>
                            <a:srgbClr val="003366"/>
                          </a:solidFill>
                          <a:effectLst/>
                          <a:latin typeface="Courier New" pitchFamily="49" charset="0"/>
                          <a:cs typeface="Courier New" pitchFamily="49" charset="0"/>
                        </a:rPr>
                        <a:t>x</a:t>
                      </a:r>
                      <a:r>
                        <a:rPr kumimoji="0" lang="sl-SI" sz="1100" b="1" i="0" u="none" strike="noStrike" cap="none" normalizeH="0" baseline="0">
                          <a:ln>
                            <a:noFill/>
                          </a:ln>
                          <a:solidFill>
                            <a:srgbClr val="003366"/>
                          </a:solidFill>
                          <a:effectLst/>
                          <a:latin typeface="Courier New" pitchFamily="49" charset="0"/>
                          <a:cs typeface="Times New Roman" pitchFamily="18" charset="0"/>
                        </a:rPr>
                        <a:t>) </a:t>
                      </a: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52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1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6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 </a:t>
                      </a: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0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endParaRPr kumimoji="0" lang="sl-SI" sz="11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(čaka na odobritev)</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17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100" b="1" i="0" u="none" strike="noStrike" cap="none" normalizeH="0" baseline="0">
                          <a:ln>
                            <a:noFill/>
                          </a:ln>
                          <a:solidFill>
                            <a:srgbClr val="003366"/>
                          </a:solidFill>
                          <a:effectLst/>
                          <a:latin typeface="Courier New" pitchFamily="49" charset="0"/>
                          <a:cs typeface="Courier New" pitchFamily="49" charset="0"/>
                        </a:rPr>
                        <a:t>x</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endParaRPr kumimoji="0" lang="sl-SI" sz="1100" b="1" i="0" u="none" strike="noStrike" cap="none" normalizeH="0" baseline="0">
                        <a:ln>
                          <a:noFill/>
                        </a:ln>
                        <a:solidFill>
                          <a:srgbClr val="003366"/>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(čaka na odobritev)</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73523" name="Group 115"/>
          <p:cNvGraphicFramePr>
            <a:graphicFrameLocks noGrp="1"/>
          </p:cNvGraphicFramePr>
          <p:nvPr>
            <p:ph sz="half" idx="2"/>
          </p:nvPr>
        </p:nvGraphicFramePr>
        <p:xfrm>
          <a:off x="4760913" y="2362200"/>
          <a:ext cx="3770312" cy="3343276"/>
        </p:xfrm>
        <a:graphic>
          <a:graphicData uri="http://schemas.openxmlformats.org/drawingml/2006/table">
            <a:tbl>
              <a:tblPr/>
              <a:tblGrid>
                <a:gridCol w="1812925">
                  <a:extLst>
                    <a:ext uri="{9D8B030D-6E8A-4147-A177-3AD203B41FA5}">
                      <a16:colId xmlns:a16="http://schemas.microsoft.com/office/drawing/2014/main" val="20000"/>
                    </a:ext>
                  </a:extLst>
                </a:gridCol>
                <a:gridCol w="1957387">
                  <a:extLst>
                    <a:ext uri="{9D8B030D-6E8A-4147-A177-3AD203B41FA5}">
                      <a16:colId xmlns:a16="http://schemas.microsoft.com/office/drawing/2014/main" val="20001"/>
                    </a:ext>
                  </a:extLst>
                </a:gridCol>
              </a:tblGrid>
              <a:tr h="1619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1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100" b="1" i="0" u="none" strike="noStrike" cap="none" normalizeH="0" baseline="0">
                          <a:ln>
                            <a:noFill/>
                          </a:ln>
                          <a:solidFill>
                            <a:srgbClr val="003366"/>
                          </a:solidFill>
                          <a:effectLst/>
                          <a:latin typeface="Courier New" pitchFamily="49" charset="0"/>
                          <a:cs typeface="Courier New" pitchFamily="49" charset="0"/>
                        </a:rPr>
                        <a:t>x</a:t>
                      </a:r>
                      <a:r>
                        <a:rPr kumimoji="0" lang="sl-SI" sz="1100" b="1" i="0" u="none" strike="noStrike" cap="none" normalizeH="0" baseline="0">
                          <a:ln>
                            <a:noFill/>
                          </a:ln>
                          <a:solidFill>
                            <a:srgbClr val="003366"/>
                          </a:solidFill>
                          <a:effectLst/>
                          <a:latin typeface="Courier New" pitchFamily="49" charset="0"/>
                          <a:cs typeface="Times New Roman" pitchFamily="18" charset="0"/>
                        </a:rPr>
                        <a:t>) </a:t>
                      </a: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19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1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51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 </a:t>
                      </a: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21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endParaRPr kumimoji="0" lang="sl-SI" sz="11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(T1 je starejša od</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 T2, zato čaka na</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 odobritev)</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8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100" b="1" i="0" u="none" strike="noStrike" cap="none" normalizeH="0" baseline="0">
                          <a:ln>
                            <a:noFill/>
                          </a:ln>
                          <a:solidFill>
                            <a:srgbClr val="003366"/>
                          </a:solidFill>
                          <a:effectLst/>
                          <a:latin typeface="Courier New" pitchFamily="49" charset="0"/>
                          <a:cs typeface="Courier New" pitchFamily="49" charset="0"/>
                        </a:rPr>
                        <a:t>x</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endParaRPr kumimoji="0" lang="sl-SI" sz="1100" b="1" i="0" u="none" strike="noStrike" cap="none" normalizeH="0" baseline="0">
                        <a:ln>
                          <a:noFill/>
                        </a:ln>
                        <a:solidFill>
                          <a:srgbClr val="003366"/>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(prekinitev in ponovno izvajanje)</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62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0" i="0" u="none" strike="noStrike" cap="none" normalizeH="0" baseline="0">
                          <a:ln>
                            <a:noFill/>
                          </a:ln>
                          <a:solidFill>
                            <a:schemeClr val="tx1"/>
                          </a:solidFill>
                          <a:effectLst/>
                          <a:latin typeface="Arial" charset="0"/>
                          <a:cs typeface="Arial" charset="0"/>
                        </a:rPr>
                        <a:t>(zaseženje odobreno)</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100" b="0" i="0" u="none" strike="noStrike" cap="none" normalizeH="0" baseline="0">
                          <a:ln>
                            <a:noFill/>
                          </a:ln>
                          <a:solidFill>
                            <a:schemeClr val="tx1"/>
                          </a:solidFill>
                          <a:effectLst/>
                          <a:latin typeface="Arial" charset="0"/>
                          <a:cs typeface="Arial" charset="0"/>
                        </a:rPr>
                        <a:t>Pomni</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100" b="1" i="0" u="none" strike="noStrike" cap="none" normalizeH="0" baseline="0">
                        <a:ln>
                          <a:noFill/>
                        </a:ln>
                        <a:solidFill>
                          <a:srgbClr val="003366"/>
                        </a:solidFill>
                        <a:effectLst/>
                        <a:latin typeface="Courier New" pitchFamily="49"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1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781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r>
                        <a:rPr kumimoji="0" lang="sl-SI" sz="1100" b="1" i="0" u="none" strike="noStrike" cap="none" normalizeH="0" baseline="0">
                          <a:ln>
                            <a:noFill/>
                          </a:ln>
                          <a:solidFill>
                            <a:srgbClr val="003366"/>
                          </a:solidFill>
                          <a:effectLst/>
                          <a:latin typeface="Courier New" pitchFamily="49" charset="0"/>
                          <a:cs typeface="Courier New" pitchFamily="49" charset="0"/>
                        </a:rPr>
                        <a:t>y</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E-</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1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a:t>
                      </a:r>
                      <a:r>
                        <a:rPr kumimoji="0" lang="sl-SI" sz="1100" b="1" i="0" u="none" strike="noStrike" cap="none" normalizeH="0" baseline="0">
                          <a:ln>
                            <a:noFill/>
                          </a:ln>
                          <a:solidFill>
                            <a:srgbClr val="003366"/>
                          </a:solidFill>
                          <a:effectLst/>
                          <a:latin typeface="Courier New" pitchFamily="49" charset="0"/>
                          <a:cs typeface="Courier New" pitchFamily="49" charset="0"/>
                        </a:rPr>
                        <a:t>x</a:t>
                      </a:r>
                      <a:r>
                        <a:rPr kumimoji="0" lang="sl-SI" sz="1100" b="1" i="0" u="none" strike="noStrike" cap="none" normalizeH="0" baseline="0">
                          <a:ln>
                            <a:noFill/>
                          </a:ln>
                          <a:solidFill>
                            <a:srgbClr val="003366"/>
                          </a:solidFill>
                          <a:effectLst/>
                          <a:latin typeface="Courier New" pitchFamily="49" charset="0"/>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100" b="1" i="0" u="none" strike="noStrike" cap="none" normalizeH="0" baseline="0">
                        <a:ln>
                          <a:noFill/>
                        </a:ln>
                        <a:solidFill>
                          <a:srgbClr val="003366"/>
                        </a:solidFill>
                        <a:effectLst/>
                        <a:latin typeface="Courier New" pitchFamily="49" charset="0"/>
                        <a:cs typeface="Times New Roman" pitchFamily="18"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62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1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100" b="1" i="0" u="none" strike="noStrike" cap="none" normalizeH="0" baseline="0">
                          <a:ln>
                            <a:noFill/>
                          </a:ln>
                          <a:solidFill>
                            <a:srgbClr val="003366"/>
                          </a:solidFill>
                          <a:effectLst/>
                          <a:latin typeface="Courier New" pitchFamily="49" charset="0"/>
                          <a:cs typeface="Courier New" pitchFamily="49" charset="0"/>
                        </a:rPr>
                        <a:t>Pomni</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73521" name="Text Box 113"/>
          <p:cNvSpPr txBox="1">
            <a:spLocks noChangeArrowheads="1"/>
          </p:cNvSpPr>
          <p:nvPr/>
        </p:nvSpPr>
        <p:spPr bwMode="auto">
          <a:xfrm>
            <a:off x="914400" y="4038600"/>
            <a:ext cx="3810000" cy="2568575"/>
          </a:xfrm>
          <a:prstGeom prst="rect">
            <a:avLst/>
          </a:prstGeom>
          <a:noFill/>
          <a:ln w="9525">
            <a:noFill/>
            <a:miter lim="800000"/>
            <a:headEnd/>
            <a:tailEnd/>
          </a:ln>
          <a:effectLst/>
        </p:spPr>
        <p:txBody>
          <a:bodyPr>
            <a:spAutoFit/>
          </a:bodyPr>
          <a:lstStyle/>
          <a:p>
            <a:pPr algn="just">
              <a:lnSpc>
                <a:spcPct val="90000"/>
              </a:lnSpc>
              <a:spcBef>
                <a:spcPct val="20000"/>
              </a:spcBef>
              <a:buClr>
                <a:schemeClr val="tx1"/>
              </a:buClr>
              <a:buSzPct val="75000"/>
              <a:buFont typeface="Wingdings" pitchFamily="2" charset="2"/>
              <a:buNone/>
            </a:pPr>
            <a:r>
              <a:rPr lang="sl-SI" sz="1400"/>
              <a:t>Transakcija T</a:t>
            </a:r>
            <a:r>
              <a:rPr lang="sl-SI" sz="1400" baseline="-25000"/>
              <a:t>A</a:t>
            </a:r>
            <a:r>
              <a:rPr lang="sl-SI" sz="1400"/>
              <a:t> zahteva zaseženje podatka, ki ga je pred tem zasegla že T</a:t>
            </a:r>
            <a:r>
              <a:rPr lang="sl-SI" sz="1400" baseline="-25000"/>
              <a:t>B</a:t>
            </a:r>
          </a:p>
          <a:p>
            <a:pPr algn="just">
              <a:lnSpc>
                <a:spcPct val="90000"/>
              </a:lnSpc>
              <a:spcBef>
                <a:spcPct val="20000"/>
              </a:spcBef>
              <a:buClr>
                <a:schemeClr val="tx1"/>
              </a:buClr>
              <a:buSzPct val="75000"/>
            </a:pPr>
            <a:r>
              <a:rPr lang="sl-SI"/>
              <a:t>Protokol </a:t>
            </a:r>
            <a:r>
              <a:rPr lang="sl-SI" b="1"/>
              <a:t>Čakaj ali izdihni</a:t>
            </a:r>
            <a:r>
              <a:rPr lang="sl-SI"/>
              <a:t>:</a:t>
            </a:r>
            <a:r>
              <a:rPr lang="en-US"/>
              <a:t>	</a:t>
            </a:r>
            <a:br>
              <a:rPr lang="sl-SI"/>
            </a:br>
            <a:r>
              <a:rPr lang="sl-SI"/>
              <a:t>če je transakcija T</a:t>
            </a:r>
            <a:r>
              <a:rPr lang="sl-SI" baseline="-25000"/>
              <a:t>A</a:t>
            </a:r>
            <a:r>
              <a:rPr lang="sl-SI"/>
              <a:t> starejša od T</a:t>
            </a:r>
            <a:r>
              <a:rPr lang="sl-SI" baseline="-25000"/>
              <a:t>B</a:t>
            </a:r>
            <a:r>
              <a:rPr lang="sl-SI"/>
              <a:t>, preide T</a:t>
            </a:r>
            <a:r>
              <a:rPr lang="sl-SI" baseline="-25000"/>
              <a:t>A</a:t>
            </a:r>
            <a:r>
              <a:rPr lang="sl-SI"/>
              <a:t> v stanje čakanja na odobritev, če je mlajša, pa se izvajanje T</a:t>
            </a:r>
            <a:r>
              <a:rPr lang="sl-SI" baseline="-25000"/>
              <a:t>A</a:t>
            </a:r>
            <a:r>
              <a:rPr lang="sl-SI"/>
              <a:t> prekine, transakcija T</a:t>
            </a:r>
            <a:r>
              <a:rPr lang="sl-SI" baseline="-25000"/>
              <a:t>A</a:t>
            </a:r>
            <a:r>
              <a:rPr lang="sl-SI"/>
              <a:t> se razveljavi in posreduje transakcijskemu programu v</a:t>
            </a:r>
            <a:endParaRPr lang="en-US"/>
          </a:p>
          <a:p>
            <a:pPr algn="just">
              <a:lnSpc>
                <a:spcPct val="90000"/>
              </a:lnSpc>
              <a:spcBef>
                <a:spcPct val="20000"/>
              </a:spcBef>
              <a:buClr>
                <a:schemeClr val="tx1"/>
              </a:buClr>
              <a:buSzPct val="75000"/>
            </a:pPr>
            <a:r>
              <a:rPr lang="sl-SI"/>
              <a:t>ponovno izvajanje;</a:t>
            </a:r>
            <a:endParaRPr lang="en-US"/>
          </a:p>
        </p:txBody>
      </p:sp>
      <p:grpSp>
        <p:nvGrpSpPr>
          <p:cNvPr id="273527" name="Group 119"/>
          <p:cNvGrpSpPr>
            <a:grpSpLocks/>
          </p:cNvGrpSpPr>
          <p:nvPr/>
        </p:nvGrpSpPr>
        <p:grpSpPr bwMode="auto">
          <a:xfrm>
            <a:off x="4800600" y="5867400"/>
            <a:ext cx="1914525" cy="747713"/>
            <a:chOff x="3264" y="3696"/>
            <a:chExt cx="1206" cy="471"/>
          </a:xfrm>
        </p:grpSpPr>
        <p:sp>
          <p:nvSpPr>
            <p:cNvPr id="273525" name="Text Box 117"/>
            <p:cNvSpPr txBox="1">
              <a:spLocks noChangeArrowheads="1"/>
            </p:cNvSpPr>
            <p:nvPr/>
          </p:nvSpPr>
          <p:spPr bwMode="auto">
            <a:xfrm>
              <a:off x="3264" y="3696"/>
              <a:ext cx="1206" cy="231"/>
            </a:xfrm>
            <a:prstGeom prst="rect">
              <a:avLst/>
            </a:prstGeom>
            <a:noFill/>
            <a:ln w="9525">
              <a:noFill/>
              <a:miter lim="800000"/>
              <a:headEnd/>
              <a:tailEnd/>
            </a:ln>
            <a:effectLst/>
          </p:spPr>
          <p:txBody>
            <a:bodyPr wrap="none">
              <a:spAutoFit/>
            </a:bodyPr>
            <a:lstStyle/>
            <a:p>
              <a:pPr algn="l"/>
              <a:r>
                <a:rPr lang="en-US"/>
                <a:t>(</a:t>
              </a:r>
              <a:r>
                <a:rPr lang="sl-SI"/>
                <a:t>a</a:t>
              </a:r>
              <a:r>
                <a:rPr lang="en-US"/>
                <a:t>) </a:t>
              </a:r>
              <a:r>
                <a:rPr lang="sl-SI"/>
                <a:t>T</a:t>
              </a:r>
              <a:r>
                <a:rPr lang="sl-SI" baseline="-25000"/>
                <a:t>1</a:t>
              </a:r>
              <a:r>
                <a:rPr lang="en-US"/>
                <a:t>= T</a:t>
              </a:r>
              <a:r>
                <a:rPr lang="en-US" baseline="-25000"/>
                <a:t>A</a:t>
              </a:r>
              <a:r>
                <a:rPr lang="en-US"/>
                <a:t>, T</a:t>
              </a:r>
              <a:r>
                <a:rPr lang="en-US" baseline="-25000"/>
                <a:t>2</a:t>
              </a:r>
              <a:r>
                <a:rPr lang="en-US"/>
                <a:t>=T</a:t>
              </a:r>
              <a:r>
                <a:rPr lang="en-US" baseline="-25000"/>
                <a:t>B</a:t>
              </a:r>
            </a:p>
          </p:txBody>
        </p:sp>
        <p:sp>
          <p:nvSpPr>
            <p:cNvPr id="273526" name="Text Box 118"/>
            <p:cNvSpPr txBox="1">
              <a:spLocks noChangeArrowheads="1"/>
            </p:cNvSpPr>
            <p:nvPr/>
          </p:nvSpPr>
          <p:spPr bwMode="auto">
            <a:xfrm>
              <a:off x="3264" y="3936"/>
              <a:ext cx="1206" cy="231"/>
            </a:xfrm>
            <a:prstGeom prst="rect">
              <a:avLst/>
            </a:prstGeom>
            <a:noFill/>
            <a:ln w="9525">
              <a:noFill/>
              <a:miter lim="800000"/>
              <a:headEnd/>
              <a:tailEnd/>
            </a:ln>
            <a:effectLst/>
          </p:spPr>
          <p:txBody>
            <a:bodyPr wrap="none">
              <a:spAutoFit/>
            </a:bodyPr>
            <a:lstStyle/>
            <a:p>
              <a:pPr algn="l"/>
              <a:r>
                <a:rPr lang="en-US"/>
                <a:t>(b) </a:t>
              </a:r>
              <a:r>
                <a:rPr lang="sl-SI"/>
                <a:t>T</a:t>
              </a:r>
              <a:r>
                <a:rPr lang="sl-SI" baseline="-25000"/>
                <a:t>1</a:t>
              </a:r>
              <a:r>
                <a:rPr lang="en-US"/>
                <a:t>= T</a:t>
              </a:r>
              <a:r>
                <a:rPr lang="en-US" baseline="-25000"/>
                <a:t>B</a:t>
              </a:r>
              <a:r>
                <a:rPr lang="en-US"/>
                <a:t>, T</a:t>
              </a:r>
              <a:r>
                <a:rPr lang="en-US" baseline="-25000"/>
                <a:t>2</a:t>
              </a:r>
              <a:r>
                <a:rPr lang="en-US"/>
                <a:t>=T</a:t>
              </a:r>
              <a:r>
                <a:rPr lang="en-US" baseline="-25000"/>
                <a:t>A</a:t>
              </a:r>
            </a:p>
          </p:txBody>
        </p:sp>
      </p:grpSp>
      <p:sp>
        <p:nvSpPr>
          <p:cNvPr id="273528" name="Text Box 120"/>
          <p:cNvSpPr txBox="1">
            <a:spLocks noChangeArrowheads="1"/>
          </p:cNvSpPr>
          <p:nvPr/>
        </p:nvSpPr>
        <p:spPr bwMode="auto">
          <a:xfrm>
            <a:off x="8594725" y="3160713"/>
            <a:ext cx="463550" cy="915987"/>
          </a:xfrm>
          <a:prstGeom prst="rect">
            <a:avLst/>
          </a:prstGeom>
          <a:noFill/>
          <a:ln w="9525">
            <a:noFill/>
            <a:miter lim="800000"/>
            <a:headEnd/>
            <a:tailEnd/>
          </a:ln>
          <a:effectLst/>
        </p:spPr>
        <p:txBody>
          <a:bodyPr wrap="none">
            <a:spAutoFit/>
          </a:bodyPr>
          <a:lstStyle/>
          <a:p>
            <a:pPr algn="l"/>
            <a:r>
              <a:rPr lang="en-US"/>
              <a:t>(a)</a:t>
            </a:r>
          </a:p>
          <a:p>
            <a:pPr algn="l"/>
            <a:endParaRPr lang="en-US"/>
          </a:p>
          <a:p>
            <a:pPr algn="l"/>
            <a:r>
              <a:rPr lang="en-US"/>
              <a:t>(b)</a:t>
            </a:r>
          </a:p>
        </p:txBody>
      </p:sp>
    </p:spTree>
  </p:cSld>
  <p:clrMapOvr>
    <a:masterClrMapping/>
  </p:clrMapOvr>
  <p:transition/>
</p:sld>
</file>

<file path=ppt/slides/slide3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78530" name="AutoShape 2"/>
          <p:cNvSpPr>
            <a:spLocks noGrp="1" noChangeArrowheads="1"/>
          </p:cNvSpPr>
          <p:nvPr>
            <p:ph type="title"/>
          </p:nvPr>
        </p:nvSpPr>
        <p:spPr/>
        <p:txBody>
          <a:bodyPr/>
          <a:lstStyle/>
          <a:p>
            <a:r>
              <a:rPr lang="en-US"/>
              <a:t>Obnavljanje podatkovne baze</a:t>
            </a:r>
          </a:p>
        </p:txBody>
      </p:sp>
      <p:sp>
        <p:nvSpPr>
          <p:cNvPr id="278531" name="Rectangle 3"/>
          <p:cNvSpPr>
            <a:spLocks noGrp="1" noChangeArrowheads="1"/>
          </p:cNvSpPr>
          <p:nvPr>
            <p:ph type="body" idx="1"/>
          </p:nvPr>
        </p:nvSpPr>
        <p:spPr/>
        <p:txBody>
          <a:bodyPr/>
          <a:lstStyle/>
          <a:p>
            <a:r>
              <a:rPr lang="en-US"/>
              <a:t>Skrb za varnost v </a:t>
            </a:r>
            <a:r>
              <a:rPr lang="sl-SI"/>
              <a:t>PB</a:t>
            </a:r>
          </a:p>
          <a:p>
            <a:pPr lvl="1"/>
            <a:r>
              <a:rPr lang="sl-SI"/>
              <a:t>Uporabniški pogled (dostopna dovoljenja)</a:t>
            </a:r>
          </a:p>
          <a:p>
            <a:pPr lvl="1"/>
            <a:r>
              <a:rPr lang="sl-SI"/>
              <a:t>Zagotavljanje konsistentnosti in integritete podatkov</a:t>
            </a:r>
          </a:p>
          <a:p>
            <a:r>
              <a:rPr lang="sl-SI"/>
              <a:t>Konsistentnost in integriteto podatkov ogrožajo podatkovne nesreče</a:t>
            </a:r>
          </a:p>
          <a:p>
            <a:r>
              <a:rPr lang="sl-SI"/>
              <a:t>Mehanizmi za zagotavljanje integritete</a:t>
            </a:r>
            <a:endParaRPr lang="en-US"/>
          </a:p>
        </p:txBody>
      </p:sp>
    </p:spTree>
  </p:cSld>
  <p:clrMapOvr>
    <a:masterClrMapping/>
  </p:clrMapOvr>
  <p:transition/>
</p:sld>
</file>

<file path=ppt/slides/slide3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79554" name="AutoShape 2"/>
          <p:cNvSpPr>
            <a:spLocks noGrp="1" noChangeArrowheads="1"/>
          </p:cNvSpPr>
          <p:nvPr>
            <p:ph type="title"/>
          </p:nvPr>
        </p:nvSpPr>
        <p:spPr/>
        <p:txBody>
          <a:bodyPr/>
          <a:lstStyle/>
          <a:p>
            <a:r>
              <a:rPr lang="sl-SI"/>
              <a:t>Transakcija</a:t>
            </a:r>
            <a:endParaRPr lang="en-US"/>
          </a:p>
        </p:txBody>
      </p:sp>
      <p:sp>
        <p:nvSpPr>
          <p:cNvPr id="279555" name="Rectangle 3"/>
          <p:cNvSpPr>
            <a:spLocks noGrp="1" noChangeArrowheads="1"/>
          </p:cNvSpPr>
          <p:nvPr>
            <p:ph type="body" idx="1"/>
          </p:nvPr>
        </p:nvSpPr>
        <p:spPr/>
        <p:txBody>
          <a:bodyPr/>
          <a:lstStyle/>
          <a:p>
            <a:r>
              <a:rPr lang="sl-SI"/>
              <a:t>Osnovni element za zagotavljanje integritete podatkov</a:t>
            </a:r>
          </a:p>
          <a:p>
            <a:r>
              <a:rPr lang="sl-SI"/>
              <a:t>Transakcija je program (zaporedje običajnih programskih konstruktov in specializiranih </a:t>
            </a:r>
            <a:r>
              <a:rPr lang="sl-SI">
                <a:solidFill>
                  <a:srgbClr val="FF0066"/>
                </a:solidFill>
              </a:rPr>
              <a:t>transakcijskih ukazov</a:t>
            </a:r>
            <a:r>
              <a:rPr lang="en-US"/>
              <a:t>, ki skrbijo za dostop do baze</a:t>
            </a:r>
            <a:r>
              <a:rPr lang="sl-SI"/>
              <a:t>), ki se mora izvršiti </a:t>
            </a:r>
            <a:r>
              <a:rPr lang="sl-SI">
                <a:solidFill>
                  <a:srgbClr val="FF0066"/>
                </a:solidFill>
              </a:rPr>
              <a:t>v celoti</a:t>
            </a:r>
            <a:r>
              <a:rPr lang="sl-SI"/>
              <a:t>,</a:t>
            </a:r>
            <a:r>
              <a:rPr lang="en-US"/>
              <a:t> </a:t>
            </a:r>
            <a:r>
              <a:rPr lang="sl-SI"/>
              <a:t>da je integriteta PB zagotovljena</a:t>
            </a:r>
            <a:endParaRPr lang="en-US"/>
          </a:p>
          <a:p>
            <a:endParaRPr lang="en-US"/>
          </a:p>
        </p:txBody>
      </p:sp>
    </p:spTree>
  </p:cSld>
  <p:clrMapOvr>
    <a:masterClrMapping/>
  </p:clrMapOvr>
  <p:transition/>
</p:sld>
</file>

<file path=ppt/slides/slide3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92866" name="AutoShape 2"/>
          <p:cNvSpPr>
            <a:spLocks noGrp="1" noChangeArrowheads="1"/>
          </p:cNvSpPr>
          <p:nvPr>
            <p:ph type="title"/>
          </p:nvPr>
        </p:nvSpPr>
        <p:spPr/>
        <p:txBody>
          <a:bodyPr/>
          <a:lstStyle/>
          <a:p>
            <a:r>
              <a:rPr lang="sl-SI"/>
              <a:t>Življenjski cikel transakcije</a:t>
            </a:r>
            <a:endParaRPr lang="en-US"/>
          </a:p>
        </p:txBody>
      </p:sp>
      <p:graphicFrame>
        <p:nvGraphicFramePr>
          <p:cNvPr id="292869" name="Object 5"/>
          <p:cNvGraphicFramePr>
            <a:graphicFrameLocks noGrp="1" noChangeAspect="1"/>
          </p:cNvGraphicFramePr>
          <p:nvPr>
            <p:ph sz="half" idx="1"/>
          </p:nvPr>
        </p:nvGraphicFramePr>
        <p:xfrm>
          <a:off x="1371600" y="2514600"/>
          <a:ext cx="6934200" cy="2400300"/>
        </p:xfrm>
        <a:graphic>
          <a:graphicData uri="http://schemas.openxmlformats.org/presentationml/2006/ole">
            <mc:AlternateContent xmlns:mc="http://schemas.openxmlformats.org/markup-compatibility/2006">
              <mc:Choice xmlns:v="urn:schemas-microsoft-com:vml" Requires="v">
                <p:oleObj name="Picture" r:id="rId2" imgW="5367020" imgH="1856740" progId="Word.Picture.8">
                  <p:embed/>
                </p:oleObj>
              </mc:Choice>
              <mc:Fallback>
                <p:oleObj name="Picture" r:id="rId2" imgW="5367020" imgH="1856740" progId="Word.Picture.8">
                  <p:embed/>
                  <p:pic>
                    <p:nvPicPr>
                      <p:cNvPr id="292869" name="Object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514600"/>
                        <a:ext cx="6934200" cy="2400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2872" name="Rectangle 8"/>
          <p:cNvSpPr>
            <a:spLocks noGrp="1" noChangeArrowheads="1"/>
          </p:cNvSpPr>
          <p:nvPr>
            <p:ph type="body" sz="half" idx="2"/>
          </p:nvPr>
        </p:nvSpPr>
        <p:spPr>
          <a:xfrm>
            <a:off x="838200" y="5181600"/>
            <a:ext cx="7693025" cy="904875"/>
          </a:xfrm>
        </p:spPr>
        <p:txBody>
          <a:bodyPr/>
          <a:lstStyle/>
          <a:p>
            <a:r>
              <a:rPr lang="sl-SI" sz="2400"/>
              <a:t>Na uspešnost oz. neuspešnost transakcij vplivajo podatkovne nesreče</a:t>
            </a:r>
            <a:endParaRPr lang="en-US" sz="2400"/>
          </a:p>
        </p:txBody>
      </p:sp>
      <p:sp>
        <p:nvSpPr>
          <p:cNvPr id="292870" name="Rectangle 6"/>
          <p:cNvSpPr>
            <a:spLocks noChangeArrowheads="1"/>
          </p:cNvSpPr>
          <p:nvPr/>
        </p:nvSpPr>
        <p:spPr bwMode="auto">
          <a:xfrm>
            <a:off x="0" y="2500313"/>
            <a:ext cx="9144000" cy="0"/>
          </a:xfrm>
          <a:prstGeom prst="rect">
            <a:avLst/>
          </a:prstGeom>
          <a:noFill/>
          <a:ln w="9525">
            <a:noFill/>
            <a:miter lim="800000"/>
            <a:headEnd/>
            <a:tailEnd/>
          </a:ln>
          <a:effectLst/>
        </p:spPr>
        <p:txBody>
          <a:bodyPr wrap="none" anchor="ctr">
            <a:spAutoFit/>
          </a:bodyPr>
          <a:lstStyle/>
          <a:p>
            <a:endParaRPr lang="en-US"/>
          </a:p>
        </p:txBody>
      </p:sp>
    </p:spTree>
  </p:cSld>
  <p:clrMapOvr>
    <a:masterClrMapping/>
  </p:clrMapOvr>
  <p:transition/>
</p:sld>
</file>

<file path=ppt/slides/slide3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80578" name="AutoShape 2"/>
          <p:cNvSpPr>
            <a:spLocks noGrp="1" noChangeArrowheads="1"/>
          </p:cNvSpPr>
          <p:nvPr>
            <p:ph type="title"/>
          </p:nvPr>
        </p:nvSpPr>
        <p:spPr/>
        <p:txBody>
          <a:bodyPr/>
          <a:lstStyle/>
          <a:p>
            <a:r>
              <a:rPr lang="sl-SI"/>
              <a:t>Podatkovne nesreče</a:t>
            </a:r>
            <a:endParaRPr lang="en-US"/>
          </a:p>
        </p:txBody>
      </p:sp>
      <p:sp>
        <p:nvSpPr>
          <p:cNvPr id="280579" name="Rectangle 3"/>
          <p:cNvSpPr>
            <a:spLocks noGrp="1" noChangeArrowheads="1"/>
          </p:cNvSpPr>
          <p:nvPr>
            <p:ph type="body" idx="1"/>
          </p:nvPr>
        </p:nvSpPr>
        <p:spPr/>
        <p:txBody>
          <a:bodyPr/>
          <a:lstStyle/>
          <a:p>
            <a:r>
              <a:rPr lang="sl-SI" sz="2400"/>
              <a:t>transakcijske nesreče</a:t>
            </a:r>
          </a:p>
          <a:p>
            <a:pPr lvl="1"/>
            <a:r>
              <a:rPr lang="sl-SI" sz="2000"/>
              <a:t>odkrijejo uporabniški programi sami: nepravilni vhodni podatki </a:t>
            </a:r>
          </a:p>
          <a:p>
            <a:pPr lvl="1"/>
            <a:r>
              <a:rPr lang="sl-SI" sz="2000"/>
              <a:t>odkrijeta SUPB ali pa operacijski sistem: konflikt pri dostopu do podatkov, deljenje z 0</a:t>
            </a:r>
          </a:p>
          <a:p>
            <a:r>
              <a:rPr lang="sl-SI" sz="2400"/>
              <a:t>sistemske nesreče</a:t>
            </a:r>
          </a:p>
          <a:p>
            <a:pPr lvl="1"/>
            <a:r>
              <a:rPr lang="sl-SI" sz="2000"/>
              <a:t>okvara na strežniku (CPU, pomnilnik), prekinitev napajanja</a:t>
            </a:r>
          </a:p>
          <a:p>
            <a:r>
              <a:rPr lang="sl-SI" sz="2400"/>
              <a:t>diskovne nesreče</a:t>
            </a:r>
          </a:p>
          <a:p>
            <a:pPr lvl="1"/>
            <a:r>
              <a:rPr lang="sl-SI" sz="2000"/>
              <a:t>izguba ali uničenje podatkov na disku</a:t>
            </a:r>
          </a:p>
          <a:p>
            <a:pPr lvl="1"/>
            <a:endParaRPr lang="en-US" sz="2000"/>
          </a:p>
        </p:txBody>
      </p:sp>
    </p:spTree>
  </p:cSld>
  <p:clrMapOvr>
    <a:masterClrMapping/>
  </p:clrMapOvr>
  <p:transition/>
</p:sld>
</file>

<file path=ppt/slides/slide3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82626" name="AutoShape 2"/>
          <p:cNvSpPr>
            <a:spLocks noGrp="1" noChangeArrowheads="1"/>
          </p:cNvSpPr>
          <p:nvPr>
            <p:ph type="title"/>
          </p:nvPr>
        </p:nvSpPr>
        <p:spPr/>
        <p:txBody>
          <a:bodyPr/>
          <a:lstStyle/>
          <a:p>
            <a:r>
              <a:rPr lang="sl-SI"/>
              <a:t>Odpravljanje posledic pod. nesreč</a:t>
            </a:r>
            <a:endParaRPr lang="en-US"/>
          </a:p>
        </p:txBody>
      </p:sp>
      <p:sp>
        <p:nvSpPr>
          <p:cNvPr id="282627" name="Rectangle 3"/>
          <p:cNvSpPr>
            <a:spLocks noGrp="1" noChangeArrowheads="1"/>
          </p:cNvSpPr>
          <p:nvPr>
            <p:ph type="body" idx="1"/>
          </p:nvPr>
        </p:nvSpPr>
        <p:spPr/>
        <p:txBody>
          <a:bodyPr/>
          <a:lstStyle/>
          <a:p>
            <a:r>
              <a:rPr lang="sl-SI"/>
              <a:t>Po pričetku ponovnega delovanja računalniškega sistema je potrebno obnoviti podatkovno bazo v zadnje veljavno stanje pred nesrečo in ponoviti izvajanje prekinjenih transakcij</a:t>
            </a:r>
            <a:r>
              <a:rPr lang="en-US"/>
              <a:t> </a:t>
            </a:r>
            <a:endParaRPr lang="sl-SI"/>
          </a:p>
          <a:p>
            <a:r>
              <a:rPr lang="sl-SI"/>
              <a:t>Kako to dosežemo?</a:t>
            </a:r>
            <a:endParaRPr lang="en-US"/>
          </a:p>
        </p:txBody>
      </p:sp>
    </p:spTree>
  </p:cSld>
  <p:clrMapOvr>
    <a:masterClrMapping/>
  </p:clrMapOvr>
  <p:transition/>
</p:sld>
</file>

<file path=ppt/slides/slide3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83650" name="AutoShape 2"/>
          <p:cNvSpPr>
            <a:spLocks noGrp="1" noChangeArrowheads="1"/>
          </p:cNvSpPr>
          <p:nvPr>
            <p:ph type="title"/>
          </p:nvPr>
        </p:nvSpPr>
        <p:spPr/>
        <p:txBody>
          <a:bodyPr/>
          <a:lstStyle/>
          <a:p>
            <a:r>
              <a:rPr lang="sl-SI"/>
              <a:t>Mehanizmi za obnavljanje PB</a:t>
            </a:r>
            <a:endParaRPr lang="en-US"/>
          </a:p>
        </p:txBody>
      </p:sp>
      <p:sp>
        <p:nvSpPr>
          <p:cNvPr id="283651" name="Rectangle 3"/>
          <p:cNvSpPr>
            <a:spLocks noGrp="1" noChangeArrowheads="1"/>
          </p:cNvSpPr>
          <p:nvPr>
            <p:ph type="body" idx="1"/>
          </p:nvPr>
        </p:nvSpPr>
        <p:spPr/>
        <p:txBody>
          <a:bodyPr/>
          <a:lstStyle/>
          <a:p>
            <a:pPr>
              <a:lnSpc>
                <a:spcPct val="90000"/>
              </a:lnSpc>
            </a:pPr>
            <a:r>
              <a:rPr lang="sl-SI" sz="2400"/>
              <a:t>Redundatni podatki se generirajo občasno ali pa sočasno z izvajanjem operacij v okviru posameznih transakcij. </a:t>
            </a:r>
          </a:p>
          <a:p>
            <a:pPr lvl="1">
              <a:lnSpc>
                <a:spcPct val="90000"/>
              </a:lnSpc>
            </a:pPr>
            <a:r>
              <a:rPr lang="sl-SI" sz="2000"/>
              <a:t>kopija podatkovne baze</a:t>
            </a:r>
          </a:p>
          <a:p>
            <a:pPr lvl="1">
              <a:lnSpc>
                <a:spcPct val="90000"/>
              </a:lnSpc>
            </a:pPr>
            <a:r>
              <a:rPr lang="sl-SI" sz="2000"/>
              <a:t>vhodni podatki, na osnovi katerih se izvajajo transakcije</a:t>
            </a:r>
          </a:p>
          <a:p>
            <a:pPr lvl="1">
              <a:lnSpc>
                <a:spcPct val="90000"/>
              </a:lnSpc>
            </a:pPr>
            <a:r>
              <a:rPr lang="sl-SI" sz="2000"/>
              <a:t>vrednosti podatkov v podatkovni bazi pred njihovim ažuriranjem (stare vrednosti)</a:t>
            </a:r>
          </a:p>
          <a:p>
            <a:pPr lvl="1">
              <a:lnSpc>
                <a:spcPct val="90000"/>
              </a:lnSpc>
            </a:pPr>
            <a:r>
              <a:rPr lang="sl-SI" sz="2000"/>
              <a:t>vrednosti podatkov v podatkovni bazi po njihovem ažuriranju (nove vrednosti)</a:t>
            </a:r>
          </a:p>
          <a:p>
            <a:pPr>
              <a:lnSpc>
                <a:spcPct val="90000"/>
              </a:lnSpc>
            </a:pPr>
            <a:r>
              <a:rPr lang="sl-SI" sz="2400"/>
              <a:t>Obnavljanje temelji na vseh naštetih redundantnih podatkih ali pa le na nekaterih izmed njih</a:t>
            </a:r>
            <a:r>
              <a:rPr lang="en-US" sz="2400"/>
              <a:t> </a:t>
            </a:r>
          </a:p>
        </p:txBody>
      </p:sp>
    </p:spTree>
  </p:cSld>
  <p:clrMapOvr>
    <a:masterClrMapping/>
  </p:clrMapOvr>
  <p:transition/>
</p:sld>
</file>

<file path=ppt/slides/slide3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84674" name="AutoShape 2"/>
          <p:cNvSpPr>
            <a:spLocks noGrp="1" noChangeArrowheads="1"/>
          </p:cNvSpPr>
          <p:nvPr>
            <p:ph type="title"/>
          </p:nvPr>
        </p:nvSpPr>
        <p:spPr/>
        <p:txBody>
          <a:bodyPr/>
          <a:lstStyle/>
          <a:p>
            <a:r>
              <a:rPr lang="sl-SI"/>
              <a:t>Podatki za obnavljanje PB</a:t>
            </a:r>
            <a:endParaRPr lang="en-US"/>
          </a:p>
        </p:txBody>
      </p:sp>
      <p:sp>
        <p:nvSpPr>
          <p:cNvPr id="284675" name="Rectangle 3"/>
          <p:cNvSpPr>
            <a:spLocks noGrp="1" noChangeArrowheads="1"/>
          </p:cNvSpPr>
          <p:nvPr>
            <p:ph type="body" idx="1"/>
          </p:nvPr>
        </p:nvSpPr>
        <p:spPr/>
        <p:txBody>
          <a:bodyPr/>
          <a:lstStyle/>
          <a:p>
            <a:pPr>
              <a:lnSpc>
                <a:spcPct val="90000"/>
              </a:lnSpc>
            </a:pPr>
            <a:r>
              <a:rPr lang="sl-SI" sz="2000"/>
              <a:t>Periodično </a:t>
            </a:r>
            <a:r>
              <a:rPr lang="sl-SI" sz="2000" b="1"/>
              <a:t>generiranje kopije</a:t>
            </a:r>
            <a:r>
              <a:rPr lang="sl-SI" sz="2000"/>
              <a:t> podatkovne baze omogoča njeno obnovitev v veljavno stanje ob času kopiranja </a:t>
            </a:r>
          </a:p>
          <a:p>
            <a:pPr>
              <a:lnSpc>
                <a:spcPct val="90000"/>
              </a:lnSpc>
            </a:pPr>
            <a:r>
              <a:rPr lang="sl-SI" sz="2000"/>
              <a:t>Vhodni transakcijski podatki omogočajo </a:t>
            </a:r>
            <a:r>
              <a:rPr lang="sl-SI" sz="2000" b="1"/>
              <a:t>ponovno izvajanje transakcij</a:t>
            </a:r>
            <a:r>
              <a:rPr lang="sl-SI" sz="2000"/>
              <a:t>, ki so bile zaradi podatkovne nesreče prekinjene.</a:t>
            </a:r>
          </a:p>
          <a:p>
            <a:pPr>
              <a:lnSpc>
                <a:spcPct val="90000"/>
              </a:lnSpc>
            </a:pPr>
            <a:r>
              <a:rPr lang="sl-SI" sz="2000"/>
              <a:t>Beleženje </a:t>
            </a:r>
            <a:r>
              <a:rPr lang="sl-SI" sz="2000" b="1"/>
              <a:t>starih</a:t>
            </a:r>
            <a:r>
              <a:rPr lang="sl-SI" sz="2000"/>
              <a:t> vrednosti podatkov (pred ažuriranjem) omogoča </a:t>
            </a:r>
            <a:r>
              <a:rPr lang="sl-SI" sz="2000" b="1"/>
              <a:t>razveljavitev ažuriranj</a:t>
            </a:r>
            <a:r>
              <a:rPr lang="sl-SI" sz="2000"/>
              <a:t> neuspešno zaključenih transakcij in vrnitev podatkovne baze v veljavno stanje pred pričetkom izvajanja posamezne transakcije. </a:t>
            </a:r>
          </a:p>
          <a:p>
            <a:pPr>
              <a:lnSpc>
                <a:spcPct val="90000"/>
              </a:lnSpc>
            </a:pPr>
            <a:r>
              <a:rPr lang="sl-SI" sz="2000"/>
              <a:t>Beleženje </a:t>
            </a:r>
            <a:r>
              <a:rPr lang="sl-SI" sz="2000" b="1"/>
              <a:t>novih</a:t>
            </a:r>
            <a:r>
              <a:rPr lang="sl-SI" sz="2000"/>
              <a:t> vrednosti podatkov (po ažuriranju) omogoča </a:t>
            </a:r>
            <a:r>
              <a:rPr lang="sl-SI" sz="2000" b="1"/>
              <a:t>ponovitev ažuriranj</a:t>
            </a:r>
            <a:r>
              <a:rPr lang="sl-SI" sz="2000"/>
              <a:t> uspešno izvedenih transakcij, ki so se izgubila v podatkovni nesreči brez ponovnega izvajanja transakcijskih programov. </a:t>
            </a:r>
            <a:endParaRPr lang="en-US" sz="2000"/>
          </a:p>
        </p:txBody>
      </p:sp>
    </p:spTree>
  </p:cSld>
  <p:clrMapOvr>
    <a:masterClrMapping/>
  </p:clrMapOvr>
  <p:transition/>
</p:sld>
</file>

<file path=ppt/slides/slide3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85698" name="AutoShape 2"/>
          <p:cNvSpPr>
            <a:spLocks noGrp="1" noChangeArrowheads="1"/>
          </p:cNvSpPr>
          <p:nvPr>
            <p:ph type="title"/>
          </p:nvPr>
        </p:nvSpPr>
        <p:spPr/>
        <p:txBody>
          <a:bodyPr/>
          <a:lstStyle/>
          <a:p>
            <a:r>
              <a:rPr lang="sl-SI"/>
              <a:t>Načini obnavljanja PB</a:t>
            </a:r>
            <a:endParaRPr lang="en-US"/>
          </a:p>
        </p:txBody>
      </p:sp>
      <p:sp>
        <p:nvSpPr>
          <p:cNvPr id="285699" name="Rectangle 3"/>
          <p:cNvSpPr>
            <a:spLocks noGrp="1" noChangeArrowheads="1"/>
          </p:cNvSpPr>
          <p:nvPr>
            <p:ph type="body" idx="1"/>
          </p:nvPr>
        </p:nvSpPr>
        <p:spPr/>
        <p:txBody>
          <a:bodyPr/>
          <a:lstStyle/>
          <a:p>
            <a:pPr marL="533400" indent="-533400">
              <a:lnSpc>
                <a:spcPct val="90000"/>
              </a:lnSpc>
            </a:pPr>
            <a:r>
              <a:rPr lang="sl-SI" sz="2400"/>
              <a:t>Več različnih načinov, ki temeljijo na podmnožicah redundantnih podatkov</a:t>
            </a:r>
          </a:p>
          <a:p>
            <a:pPr marL="914400" lvl="1" indent="-457200">
              <a:lnSpc>
                <a:spcPct val="90000"/>
              </a:lnSpc>
            </a:pPr>
            <a:r>
              <a:rPr lang="sl-SI" sz="2000"/>
              <a:t>Dvojna podatkovna baza</a:t>
            </a:r>
          </a:p>
          <a:p>
            <a:pPr marL="914400" lvl="1" indent="-457200">
              <a:lnSpc>
                <a:spcPct val="90000"/>
              </a:lnSpc>
            </a:pPr>
            <a:r>
              <a:rPr lang="sl-SI" sz="2000"/>
              <a:t>Obnavljanje s senčnimi stranmi</a:t>
            </a:r>
          </a:p>
          <a:p>
            <a:pPr marL="914400" lvl="1" indent="-457200">
              <a:lnSpc>
                <a:spcPct val="90000"/>
              </a:lnSpc>
            </a:pPr>
            <a:r>
              <a:rPr lang="sl-SI" sz="2000"/>
              <a:t>Obnavljanje z dnevnikom in kopijo</a:t>
            </a:r>
            <a:r>
              <a:rPr lang="en-US" sz="2000"/>
              <a:t> </a:t>
            </a:r>
            <a:endParaRPr lang="sl-SI" sz="2000"/>
          </a:p>
          <a:p>
            <a:pPr marL="533400" indent="-533400">
              <a:lnSpc>
                <a:spcPct val="90000"/>
              </a:lnSpc>
            </a:pPr>
            <a:r>
              <a:rPr lang="sl-SI" sz="2400"/>
              <a:t>Razlike med njimi glede na</a:t>
            </a:r>
          </a:p>
          <a:p>
            <a:pPr marL="914400" lvl="1" indent="-457200">
              <a:lnSpc>
                <a:spcPct val="90000"/>
              </a:lnSpc>
            </a:pPr>
            <a:r>
              <a:rPr lang="sl-SI" sz="2000"/>
              <a:t>hitrost obnovitve podatkovne baze</a:t>
            </a:r>
          </a:p>
          <a:p>
            <a:pPr marL="914400" lvl="1" indent="-457200">
              <a:lnSpc>
                <a:spcPct val="90000"/>
              </a:lnSpc>
            </a:pPr>
            <a:r>
              <a:rPr lang="sl-SI" sz="2000"/>
              <a:t>pogostnost in količino beleženja redundantnih podatkov</a:t>
            </a:r>
          </a:p>
          <a:p>
            <a:pPr marL="914400" lvl="1" indent="-457200">
              <a:lnSpc>
                <a:spcPct val="90000"/>
              </a:lnSpc>
            </a:pPr>
            <a:r>
              <a:rPr lang="sl-SI" sz="2000"/>
              <a:t>poslabšanje odzivnih časov zaradi beleženja redundantnih podatkov</a:t>
            </a:r>
            <a:endParaRPr lang="en-US" sz="2000"/>
          </a:p>
        </p:txBody>
      </p:sp>
    </p:spTree>
  </p:cSld>
  <p:clrMapOvr>
    <a:masterClrMapping/>
  </p:clrMapOvr>
  <p:transition/>
</p:sld>
</file>

<file path=ppt/slides/slide3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81602" name="AutoShape 2"/>
          <p:cNvSpPr>
            <a:spLocks noGrp="1" noChangeArrowheads="1"/>
          </p:cNvSpPr>
          <p:nvPr>
            <p:ph type="title"/>
          </p:nvPr>
        </p:nvSpPr>
        <p:spPr/>
        <p:txBody>
          <a:bodyPr/>
          <a:lstStyle/>
          <a:p>
            <a:r>
              <a:rPr lang="sl-SI"/>
              <a:t>Dvojna podatkovna baza</a:t>
            </a:r>
            <a:endParaRPr lang="en-US"/>
          </a:p>
        </p:txBody>
      </p:sp>
      <p:sp>
        <p:nvSpPr>
          <p:cNvPr id="281604" name="Rectangle 4"/>
          <p:cNvSpPr>
            <a:spLocks noGrp="1" noChangeArrowheads="1"/>
          </p:cNvSpPr>
          <p:nvPr>
            <p:ph type="body" sz="half" idx="1"/>
          </p:nvPr>
        </p:nvSpPr>
        <p:spPr/>
        <p:txBody>
          <a:bodyPr/>
          <a:lstStyle/>
          <a:p>
            <a:r>
              <a:rPr lang="sl-SI" sz="2000"/>
              <a:t>Podvojeni diski</a:t>
            </a:r>
          </a:p>
          <a:p>
            <a:r>
              <a:rPr lang="sl-SI" sz="2000"/>
              <a:t>Podvojeni kontrolerji in diski</a:t>
            </a:r>
          </a:p>
          <a:p>
            <a:r>
              <a:rPr lang="sl-SI" sz="2000"/>
              <a:t>Periodične kopije na zunanji pomnilniški medij</a:t>
            </a:r>
          </a:p>
          <a:p>
            <a:r>
              <a:rPr lang="sl-SI" sz="2000"/>
              <a:t>Dobro sistemske in diskovne nesreče; potrebuje dodatne mehanizme za obravnavo transakcijskih nesreč</a:t>
            </a:r>
            <a:endParaRPr lang="en-US" sz="2000"/>
          </a:p>
        </p:txBody>
      </p:sp>
      <p:sp>
        <p:nvSpPr>
          <p:cNvPr id="281607" name="Rectangle 7"/>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en-US"/>
          </a:p>
        </p:txBody>
      </p:sp>
      <p:graphicFrame>
        <p:nvGraphicFramePr>
          <p:cNvPr id="281606" name="Object 6"/>
          <p:cNvGraphicFramePr>
            <a:graphicFrameLocks noChangeAspect="1"/>
          </p:cNvGraphicFramePr>
          <p:nvPr/>
        </p:nvGraphicFramePr>
        <p:xfrm>
          <a:off x="4648200" y="2590800"/>
          <a:ext cx="4343400" cy="3219450"/>
        </p:xfrm>
        <a:graphic>
          <a:graphicData uri="http://schemas.openxmlformats.org/presentationml/2006/ole">
            <mc:AlternateContent xmlns:mc="http://schemas.openxmlformats.org/markup-compatibility/2006">
              <mc:Choice xmlns:v="urn:schemas-microsoft-com:vml" Requires="v">
                <p:oleObj name="Picture" r:id="rId2" imgW="5067300" imgH="3223260" progId="Word.Picture.8">
                  <p:embed/>
                </p:oleObj>
              </mc:Choice>
              <mc:Fallback>
                <p:oleObj name="Picture" r:id="rId2" imgW="5067300" imgH="3223260" progId="Word.Picture.8">
                  <p:embed/>
                  <p:pic>
                    <p:nvPicPr>
                      <p:cNvPr id="28160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590800"/>
                        <a:ext cx="4343400" cy="321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3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87746" name="AutoShape 2"/>
          <p:cNvSpPr>
            <a:spLocks noGrp="1" noChangeArrowheads="1"/>
          </p:cNvSpPr>
          <p:nvPr>
            <p:ph type="title"/>
          </p:nvPr>
        </p:nvSpPr>
        <p:spPr/>
        <p:txBody>
          <a:bodyPr/>
          <a:lstStyle/>
          <a:p>
            <a:r>
              <a:rPr lang="en-US" sz="3200"/>
              <a:t>	Obnavljanje s senčnimi stranmi</a:t>
            </a:r>
          </a:p>
        </p:txBody>
      </p:sp>
      <p:sp>
        <p:nvSpPr>
          <p:cNvPr id="287747" name="Rectangle 3"/>
          <p:cNvSpPr>
            <a:spLocks noGrp="1" noChangeArrowheads="1"/>
          </p:cNvSpPr>
          <p:nvPr>
            <p:ph type="body" sz="half" idx="1"/>
          </p:nvPr>
        </p:nvSpPr>
        <p:spPr/>
        <p:txBody>
          <a:bodyPr/>
          <a:lstStyle/>
          <a:p>
            <a:pPr algn="just">
              <a:lnSpc>
                <a:spcPct val="80000"/>
              </a:lnSpc>
            </a:pPr>
            <a:r>
              <a:rPr lang="sl-SI" sz="1800" i="1"/>
              <a:t>shadow paging </a:t>
            </a:r>
          </a:p>
          <a:p>
            <a:pPr algn="just">
              <a:lnSpc>
                <a:spcPct val="80000"/>
              </a:lnSpc>
            </a:pPr>
            <a:r>
              <a:rPr lang="sl-SI" sz="1800"/>
              <a:t>učinkovito predvsem pri transakcijskih podatkovnih nesrečah, ko je potrebno razveljaviti že izvedena ažuriranja podatkovne baze.</a:t>
            </a:r>
          </a:p>
          <a:p>
            <a:pPr algn="just">
              <a:lnSpc>
                <a:spcPct val="80000"/>
              </a:lnSpc>
            </a:pPr>
            <a:r>
              <a:rPr lang="sl-SI" sz="1800"/>
              <a:t>Izpis ažurirane vsebine ne direktno v podatkovno bazo, pač pa na nezasedene sektorje na disku. </a:t>
            </a:r>
          </a:p>
          <a:p>
            <a:pPr algn="just">
              <a:lnSpc>
                <a:spcPct val="80000"/>
              </a:lnSpc>
            </a:pPr>
            <a:r>
              <a:rPr lang="sl-SI" sz="1800"/>
              <a:t>Če se transakcija uspešno zaključi, se v podatkovno bazo vključijo ti novi bloki namesto starih - neažuriranih.</a:t>
            </a:r>
            <a:endParaRPr lang="en-US" sz="1800"/>
          </a:p>
        </p:txBody>
      </p:sp>
      <p:sp>
        <p:nvSpPr>
          <p:cNvPr id="287748"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en-US"/>
          </a:p>
        </p:txBody>
      </p:sp>
      <p:sp>
        <p:nvSpPr>
          <p:cNvPr id="287751" name="Rectangle 7"/>
          <p:cNvSpPr>
            <a:spLocks noChangeArrowheads="1"/>
          </p:cNvSpPr>
          <p:nvPr/>
        </p:nvSpPr>
        <p:spPr bwMode="auto">
          <a:xfrm>
            <a:off x="0" y="2557463"/>
            <a:ext cx="9144000" cy="0"/>
          </a:xfrm>
          <a:prstGeom prst="rect">
            <a:avLst/>
          </a:prstGeom>
          <a:noFill/>
          <a:ln w="9525">
            <a:noFill/>
            <a:miter lim="800000"/>
            <a:headEnd/>
            <a:tailEnd/>
          </a:ln>
          <a:effectLst/>
        </p:spPr>
        <p:txBody>
          <a:bodyPr wrap="none" anchor="ctr">
            <a:spAutoFit/>
          </a:bodyPr>
          <a:lstStyle/>
          <a:p>
            <a:endParaRPr lang="en-US"/>
          </a:p>
        </p:txBody>
      </p:sp>
      <p:graphicFrame>
        <p:nvGraphicFramePr>
          <p:cNvPr id="287750" name="Object 6"/>
          <p:cNvGraphicFramePr>
            <a:graphicFrameLocks noChangeAspect="1"/>
          </p:cNvGraphicFramePr>
          <p:nvPr/>
        </p:nvGraphicFramePr>
        <p:xfrm>
          <a:off x="4724400" y="2590800"/>
          <a:ext cx="4191000" cy="1997075"/>
        </p:xfrm>
        <a:graphic>
          <a:graphicData uri="http://schemas.openxmlformats.org/presentationml/2006/ole">
            <mc:AlternateContent xmlns:mc="http://schemas.openxmlformats.org/markup-compatibility/2006">
              <mc:Choice xmlns:v="urn:schemas-microsoft-com:vml" Requires="v">
                <p:oleObj name="Picture" r:id="rId2" imgW="3657600" imgH="1742440" progId="Word.Picture.8">
                  <p:embed/>
                </p:oleObj>
              </mc:Choice>
              <mc:Fallback>
                <p:oleObj name="Picture" r:id="rId2" imgW="3657600" imgH="1742440" progId="Word.Picture.8">
                  <p:embed/>
                  <p:pic>
                    <p:nvPicPr>
                      <p:cNvPr id="28775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590800"/>
                        <a:ext cx="4191000" cy="199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3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88770" name="AutoShape 2"/>
          <p:cNvSpPr>
            <a:spLocks noGrp="1" noChangeArrowheads="1"/>
          </p:cNvSpPr>
          <p:nvPr>
            <p:ph type="title"/>
          </p:nvPr>
        </p:nvSpPr>
        <p:spPr/>
        <p:txBody>
          <a:bodyPr/>
          <a:lstStyle/>
          <a:p>
            <a:r>
              <a:rPr lang="en-US"/>
              <a:t>Obnavljanje </a:t>
            </a:r>
            <a:r>
              <a:rPr lang="sl-SI"/>
              <a:t>z dnevnikom in kopijo</a:t>
            </a:r>
            <a:endParaRPr lang="en-US"/>
          </a:p>
        </p:txBody>
      </p:sp>
      <p:sp>
        <p:nvSpPr>
          <p:cNvPr id="288771" name="Rectangle 3"/>
          <p:cNvSpPr>
            <a:spLocks noGrp="1" noChangeArrowheads="1"/>
          </p:cNvSpPr>
          <p:nvPr>
            <p:ph type="body" sz="half" idx="1"/>
          </p:nvPr>
        </p:nvSpPr>
        <p:spPr>
          <a:xfrm>
            <a:off x="838200" y="2362200"/>
            <a:ext cx="4191000" cy="4114800"/>
          </a:xfrm>
        </p:spPr>
        <p:txBody>
          <a:bodyPr/>
          <a:lstStyle/>
          <a:p>
            <a:pPr>
              <a:lnSpc>
                <a:spcPct val="80000"/>
              </a:lnSpc>
            </a:pPr>
            <a:r>
              <a:rPr lang="sl-SI" sz="1600"/>
              <a:t>Občasna izdelava kopije PB,  s katero lahko obnovimo veljavno stanje</a:t>
            </a:r>
          </a:p>
          <a:p>
            <a:pPr>
              <a:lnSpc>
                <a:spcPct val="80000"/>
              </a:lnSpc>
            </a:pPr>
            <a:r>
              <a:rPr lang="sl-SI" sz="1600"/>
              <a:t>Pisanje dnevnika, v katerega se zapisujejo podatki, s katerimi je možno s kopijo obnovljeno podatkovno bazo obnoviti v zadnje veljavno stanje tik pred podatkovno nesrečo. </a:t>
            </a:r>
          </a:p>
          <a:p>
            <a:pPr>
              <a:lnSpc>
                <a:spcPct val="80000"/>
              </a:lnSpc>
            </a:pPr>
            <a:r>
              <a:rPr lang="sl-SI" sz="1600"/>
              <a:t>Dnevnik vsebuje tudi podatke, s katerimi je možno vse v trenutku nesreče prekinjene transakcije ponovno izvesti.</a:t>
            </a:r>
          </a:p>
          <a:p>
            <a:pPr>
              <a:lnSpc>
                <a:spcPct val="80000"/>
              </a:lnSpc>
            </a:pPr>
            <a:r>
              <a:rPr lang="sl-SI" sz="1600"/>
              <a:t>Obstajata dve vrsti obnavljanja podatkovne baze z dnevnikom v odvisnosti vrste ažuriranja podatkovne baze</a:t>
            </a:r>
          </a:p>
          <a:p>
            <a:pPr lvl="1">
              <a:lnSpc>
                <a:spcPct val="80000"/>
              </a:lnSpc>
            </a:pPr>
            <a:r>
              <a:rPr lang="sl-SI" sz="1400"/>
              <a:t>neposredno ažuriranje</a:t>
            </a:r>
          </a:p>
          <a:p>
            <a:pPr lvl="1">
              <a:lnSpc>
                <a:spcPct val="80000"/>
              </a:lnSpc>
            </a:pPr>
            <a:r>
              <a:rPr lang="sl-SI" sz="1400"/>
              <a:t>odloženo ažuriranje</a:t>
            </a:r>
            <a:endParaRPr lang="en-US" sz="1400"/>
          </a:p>
        </p:txBody>
      </p:sp>
      <p:sp>
        <p:nvSpPr>
          <p:cNvPr id="288772"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en-US"/>
          </a:p>
        </p:txBody>
      </p:sp>
      <p:sp>
        <p:nvSpPr>
          <p:cNvPr id="288773" name="Rectangle 5"/>
          <p:cNvSpPr>
            <a:spLocks noChangeArrowheads="1"/>
          </p:cNvSpPr>
          <p:nvPr/>
        </p:nvSpPr>
        <p:spPr bwMode="auto">
          <a:xfrm>
            <a:off x="0" y="2557463"/>
            <a:ext cx="9144000" cy="0"/>
          </a:xfrm>
          <a:prstGeom prst="rect">
            <a:avLst/>
          </a:prstGeom>
          <a:noFill/>
          <a:ln w="9525">
            <a:noFill/>
            <a:miter lim="800000"/>
            <a:headEnd/>
            <a:tailEnd/>
          </a:ln>
          <a:effectLst/>
        </p:spPr>
        <p:txBody>
          <a:bodyPr wrap="none" anchor="ctr">
            <a:spAutoFit/>
          </a:bodyPr>
          <a:lstStyle/>
          <a:p>
            <a:endParaRPr lang="en-US"/>
          </a:p>
        </p:txBody>
      </p:sp>
      <p:sp>
        <p:nvSpPr>
          <p:cNvPr id="288777" name="Rectangle 9"/>
          <p:cNvSpPr>
            <a:spLocks noChangeArrowheads="1"/>
          </p:cNvSpPr>
          <p:nvPr/>
        </p:nvSpPr>
        <p:spPr bwMode="auto">
          <a:xfrm>
            <a:off x="0" y="1109663"/>
            <a:ext cx="9144000" cy="0"/>
          </a:xfrm>
          <a:prstGeom prst="rect">
            <a:avLst/>
          </a:prstGeom>
          <a:noFill/>
          <a:ln w="9525" algn="ctr">
            <a:noFill/>
            <a:miter lim="800000"/>
            <a:headEnd/>
            <a:tailEnd/>
          </a:ln>
          <a:effectLst/>
        </p:spPr>
        <p:txBody>
          <a:bodyPr wrap="none" anchor="ctr">
            <a:spAutoFit/>
          </a:bodyPr>
          <a:lstStyle/>
          <a:p>
            <a:endParaRPr lang="en-US"/>
          </a:p>
        </p:txBody>
      </p:sp>
      <p:graphicFrame>
        <p:nvGraphicFramePr>
          <p:cNvPr id="288776" name="Object 8"/>
          <p:cNvGraphicFramePr>
            <a:graphicFrameLocks noChangeAspect="1"/>
          </p:cNvGraphicFramePr>
          <p:nvPr/>
        </p:nvGraphicFramePr>
        <p:xfrm>
          <a:off x="5105400" y="2286000"/>
          <a:ext cx="3471863" cy="4114800"/>
        </p:xfrm>
        <a:graphic>
          <a:graphicData uri="http://schemas.openxmlformats.org/presentationml/2006/ole">
            <mc:AlternateContent xmlns:mc="http://schemas.openxmlformats.org/markup-compatibility/2006">
              <mc:Choice xmlns:v="urn:schemas-microsoft-com:vml" Requires="v">
                <p:oleObj name="Picture" r:id="rId2" imgW="3913632" imgH="4639056" progId="Word.Picture.8">
                  <p:embed/>
                </p:oleObj>
              </mc:Choice>
              <mc:Fallback>
                <p:oleObj name="Picture" r:id="rId2" imgW="3913632" imgH="4639056" progId="Word.Picture.8">
                  <p:embed/>
                  <p:pic>
                    <p:nvPicPr>
                      <p:cNvPr id="28877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2286000"/>
                        <a:ext cx="3471863" cy="411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3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91842" name="AutoShape 2"/>
          <p:cNvSpPr>
            <a:spLocks noGrp="1" noChangeArrowheads="1"/>
          </p:cNvSpPr>
          <p:nvPr>
            <p:ph type="title"/>
          </p:nvPr>
        </p:nvSpPr>
        <p:spPr/>
        <p:txBody>
          <a:bodyPr/>
          <a:lstStyle/>
          <a:p>
            <a:r>
              <a:rPr lang="sl-SI"/>
              <a:t>Neposredno ažuriranje</a:t>
            </a:r>
            <a:endParaRPr lang="en-US"/>
          </a:p>
        </p:txBody>
      </p:sp>
      <p:sp>
        <p:nvSpPr>
          <p:cNvPr id="291843" name="Rectangle 3"/>
          <p:cNvSpPr>
            <a:spLocks noGrp="1" noChangeArrowheads="1"/>
          </p:cNvSpPr>
          <p:nvPr>
            <p:ph type="body" idx="1"/>
          </p:nvPr>
        </p:nvSpPr>
        <p:spPr>
          <a:xfrm>
            <a:off x="762000" y="2362200"/>
            <a:ext cx="7693025" cy="3724275"/>
          </a:xfrm>
        </p:spPr>
        <p:txBody>
          <a:bodyPr/>
          <a:lstStyle/>
          <a:p>
            <a:pPr>
              <a:lnSpc>
                <a:spcPct val="80000"/>
              </a:lnSpc>
            </a:pPr>
            <a:r>
              <a:rPr lang="sl-SI" sz="1800"/>
              <a:t>Vsa ažuriranja se sproti izvajajo v podatkovni bazi, v dnevnik pa se beležijo tisti podatki, ki so potrebni pri morebitnem obnavljanju podatkovne baze. </a:t>
            </a:r>
          </a:p>
          <a:p>
            <a:pPr marL="762000" lvl="1" indent="-304800">
              <a:lnSpc>
                <a:spcPct val="80000"/>
              </a:lnSpc>
              <a:buFontTx/>
              <a:buAutoNum type="arabicPeriod"/>
            </a:pPr>
            <a:r>
              <a:rPr lang="sl-SI" sz="1600"/>
              <a:t>vsak zapis v dnevniku je opremljen z individualno oznako transakcije </a:t>
            </a:r>
            <a:r>
              <a:rPr lang="sl-SI" sz="1600" b="1"/>
              <a:t>T</a:t>
            </a:r>
            <a:r>
              <a:rPr lang="sl-SI" sz="1600" b="1" baseline="-25000"/>
              <a:t>i</a:t>
            </a:r>
            <a:r>
              <a:rPr lang="sl-SI" sz="1600" b="1"/>
              <a:t> </a:t>
            </a:r>
            <a:r>
              <a:rPr lang="sl-SI" sz="1600"/>
              <a:t>in s časom generiranja zapisa </a:t>
            </a:r>
            <a:r>
              <a:rPr lang="sl-SI" sz="1600" b="1"/>
              <a:t>t</a:t>
            </a:r>
            <a:endParaRPr lang="sl-SI" sz="1600"/>
          </a:p>
          <a:p>
            <a:pPr marL="762000" lvl="1" indent="-304800">
              <a:lnSpc>
                <a:spcPct val="80000"/>
              </a:lnSpc>
              <a:buFontTx/>
              <a:buAutoNum type="arabicPeriod"/>
            </a:pPr>
            <a:r>
              <a:rPr lang="sl-SI" sz="1600"/>
              <a:t>zapis ob začetku izvajanja transakcije vsebuje oznako </a:t>
            </a:r>
            <a:r>
              <a:rPr lang="sl-SI" sz="1600" b="1"/>
              <a:t>Začetek</a:t>
            </a:r>
            <a:r>
              <a:rPr lang="sl-SI" sz="1600"/>
              <a:t>, oznako transakcijskega programa </a:t>
            </a:r>
            <a:r>
              <a:rPr lang="sl-SI" sz="1600" b="1"/>
              <a:t>P</a:t>
            </a:r>
            <a:r>
              <a:rPr lang="sl-SI" sz="1600" b="1" baseline="-25000"/>
              <a:t>j</a:t>
            </a:r>
            <a:r>
              <a:rPr lang="sl-SI" sz="1600"/>
              <a:t>, za vsak vhodni podatek par (ImePodatka, VrednostPodatka)</a:t>
            </a:r>
          </a:p>
          <a:p>
            <a:pPr marL="762000" lvl="1" indent="-304800">
              <a:lnSpc>
                <a:spcPct val="80000"/>
              </a:lnSpc>
              <a:buFontTx/>
              <a:buAutoNum type="arabicPeriod"/>
            </a:pPr>
            <a:r>
              <a:rPr lang="sl-SI" sz="1600">
                <a:solidFill>
                  <a:srgbClr val="FF0066"/>
                </a:solidFill>
              </a:rPr>
              <a:t>zapis ob ukazu za ažuriranje, ki vsebuje oznako </a:t>
            </a:r>
            <a:r>
              <a:rPr lang="sl-SI" sz="1600" b="1">
                <a:solidFill>
                  <a:srgbClr val="FF0066"/>
                </a:solidFill>
              </a:rPr>
              <a:t>StaraVrednost</a:t>
            </a:r>
            <a:r>
              <a:rPr lang="sl-SI" sz="1600">
                <a:solidFill>
                  <a:srgbClr val="FF0066"/>
                </a:solidFill>
              </a:rPr>
              <a:t>, vrsto operacije </a:t>
            </a:r>
            <a:r>
              <a:rPr lang="sl-SI" sz="1600" b="1">
                <a:solidFill>
                  <a:srgbClr val="FF0066"/>
                </a:solidFill>
              </a:rPr>
              <a:t>Dodaj</a:t>
            </a:r>
            <a:r>
              <a:rPr lang="sl-SI" sz="1600">
                <a:solidFill>
                  <a:srgbClr val="FF0066"/>
                </a:solidFill>
              </a:rPr>
              <a:t>, </a:t>
            </a:r>
            <a:r>
              <a:rPr lang="sl-SI" sz="1600" b="1">
                <a:solidFill>
                  <a:srgbClr val="FF0066"/>
                </a:solidFill>
              </a:rPr>
              <a:t>Izbriši</a:t>
            </a:r>
            <a:r>
              <a:rPr lang="sl-SI" sz="1600">
                <a:solidFill>
                  <a:srgbClr val="FF0066"/>
                </a:solidFill>
              </a:rPr>
              <a:t>, </a:t>
            </a:r>
            <a:r>
              <a:rPr lang="sl-SI" sz="1600" b="1">
                <a:solidFill>
                  <a:srgbClr val="FF0066"/>
                </a:solidFill>
              </a:rPr>
              <a:t>Spremeni, </a:t>
            </a:r>
            <a:r>
              <a:rPr lang="sl-SI" sz="1600">
                <a:solidFill>
                  <a:srgbClr val="FF0066"/>
                </a:solidFill>
              </a:rPr>
              <a:t>ter</a:t>
            </a:r>
            <a:r>
              <a:rPr lang="sl-SI" sz="1600" b="1">
                <a:solidFill>
                  <a:srgbClr val="FF0066"/>
                </a:solidFill>
              </a:rPr>
              <a:t> </a:t>
            </a:r>
            <a:r>
              <a:rPr lang="sl-SI" sz="1600">
                <a:solidFill>
                  <a:srgbClr val="FF0066"/>
                </a:solidFill>
              </a:rPr>
              <a:t>par (NaslovPodatka, StaraVrednostPodatka) in</a:t>
            </a:r>
            <a:br>
              <a:rPr lang="sl-SI" sz="1600">
                <a:solidFill>
                  <a:srgbClr val="FF0066"/>
                </a:solidFill>
              </a:rPr>
            </a:br>
            <a:r>
              <a:rPr lang="sl-SI" sz="1600">
                <a:solidFill>
                  <a:srgbClr val="FF0066"/>
                </a:solidFill>
              </a:rPr>
              <a:t>zapis ob ukazu za ažuriranje, ki  vsebujeoznako </a:t>
            </a:r>
            <a:r>
              <a:rPr lang="sl-SI" sz="1600" b="1">
                <a:solidFill>
                  <a:srgbClr val="FF0066"/>
                </a:solidFill>
              </a:rPr>
              <a:t>NovaVrednost</a:t>
            </a:r>
            <a:r>
              <a:rPr lang="sl-SI" sz="1600">
                <a:solidFill>
                  <a:srgbClr val="FF0066"/>
                </a:solidFill>
              </a:rPr>
              <a:t>, vrsto operacije </a:t>
            </a:r>
            <a:r>
              <a:rPr lang="sl-SI" sz="1600" b="1">
                <a:solidFill>
                  <a:srgbClr val="FF0066"/>
                </a:solidFill>
              </a:rPr>
              <a:t>Dodaj</a:t>
            </a:r>
            <a:r>
              <a:rPr lang="sl-SI" sz="1600">
                <a:solidFill>
                  <a:srgbClr val="FF0066"/>
                </a:solidFill>
              </a:rPr>
              <a:t>, </a:t>
            </a:r>
            <a:r>
              <a:rPr lang="sl-SI" sz="1600" b="1">
                <a:solidFill>
                  <a:srgbClr val="FF0066"/>
                </a:solidFill>
              </a:rPr>
              <a:t>Izbriši</a:t>
            </a:r>
            <a:r>
              <a:rPr lang="sl-SI" sz="1600">
                <a:solidFill>
                  <a:srgbClr val="FF0066"/>
                </a:solidFill>
              </a:rPr>
              <a:t>, </a:t>
            </a:r>
            <a:r>
              <a:rPr lang="sl-SI" sz="1600" b="1">
                <a:solidFill>
                  <a:srgbClr val="FF0066"/>
                </a:solidFill>
              </a:rPr>
              <a:t>Spremeni, </a:t>
            </a:r>
            <a:r>
              <a:rPr lang="sl-SI" sz="1600">
                <a:solidFill>
                  <a:srgbClr val="FF0066"/>
                </a:solidFill>
              </a:rPr>
              <a:t>ter</a:t>
            </a:r>
            <a:r>
              <a:rPr lang="sl-SI" sz="1600" b="1">
                <a:solidFill>
                  <a:srgbClr val="FF0066"/>
                </a:solidFill>
              </a:rPr>
              <a:t> </a:t>
            </a:r>
            <a:r>
              <a:rPr lang="sl-SI" sz="1600">
                <a:solidFill>
                  <a:srgbClr val="FF0066"/>
                </a:solidFill>
              </a:rPr>
              <a:t>par (NaslovPodatka, NovaVrednostPodatka) </a:t>
            </a:r>
          </a:p>
          <a:p>
            <a:pPr marL="762000" lvl="1" indent="-304800">
              <a:lnSpc>
                <a:spcPct val="80000"/>
              </a:lnSpc>
              <a:buFontTx/>
              <a:buAutoNum type="arabicPeriod"/>
            </a:pPr>
            <a:r>
              <a:rPr lang="sl-SI" sz="1600"/>
              <a:t>zapis ob prehodu transakcije v stanje Uspešna transakcija vsebuje oznako </a:t>
            </a:r>
            <a:r>
              <a:rPr lang="sl-SI" sz="1600" b="1"/>
              <a:t>Pomni</a:t>
            </a:r>
            <a:endParaRPr lang="sl-SI" sz="1600"/>
          </a:p>
          <a:p>
            <a:pPr marL="762000" lvl="1" indent="-304800">
              <a:lnSpc>
                <a:spcPct val="80000"/>
              </a:lnSpc>
              <a:buFontTx/>
              <a:buAutoNum type="arabicPeriod"/>
            </a:pPr>
            <a:r>
              <a:rPr lang="sl-SI" sz="1600"/>
              <a:t>zapis ob prehodu transakcije v stanje Neuspešna transakcija vsebuje oznako </a:t>
            </a:r>
            <a:r>
              <a:rPr lang="sl-SI" sz="1600" b="1"/>
              <a:t>Pozabi</a:t>
            </a:r>
            <a:r>
              <a:rPr lang="sl-SI" sz="1600"/>
              <a:t>.</a:t>
            </a:r>
            <a:endParaRPr lang="en-US" sz="1600"/>
          </a:p>
        </p:txBody>
      </p:sp>
    </p:spTree>
  </p:cSld>
  <p:clrMapOvr>
    <a:masterClrMapping/>
  </p:clrMapOvr>
  <p:transition/>
</p:sld>
</file>

<file path=ppt/slides/slide3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90818" name="AutoShape 2"/>
          <p:cNvSpPr>
            <a:spLocks noGrp="1" noChangeArrowheads="1"/>
          </p:cNvSpPr>
          <p:nvPr>
            <p:ph type="title"/>
          </p:nvPr>
        </p:nvSpPr>
        <p:spPr/>
        <p:txBody>
          <a:bodyPr/>
          <a:lstStyle/>
          <a:p>
            <a:r>
              <a:rPr lang="sl-SI"/>
              <a:t>Odloženo ažuriranje</a:t>
            </a:r>
            <a:endParaRPr lang="en-US"/>
          </a:p>
        </p:txBody>
      </p:sp>
      <p:sp>
        <p:nvSpPr>
          <p:cNvPr id="290819" name="Rectangle 3"/>
          <p:cNvSpPr>
            <a:spLocks noGrp="1" noChangeArrowheads="1"/>
          </p:cNvSpPr>
          <p:nvPr>
            <p:ph type="body" idx="1"/>
          </p:nvPr>
        </p:nvSpPr>
        <p:spPr/>
        <p:txBody>
          <a:bodyPr/>
          <a:lstStyle/>
          <a:p>
            <a:pPr>
              <a:lnSpc>
                <a:spcPct val="80000"/>
              </a:lnSpc>
            </a:pPr>
            <a:r>
              <a:rPr lang="sl-SI" sz="1800"/>
              <a:t>Vsi podatki o ažuriranjih v okviru transakcije se najprej shranijo v dnevnik, ob uspešnem zaključku transakcije pa se izvede njihovo uveljavljanje</a:t>
            </a:r>
          </a:p>
          <a:p>
            <a:pPr marL="762000" lvl="1" indent="-304800">
              <a:lnSpc>
                <a:spcPct val="80000"/>
              </a:lnSpc>
              <a:buFontTx/>
              <a:buAutoNum type="arabicPeriod"/>
            </a:pPr>
            <a:r>
              <a:rPr lang="sl-SI" sz="1600"/>
              <a:t>vsak zapis v dnevniku je opremljen z individualno oznako transakcije </a:t>
            </a:r>
            <a:r>
              <a:rPr lang="sl-SI" sz="1600" b="1"/>
              <a:t>T</a:t>
            </a:r>
            <a:r>
              <a:rPr lang="sl-SI" sz="1600" b="1" baseline="-25000"/>
              <a:t>i</a:t>
            </a:r>
            <a:r>
              <a:rPr lang="sl-SI" sz="1600" b="1"/>
              <a:t> </a:t>
            </a:r>
            <a:r>
              <a:rPr lang="sl-SI" sz="1600"/>
              <a:t>in</a:t>
            </a:r>
            <a:r>
              <a:rPr lang="sl-SI" sz="1600" b="1"/>
              <a:t> </a:t>
            </a:r>
            <a:r>
              <a:rPr lang="sl-SI" sz="1600"/>
              <a:t>s časom generiranja zapisa </a:t>
            </a:r>
            <a:r>
              <a:rPr lang="sl-SI" sz="1600" b="1"/>
              <a:t>t</a:t>
            </a:r>
            <a:endParaRPr lang="sl-SI" sz="1600"/>
          </a:p>
          <a:p>
            <a:pPr marL="762000" lvl="1" indent="-304800">
              <a:lnSpc>
                <a:spcPct val="80000"/>
              </a:lnSpc>
              <a:buFontTx/>
              <a:buAutoNum type="arabicPeriod"/>
            </a:pPr>
            <a:r>
              <a:rPr lang="sl-SI" sz="1600"/>
              <a:t>zapis ob začetku izvajanja transakcije vsebuje oznako </a:t>
            </a:r>
            <a:r>
              <a:rPr lang="sl-SI" sz="1600" b="1"/>
              <a:t>Začetek</a:t>
            </a:r>
            <a:r>
              <a:rPr lang="sl-SI" sz="1600"/>
              <a:t>, oznako transakcijskega programa </a:t>
            </a:r>
            <a:r>
              <a:rPr lang="sl-SI" sz="1600" b="1"/>
              <a:t>P</a:t>
            </a:r>
            <a:r>
              <a:rPr lang="sl-SI" sz="1600" b="1" baseline="-25000"/>
              <a:t>j</a:t>
            </a:r>
            <a:r>
              <a:rPr lang="sl-SI" sz="1600"/>
              <a:t>, za vsak vhodni podatek par (ImePodatka, VrednostPodatka)</a:t>
            </a:r>
          </a:p>
          <a:p>
            <a:pPr marL="762000" lvl="1" indent="-304800">
              <a:lnSpc>
                <a:spcPct val="80000"/>
              </a:lnSpc>
              <a:buFontTx/>
              <a:buAutoNum type="arabicPeriod"/>
            </a:pPr>
            <a:r>
              <a:rPr lang="sl-SI" sz="1600">
                <a:solidFill>
                  <a:srgbClr val="FF0066"/>
                </a:solidFill>
              </a:rPr>
              <a:t>zapis ob ukazu za ažuriranje vsebujeoznako </a:t>
            </a:r>
            <a:r>
              <a:rPr lang="sl-SI" sz="1600" b="1">
                <a:solidFill>
                  <a:srgbClr val="FF0066"/>
                </a:solidFill>
              </a:rPr>
              <a:t>NovaVrednost</a:t>
            </a:r>
            <a:r>
              <a:rPr lang="sl-SI" sz="1600">
                <a:solidFill>
                  <a:srgbClr val="FF0066"/>
                </a:solidFill>
              </a:rPr>
              <a:t>, vrsto operacije </a:t>
            </a:r>
            <a:r>
              <a:rPr lang="sl-SI" sz="1600" b="1">
                <a:solidFill>
                  <a:srgbClr val="FF0066"/>
                </a:solidFill>
              </a:rPr>
              <a:t>Dodaj</a:t>
            </a:r>
            <a:r>
              <a:rPr lang="sl-SI" sz="1600">
                <a:solidFill>
                  <a:srgbClr val="FF0066"/>
                </a:solidFill>
              </a:rPr>
              <a:t>, </a:t>
            </a:r>
            <a:r>
              <a:rPr lang="sl-SI" sz="1600" b="1">
                <a:solidFill>
                  <a:srgbClr val="FF0066"/>
                </a:solidFill>
              </a:rPr>
              <a:t>Izbriši</a:t>
            </a:r>
            <a:r>
              <a:rPr lang="sl-SI" sz="1600">
                <a:solidFill>
                  <a:srgbClr val="FF0066"/>
                </a:solidFill>
              </a:rPr>
              <a:t>, </a:t>
            </a:r>
            <a:r>
              <a:rPr lang="sl-SI" sz="1600" b="1">
                <a:solidFill>
                  <a:srgbClr val="FF0066"/>
                </a:solidFill>
              </a:rPr>
              <a:t>Spremeni, </a:t>
            </a:r>
            <a:r>
              <a:rPr lang="sl-SI" sz="1600">
                <a:solidFill>
                  <a:srgbClr val="FF0066"/>
                </a:solidFill>
              </a:rPr>
              <a:t>ter</a:t>
            </a:r>
            <a:r>
              <a:rPr lang="sl-SI" sz="1600" b="1">
                <a:solidFill>
                  <a:srgbClr val="FF0066"/>
                </a:solidFill>
              </a:rPr>
              <a:t> </a:t>
            </a:r>
            <a:r>
              <a:rPr lang="sl-SI" sz="1600">
                <a:solidFill>
                  <a:srgbClr val="FF0066"/>
                </a:solidFill>
              </a:rPr>
              <a:t>par (NaslovPodatka, NovaVrednostPodatka)</a:t>
            </a:r>
          </a:p>
          <a:p>
            <a:pPr marL="762000" lvl="1" indent="-304800">
              <a:lnSpc>
                <a:spcPct val="80000"/>
              </a:lnSpc>
              <a:buFontTx/>
              <a:buAutoNum type="arabicPeriod"/>
            </a:pPr>
            <a:r>
              <a:rPr lang="sl-SI" sz="1600"/>
              <a:t>zapis ob prehodu transakcije v stanje Uspešna transakcija vsebuje oznako </a:t>
            </a:r>
            <a:r>
              <a:rPr lang="sl-SI" sz="1600" b="1"/>
              <a:t>Pomni</a:t>
            </a:r>
            <a:endParaRPr lang="sl-SI" sz="1600"/>
          </a:p>
          <a:p>
            <a:pPr marL="762000" lvl="1" indent="-304800">
              <a:lnSpc>
                <a:spcPct val="80000"/>
              </a:lnSpc>
              <a:buFontTx/>
              <a:buAutoNum type="arabicPeriod"/>
            </a:pPr>
            <a:r>
              <a:rPr lang="sl-SI" sz="1600"/>
              <a:t>zapis ob prehodu transakcije v stanje Neuspešna transakcija vsebuje oznako </a:t>
            </a:r>
            <a:r>
              <a:rPr lang="sl-SI" sz="1600" b="1"/>
              <a:t>Pozabi</a:t>
            </a:r>
            <a:r>
              <a:rPr lang="sl-SI" sz="1600"/>
              <a:t>.</a:t>
            </a:r>
          </a:p>
          <a:p>
            <a:pPr>
              <a:lnSpc>
                <a:spcPct val="80000"/>
              </a:lnSpc>
            </a:pPr>
            <a:endParaRPr lang="en-US" sz="1800"/>
          </a:p>
        </p:txBody>
      </p:sp>
    </p:spTree>
  </p:cSld>
  <p:clrMapOvr>
    <a:masterClrMapping/>
  </p:clrMapOvr>
  <p:transition/>
</p:sld>
</file>

<file path=ppt/slides/slide3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94916" name="AutoShape 4"/>
          <p:cNvSpPr>
            <a:spLocks noGrp="1" noChangeArrowheads="1"/>
          </p:cNvSpPr>
          <p:nvPr>
            <p:ph type="title"/>
          </p:nvPr>
        </p:nvSpPr>
        <p:spPr/>
        <p:txBody>
          <a:bodyPr/>
          <a:lstStyle/>
          <a:p>
            <a:r>
              <a:rPr lang="sl-SI"/>
              <a:t>Primer vodenja dnevnika</a:t>
            </a:r>
            <a:endParaRPr lang="en-US"/>
          </a:p>
        </p:txBody>
      </p:sp>
      <p:sp>
        <p:nvSpPr>
          <p:cNvPr id="294917" name="Rectangle 5"/>
          <p:cNvSpPr>
            <a:spLocks noGrp="1" noChangeArrowheads="1"/>
          </p:cNvSpPr>
          <p:nvPr>
            <p:ph type="body" sz="half" idx="1"/>
          </p:nvPr>
        </p:nvSpPr>
        <p:spPr>
          <a:xfrm>
            <a:off x="838200" y="2362200"/>
            <a:ext cx="5486400" cy="3724275"/>
          </a:xfrm>
        </p:spPr>
        <p:txBody>
          <a:bodyPr/>
          <a:lstStyle/>
          <a:p>
            <a:pPr>
              <a:lnSpc>
                <a:spcPct val="80000"/>
              </a:lnSpc>
            </a:pPr>
            <a:r>
              <a:rPr lang="sl-SI" sz="1600"/>
              <a:t>Primer dnevnika:</a:t>
            </a:r>
          </a:p>
          <a:p>
            <a:pPr>
              <a:lnSpc>
                <a:spcPct val="80000"/>
              </a:lnSpc>
              <a:buFont typeface="Wingdings" pitchFamily="2" charset="2"/>
              <a:buNone/>
            </a:pPr>
            <a:endParaRPr lang="sl-SI" sz="1600"/>
          </a:p>
          <a:p>
            <a:pPr>
              <a:lnSpc>
                <a:spcPct val="80000"/>
              </a:lnSpc>
              <a:buFont typeface="Wingdings" pitchFamily="2" charset="2"/>
              <a:buNone/>
            </a:pPr>
            <a:r>
              <a:rPr lang="sl-SI" sz="1400" i="1">
                <a:latin typeface="Courier New" pitchFamily="49" charset="0"/>
              </a:rPr>
              <a:t>&lt;T0, t0, Začetek, Odštej,(v1,1),(v2,4),(v3,10)&gt;</a:t>
            </a:r>
          </a:p>
          <a:p>
            <a:pPr>
              <a:lnSpc>
                <a:spcPct val="80000"/>
              </a:lnSpc>
              <a:buFont typeface="Wingdings" pitchFamily="2" charset="2"/>
              <a:buNone/>
            </a:pPr>
            <a:r>
              <a:rPr lang="sl-SI" sz="1400" i="1">
                <a:latin typeface="Courier New" pitchFamily="49" charset="0"/>
              </a:rPr>
              <a:t>&lt;T0, t1, StaraVrednost, Spremeni, (P1, 20)&gt;</a:t>
            </a:r>
          </a:p>
          <a:p>
            <a:pPr>
              <a:lnSpc>
                <a:spcPct val="80000"/>
              </a:lnSpc>
              <a:buFont typeface="Wingdings" pitchFamily="2" charset="2"/>
              <a:buNone/>
            </a:pPr>
            <a:r>
              <a:rPr lang="sl-SI" sz="1400" i="1">
                <a:latin typeface="Courier New" pitchFamily="49" charset="0"/>
              </a:rPr>
              <a:t>&lt;T0, t2, NovaVrednost,  Spremeni, (P1, 10)&gt;</a:t>
            </a:r>
          </a:p>
          <a:p>
            <a:pPr>
              <a:lnSpc>
                <a:spcPct val="80000"/>
              </a:lnSpc>
              <a:buFont typeface="Wingdings" pitchFamily="2" charset="2"/>
              <a:buNone/>
            </a:pPr>
            <a:r>
              <a:rPr lang="sl-SI" sz="1400" i="1">
                <a:latin typeface="Courier New" pitchFamily="49" charset="0"/>
              </a:rPr>
              <a:t>&lt;T0, t3, StaraVrednost, Spremeni, (P2, 50)&gt;</a:t>
            </a:r>
          </a:p>
          <a:p>
            <a:pPr>
              <a:lnSpc>
                <a:spcPct val="80000"/>
              </a:lnSpc>
              <a:buFont typeface="Wingdings" pitchFamily="2" charset="2"/>
              <a:buNone/>
            </a:pPr>
            <a:r>
              <a:rPr lang="sl-SI" sz="1400" i="1">
                <a:latin typeface="Courier New" pitchFamily="49" charset="0"/>
              </a:rPr>
              <a:t>&lt;T0, t4, NovaVrednost,  Spremeni, (P2, 40)&gt;</a:t>
            </a:r>
          </a:p>
          <a:p>
            <a:pPr>
              <a:lnSpc>
                <a:spcPct val="80000"/>
              </a:lnSpc>
              <a:buFont typeface="Wingdings" pitchFamily="2" charset="2"/>
              <a:buNone/>
            </a:pPr>
            <a:r>
              <a:rPr lang="sl-SI" sz="1400" i="1">
                <a:latin typeface="Courier New" pitchFamily="49" charset="0"/>
              </a:rPr>
              <a:t>&lt;T0, t5, StaraVrednost, Spremeni, (P3, 70)&gt;</a:t>
            </a:r>
          </a:p>
          <a:p>
            <a:pPr>
              <a:lnSpc>
                <a:spcPct val="80000"/>
              </a:lnSpc>
              <a:buFont typeface="Wingdings" pitchFamily="2" charset="2"/>
              <a:buNone/>
            </a:pPr>
            <a:r>
              <a:rPr lang="sl-SI" sz="1400" i="1">
                <a:latin typeface="Courier New" pitchFamily="49" charset="0"/>
              </a:rPr>
              <a:t>&lt;T0, t6, NovaVrednost,  Spremeni, (P3, 60)&gt;</a:t>
            </a:r>
          </a:p>
          <a:p>
            <a:pPr>
              <a:lnSpc>
                <a:spcPct val="80000"/>
              </a:lnSpc>
              <a:buFont typeface="Wingdings" pitchFamily="2" charset="2"/>
              <a:buNone/>
            </a:pPr>
            <a:r>
              <a:rPr lang="sl-SI" sz="1400" i="1">
                <a:latin typeface="Courier New" pitchFamily="49" charset="0"/>
              </a:rPr>
              <a:t>&lt;T0, t7, StaraVrednost, Spremeni, (P4, 30)&gt;</a:t>
            </a:r>
          </a:p>
          <a:p>
            <a:pPr>
              <a:lnSpc>
                <a:spcPct val="80000"/>
              </a:lnSpc>
              <a:buFont typeface="Wingdings" pitchFamily="2" charset="2"/>
              <a:buNone/>
            </a:pPr>
            <a:r>
              <a:rPr lang="sl-SI" sz="1400" i="1">
                <a:latin typeface="Courier New" pitchFamily="49" charset="0"/>
              </a:rPr>
              <a:t>&lt;T0, t8, NovaVrednost,  Spremeni, (P4, 20)&gt;</a:t>
            </a:r>
          </a:p>
          <a:p>
            <a:pPr>
              <a:lnSpc>
                <a:spcPct val="80000"/>
              </a:lnSpc>
              <a:buFont typeface="Wingdings" pitchFamily="2" charset="2"/>
              <a:buNone/>
            </a:pPr>
            <a:r>
              <a:rPr lang="sl-SI" sz="1400" i="1">
                <a:latin typeface="Courier New" pitchFamily="49" charset="0"/>
              </a:rPr>
              <a:t>&lt;T0, t9, Pomni&gt;</a:t>
            </a:r>
          </a:p>
          <a:p>
            <a:pPr>
              <a:lnSpc>
                <a:spcPct val="80000"/>
              </a:lnSpc>
              <a:buFont typeface="Wingdings" pitchFamily="2" charset="2"/>
              <a:buNone/>
            </a:pPr>
            <a:endParaRPr lang="sl-SI" sz="1400" i="1">
              <a:latin typeface="Courier New" pitchFamily="49" charset="0"/>
            </a:endParaRPr>
          </a:p>
          <a:p>
            <a:pPr>
              <a:lnSpc>
                <a:spcPct val="80000"/>
              </a:lnSpc>
            </a:pPr>
            <a:r>
              <a:rPr lang="sl-SI" sz="1600"/>
              <a:t>Časi so lahko simbolični (kot v primeru) ali dejanski</a:t>
            </a:r>
          </a:p>
          <a:p>
            <a:pPr>
              <a:lnSpc>
                <a:spcPct val="80000"/>
              </a:lnSpc>
            </a:pPr>
            <a:r>
              <a:rPr lang="sl-SI" sz="1600"/>
              <a:t>Obnavljanje z dnevnikom in kopijo</a:t>
            </a:r>
          </a:p>
          <a:p>
            <a:pPr>
              <a:lnSpc>
                <a:spcPct val="80000"/>
              </a:lnSpc>
            </a:pPr>
            <a:r>
              <a:rPr lang="sl-SI" sz="1600"/>
              <a:t>Neposredno ažuriranje</a:t>
            </a:r>
          </a:p>
          <a:p>
            <a:pPr>
              <a:lnSpc>
                <a:spcPct val="80000"/>
              </a:lnSpc>
              <a:buFont typeface="Wingdings" pitchFamily="2" charset="2"/>
              <a:buNone/>
            </a:pPr>
            <a:endParaRPr lang="en-US" sz="1400" i="1">
              <a:latin typeface="Courier New" pitchFamily="49" charset="0"/>
            </a:endParaRPr>
          </a:p>
        </p:txBody>
      </p:sp>
      <p:sp>
        <p:nvSpPr>
          <p:cNvPr id="294918" name="Rectangle 6"/>
          <p:cNvSpPr>
            <a:spLocks noGrp="1" noChangeArrowheads="1"/>
          </p:cNvSpPr>
          <p:nvPr>
            <p:ph type="body" sz="half" idx="2"/>
          </p:nvPr>
        </p:nvSpPr>
        <p:spPr>
          <a:xfrm>
            <a:off x="6096000" y="2438400"/>
            <a:ext cx="3273425" cy="3724275"/>
          </a:xfrm>
        </p:spPr>
        <p:txBody>
          <a:bodyPr/>
          <a:lstStyle/>
          <a:p>
            <a:pPr>
              <a:lnSpc>
                <a:spcPct val="80000"/>
              </a:lnSpc>
            </a:pPr>
            <a:r>
              <a:rPr lang="sl-SI" sz="1400" i="1"/>
              <a:t>Vhodni podatki:</a:t>
            </a:r>
            <a:br>
              <a:rPr lang="sl-SI" sz="1400" i="1"/>
            </a:br>
            <a:r>
              <a:rPr lang="sl-SI" sz="1400" i="1"/>
              <a:t>v1 = 1, v2 = 4 in v3 = 10. </a:t>
            </a:r>
            <a:br>
              <a:rPr lang="sl-SI" sz="1400" i="1"/>
            </a:br>
            <a:r>
              <a:rPr lang="sl-SI" sz="1400" i="1"/>
              <a:t>Vrednosti podatkov v PB: </a:t>
            </a:r>
            <a:br>
              <a:rPr lang="sl-SI" sz="1400" i="1"/>
            </a:br>
            <a:r>
              <a:rPr lang="sl-SI" sz="1400" i="1"/>
              <a:t>P1 = 20, P2 = 50, P3 = 70,</a:t>
            </a:r>
            <a:br>
              <a:rPr lang="sl-SI" sz="1400" i="1"/>
            </a:br>
            <a:r>
              <a:rPr lang="sl-SI" sz="1400" i="1"/>
              <a:t>P4 = 30. </a:t>
            </a:r>
          </a:p>
          <a:p>
            <a:pPr>
              <a:lnSpc>
                <a:spcPct val="80000"/>
              </a:lnSpc>
              <a:buFont typeface="Wingdings" pitchFamily="2" charset="2"/>
              <a:buNone/>
            </a:pPr>
            <a:endParaRPr lang="sl-SI" sz="1400" i="1"/>
          </a:p>
          <a:p>
            <a:pPr>
              <a:lnSpc>
                <a:spcPct val="80000"/>
              </a:lnSpc>
              <a:buFont typeface="Wingdings" pitchFamily="2" charset="2"/>
              <a:buNone/>
            </a:pPr>
            <a:r>
              <a:rPr lang="sl-SI" sz="1400" i="1">
                <a:latin typeface="Courier New" pitchFamily="49" charset="0"/>
              </a:rPr>
              <a:t>program Odštej(v1, v2, v3)</a:t>
            </a:r>
          </a:p>
          <a:p>
            <a:pPr>
              <a:lnSpc>
                <a:spcPct val="80000"/>
              </a:lnSpc>
              <a:buFont typeface="Wingdings" pitchFamily="2" charset="2"/>
              <a:buNone/>
            </a:pPr>
            <a:r>
              <a:rPr lang="sl-SI" sz="1400" i="1">
                <a:latin typeface="Courier New" pitchFamily="49" charset="0"/>
              </a:rPr>
              <a:t>                              </a:t>
            </a:r>
          </a:p>
          <a:p>
            <a:pPr>
              <a:lnSpc>
                <a:spcPct val="80000"/>
              </a:lnSpc>
              <a:buFont typeface="Wingdings" pitchFamily="2" charset="2"/>
              <a:buNone/>
            </a:pPr>
            <a:r>
              <a:rPr lang="sl-SI" sz="1400" b="1" i="1">
                <a:latin typeface="Courier New" pitchFamily="49" charset="0"/>
              </a:rPr>
              <a:t>za</a:t>
            </a:r>
            <a:r>
              <a:rPr lang="sl-SI" sz="1400" i="1">
                <a:latin typeface="Courier New" pitchFamily="49" charset="0"/>
              </a:rPr>
              <a:t> i := v1 do v2 </a:t>
            </a:r>
            <a:r>
              <a:rPr lang="sl-SI" sz="1400" b="1" i="1">
                <a:latin typeface="Courier New" pitchFamily="49" charset="0"/>
              </a:rPr>
              <a:t>izvedi</a:t>
            </a:r>
            <a:endParaRPr lang="sl-SI" sz="1400" i="1">
              <a:latin typeface="Courier New" pitchFamily="49" charset="0"/>
            </a:endParaRPr>
          </a:p>
          <a:p>
            <a:pPr>
              <a:lnSpc>
                <a:spcPct val="80000"/>
              </a:lnSpc>
              <a:buFont typeface="Wingdings" pitchFamily="2" charset="2"/>
              <a:buNone/>
            </a:pPr>
            <a:r>
              <a:rPr lang="sl-SI" sz="1400" i="1">
                <a:latin typeface="Courier New" pitchFamily="49" charset="0"/>
              </a:rPr>
              <a:t>   PoiščiPreberi(Pi,x) </a:t>
            </a:r>
          </a:p>
          <a:p>
            <a:pPr>
              <a:lnSpc>
                <a:spcPct val="80000"/>
              </a:lnSpc>
              <a:buFont typeface="Wingdings" pitchFamily="2" charset="2"/>
              <a:buNone/>
            </a:pPr>
            <a:r>
              <a:rPr lang="sl-SI" sz="1400" i="1">
                <a:latin typeface="Courier New" pitchFamily="49" charset="0"/>
              </a:rPr>
              <a:t>   </a:t>
            </a:r>
            <a:r>
              <a:rPr lang="sl-SI" sz="1400" b="1" i="1">
                <a:latin typeface="Courier New" pitchFamily="49" charset="0"/>
              </a:rPr>
              <a:t>če</a:t>
            </a:r>
            <a:r>
              <a:rPr lang="sl-SI" sz="1400" i="1">
                <a:latin typeface="Courier New" pitchFamily="49" charset="0"/>
              </a:rPr>
              <a:t> podatek ne obstaja </a:t>
            </a:r>
            <a:r>
              <a:rPr lang="sl-SI" sz="1400" b="1" i="1">
                <a:latin typeface="Courier New" pitchFamily="49" charset="0"/>
              </a:rPr>
              <a:t>potem</a:t>
            </a:r>
            <a:endParaRPr lang="sl-SI" sz="1400" i="1">
              <a:latin typeface="Courier New" pitchFamily="49" charset="0"/>
            </a:endParaRPr>
          </a:p>
          <a:p>
            <a:pPr>
              <a:lnSpc>
                <a:spcPct val="80000"/>
              </a:lnSpc>
              <a:buFont typeface="Wingdings" pitchFamily="2" charset="2"/>
              <a:buNone/>
            </a:pPr>
            <a:r>
              <a:rPr lang="sl-SI" sz="1400" i="1">
                <a:latin typeface="Courier New" pitchFamily="49" charset="0"/>
              </a:rPr>
              <a:t>      Pozabi          </a:t>
            </a:r>
          </a:p>
          <a:p>
            <a:pPr>
              <a:lnSpc>
                <a:spcPct val="80000"/>
              </a:lnSpc>
              <a:buFont typeface="Wingdings" pitchFamily="2" charset="2"/>
              <a:buNone/>
            </a:pPr>
            <a:r>
              <a:rPr lang="sl-SI" sz="1400" b="1" i="1">
                <a:latin typeface="Courier New" pitchFamily="49" charset="0"/>
              </a:rPr>
              <a:t>   sicer</a:t>
            </a:r>
            <a:r>
              <a:rPr lang="sl-SI" sz="1400" i="1">
                <a:latin typeface="Courier New" pitchFamily="49" charset="0"/>
              </a:rPr>
              <a:t>                </a:t>
            </a:r>
          </a:p>
          <a:p>
            <a:pPr>
              <a:lnSpc>
                <a:spcPct val="80000"/>
              </a:lnSpc>
              <a:buFont typeface="Wingdings" pitchFamily="2" charset="2"/>
              <a:buNone/>
            </a:pPr>
            <a:r>
              <a:rPr lang="sl-SI" sz="1400" i="1">
                <a:latin typeface="Courier New" pitchFamily="49" charset="0"/>
              </a:rPr>
              <a:t>      x := x - v3          </a:t>
            </a:r>
          </a:p>
          <a:p>
            <a:pPr>
              <a:lnSpc>
                <a:spcPct val="80000"/>
              </a:lnSpc>
              <a:buFont typeface="Wingdings" pitchFamily="2" charset="2"/>
              <a:buNone/>
            </a:pPr>
            <a:r>
              <a:rPr lang="sl-SI" sz="1400" i="1">
                <a:latin typeface="Courier New" pitchFamily="49" charset="0"/>
              </a:rPr>
              <a:t>      Spremeni(Pi,x)  </a:t>
            </a:r>
          </a:p>
          <a:p>
            <a:pPr>
              <a:lnSpc>
                <a:spcPct val="80000"/>
              </a:lnSpc>
              <a:buFont typeface="Wingdings" pitchFamily="2" charset="2"/>
              <a:buNone/>
            </a:pPr>
            <a:r>
              <a:rPr lang="sl-SI" sz="1400" i="1">
                <a:latin typeface="Courier New" pitchFamily="49" charset="0"/>
              </a:rPr>
              <a:t>Pomni                     </a:t>
            </a:r>
          </a:p>
        </p:txBody>
      </p:sp>
    </p:spTree>
  </p:cSld>
  <p:clrMapOvr>
    <a:masterClrMapping/>
  </p:clrMapOvr>
  <p:transition/>
</p:sld>
</file>

<file path=ppt/slides/slide3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96974" name="Rectangle 14"/>
          <p:cNvSpPr>
            <a:spLocks noChangeArrowheads="1"/>
          </p:cNvSpPr>
          <p:nvPr/>
        </p:nvSpPr>
        <p:spPr bwMode="auto">
          <a:xfrm>
            <a:off x="838200" y="2362200"/>
            <a:ext cx="5486400" cy="3724275"/>
          </a:xfrm>
          <a:prstGeom prst="rect">
            <a:avLst/>
          </a:prstGeom>
          <a:noFill/>
          <a:ln w="9525">
            <a:noFill/>
            <a:miter lim="800000"/>
            <a:headEnd/>
            <a:tailEnd/>
          </a:ln>
          <a:effectLst/>
        </p:spPr>
        <p:txBody>
          <a:bodyPr/>
          <a:lstStyle/>
          <a:p>
            <a:pPr marL="342900" indent="-342900" algn="l">
              <a:lnSpc>
                <a:spcPct val="80000"/>
              </a:lnSpc>
              <a:spcBef>
                <a:spcPct val="20000"/>
              </a:spcBef>
              <a:buClr>
                <a:schemeClr val="tx1"/>
              </a:buClr>
              <a:buSzPct val="75000"/>
              <a:buFont typeface="Wingdings" pitchFamily="2" charset="2"/>
              <a:buChar char="l"/>
            </a:pPr>
            <a:r>
              <a:rPr lang="sl-SI" sz="1600"/>
              <a:t>Primer dnevnika:</a:t>
            </a:r>
          </a:p>
          <a:p>
            <a:pPr marL="342900" indent="-342900" algn="l">
              <a:lnSpc>
                <a:spcPct val="80000"/>
              </a:lnSpc>
              <a:spcBef>
                <a:spcPct val="20000"/>
              </a:spcBef>
              <a:buClr>
                <a:schemeClr val="tx1"/>
              </a:buClr>
              <a:buSzPct val="75000"/>
              <a:buFont typeface="Wingdings" pitchFamily="2" charset="2"/>
              <a:buNone/>
            </a:pPr>
            <a:endParaRPr lang="sl-SI" sz="1600"/>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t0, Začetek, Odštej,(v1,1),(v2,4),(v3,10)&gt;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t1, StaraVrednost, Spremeni, (P1, 20)&gt;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t2, NovaVrednost,  Spremeni, (P1, 10)&gt;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t3, StaraVrednost, Spremeni, (P2, 50)&gt;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t4, NovaVrednost,  Spremeni, (P2, 40)&gt;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t5, StaraVrednost, Spremeni, (P3, 70)&gt;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t6, NovaVrednost,  Spremeni, (P3, 60)&gt;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t7, StaraVrednost, Spremeni, (P4, 30)&gt;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t8, NovaVrednost,  Spremeni, (P4, 20)&gt;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t9, Pomni&gt;</a:t>
            </a:r>
          </a:p>
          <a:p>
            <a:pPr marL="342900" indent="-342900" algn="l">
              <a:lnSpc>
                <a:spcPct val="80000"/>
              </a:lnSpc>
              <a:spcBef>
                <a:spcPct val="20000"/>
              </a:spcBef>
              <a:buClr>
                <a:schemeClr val="tx1"/>
              </a:buClr>
              <a:buSzPct val="75000"/>
              <a:buFont typeface="Wingdings" pitchFamily="2" charset="2"/>
              <a:buNone/>
            </a:pPr>
            <a:endParaRPr lang="sl-SI" sz="1400" i="1">
              <a:latin typeface="Courier New" pitchFamily="49" charset="0"/>
            </a:endParaRPr>
          </a:p>
          <a:p>
            <a:pPr marL="342900" indent="-342900" algn="l">
              <a:lnSpc>
                <a:spcPct val="80000"/>
              </a:lnSpc>
              <a:spcBef>
                <a:spcPct val="20000"/>
              </a:spcBef>
              <a:buClr>
                <a:schemeClr val="tx1"/>
              </a:buClr>
              <a:buSzPct val="75000"/>
              <a:buFont typeface="Wingdings" pitchFamily="2" charset="2"/>
              <a:buChar char="l"/>
            </a:pPr>
            <a:r>
              <a:rPr lang="sl-SI" sz="1600"/>
              <a:t>Časi so lahko simbolični (kot v primeru) ali dejanski</a:t>
            </a:r>
          </a:p>
          <a:p>
            <a:pPr marL="342900" indent="-342900" algn="l">
              <a:lnSpc>
                <a:spcPct val="80000"/>
              </a:lnSpc>
              <a:spcBef>
                <a:spcPct val="20000"/>
              </a:spcBef>
              <a:buClr>
                <a:schemeClr val="tx1"/>
              </a:buClr>
              <a:buSzPct val="75000"/>
              <a:buFont typeface="Wingdings" pitchFamily="2" charset="2"/>
              <a:buChar char="l"/>
            </a:pPr>
            <a:r>
              <a:rPr lang="sl-SI" sz="1600"/>
              <a:t>Obnavljanje z dnevnikom in kopijo</a:t>
            </a:r>
          </a:p>
          <a:p>
            <a:pPr marL="342900" indent="-342900" algn="l">
              <a:lnSpc>
                <a:spcPct val="80000"/>
              </a:lnSpc>
              <a:spcBef>
                <a:spcPct val="20000"/>
              </a:spcBef>
              <a:buClr>
                <a:schemeClr val="tx1"/>
              </a:buClr>
              <a:buSzPct val="75000"/>
              <a:buFont typeface="Wingdings" pitchFamily="2" charset="2"/>
              <a:buChar char="l"/>
            </a:pPr>
            <a:r>
              <a:rPr lang="sl-SI" sz="1600"/>
              <a:t>Odloženo ažuriranje</a:t>
            </a:r>
          </a:p>
          <a:p>
            <a:pPr marL="342900" indent="-342900" algn="l">
              <a:lnSpc>
                <a:spcPct val="80000"/>
              </a:lnSpc>
              <a:spcBef>
                <a:spcPct val="20000"/>
              </a:spcBef>
              <a:buClr>
                <a:schemeClr val="tx1"/>
              </a:buClr>
              <a:buSzPct val="75000"/>
              <a:buFont typeface="Wingdings" pitchFamily="2" charset="2"/>
              <a:buNone/>
            </a:pPr>
            <a:endParaRPr lang="en-US" sz="1400" i="1">
              <a:latin typeface="Courier New" pitchFamily="49" charset="0"/>
            </a:endParaRPr>
          </a:p>
        </p:txBody>
      </p:sp>
      <p:sp>
        <p:nvSpPr>
          <p:cNvPr id="296962" name="AutoShape 2"/>
          <p:cNvSpPr>
            <a:spLocks noGrp="1" noChangeArrowheads="1"/>
          </p:cNvSpPr>
          <p:nvPr>
            <p:ph type="title"/>
          </p:nvPr>
        </p:nvSpPr>
        <p:spPr/>
        <p:txBody>
          <a:bodyPr/>
          <a:lstStyle/>
          <a:p>
            <a:r>
              <a:rPr lang="sl-SI"/>
              <a:t>Primer vodenja dnevnika</a:t>
            </a:r>
            <a:endParaRPr lang="en-US"/>
          </a:p>
        </p:txBody>
      </p:sp>
      <p:sp>
        <p:nvSpPr>
          <p:cNvPr id="296963" name="Rectangle 3"/>
          <p:cNvSpPr>
            <a:spLocks noGrp="1" noChangeArrowheads="1"/>
          </p:cNvSpPr>
          <p:nvPr>
            <p:ph type="body" sz="half" idx="1"/>
          </p:nvPr>
        </p:nvSpPr>
        <p:spPr>
          <a:xfrm>
            <a:off x="838200" y="2362200"/>
            <a:ext cx="5486400" cy="3724275"/>
          </a:xfrm>
        </p:spPr>
        <p:txBody>
          <a:bodyPr/>
          <a:lstStyle/>
          <a:p>
            <a:pPr>
              <a:lnSpc>
                <a:spcPct val="80000"/>
              </a:lnSpc>
            </a:pPr>
            <a:r>
              <a:rPr lang="sl-SI" sz="1600"/>
              <a:t>Primer dnevnika:</a:t>
            </a:r>
          </a:p>
          <a:p>
            <a:pPr>
              <a:lnSpc>
                <a:spcPct val="80000"/>
              </a:lnSpc>
              <a:buFont typeface="Wingdings" pitchFamily="2" charset="2"/>
              <a:buNone/>
            </a:pPr>
            <a:endParaRPr lang="sl-SI" sz="1600"/>
          </a:p>
          <a:p>
            <a:pPr>
              <a:lnSpc>
                <a:spcPct val="80000"/>
              </a:lnSpc>
              <a:buFont typeface="Wingdings" pitchFamily="2" charset="2"/>
              <a:buNone/>
            </a:pPr>
            <a:r>
              <a:rPr lang="sl-SI" sz="1400" i="1">
                <a:latin typeface="Courier New" pitchFamily="49" charset="0"/>
              </a:rPr>
              <a:t>&lt;T0, t0, Začetek, Odštej,(v1,1),(v2,4),(v3,10)&gt;</a:t>
            </a:r>
          </a:p>
          <a:p>
            <a:pPr>
              <a:lnSpc>
                <a:spcPct val="80000"/>
              </a:lnSpc>
              <a:buFont typeface="Wingdings" pitchFamily="2" charset="2"/>
              <a:buNone/>
            </a:pPr>
            <a:r>
              <a:rPr lang="sl-SI" sz="1400" i="1">
                <a:latin typeface="Courier New" pitchFamily="49" charset="0"/>
              </a:rPr>
              <a:t>&lt;T0, t1, StaraVrednost, Spremeni, (P1, 20)&gt;</a:t>
            </a:r>
          </a:p>
          <a:p>
            <a:pPr>
              <a:lnSpc>
                <a:spcPct val="80000"/>
              </a:lnSpc>
              <a:buFont typeface="Wingdings" pitchFamily="2" charset="2"/>
              <a:buNone/>
            </a:pPr>
            <a:r>
              <a:rPr lang="sl-SI" sz="1400" i="1">
                <a:latin typeface="Courier New" pitchFamily="49" charset="0"/>
              </a:rPr>
              <a:t>&lt;T0, t2, NovaVrednost,  Spremeni, (P1, 10)&gt;</a:t>
            </a:r>
          </a:p>
          <a:p>
            <a:pPr>
              <a:lnSpc>
                <a:spcPct val="80000"/>
              </a:lnSpc>
              <a:buFont typeface="Wingdings" pitchFamily="2" charset="2"/>
              <a:buNone/>
            </a:pPr>
            <a:r>
              <a:rPr lang="sl-SI" sz="1400" i="1">
                <a:latin typeface="Courier New" pitchFamily="49" charset="0"/>
              </a:rPr>
              <a:t>&lt;T0, t3, StaraVrednost, Spremeni, (P2, 50)&gt;</a:t>
            </a:r>
          </a:p>
          <a:p>
            <a:pPr>
              <a:lnSpc>
                <a:spcPct val="80000"/>
              </a:lnSpc>
              <a:buFont typeface="Wingdings" pitchFamily="2" charset="2"/>
              <a:buNone/>
            </a:pPr>
            <a:r>
              <a:rPr lang="sl-SI" sz="1400" i="1">
                <a:latin typeface="Courier New" pitchFamily="49" charset="0"/>
              </a:rPr>
              <a:t>&lt;T0, t4, NovaVrednost,  Spremeni, (P2, 40)&gt;</a:t>
            </a:r>
          </a:p>
          <a:p>
            <a:pPr>
              <a:lnSpc>
                <a:spcPct val="80000"/>
              </a:lnSpc>
              <a:buFont typeface="Wingdings" pitchFamily="2" charset="2"/>
              <a:buNone/>
            </a:pPr>
            <a:r>
              <a:rPr lang="sl-SI" sz="1400" i="1">
                <a:latin typeface="Courier New" pitchFamily="49" charset="0"/>
              </a:rPr>
              <a:t>&lt;T0, t5, StaraVrednost, Spremeni, (P3, 70)&gt;</a:t>
            </a:r>
          </a:p>
          <a:p>
            <a:pPr>
              <a:lnSpc>
                <a:spcPct val="80000"/>
              </a:lnSpc>
              <a:buFont typeface="Wingdings" pitchFamily="2" charset="2"/>
              <a:buNone/>
            </a:pPr>
            <a:r>
              <a:rPr lang="sl-SI" sz="1400" i="1">
                <a:latin typeface="Courier New" pitchFamily="49" charset="0"/>
              </a:rPr>
              <a:t>&lt;T0, t6, NovaVrednost,  Spremeni, (P3, 60)&gt;</a:t>
            </a:r>
          </a:p>
          <a:p>
            <a:pPr>
              <a:lnSpc>
                <a:spcPct val="80000"/>
              </a:lnSpc>
              <a:buFont typeface="Wingdings" pitchFamily="2" charset="2"/>
              <a:buNone/>
            </a:pPr>
            <a:r>
              <a:rPr lang="sl-SI" sz="1400" i="1">
                <a:latin typeface="Courier New" pitchFamily="49" charset="0"/>
              </a:rPr>
              <a:t>&lt;T0, t7, StaraVrednost, Spremeni, (P4, 30)&gt;</a:t>
            </a:r>
          </a:p>
          <a:p>
            <a:pPr>
              <a:lnSpc>
                <a:spcPct val="80000"/>
              </a:lnSpc>
              <a:buFont typeface="Wingdings" pitchFamily="2" charset="2"/>
              <a:buNone/>
            </a:pPr>
            <a:r>
              <a:rPr lang="sl-SI" sz="1400" i="1">
                <a:latin typeface="Courier New" pitchFamily="49" charset="0"/>
              </a:rPr>
              <a:t>&lt;T0, t8, NovaVrednost,  Spremeni, (P4, 20)&gt;</a:t>
            </a:r>
          </a:p>
          <a:p>
            <a:pPr>
              <a:lnSpc>
                <a:spcPct val="80000"/>
              </a:lnSpc>
              <a:buFont typeface="Wingdings" pitchFamily="2" charset="2"/>
              <a:buNone/>
            </a:pPr>
            <a:r>
              <a:rPr lang="sl-SI" sz="1400" i="1">
                <a:latin typeface="Courier New" pitchFamily="49" charset="0"/>
              </a:rPr>
              <a:t>&lt;T0, t9, Pomni&gt;</a:t>
            </a:r>
          </a:p>
          <a:p>
            <a:pPr>
              <a:lnSpc>
                <a:spcPct val="80000"/>
              </a:lnSpc>
              <a:buFont typeface="Wingdings" pitchFamily="2" charset="2"/>
              <a:buNone/>
            </a:pPr>
            <a:endParaRPr lang="sl-SI" sz="1400" i="1">
              <a:latin typeface="Courier New" pitchFamily="49" charset="0"/>
            </a:endParaRPr>
          </a:p>
          <a:p>
            <a:pPr>
              <a:lnSpc>
                <a:spcPct val="80000"/>
              </a:lnSpc>
            </a:pPr>
            <a:r>
              <a:rPr lang="sl-SI" sz="1600"/>
              <a:t>Časi so lahko simbolični (kot v primeru) ali dejanski</a:t>
            </a:r>
          </a:p>
          <a:p>
            <a:pPr>
              <a:lnSpc>
                <a:spcPct val="80000"/>
              </a:lnSpc>
            </a:pPr>
            <a:r>
              <a:rPr lang="sl-SI" sz="1600"/>
              <a:t>Obnavljanje z dnevnikom in kopijo</a:t>
            </a:r>
          </a:p>
          <a:p>
            <a:pPr>
              <a:lnSpc>
                <a:spcPct val="80000"/>
              </a:lnSpc>
            </a:pPr>
            <a:r>
              <a:rPr lang="sl-SI" sz="1600"/>
              <a:t>Odloženo ažuriranje</a:t>
            </a:r>
          </a:p>
          <a:p>
            <a:pPr>
              <a:lnSpc>
                <a:spcPct val="80000"/>
              </a:lnSpc>
              <a:buFont typeface="Wingdings" pitchFamily="2" charset="2"/>
              <a:buNone/>
            </a:pPr>
            <a:endParaRPr lang="en-US" sz="1400" i="1">
              <a:latin typeface="Courier New" pitchFamily="49" charset="0"/>
            </a:endParaRPr>
          </a:p>
        </p:txBody>
      </p:sp>
      <p:sp>
        <p:nvSpPr>
          <p:cNvPr id="296964" name="Rectangle 4"/>
          <p:cNvSpPr>
            <a:spLocks noGrp="1" noChangeArrowheads="1"/>
          </p:cNvSpPr>
          <p:nvPr>
            <p:ph type="body" sz="half" idx="2"/>
          </p:nvPr>
        </p:nvSpPr>
        <p:spPr>
          <a:xfrm>
            <a:off x="6019800" y="2438400"/>
            <a:ext cx="3273425" cy="3724275"/>
          </a:xfrm>
        </p:spPr>
        <p:txBody>
          <a:bodyPr/>
          <a:lstStyle/>
          <a:p>
            <a:pPr>
              <a:lnSpc>
                <a:spcPct val="80000"/>
              </a:lnSpc>
            </a:pPr>
            <a:r>
              <a:rPr lang="sl-SI" sz="1400" i="1"/>
              <a:t>Vhodni podatki:</a:t>
            </a:r>
            <a:br>
              <a:rPr lang="sl-SI" sz="1400" i="1"/>
            </a:br>
            <a:r>
              <a:rPr lang="sl-SI" sz="1400" i="1"/>
              <a:t>v1 = 1, v2 = 4 in v3 = 10. </a:t>
            </a:r>
            <a:br>
              <a:rPr lang="sl-SI" sz="1400" i="1"/>
            </a:br>
            <a:r>
              <a:rPr lang="sl-SI" sz="1400" i="1"/>
              <a:t>Vrednosti podatkov v PB: </a:t>
            </a:r>
            <a:br>
              <a:rPr lang="sl-SI" sz="1400" i="1"/>
            </a:br>
            <a:r>
              <a:rPr lang="sl-SI" sz="1400" i="1"/>
              <a:t>P1 = 20, P2 = 50, P3 = 70,</a:t>
            </a:r>
            <a:br>
              <a:rPr lang="sl-SI" sz="1400" i="1"/>
            </a:br>
            <a:r>
              <a:rPr lang="sl-SI" sz="1400" i="1"/>
              <a:t>P4 = 30. </a:t>
            </a:r>
          </a:p>
          <a:p>
            <a:pPr>
              <a:lnSpc>
                <a:spcPct val="80000"/>
              </a:lnSpc>
              <a:buFont typeface="Wingdings" pitchFamily="2" charset="2"/>
              <a:buNone/>
            </a:pPr>
            <a:endParaRPr lang="sl-SI" sz="1400" i="1"/>
          </a:p>
          <a:p>
            <a:pPr>
              <a:lnSpc>
                <a:spcPct val="80000"/>
              </a:lnSpc>
              <a:buFont typeface="Wingdings" pitchFamily="2" charset="2"/>
              <a:buNone/>
            </a:pPr>
            <a:r>
              <a:rPr lang="sl-SI" sz="1400" i="1">
                <a:latin typeface="Courier New" pitchFamily="49" charset="0"/>
              </a:rPr>
              <a:t>program Odštej(v1, v2, v3)</a:t>
            </a:r>
          </a:p>
          <a:p>
            <a:pPr>
              <a:lnSpc>
                <a:spcPct val="80000"/>
              </a:lnSpc>
              <a:buFont typeface="Wingdings" pitchFamily="2" charset="2"/>
              <a:buNone/>
            </a:pPr>
            <a:r>
              <a:rPr lang="sl-SI" sz="1400" i="1">
                <a:latin typeface="Courier New" pitchFamily="49" charset="0"/>
              </a:rPr>
              <a:t>                              </a:t>
            </a:r>
          </a:p>
          <a:p>
            <a:pPr>
              <a:lnSpc>
                <a:spcPct val="80000"/>
              </a:lnSpc>
              <a:buFont typeface="Wingdings" pitchFamily="2" charset="2"/>
              <a:buNone/>
            </a:pPr>
            <a:r>
              <a:rPr lang="sl-SI" sz="1400" b="1" i="1">
                <a:latin typeface="Courier New" pitchFamily="49" charset="0"/>
              </a:rPr>
              <a:t>za</a:t>
            </a:r>
            <a:r>
              <a:rPr lang="sl-SI" sz="1400" i="1">
                <a:latin typeface="Courier New" pitchFamily="49" charset="0"/>
              </a:rPr>
              <a:t> i := v1 do v2 </a:t>
            </a:r>
            <a:r>
              <a:rPr lang="sl-SI" sz="1400" b="1" i="1">
                <a:latin typeface="Courier New" pitchFamily="49" charset="0"/>
              </a:rPr>
              <a:t>izvedi</a:t>
            </a:r>
            <a:endParaRPr lang="sl-SI" sz="1400" i="1">
              <a:latin typeface="Courier New" pitchFamily="49" charset="0"/>
            </a:endParaRPr>
          </a:p>
          <a:p>
            <a:pPr>
              <a:lnSpc>
                <a:spcPct val="80000"/>
              </a:lnSpc>
              <a:buFont typeface="Wingdings" pitchFamily="2" charset="2"/>
              <a:buNone/>
            </a:pPr>
            <a:r>
              <a:rPr lang="sl-SI" sz="1400" i="1">
                <a:latin typeface="Courier New" pitchFamily="49" charset="0"/>
              </a:rPr>
              <a:t>   PoiščiPreberi(Pi,x) </a:t>
            </a:r>
          </a:p>
          <a:p>
            <a:pPr>
              <a:lnSpc>
                <a:spcPct val="80000"/>
              </a:lnSpc>
              <a:buFont typeface="Wingdings" pitchFamily="2" charset="2"/>
              <a:buNone/>
            </a:pPr>
            <a:r>
              <a:rPr lang="sl-SI" sz="1400" i="1">
                <a:latin typeface="Courier New" pitchFamily="49" charset="0"/>
              </a:rPr>
              <a:t>   </a:t>
            </a:r>
            <a:r>
              <a:rPr lang="sl-SI" sz="1400" b="1" i="1">
                <a:latin typeface="Courier New" pitchFamily="49" charset="0"/>
              </a:rPr>
              <a:t>če</a:t>
            </a:r>
            <a:r>
              <a:rPr lang="sl-SI" sz="1400" i="1">
                <a:latin typeface="Courier New" pitchFamily="49" charset="0"/>
              </a:rPr>
              <a:t> podatek ne obstaja </a:t>
            </a:r>
            <a:r>
              <a:rPr lang="sl-SI" sz="1400" b="1" i="1">
                <a:latin typeface="Courier New" pitchFamily="49" charset="0"/>
              </a:rPr>
              <a:t>potem</a:t>
            </a:r>
            <a:endParaRPr lang="sl-SI" sz="1400" i="1">
              <a:latin typeface="Courier New" pitchFamily="49" charset="0"/>
            </a:endParaRPr>
          </a:p>
          <a:p>
            <a:pPr>
              <a:lnSpc>
                <a:spcPct val="80000"/>
              </a:lnSpc>
              <a:buFont typeface="Wingdings" pitchFamily="2" charset="2"/>
              <a:buNone/>
            </a:pPr>
            <a:r>
              <a:rPr lang="sl-SI" sz="1400" i="1">
                <a:latin typeface="Courier New" pitchFamily="49" charset="0"/>
              </a:rPr>
              <a:t>      Pozabi          </a:t>
            </a:r>
          </a:p>
          <a:p>
            <a:pPr>
              <a:lnSpc>
                <a:spcPct val="80000"/>
              </a:lnSpc>
              <a:buFont typeface="Wingdings" pitchFamily="2" charset="2"/>
              <a:buNone/>
            </a:pPr>
            <a:r>
              <a:rPr lang="sl-SI" sz="1400" b="1" i="1">
                <a:latin typeface="Courier New" pitchFamily="49" charset="0"/>
              </a:rPr>
              <a:t>   sicer</a:t>
            </a:r>
            <a:r>
              <a:rPr lang="sl-SI" sz="1400" i="1">
                <a:latin typeface="Courier New" pitchFamily="49" charset="0"/>
              </a:rPr>
              <a:t>                </a:t>
            </a:r>
          </a:p>
          <a:p>
            <a:pPr>
              <a:lnSpc>
                <a:spcPct val="80000"/>
              </a:lnSpc>
              <a:buFont typeface="Wingdings" pitchFamily="2" charset="2"/>
              <a:buNone/>
            </a:pPr>
            <a:r>
              <a:rPr lang="sl-SI" sz="1400" i="1">
                <a:latin typeface="Courier New" pitchFamily="49" charset="0"/>
              </a:rPr>
              <a:t>      x := x - v3          </a:t>
            </a:r>
          </a:p>
          <a:p>
            <a:pPr>
              <a:lnSpc>
                <a:spcPct val="80000"/>
              </a:lnSpc>
              <a:buFont typeface="Wingdings" pitchFamily="2" charset="2"/>
              <a:buNone/>
            </a:pPr>
            <a:r>
              <a:rPr lang="sl-SI" sz="1400" i="1">
                <a:latin typeface="Courier New" pitchFamily="49" charset="0"/>
              </a:rPr>
              <a:t>      Spremeni(Pi,x)  </a:t>
            </a:r>
          </a:p>
          <a:p>
            <a:pPr>
              <a:lnSpc>
                <a:spcPct val="80000"/>
              </a:lnSpc>
              <a:buFont typeface="Wingdings" pitchFamily="2" charset="2"/>
              <a:buNone/>
            </a:pPr>
            <a:r>
              <a:rPr lang="sl-SI" sz="1400" i="1">
                <a:latin typeface="Courier New" pitchFamily="49" charset="0"/>
              </a:rPr>
              <a:t>Pomni                     </a:t>
            </a:r>
          </a:p>
        </p:txBody>
      </p:sp>
      <p:sp>
        <p:nvSpPr>
          <p:cNvPr id="296966" name="Line 6"/>
          <p:cNvSpPr>
            <a:spLocks noChangeShapeType="1"/>
          </p:cNvSpPr>
          <p:nvPr/>
        </p:nvSpPr>
        <p:spPr bwMode="auto">
          <a:xfrm>
            <a:off x="914400" y="3581400"/>
            <a:ext cx="4876800" cy="0"/>
          </a:xfrm>
          <a:prstGeom prst="line">
            <a:avLst/>
          </a:prstGeom>
          <a:noFill/>
          <a:ln w="25400">
            <a:solidFill>
              <a:srgbClr val="FF0066"/>
            </a:solidFill>
            <a:round/>
            <a:headEnd/>
            <a:tailEnd/>
          </a:ln>
          <a:effectLst/>
        </p:spPr>
        <p:txBody>
          <a:bodyPr/>
          <a:lstStyle/>
          <a:p>
            <a:endParaRPr lang="en-US"/>
          </a:p>
        </p:txBody>
      </p:sp>
      <p:sp>
        <p:nvSpPr>
          <p:cNvPr id="296967" name="Line 7"/>
          <p:cNvSpPr>
            <a:spLocks noChangeShapeType="1"/>
          </p:cNvSpPr>
          <p:nvPr/>
        </p:nvSpPr>
        <p:spPr bwMode="auto">
          <a:xfrm>
            <a:off x="914400" y="4010025"/>
            <a:ext cx="4876800" cy="0"/>
          </a:xfrm>
          <a:prstGeom prst="line">
            <a:avLst/>
          </a:prstGeom>
          <a:noFill/>
          <a:ln w="25400">
            <a:solidFill>
              <a:srgbClr val="FF0066"/>
            </a:solidFill>
            <a:round/>
            <a:headEnd/>
            <a:tailEnd/>
          </a:ln>
          <a:effectLst/>
        </p:spPr>
        <p:txBody>
          <a:bodyPr/>
          <a:lstStyle/>
          <a:p>
            <a:endParaRPr lang="en-US"/>
          </a:p>
        </p:txBody>
      </p:sp>
      <p:sp>
        <p:nvSpPr>
          <p:cNvPr id="296968" name="Line 8"/>
          <p:cNvSpPr>
            <a:spLocks noChangeShapeType="1"/>
          </p:cNvSpPr>
          <p:nvPr/>
        </p:nvSpPr>
        <p:spPr bwMode="auto">
          <a:xfrm>
            <a:off x="914400" y="4419600"/>
            <a:ext cx="4876800" cy="0"/>
          </a:xfrm>
          <a:prstGeom prst="line">
            <a:avLst/>
          </a:prstGeom>
          <a:noFill/>
          <a:ln w="25400">
            <a:solidFill>
              <a:srgbClr val="FF0066"/>
            </a:solidFill>
            <a:round/>
            <a:headEnd/>
            <a:tailEnd/>
          </a:ln>
          <a:effectLst/>
        </p:spPr>
        <p:txBody>
          <a:bodyPr/>
          <a:lstStyle/>
          <a:p>
            <a:endParaRPr lang="en-US"/>
          </a:p>
        </p:txBody>
      </p:sp>
      <p:sp>
        <p:nvSpPr>
          <p:cNvPr id="296965" name="Line 5"/>
          <p:cNvSpPr>
            <a:spLocks noChangeShapeType="1"/>
          </p:cNvSpPr>
          <p:nvPr/>
        </p:nvSpPr>
        <p:spPr bwMode="auto">
          <a:xfrm>
            <a:off x="914400" y="3200400"/>
            <a:ext cx="4876800" cy="0"/>
          </a:xfrm>
          <a:prstGeom prst="line">
            <a:avLst/>
          </a:prstGeom>
          <a:noFill/>
          <a:ln w="25400">
            <a:solidFill>
              <a:srgbClr val="FF0066"/>
            </a:solidFill>
            <a:round/>
            <a:headEnd/>
            <a:tailEnd/>
          </a:ln>
          <a:effectLst/>
        </p:spPr>
        <p:txBody>
          <a:bodyPr/>
          <a:lstStyle/>
          <a:p>
            <a:endParaRPr lang="en-US"/>
          </a:p>
        </p:txBody>
      </p:sp>
      <p:sp>
        <p:nvSpPr>
          <p:cNvPr id="296969" name="Line 9"/>
          <p:cNvSpPr>
            <a:spLocks noChangeShapeType="1"/>
          </p:cNvSpPr>
          <p:nvPr/>
        </p:nvSpPr>
        <p:spPr bwMode="auto">
          <a:xfrm>
            <a:off x="914400" y="3581400"/>
            <a:ext cx="4876800" cy="0"/>
          </a:xfrm>
          <a:prstGeom prst="line">
            <a:avLst/>
          </a:prstGeom>
          <a:noFill/>
          <a:ln w="25400">
            <a:solidFill>
              <a:srgbClr val="FF0066"/>
            </a:solidFill>
            <a:round/>
            <a:headEnd/>
            <a:tailEnd/>
          </a:ln>
          <a:effectLst/>
        </p:spPr>
        <p:txBody>
          <a:bodyPr/>
          <a:lstStyle/>
          <a:p>
            <a:endParaRPr lang="en-US"/>
          </a:p>
        </p:txBody>
      </p:sp>
      <p:sp>
        <p:nvSpPr>
          <p:cNvPr id="296970" name="Line 10"/>
          <p:cNvSpPr>
            <a:spLocks noChangeShapeType="1"/>
          </p:cNvSpPr>
          <p:nvPr/>
        </p:nvSpPr>
        <p:spPr bwMode="auto">
          <a:xfrm>
            <a:off x="914400" y="3200400"/>
            <a:ext cx="4876800" cy="0"/>
          </a:xfrm>
          <a:prstGeom prst="line">
            <a:avLst/>
          </a:prstGeom>
          <a:noFill/>
          <a:ln w="25400">
            <a:solidFill>
              <a:srgbClr val="FF0066"/>
            </a:solidFill>
            <a:round/>
            <a:headEnd/>
            <a:tailEnd/>
          </a:ln>
          <a:effectLst/>
        </p:spPr>
        <p:txBody>
          <a:bodyPr/>
          <a:lstStyle/>
          <a:p>
            <a:endParaRPr lang="en-US"/>
          </a:p>
        </p:txBody>
      </p:sp>
      <p:sp>
        <p:nvSpPr>
          <p:cNvPr id="296971" name="Rectangle 11"/>
          <p:cNvSpPr>
            <a:spLocks noChangeArrowheads="1"/>
          </p:cNvSpPr>
          <p:nvPr/>
        </p:nvSpPr>
        <p:spPr bwMode="auto">
          <a:xfrm>
            <a:off x="838200" y="2362200"/>
            <a:ext cx="5486400" cy="3724275"/>
          </a:xfrm>
          <a:prstGeom prst="rect">
            <a:avLst/>
          </a:prstGeom>
          <a:noFill/>
          <a:ln w="9525">
            <a:noFill/>
            <a:miter lim="800000"/>
            <a:headEnd/>
            <a:tailEnd/>
          </a:ln>
          <a:effectLst/>
        </p:spPr>
        <p:txBody>
          <a:bodyPr/>
          <a:lstStyle/>
          <a:p>
            <a:pPr marL="342900" indent="-342900" algn="l">
              <a:lnSpc>
                <a:spcPct val="80000"/>
              </a:lnSpc>
              <a:spcBef>
                <a:spcPct val="20000"/>
              </a:spcBef>
              <a:buClr>
                <a:schemeClr val="tx1"/>
              </a:buClr>
              <a:buSzPct val="75000"/>
              <a:buFont typeface="Wingdings" pitchFamily="2" charset="2"/>
              <a:buChar char="l"/>
            </a:pPr>
            <a:r>
              <a:rPr lang="sl-SI" sz="1600"/>
              <a:t>Primer dnevnika:</a:t>
            </a:r>
          </a:p>
          <a:p>
            <a:pPr marL="342900" indent="-342900" algn="l">
              <a:lnSpc>
                <a:spcPct val="80000"/>
              </a:lnSpc>
              <a:spcBef>
                <a:spcPct val="20000"/>
              </a:spcBef>
              <a:buClr>
                <a:schemeClr val="tx1"/>
              </a:buClr>
              <a:buSzPct val="75000"/>
              <a:buFont typeface="Wingdings" pitchFamily="2" charset="2"/>
              <a:buNone/>
            </a:pPr>
            <a:endParaRPr lang="sl-SI" sz="1600"/>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t0, Začetek, Odštej,(v1,1),(v2,4),(v3,10)&gt;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t1, StaraVrednost, Spremeni, (P1, 20)&gt;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t2, NovaVrednost,  Spremeni, (P1, 10)&gt;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t3, StaraVrednost, Spremeni, (P2, 50)&gt;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t4, NovaVrednost,  Spremeni, (P2, 40)&gt;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t5, StaraVrednost, Spremeni, (P3, 70)&gt;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t6, NovaVrednost,  Spremeni, (P3, 60)&gt;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t7, StaraVrednost, Spremeni, (P4, 30)&gt;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t8, NovaVrednost,  Spremeni, (P4, 20)&gt;</a:t>
            </a:r>
          </a:p>
          <a:p>
            <a:pPr marL="342900" indent="-342900" algn="l">
              <a:lnSpc>
                <a:spcPct val="80000"/>
              </a:lnSpc>
              <a:spcBef>
                <a:spcPct val="20000"/>
              </a:spcBef>
              <a:buClr>
                <a:schemeClr val="tx1"/>
              </a:buClr>
              <a:buSzPct val="75000"/>
              <a:buFont typeface="Wingdings" pitchFamily="2" charset="2"/>
              <a:buNone/>
            </a:pPr>
            <a:r>
              <a:rPr lang="sl-SI" sz="1400" i="1">
                <a:latin typeface="Courier New" pitchFamily="49" charset="0"/>
              </a:rPr>
              <a:t>&lt;T0, t9, Pomni&gt;</a:t>
            </a:r>
          </a:p>
          <a:p>
            <a:pPr marL="342900" indent="-342900" algn="l">
              <a:lnSpc>
                <a:spcPct val="80000"/>
              </a:lnSpc>
              <a:spcBef>
                <a:spcPct val="20000"/>
              </a:spcBef>
              <a:buClr>
                <a:schemeClr val="tx1"/>
              </a:buClr>
              <a:buSzPct val="75000"/>
              <a:buFont typeface="Wingdings" pitchFamily="2" charset="2"/>
              <a:buNone/>
            </a:pPr>
            <a:endParaRPr lang="sl-SI" sz="1400" i="1">
              <a:latin typeface="Courier New" pitchFamily="49" charset="0"/>
            </a:endParaRPr>
          </a:p>
          <a:p>
            <a:pPr marL="342900" indent="-342900" algn="l">
              <a:lnSpc>
                <a:spcPct val="80000"/>
              </a:lnSpc>
              <a:spcBef>
                <a:spcPct val="20000"/>
              </a:spcBef>
              <a:buClr>
                <a:schemeClr val="tx1"/>
              </a:buClr>
              <a:buSzPct val="75000"/>
              <a:buFont typeface="Wingdings" pitchFamily="2" charset="2"/>
              <a:buChar char="l"/>
            </a:pPr>
            <a:r>
              <a:rPr lang="sl-SI" sz="1600"/>
              <a:t>Časi so lahko simbolični (kot v primeru) ali dejanski</a:t>
            </a:r>
          </a:p>
          <a:p>
            <a:pPr marL="342900" indent="-342900" algn="l">
              <a:lnSpc>
                <a:spcPct val="80000"/>
              </a:lnSpc>
              <a:spcBef>
                <a:spcPct val="20000"/>
              </a:spcBef>
              <a:buClr>
                <a:schemeClr val="tx1"/>
              </a:buClr>
              <a:buSzPct val="75000"/>
              <a:buFont typeface="Wingdings" pitchFamily="2" charset="2"/>
              <a:buChar char="l"/>
            </a:pPr>
            <a:r>
              <a:rPr lang="sl-SI" sz="1600"/>
              <a:t>Obnavljanje z dnevnikom in kopijo</a:t>
            </a:r>
          </a:p>
          <a:p>
            <a:pPr marL="342900" indent="-342900" algn="l">
              <a:lnSpc>
                <a:spcPct val="80000"/>
              </a:lnSpc>
              <a:spcBef>
                <a:spcPct val="20000"/>
              </a:spcBef>
              <a:buClr>
                <a:schemeClr val="tx1"/>
              </a:buClr>
              <a:buSzPct val="75000"/>
              <a:buFont typeface="Wingdings" pitchFamily="2" charset="2"/>
              <a:buChar char="l"/>
            </a:pPr>
            <a:r>
              <a:rPr lang="sl-SI" sz="1600"/>
              <a:t>Odloženo ažuriranje</a:t>
            </a:r>
          </a:p>
          <a:p>
            <a:pPr marL="342900" indent="-342900" algn="l">
              <a:lnSpc>
                <a:spcPct val="80000"/>
              </a:lnSpc>
              <a:spcBef>
                <a:spcPct val="20000"/>
              </a:spcBef>
              <a:buClr>
                <a:schemeClr val="tx1"/>
              </a:buClr>
              <a:buSzPct val="75000"/>
              <a:buFont typeface="Wingdings" pitchFamily="2" charset="2"/>
              <a:buNone/>
            </a:pPr>
            <a:endParaRPr lang="en-US" sz="1400" i="1">
              <a:latin typeface="Courier New" pitchFamily="49" charset="0"/>
            </a:endParaRPr>
          </a:p>
        </p:txBody>
      </p:sp>
    </p:spTree>
  </p:cSld>
  <p:clrMapOvr>
    <a:masterClrMapping/>
  </p:clrMapOvr>
  <p:transition/>
</p:sld>
</file>

<file path=ppt/slides/slide3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297986" name="AutoShape 2"/>
          <p:cNvSpPr>
            <a:spLocks noGrp="1" noChangeArrowheads="1"/>
          </p:cNvSpPr>
          <p:nvPr>
            <p:ph type="title"/>
          </p:nvPr>
        </p:nvSpPr>
        <p:spPr/>
        <p:txBody>
          <a:bodyPr/>
          <a:lstStyle/>
          <a:p>
            <a:r>
              <a:rPr lang="sl-SI"/>
              <a:t>Primer vodenja dnevnika</a:t>
            </a:r>
            <a:endParaRPr lang="en-US"/>
          </a:p>
        </p:txBody>
      </p:sp>
      <p:sp>
        <p:nvSpPr>
          <p:cNvPr id="298056" name="Rectangle 72"/>
          <p:cNvSpPr>
            <a:spLocks noGrp="1" noChangeArrowheads="1"/>
          </p:cNvSpPr>
          <p:nvPr>
            <p:ph type="body" sz="half" idx="2"/>
          </p:nvPr>
        </p:nvSpPr>
        <p:spPr>
          <a:xfrm>
            <a:off x="4724400" y="3505200"/>
            <a:ext cx="4419600" cy="2743200"/>
          </a:xfrm>
        </p:spPr>
        <p:txBody>
          <a:bodyPr/>
          <a:lstStyle/>
          <a:p>
            <a:pPr>
              <a:lnSpc>
                <a:spcPct val="80000"/>
              </a:lnSpc>
              <a:buFont typeface="Wingdings" pitchFamily="2" charset="2"/>
              <a:buNone/>
            </a:pPr>
            <a:r>
              <a:rPr lang="sl-SI" sz="1200" i="1">
                <a:latin typeface="Courier New" pitchFamily="49" charset="0"/>
              </a:rPr>
              <a:t>&lt;T1, 1, Začetek, Evro,(R,X)&gt;</a:t>
            </a:r>
          </a:p>
          <a:p>
            <a:pPr>
              <a:lnSpc>
                <a:spcPct val="80000"/>
              </a:lnSpc>
              <a:buFont typeface="Wingdings" pitchFamily="2" charset="2"/>
              <a:buNone/>
            </a:pPr>
            <a:r>
              <a:rPr lang="sl-SI" sz="1200" i="1">
                <a:latin typeface="Courier New" pitchFamily="49" charset="0"/>
              </a:rPr>
              <a:t>&lt;T2, 5, Začetek, Evro,(R,Y)&gt;</a:t>
            </a:r>
          </a:p>
          <a:p>
            <a:pPr>
              <a:lnSpc>
                <a:spcPct val="80000"/>
              </a:lnSpc>
              <a:buFont typeface="Wingdings" pitchFamily="2" charset="2"/>
              <a:buNone/>
            </a:pPr>
            <a:r>
              <a:rPr lang="sl-SI" sz="1200" i="1">
                <a:latin typeface="Courier New" pitchFamily="49" charset="0"/>
              </a:rPr>
              <a:t>&lt;T1, 9, StaraVrednost, Spremeni, (X,10000)&gt;</a:t>
            </a:r>
          </a:p>
          <a:p>
            <a:pPr>
              <a:lnSpc>
                <a:spcPct val="80000"/>
              </a:lnSpc>
              <a:buFont typeface="Wingdings" pitchFamily="2" charset="2"/>
              <a:buNone/>
            </a:pPr>
            <a:r>
              <a:rPr lang="sl-SI" sz="1200" i="1">
                <a:latin typeface="Courier New" pitchFamily="49" charset="0"/>
              </a:rPr>
              <a:t>&lt;T1, 9, NovaVrednost,  Spremeni, (X,41.31)&gt;</a:t>
            </a:r>
          </a:p>
          <a:p>
            <a:pPr>
              <a:lnSpc>
                <a:spcPct val="80000"/>
              </a:lnSpc>
              <a:buFont typeface="Wingdings" pitchFamily="2" charset="2"/>
              <a:buNone/>
            </a:pPr>
            <a:r>
              <a:rPr lang="sl-SI" sz="1200" i="1">
                <a:latin typeface="Courier New" pitchFamily="49" charset="0"/>
              </a:rPr>
              <a:t>&lt;T2,11, StaraVrednost, Spremeni, (Y,20000)&gt;</a:t>
            </a:r>
          </a:p>
          <a:p>
            <a:pPr>
              <a:lnSpc>
                <a:spcPct val="80000"/>
              </a:lnSpc>
              <a:buFont typeface="Wingdings" pitchFamily="2" charset="2"/>
              <a:buNone/>
            </a:pPr>
            <a:r>
              <a:rPr lang="sl-SI" sz="1200" i="1">
                <a:latin typeface="Courier New" pitchFamily="49" charset="0"/>
              </a:rPr>
              <a:t>&lt;T2,11, NovaVrednost,  Spremeni, (Y,82.62)&gt;</a:t>
            </a:r>
          </a:p>
          <a:p>
            <a:pPr>
              <a:lnSpc>
                <a:spcPct val="80000"/>
              </a:lnSpc>
              <a:buFont typeface="Wingdings" pitchFamily="2" charset="2"/>
              <a:buNone/>
            </a:pPr>
            <a:r>
              <a:rPr lang="sl-SI" sz="1200" i="1">
                <a:latin typeface="Courier New" pitchFamily="49" charset="0"/>
              </a:rPr>
              <a:t>&lt;T1,13, StaraVrednost, Spremeni, (B,1000)&gt;</a:t>
            </a:r>
          </a:p>
          <a:p>
            <a:pPr>
              <a:lnSpc>
                <a:spcPct val="80000"/>
              </a:lnSpc>
              <a:buFont typeface="Wingdings" pitchFamily="2" charset="2"/>
              <a:buNone/>
            </a:pPr>
            <a:r>
              <a:rPr lang="sl-SI" sz="1200" i="1">
                <a:latin typeface="Courier New" pitchFamily="49" charset="0"/>
              </a:rPr>
              <a:t>&lt;T1,13, NovaVrednost,  Spremeni, (B,1100)&gt;</a:t>
            </a:r>
          </a:p>
          <a:p>
            <a:pPr>
              <a:lnSpc>
                <a:spcPct val="80000"/>
              </a:lnSpc>
              <a:buFont typeface="Wingdings" pitchFamily="2" charset="2"/>
              <a:buNone/>
            </a:pPr>
            <a:r>
              <a:rPr lang="sl-SI" sz="1200" i="1">
                <a:latin typeface="Courier New" pitchFamily="49" charset="0"/>
              </a:rPr>
              <a:t>&lt;T1,15, Pomni&gt;</a:t>
            </a:r>
          </a:p>
          <a:p>
            <a:pPr>
              <a:lnSpc>
                <a:spcPct val="80000"/>
              </a:lnSpc>
              <a:buFont typeface="Wingdings" pitchFamily="2" charset="2"/>
              <a:buNone/>
            </a:pPr>
            <a:r>
              <a:rPr lang="sl-SI" sz="1200" i="1">
                <a:latin typeface="Courier New" pitchFamily="49" charset="0"/>
              </a:rPr>
              <a:t>&lt;T2,17, StaraVrednost, Spremeni, (B,1100)&gt;</a:t>
            </a:r>
          </a:p>
          <a:p>
            <a:pPr>
              <a:lnSpc>
                <a:spcPct val="80000"/>
              </a:lnSpc>
              <a:buFont typeface="Wingdings" pitchFamily="2" charset="2"/>
              <a:buNone/>
            </a:pPr>
            <a:r>
              <a:rPr lang="sl-SI" sz="1200" i="1">
                <a:latin typeface="Courier New" pitchFamily="49" charset="0"/>
              </a:rPr>
              <a:t>&lt;T2,17, NovaVrednost,  Spremeni, (B,1300)&gt;</a:t>
            </a:r>
          </a:p>
          <a:p>
            <a:pPr>
              <a:lnSpc>
                <a:spcPct val="80000"/>
              </a:lnSpc>
              <a:buFont typeface="Wingdings" pitchFamily="2" charset="2"/>
              <a:buNone/>
            </a:pPr>
            <a:r>
              <a:rPr lang="sl-SI" sz="1200" i="1">
                <a:latin typeface="Courier New" pitchFamily="49" charset="0"/>
              </a:rPr>
              <a:t>&lt;T2,18, Pomni&gt;</a:t>
            </a:r>
          </a:p>
          <a:p>
            <a:pPr>
              <a:lnSpc>
                <a:spcPct val="80000"/>
              </a:lnSpc>
              <a:buFont typeface="Wingdings" pitchFamily="2" charset="2"/>
              <a:buNone/>
            </a:pPr>
            <a:endParaRPr lang="en-US" sz="1200"/>
          </a:p>
        </p:txBody>
      </p:sp>
      <p:graphicFrame>
        <p:nvGraphicFramePr>
          <p:cNvPr id="298110" name="Group 126"/>
          <p:cNvGraphicFramePr>
            <a:graphicFrameLocks noGrp="1"/>
          </p:cNvGraphicFramePr>
          <p:nvPr>
            <p:ph idx="4294967295"/>
          </p:nvPr>
        </p:nvGraphicFramePr>
        <p:xfrm>
          <a:off x="838200" y="3352800"/>
          <a:ext cx="3733800" cy="3163888"/>
        </p:xfrm>
        <a:graphic>
          <a:graphicData uri="http://schemas.openxmlformats.org/drawingml/2006/table">
            <a:tbl>
              <a:tblPr/>
              <a:tblGrid>
                <a:gridCol w="304800">
                  <a:extLst>
                    <a:ext uri="{9D8B030D-6E8A-4147-A177-3AD203B41FA5}">
                      <a16:colId xmlns:a16="http://schemas.microsoft.com/office/drawing/2014/main" val="20000"/>
                    </a:ext>
                  </a:extLst>
                </a:gridCol>
                <a:gridCol w="1690688">
                  <a:extLst>
                    <a:ext uri="{9D8B030D-6E8A-4147-A177-3AD203B41FA5}">
                      <a16:colId xmlns:a16="http://schemas.microsoft.com/office/drawing/2014/main" val="20001"/>
                    </a:ext>
                  </a:extLst>
                </a:gridCol>
                <a:gridCol w="1738312">
                  <a:extLst>
                    <a:ext uri="{9D8B030D-6E8A-4147-A177-3AD203B41FA5}">
                      <a16:colId xmlns:a16="http://schemas.microsoft.com/office/drawing/2014/main" val="20002"/>
                    </a:ext>
                  </a:extLst>
                </a:gridCol>
              </a:tblGrid>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1</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2088">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2</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E-</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2713">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3</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4</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5</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05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6</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E-</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000" b="1" i="0" u="none" strike="noStrike" cap="none" normalizeH="0" baseline="0">
                          <a:ln>
                            <a:noFill/>
                          </a:ln>
                          <a:solidFill>
                            <a:srgbClr val="003366"/>
                          </a:solidFill>
                          <a:effectLst/>
                          <a:latin typeface="Courier New" pitchFamily="49" charset="0"/>
                          <a:cs typeface="Courier New" pitchFamily="49" charset="0"/>
                        </a:rPr>
                        <a:t>Y</a:t>
                      </a:r>
                      <a:r>
                        <a:rPr kumimoji="0" lang="sl-SI" sz="1000" b="1" i="0" u="none" strike="noStrike" cap="none" normalizeH="0" baseline="0">
                          <a:ln>
                            <a:noFill/>
                          </a:ln>
                          <a:solidFill>
                            <a:srgbClr val="003366"/>
                          </a:solidFill>
                          <a:effectLst/>
                          <a:latin typeface="Courier New" pitchFamily="49" charset="0"/>
                          <a:cs typeface="Times New Roman" pitchFamily="18" charset="0"/>
                        </a:rPr>
                        <a:t>,t) </a:t>
                      </a: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7</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8</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9</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9050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10</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E-</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5240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11</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5240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12</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5240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13</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7963">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14</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E-</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0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(čaka na odobritev)</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52400">
                <a:tc>
                  <a:txBody>
                    <a:bodyPr/>
                    <a:lstStyle/>
                    <a:p>
                      <a:pPr marL="0" marR="0" lvl="0" indent="0" algn="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0" i="0" u="none" strike="noStrike" cap="none" normalizeH="0" baseline="0">
                          <a:ln>
                            <a:noFill/>
                          </a:ln>
                          <a:solidFill>
                            <a:schemeClr val="tx1"/>
                          </a:solidFill>
                          <a:effectLst/>
                          <a:latin typeface="Arial" charset="0"/>
                          <a:cs typeface="Courier New" pitchFamily="49" charset="0"/>
                        </a:rPr>
                        <a:t>15</a:t>
                      </a:r>
                      <a:endParaRPr kumimoji="0" lang="en-US" sz="1000" b="0" i="0" u="none" strike="noStrike" cap="none" normalizeH="0" baseline="0">
                        <a:ln>
                          <a:noFill/>
                        </a:ln>
                        <a:solidFill>
                          <a:schemeClr val="tx1"/>
                        </a:solidFill>
                        <a:effectLst/>
                        <a:latin typeface="Arial"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en-US"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6375">
                <a:tc>
                  <a:txBody>
                    <a:bodyPr/>
                    <a:lstStyle/>
                    <a:p>
                      <a:pPr marL="0" marR="0" lvl="0" indent="0" algn="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0" i="0" u="none" strike="noStrike" cap="none" normalizeH="0" baseline="0">
                          <a:ln>
                            <a:noFill/>
                          </a:ln>
                          <a:solidFill>
                            <a:schemeClr val="tx1"/>
                          </a:solidFill>
                          <a:effectLst/>
                          <a:latin typeface="Arial" charset="0"/>
                          <a:cs typeface="Arial" charset="0"/>
                        </a:rPr>
                        <a:t>16</a:t>
                      </a: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(zasežene odobreno)</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52400">
                <a:tc>
                  <a:txBody>
                    <a:bodyPr/>
                    <a:lstStyle/>
                    <a:p>
                      <a:pPr marL="0" marR="0" lvl="0" indent="0" algn="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17</a:t>
                      </a:r>
                      <a:endParaRPr kumimoji="0" lang="en-US" sz="1000" b="1" i="0" u="none" strike="noStrike" cap="none" normalizeH="0" baseline="0">
                        <a:ln>
                          <a:noFill/>
                        </a:ln>
                        <a:solidFill>
                          <a:srgbClr val="003366"/>
                        </a:solidFill>
                        <a:effectLst/>
                        <a:latin typeface="Courier New" pitchFamily="49"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1" i="0" u="none" strike="noStrike" cap="none" normalizeH="0" baseline="0">
                        <a:ln>
                          <a:noFill/>
                        </a:ln>
                        <a:solidFill>
                          <a:srgbClr val="003366"/>
                        </a:solidFill>
                        <a:effectLst/>
                        <a:latin typeface="Courier New" pitchFamily="49"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52400">
                <a:tc>
                  <a:txBody>
                    <a:bodyPr/>
                    <a:lstStyle/>
                    <a:p>
                      <a:pPr marL="0" marR="0" lvl="0" indent="0" algn="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0" i="0" u="none" strike="noStrike" cap="none" normalizeH="0" baseline="0">
                          <a:ln>
                            <a:noFill/>
                          </a:ln>
                          <a:solidFill>
                            <a:schemeClr val="tx1"/>
                          </a:solidFill>
                          <a:effectLst/>
                          <a:latin typeface="Arial" charset="0"/>
                          <a:cs typeface="Arial" charset="0"/>
                        </a:rPr>
                        <a:t>18</a:t>
                      </a: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98111" name="Text Box 127"/>
          <p:cNvSpPr txBox="1">
            <a:spLocks noChangeArrowheads="1"/>
          </p:cNvSpPr>
          <p:nvPr/>
        </p:nvSpPr>
        <p:spPr bwMode="auto">
          <a:xfrm>
            <a:off x="838200" y="2286000"/>
            <a:ext cx="3810000" cy="946150"/>
          </a:xfrm>
          <a:prstGeom prst="rect">
            <a:avLst/>
          </a:prstGeom>
          <a:noFill/>
          <a:ln w="9525">
            <a:noFill/>
            <a:miter lim="800000"/>
            <a:headEnd/>
            <a:tailEnd/>
          </a:ln>
          <a:effectLst/>
        </p:spPr>
        <p:txBody>
          <a:bodyPr>
            <a:spAutoFit/>
          </a:bodyPr>
          <a:lstStyle/>
          <a:p>
            <a:pPr algn="l"/>
            <a:r>
              <a:rPr lang="sl-SI" sz="2000"/>
              <a:t>Razpored</a:t>
            </a:r>
            <a:r>
              <a:rPr lang="sl-SI"/>
              <a:t> transakcijskih ukazov dveh izvajanj programa Evro;</a:t>
            </a:r>
          </a:p>
          <a:p>
            <a:pPr algn="l"/>
            <a:r>
              <a:rPr lang="sl-SI"/>
              <a:t>n</a:t>
            </a:r>
            <a:r>
              <a:rPr lang="en-US"/>
              <a:t>eposredno a</a:t>
            </a:r>
            <a:r>
              <a:rPr lang="sl-SI"/>
              <a:t>žuriranje</a:t>
            </a:r>
            <a:endParaRPr lang="en-US"/>
          </a:p>
        </p:txBody>
      </p:sp>
      <p:sp>
        <p:nvSpPr>
          <p:cNvPr id="298112" name="Text Box 128"/>
          <p:cNvSpPr txBox="1">
            <a:spLocks noChangeArrowheads="1"/>
          </p:cNvSpPr>
          <p:nvPr/>
        </p:nvSpPr>
        <p:spPr bwMode="auto">
          <a:xfrm>
            <a:off x="4724400" y="2514600"/>
            <a:ext cx="3810000" cy="915988"/>
          </a:xfrm>
          <a:prstGeom prst="rect">
            <a:avLst/>
          </a:prstGeom>
          <a:noFill/>
          <a:ln w="9525">
            <a:noFill/>
            <a:miter lim="800000"/>
            <a:headEnd/>
            <a:tailEnd/>
          </a:ln>
          <a:effectLst/>
        </p:spPr>
        <p:txBody>
          <a:bodyPr>
            <a:spAutoFit/>
          </a:bodyPr>
          <a:lstStyle/>
          <a:p>
            <a:pPr algn="l"/>
            <a:r>
              <a:rPr lang="sl-SI"/>
              <a:t>Začetne vrednosti v PB:</a:t>
            </a:r>
            <a:br>
              <a:rPr lang="sl-SI"/>
            </a:br>
            <a:r>
              <a:rPr lang="sl-SI"/>
              <a:t>X</a:t>
            </a:r>
            <a:r>
              <a:rPr lang="en-US"/>
              <a:t>=10.000, Y=20.000 in B=1000?</a:t>
            </a:r>
            <a:endParaRPr lang="sl-SI"/>
          </a:p>
          <a:p>
            <a:pPr algn="l"/>
            <a:r>
              <a:rPr lang="sl-SI"/>
              <a:t>Klic programa: Evro(X), Evro(Y)</a:t>
            </a:r>
            <a:endParaRPr lang="en-US"/>
          </a:p>
        </p:txBody>
      </p:sp>
      <p:grpSp>
        <p:nvGrpSpPr>
          <p:cNvPr id="298124" name="Group 140"/>
          <p:cNvGrpSpPr>
            <a:grpSpLocks/>
          </p:cNvGrpSpPr>
          <p:nvPr/>
        </p:nvGrpSpPr>
        <p:grpSpPr bwMode="auto">
          <a:xfrm>
            <a:off x="3810000" y="3810000"/>
            <a:ext cx="1066800" cy="2667000"/>
            <a:chOff x="2400" y="2400"/>
            <a:chExt cx="672" cy="1680"/>
          </a:xfrm>
        </p:grpSpPr>
        <p:sp>
          <p:nvSpPr>
            <p:cNvPr id="298115" name="Line 131"/>
            <p:cNvSpPr>
              <a:spLocks noChangeShapeType="1"/>
            </p:cNvSpPr>
            <p:nvPr/>
          </p:nvSpPr>
          <p:spPr bwMode="auto">
            <a:xfrm flipV="1">
              <a:off x="2400" y="2400"/>
              <a:ext cx="624" cy="192"/>
            </a:xfrm>
            <a:prstGeom prst="line">
              <a:avLst/>
            </a:prstGeom>
            <a:noFill/>
            <a:ln w="25400">
              <a:solidFill>
                <a:srgbClr val="008080"/>
              </a:solidFill>
              <a:round/>
              <a:headEnd/>
              <a:tailEnd type="triangle" w="med" len="med"/>
            </a:ln>
            <a:effectLst/>
          </p:spPr>
          <p:txBody>
            <a:bodyPr/>
            <a:lstStyle/>
            <a:p>
              <a:endParaRPr lang="en-US"/>
            </a:p>
          </p:txBody>
        </p:sp>
        <p:sp>
          <p:nvSpPr>
            <p:cNvPr id="298118" name="Line 134"/>
            <p:cNvSpPr>
              <a:spLocks noChangeShapeType="1"/>
            </p:cNvSpPr>
            <p:nvPr/>
          </p:nvSpPr>
          <p:spPr bwMode="auto">
            <a:xfrm flipV="1">
              <a:off x="2448" y="2784"/>
              <a:ext cx="576" cy="384"/>
            </a:xfrm>
            <a:prstGeom prst="line">
              <a:avLst/>
            </a:prstGeom>
            <a:noFill/>
            <a:ln w="25400">
              <a:solidFill>
                <a:srgbClr val="008080"/>
              </a:solidFill>
              <a:round/>
              <a:headEnd/>
              <a:tailEnd type="triangle" w="med" len="med"/>
            </a:ln>
            <a:effectLst/>
          </p:spPr>
          <p:txBody>
            <a:bodyPr/>
            <a:lstStyle/>
            <a:p>
              <a:endParaRPr lang="en-US"/>
            </a:p>
          </p:txBody>
        </p:sp>
        <p:sp>
          <p:nvSpPr>
            <p:cNvPr id="298121" name="Line 137"/>
            <p:cNvSpPr>
              <a:spLocks noChangeShapeType="1"/>
            </p:cNvSpPr>
            <p:nvPr/>
          </p:nvSpPr>
          <p:spPr bwMode="auto">
            <a:xfrm flipV="1">
              <a:off x="2496" y="3360"/>
              <a:ext cx="576" cy="576"/>
            </a:xfrm>
            <a:prstGeom prst="line">
              <a:avLst/>
            </a:prstGeom>
            <a:noFill/>
            <a:ln w="25400">
              <a:solidFill>
                <a:srgbClr val="008080"/>
              </a:solidFill>
              <a:round/>
              <a:headEnd/>
              <a:tailEnd type="triangle" w="med" len="med"/>
            </a:ln>
            <a:effectLst/>
          </p:spPr>
          <p:txBody>
            <a:bodyPr/>
            <a:lstStyle/>
            <a:p>
              <a:endParaRPr lang="en-US"/>
            </a:p>
          </p:txBody>
        </p:sp>
        <p:sp>
          <p:nvSpPr>
            <p:cNvPr id="298122" name="Line 138"/>
            <p:cNvSpPr>
              <a:spLocks noChangeShapeType="1"/>
            </p:cNvSpPr>
            <p:nvPr/>
          </p:nvSpPr>
          <p:spPr bwMode="auto">
            <a:xfrm flipV="1">
              <a:off x="2496" y="3552"/>
              <a:ext cx="576" cy="528"/>
            </a:xfrm>
            <a:prstGeom prst="line">
              <a:avLst/>
            </a:prstGeom>
            <a:noFill/>
            <a:ln w="25400">
              <a:solidFill>
                <a:srgbClr val="008080"/>
              </a:solidFill>
              <a:round/>
              <a:headEnd/>
              <a:tailEnd type="triangle" w="med" len="med"/>
            </a:ln>
            <a:effectLst/>
          </p:spPr>
          <p:txBody>
            <a:bodyPr/>
            <a:lstStyle/>
            <a:p>
              <a:endParaRPr lang="en-US"/>
            </a:p>
          </p:txBody>
        </p:sp>
      </p:grpSp>
      <p:grpSp>
        <p:nvGrpSpPr>
          <p:cNvPr id="298144" name="Group 160"/>
          <p:cNvGrpSpPr>
            <a:grpSpLocks/>
          </p:cNvGrpSpPr>
          <p:nvPr/>
        </p:nvGrpSpPr>
        <p:grpSpPr bwMode="auto">
          <a:xfrm>
            <a:off x="1752600" y="3429000"/>
            <a:ext cx="3200400" cy="2438400"/>
            <a:chOff x="1056" y="2160"/>
            <a:chExt cx="2016" cy="1536"/>
          </a:xfrm>
        </p:grpSpPr>
        <p:sp>
          <p:nvSpPr>
            <p:cNvPr id="298140" name="Line 156"/>
            <p:cNvSpPr>
              <a:spLocks noChangeShapeType="1"/>
            </p:cNvSpPr>
            <p:nvPr/>
          </p:nvSpPr>
          <p:spPr bwMode="auto">
            <a:xfrm>
              <a:off x="1344" y="2160"/>
              <a:ext cx="1680" cy="96"/>
            </a:xfrm>
            <a:prstGeom prst="line">
              <a:avLst/>
            </a:prstGeom>
            <a:noFill/>
            <a:ln w="25400">
              <a:solidFill>
                <a:srgbClr val="FF0066"/>
              </a:solidFill>
              <a:round/>
              <a:headEnd/>
              <a:tailEnd type="triangle" w="med" len="med"/>
            </a:ln>
            <a:effectLst/>
          </p:spPr>
          <p:txBody>
            <a:bodyPr/>
            <a:lstStyle/>
            <a:p>
              <a:endParaRPr lang="en-US"/>
            </a:p>
          </p:txBody>
        </p:sp>
        <p:sp>
          <p:nvSpPr>
            <p:cNvPr id="298141" name="Line 157"/>
            <p:cNvSpPr>
              <a:spLocks noChangeShapeType="1"/>
            </p:cNvSpPr>
            <p:nvPr/>
          </p:nvSpPr>
          <p:spPr bwMode="auto">
            <a:xfrm flipV="1">
              <a:off x="1440" y="2592"/>
              <a:ext cx="1584" cy="384"/>
            </a:xfrm>
            <a:prstGeom prst="line">
              <a:avLst/>
            </a:prstGeom>
            <a:noFill/>
            <a:ln w="25400">
              <a:solidFill>
                <a:srgbClr val="FF0066"/>
              </a:solidFill>
              <a:round/>
              <a:headEnd/>
              <a:tailEnd type="triangle" w="med" len="med"/>
            </a:ln>
            <a:effectLst/>
          </p:spPr>
          <p:txBody>
            <a:bodyPr/>
            <a:lstStyle/>
            <a:p>
              <a:endParaRPr lang="en-US"/>
            </a:p>
          </p:txBody>
        </p:sp>
        <p:sp>
          <p:nvSpPr>
            <p:cNvPr id="298142" name="Line 158"/>
            <p:cNvSpPr>
              <a:spLocks noChangeShapeType="1"/>
            </p:cNvSpPr>
            <p:nvPr/>
          </p:nvSpPr>
          <p:spPr bwMode="auto">
            <a:xfrm flipV="1">
              <a:off x="1056" y="3216"/>
              <a:ext cx="1968" cy="480"/>
            </a:xfrm>
            <a:prstGeom prst="line">
              <a:avLst/>
            </a:prstGeom>
            <a:noFill/>
            <a:ln w="25400">
              <a:solidFill>
                <a:srgbClr val="FF0066"/>
              </a:solidFill>
              <a:round/>
              <a:headEnd/>
              <a:tailEnd type="triangle" w="med" len="med"/>
            </a:ln>
            <a:effectLst/>
          </p:spPr>
          <p:txBody>
            <a:bodyPr/>
            <a:lstStyle/>
            <a:p>
              <a:endParaRPr lang="en-US"/>
            </a:p>
          </p:txBody>
        </p:sp>
        <p:sp>
          <p:nvSpPr>
            <p:cNvPr id="298143" name="Line 159"/>
            <p:cNvSpPr>
              <a:spLocks noChangeShapeType="1"/>
            </p:cNvSpPr>
            <p:nvPr/>
          </p:nvSpPr>
          <p:spPr bwMode="auto">
            <a:xfrm flipV="1">
              <a:off x="1392" y="3024"/>
              <a:ext cx="1680" cy="384"/>
            </a:xfrm>
            <a:prstGeom prst="line">
              <a:avLst/>
            </a:prstGeom>
            <a:noFill/>
            <a:ln w="25400">
              <a:solidFill>
                <a:srgbClr val="FF0066"/>
              </a:solidFill>
              <a:round/>
              <a:headEnd/>
              <a:tailEnd type="triangle" w="med" len="med"/>
            </a:ln>
            <a:effectLst/>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8144"/>
                                        </p:tgtEl>
                                        <p:attrNameLst>
                                          <p:attrName>style.visibility</p:attrName>
                                        </p:attrNameLst>
                                      </p:cBhvr>
                                      <p:to>
                                        <p:strVal val="visible"/>
                                      </p:to>
                                    </p:set>
                                    <p:animEffect transition="in" filter="wipe(left)">
                                      <p:cBhvr>
                                        <p:cTn id="7" dur="2000"/>
                                        <p:tgtEl>
                                          <p:spTgt spid="2981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8124"/>
                                        </p:tgtEl>
                                        <p:attrNameLst>
                                          <p:attrName>style.visibility</p:attrName>
                                        </p:attrNameLst>
                                      </p:cBhvr>
                                      <p:to>
                                        <p:strVal val="visible"/>
                                      </p:to>
                                    </p:set>
                                    <p:animEffect transition="in" filter="wipe(left)">
                                      <p:cBhvr>
                                        <p:cTn id="12" dur="2000"/>
                                        <p:tgtEl>
                                          <p:spTgt spid="298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02082" name="AutoShape 2"/>
          <p:cNvSpPr>
            <a:spLocks noGrp="1" noChangeArrowheads="1"/>
          </p:cNvSpPr>
          <p:nvPr>
            <p:ph type="title"/>
          </p:nvPr>
        </p:nvSpPr>
        <p:spPr/>
        <p:txBody>
          <a:bodyPr/>
          <a:lstStyle/>
          <a:p>
            <a:r>
              <a:rPr lang="sl-SI"/>
              <a:t>Primer vodenja dnevnika</a:t>
            </a:r>
            <a:endParaRPr lang="en-US"/>
          </a:p>
        </p:txBody>
      </p:sp>
      <p:sp>
        <p:nvSpPr>
          <p:cNvPr id="302083" name="Rectangle 3"/>
          <p:cNvSpPr>
            <a:spLocks noGrp="1" noChangeArrowheads="1"/>
          </p:cNvSpPr>
          <p:nvPr>
            <p:ph type="body" sz="half" idx="2"/>
          </p:nvPr>
        </p:nvSpPr>
        <p:spPr>
          <a:xfrm>
            <a:off x="4724400" y="3505200"/>
            <a:ext cx="4419600" cy="2743200"/>
          </a:xfrm>
        </p:spPr>
        <p:txBody>
          <a:bodyPr/>
          <a:lstStyle/>
          <a:p>
            <a:pPr>
              <a:lnSpc>
                <a:spcPct val="80000"/>
              </a:lnSpc>
              <a:buFont typeface="Wingdings" pitchFamily="2" charset="2"/>
              <a:buNone/>
            </a:pPr>
            <a:r>
              <a:rPr lang="sl-SI" sz="1200" i="1">
                <a:latin typeface="Courier New" pitchFamily="49" charset="0"/>
              </a:rPr>
              <a:t>&lt;T1, 1, Začetek, Evro,(R,X)&gt;</a:t>
            </a:r>
          </a:p>
          <a:p>
            <a:pPr>
              <a:lnSpc>
                <a:spcPct val="80000"/>
              </a:lnSpc>
              <a:buFont typeface="Wingdings" pitchFamily="2" charset="2"/>
              <a:buNone/>
            </a:pPr>
            <a:r>
              <a:rPr lang="sl-SI" sz="1200" i="1">
                <a:latin typeface="Courier New" pitchFamily="49" charset="0"/>
              </a:rPr>
              <a:t>&lt;T2, 5, Začetek, Evro,(R,Y)&gt;</a:t>
            </a:r>
          </a:p>
          <a:p>
            <a:pPr>
              <a:lnSpc>
                <a:spcPct val="80000"/>
              </a:lnSpc>
              <a:buFont typeface="Wingdings" pitchFamily="2" charset="2"/>
              <a:buNone/>
            </a:pPr>
            <a:endParaRPr lang="sl-SI" sz="1200" i="1">
              <a:latin typeface="Courier New" pitchFamily="49" charset="0"/>
            </a:endParaRPr>
          </a:p>
          <a:p>
            <a:pPr>
              <a:lnSpc>
                <a:spcPct val="80000"/>
              </a:lnSpc>
              <a:buFont typeface="Wingdings" pitchFamily="2" charset="2"/>
              <a:buNone/>
            </a:pPr>
            <a:r>
              <a:rPr lang="sl-SI" sz="1200" i="1">
                <a:latin typeface="Courier New" pitchFamily="49" charset="0"/>
              </a:rPr>
              <a:t>&lt;T1, 9, NovaVrednost,  Spremeni, (X,41.31)&gt;</a:t>
            </a:r>
          </a:p>
          <a:p>
            <a:pPr>
              <a:lnSpc>
                <a:spcPct val="80000"/>
              </a:lnSpc>
              <a:buFont typeface="Wingdings" pitchFamily="2" charset="2"/>
              <a:buNone/>
            </a:pPr>
            <a:endParaRPr lang="sl-SI" sz="1200" i="1">
              <a:latin typeface="Courier New" pitchFamily="49" charset="0"/>
            </a:endParaRPr>
          </a:p>
          <a:p>
            <a:pPr>
              <a:lnSpc>
                <a:spcPct val="80000"/>
              </a:lnSpc>
              <a:buFont typeface="Wingdings" pitchFamily="2" charset="2"/>
              <a:buNone/>
            </a:pPr>
            <a:r>
              <a:rPr lang="sl-SI" sz="1200" i="1">
                <a:latin typeface="Courier New" pitchFamily="49" charset="0"/>
              </a:rPr>
              <a:t>&lt;T2,11, NovaVrednost,  Spremeni, (Y,82.62)&gt;</a:t>
            </a:r>
          </a:p>
          <a:p>
            <a:pPr>
              <a:lnSpc>
                <a:spcPct val="80000"/>
              </a:lnSpc>
              <a:buFont typeface="Wingdings" pitchFamily="2" charset="2"/>
              <a:buNone/>
            </a:pPr>
            <a:endParaRPr lang="sl-SI" sz="1200" i="1">
              <a:latin typeface="Courier New" pitchFamily="49" charset="0"/>
            </a:endParaRPr>
          </a:p>
          <a:p>
            <a:pPr>
              <a:lnSpc>
                <a:spcPct val="80000"/>
              </a:lnSpc>
              <a:buFont typeface="Wingdings" pitchFamily="2" charset="2"/>
              <a:buNone/>
            </a:pPr>
            <a:r>
              <a:rPr lang="sl-SI" sz="1200" i="1">
                <a:latin typeface="Courier New" pitchFamily="49" charset="0"/>
              </a:rPr>
              <a:t>&lt;T1,13, NovaVrednost,  Spremeni, (B,1100)&gt;</a:t>
            </a:r>
          </a:p>
          <a:p>
            <a:pPr>
              <a:lnSpc>
                <a:spcPct val="80000"/>
              </a:lnSpc>
              <a:buFont typeface="Wingdings" pitchFamily="2" charset="2"/>
              <a:buNone/>
            </a:pPr>
            <a:r>
              <a:rPr lang="sl-SI" sz="1200" i="1">
                <a:latin typeface="Courier New" pitchFamily="49" charset="0"/>
              </a:rPr>
              <a:t>&lt;T1,15, Pomni&gt;</a:t>
            </a:r>
          </a:p>
          <a:p>
            <a:pPr>
              <a:lnSpc>
                <a:spcPct val="80000"/>
              </a:lnSpc>
              <a:buFont typeface="Wingdings" pitchFamily="2" charset="2"/>
              <a:buNone/>
            </a:pPr>
            <a:endParaRPr lang="sl-SI" sz="1200" i="1">
              <a:latin typeface="Courier New" pitchFamily="49" charset="0"/>
            </a:endParaRPr>
          </a:p>
          <a:p>
            <a:pPr>
              <a:lnSpc>
                <a:spcPct val="80000"/>
              </a:lnSpc>
              <a:buFont typeface="Wingdings" pitchFamily="2" charset="2"/>
              <a:buNone/>
            </a:pPr>
            <a:r>
              <a:rPr lang="sl-SI" sz="1200" i="1">
                <a:latin typeface="Courier New" pitchFamily="49" charset="0"/>
              </a:rPr>
              <a:t>&lt;T2,17, NovaVrednost,  Spremeni, (B,1300)&gt;</a:t>
            </a:r>
          </a:p>
          <a:p>
            <a:pPr>
              <a:lnSpc>
                <a:spcPct val="80000"/>
              </a:lnSpc>
              <a:buFont typeface="Wingdings" pitchFamily="2" charset="2"/>
              <a:buNone/>
            </a:pPr>
            <a:r>
              <a:rPr lang="sl-SI" sz="1200" i="1">
                <a:latin typeface="Courier New" pitchFamily="49" charset="0"/>
              </a:rPr>
              <a:t>&lt;T2,18, Pomni&gt;</a:t>
            </a:r>
          </a:p>
          <a:p>
            <a:pPr>
              <a:lnSpc>
                <a:spcPct val="80000"/>
              </a:lnSpc>
              <a:buFont typeface="Wingdings" pitchFamily="2" charset="2"/>
              <a:buNone/>
            </a:pPr>
            <a:endParaRPr lang="en-US" sz="1200"/>
          </a:p>
        </p:txBody>
      </p:sp>
      <p:graphicFrame>
        <p:nvGraphicFramePr>
          <p:cNvPr id="302084" name="Group 4"/>
          <p:cNvGraphicFramePr>
            <a:graphicFrameLocks noGrp="1"/>
          </p:cNvGraphicFramePr>
          <p:nvPr>
            <p:ph idx="4294967295"/>
          </p:nvPr>
        </p:nvGraphicFramePr>
        <p:xfrm>
          <a:off x="838200" y="3352800"/>
          <a:ext cx="3733800" cy="3163888"/>
        </p:xfrm>
        <a:graphic>
          <a:graphicData uri="http://schemas.openxmlformats.org/drawingml/2006/table">
            <a:tbl>
              <a:tblPr/>
              <a:tblGrid>
                <a:gridCol w="304800">
                  <a:extLst>
                    <a:ext uri="{9D8B030D-6E8A-4147-A177-3AD203B41FA5}">
                      <a16:colId xmlns:a16="http://schemas.microsoft.com/office/drawing/2014/main" val="20000"/>
                    </a:ext>
                  </a:extLst>
                </a:gridCol>
                <a:gridCol w="1690688">
                  <a:extLst>
                    <a:ext uri="{9D8B030D-6E8A-4147-A177-3AD203B41FA5}">
                      <a16:colId xmlns:a16="http://schemas.microsoft.com/office/drawing/2014/main" val="20001"/>
                    </a:ext>
                  </a:extLst>
                </a:gridCol>
                <a:gridCol w="1738312">
                  <a:extLst>
                    <a:ext uri="{9D8B030D-6E8A-4147-A177-3AD203B41FA5}">
                      <a16:colId xmlns:a16="http://schemas.microsoft.com/office/drawing/2014/main" val="20002"/>
                    </a:ext>
                  </a:extLst>
                </a:gridCol>
              </a:tblGrid>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1</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T1: Za</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2088">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2</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E-</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iPreberi(X,t) </a:t>
                      </a: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2713">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3</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4</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5</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T2: Za</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etek</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05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6</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E-</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č</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iPreberi(</a:t>
                      </a:r>
                      <a:r>
                        <a:rPr kumimoji="0" lang="sl-SI" sz="1000" b="1" i="0" u="none" strike="noStrike" cap="none" normalizeH="0" baseline="0">
                          <a:ln>
                            <a:noFill/>
                          </a:ln>
                          <a:solidFill>
                            <a:srgbClr val="003366"/>
                          </a:solidFill>
                          <a:effectLst/>
                          <a:latin typeface="Courier New" pitchFamily="49" charset="0"/>
                          <a:cs typeface="Courier New" pitchFamily="49" charset="0"/>
                        </a:rPr>
                        <a:t>Y</a:t>
                      </a:r>
                      <a:r>
                        <a:rPr kumimoji="0" lang="sl-SI" sz="1000" b="1" i="0" u="none" strike="noStrike" cap="none" normalizeH="0" baseline="0">
                          <a:ln>
                            <a:noFill/>
                          </a:ln>
                          <a:solidFill>
                            <a:srgbClr val="003366"/>
                          </a:solidFill>
                          <a:effectLst/>
                          <a:latin typeface="Courier New" pitchFamily="49" charset="0"/>
                          <a:cs typeface="Times New Roman" pitchFamily="18" charset="0"/>
                        </a:rPr>
                        <a:t>,t) </a:t>
                      </a: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7</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 = t*0.01</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8</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e = (t-p)/239.64</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52400">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9</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uriraj(X,e)</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9050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10</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E-</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5240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11</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fr-FR"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uriraj(Y,e)</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5240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12</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5240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Courier New" pitchFamily="49" charset="0"/>
                        </a:rPr>
                        <a:t>13</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7963">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sl-SI" sz="1000" b="0" i="0" u="none" strike="noStrike" cap="none" normalizeH="0" baseline="0">
                          <a:ln>
                            <a:noFill/>
                          </a:ln>
                          <a:solidFill>
                            <a:schemeClr val="tx1"/>
                          </a:solidFill>
                          <a:effectLst/>
                          <a:latin typeface="Arial" charset="0"/>
                          <a:cs typeface="Arial" charset="0"/>
                        </a:rPr>
                        <a:t>14</a:t>
                      </a: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E-</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PoiščiPreberi(B,b)</a:t>
                      </a:r>
                      <a:endParaRPr kumimoji="0" lang="sl-SI" sz="1000" b="1" i="0" u="none" strike="noStrike" cap="none" normalizeH="0" baseline="0">
                        <a:ln>
                          <a:noFill/>
                        </a:ln>
                        <a:solidFill>
                          <a:srgbClr val="003366"/>
                        </a:solidFill>
                        <a:effectLst/>
                        <a:latin typeface="Courier New" pitchFamily="49" charset="0"/>
                        <a:cs typeface="Courier New" pitchFamily="49"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(čaka na odobritev)</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52400">
                <a:tc>
                  <a:txBody>
                    <a:bodyPr/>
                    <a:lstStyle/>
                    <a:p>
                      <a:pPr marL="0" marR="0" lvl="0" indent="0" algn="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0" i="0" u="none" strike="noStrike" cap="none" normalizeH="0" baseline="0">
                          <a:ln>
                            <a:noFill/>
                          </a:ln>
                          <a:solidFill>
                            <a:schemeClr val="tx1"/>
                          </a:solidFill>
                          <a:effectLst/>
                          <a:latin typeface="Arial" charset="0"/>
                          <a:cs typeface="Courier New" pitchFamily="49" charset="0"/>
                        </a:rPr>
                        <a:t>15</a:t>
                      </a:r>
                      <a:endParaRPr kumimoji="0" lang="en-US" sz="1000" b="0" i="0" u="none" strike="noStrike" cap="none" normalizeH="0" baseline="0">
                        <a:ln>
                          <a:noFill/>
                        </a:ln>
                        <a:solidFill>
                          <a:schemeClr val="tx1"/>
                        </a:solidFill>
                        <a:effectLst/>
                        <a:latin typeface="Arial"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endParaRPr kumimoji="0" lang="en-US"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6375">
                <a:tc>
                  <a:txBody>
                    <a:bodyPr/>
                    <a:lstStyle/>
                    <a:p>
                      <a:pPr marL="0" marR="0" lvl="0" indent="0" algn="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0" i="0" u="none" strike="noStrike" cap="none" normalizeH="0" baseline="0">
                          <a:ln>
                            <a:noFill/>
                          </a:ln>
                          <a:solidFill>
                            <a:schemeClr val="tx1"/>
                          </a:solidFill>
                          <a:effectLst/>
                          <a:latin typeface="Arial" charset="0"/>
                          <a:cs typeface="Arial" charset="0"/>
                        </a:rPr>
                        <a:t>16</a:t>
                      </a: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(zasežene odobreno)</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b = b + p</a:t>
                      </a:r>
                      <a:endParaRPr kumimoji="0" lang="sl-SI"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52400">
                <a:tc>
                  <a:txBody>
                    <a:bodyPr/>
                    <a:lstStyle/>
                    <a:p>
                      <a:pPr marL="0" marR="0" lvl="0" indent="0" algn="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1" i="0" u="none" strike="noStrike" cap="none" normalizeH="0" baseline="0">
                          <a:ln>
                            <a:noFill/>
                          </a:ln>
                          <a:solidFill>
                            <a:srgbClr val="003366"/>
                          </a:solidFill>
                          <a:effectLst/>
                          <a:latin typeface="Courier New" pitchFamily="49" charset="0"/>
                          <a:cs typeface="Courier New" pitchFamily="49" charset="0"/>
                        </a:rPr>
                        <a:t>17</a:t>
                      </a:r>
                      <a:endParaRPr kumimoji="0" lang="en-US" sz="1000" b="1" i="0" u="none" strike="noStrike" cap="none" normalizeH="0" baseline="0">
                        <a:ln>
                          <a:noFill/>
                        </a:ln>
                        <a:solidFill>
                          <a:srgbClr val="003366"/>
                        </a:solidFill>
                        <a:effectLst/>
                        <a:latin typeface="Courier New" pitchFamily="49" charset="0"/>
                        <a:cs typeface="Courier New" pitchFamily="49"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1" i="0" u="none" strike="noStrike" cap="none" normalizeH="0" baseline="0">
                        <a:ln>
                          <a:noFill/>
                        </a:ln>
                        <a:solidFill>
                          <a:srgbClr val="003366"/>
                        </a:solidFill>
                        <a:effectLst/>
                        <a:latin typeface="Courier New" pitchFamily="49"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A</a:t>
                      </a:r>
                      <a:r>
                        <a:rPr kumimoji="0" lang="en-US"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ž</a:t>
                      </a: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uriraj(B,b)</a:t>
                      </a:r>
                      <a:endParaRPr kumimoji="0" lang="sl-SI" sz="1000" b="0" i="0" u="none" strike="noStrike" cap="none" normalizeH="0" baseline="0">
                        <a:ln>
                          <a:noFill/>
                        </a:ln>
                        <a:solidFill>
                          <a:schemeClr val="tx1"/>
                        </a:solidFill>
                        <a:effectLst/>
                        <a:latin typeface="Arial" charset="0"/>
                        <a:ea typeface="Times New Roman" pitchFamily="18" charset="0"/>
                        <a:cs typeface="Courier New" pitchFamily="49" charset="0"/>
                      </a:endParaRP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52400">
                <a:tc>
                  <a:txBody>
                    <a:bodyPr/>
                    <a:lstStyle/>
                    <a:p>
                      <a:pPr marL="0" marR="0" lvl="0" indent="0" algn="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000" b="0" i="0" u="none" strike="noStrike" cap="none" normalizeH="0" baseline="0">
                          <a:ln>
                            <a:noFill/>
                          </a:ln>
                          <a:solidFill>
                            <a:schemeClr val="tx1"/>
                          </a:solidFill>
                          <a:effectLst/>
                          <a:latin typeface="Arial" charset="0"/>
                          <a:cs typeface="Arial" charset="0"/>
                        </a:rPr>
                        <a:t>18</a:t>
                      </a: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000" b="0" i="0" u="none" strike="noStrike" cap="none" normalizeH="0" baseline="0">
                        <a:ln>
                          <a:noFill/>
                        </a:ln>
                        <a:solidFill>
                          <a:schemeClr val="tx1"/>
                        </a:solidFill>
                        <a:effectLst/>
                        <a:latin typeface="Arial" charset="0"/>
                        <a:cs typeface="Arial" charset="0"/>
                      </a:endParaRPr>
                    </a:p>
                  </a:txBody>
                  <a:tcPr marL="45720" marR="4572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sl-SI" sz="1000" b="1" i="0" u="none" strike="noStrike" cap="none" normalizeH="0" baseline="0">
                          <a:ln>
                            <a:noFill/>
                          </a:ln>
                          <a:solidFill>
                            <a:srgbClr val="003366"/>
                          </a:solidFill>
                          <a:effectLst/>
                          <a:latin typeface="Courier New" pitchFamily="49" charset="0"/>
                          <a:ea typeface="Times New Roman" pitchFamily="18" charset="0"/>
                          <a:cs typeface="Courier New" pitchFamily="49" charset="0"/>
                        </a:rPr>
                        <a:t>Pomni</a:t>
                      </a:r>
                    </a:p>
                  </a:txBody>
                  <a:tcPr marL="45720" marR="4572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302162" name="Text Box 82"/>
          <p:cNvSpPr txBox="1">
            <a:spLocks noChangeArrowheads="1"/>
          </p:cNvSpPr>
          <p:nvPr/>
        </p:nvSpPr>
        <p:spPr bwMode="auto">
          <a:xfrm>
            <a:off x="838200" y="2286000"/>
            <a:ext cx="3810000" cy="946150"/>
          </a:xfrm>
          <a:prstGeom prst="rect">
            <a:avLst/>
          </a:prstGeom>
          <a:noFill/>
          <a:ln w="9525">
            <a:noFill/>
            <a:miter lim="800000"/>
            <a:headEnd/>
            <a:tailEnd/>
          </a:ln>
          <a:effectLst/>
        </p:spPr>
        <p:txBody>
          <a:bodyPr>
            <a:spAutoFit/>
          </a:bodyPr>
          <a:lstStyle/>
          <a:p>
            <a:pPr algn="l"/>
            <a:r>
              <a:rPr lang="sl-SI" sz="2000"/>
              <a:t>Razpored</a:t>
            </a:r>
            <a:r>
              <a:rPr lang="sl-SI"/>
              <a:t> transakcijskih ukazov dveh izvajanj programa Evro</a:t>
            </a:r>
            <a:r>
              <a:rPr lang="en-US"/>
              <a:t>; </a:t>
            </a:r>
            <a:r>
              <a:rPr lang="sl-SI"/>
              <a:t>odloženo</a:t>
            </a:r>
            <a:r>
              <a:rPr lang="en-US"/>
              <a:t> a</a:t>
            </a:r>
            <a:r>
              <a:rPr lang="sl-SI"/>
              <a:t>žuriranje</a:t>
            </a:r>
            <a:endParaRPr lang="en-US"/>
          </a:p>
        </p:txBody>
      </p:sp>
      <p:sp>
        <p:nvSpPr>
          <p:cNvPr id="302163" name="Text Box 83"/>
          <p:cNvSpPr txBox="1">
            <a:spLocks noChangeArrowheads="1"/>
          </p:cNvSpPr>
          <p:nvPr/>
        </p:nvSpPr>
        <p:spPr bwMode="auto">
          <a:xfrm>
            <a:off x="4724400" y="2514600"/>
            <a:ext cx="3810000" cy="915988"/>
          </a:xfrm>
          <a:prstGeom prst="rect">
            <a:avLst/>
          </a:prstGeom>
          <a:noFill/>
          <a:ln w="9525">
            <a:noFill/>
            <a:miter lim="800000"/>
            <a:headEnd/>
            <a:tailEnd/>
          </a:ln>
          <a:effectLst/>
        </p:spPr>
        <p:txBody>
          <a:bodyPr>
            <a:spAutoFit/>
          </a:bodyPr>
          <a:lstStyle/>
          <a:p>
            <a:pPr algn="l"/>
            <a:r>
              <a:rPr lang="sl-SI"/>
              <a:t>Začetne vrednosti v PB:</a:t>
            </a:r>
            <a:br>
              <a:rPr lang="sl-SI"/>
            </a:br>
            <a:r>
              <a:rPr lang="sl-SI"/>
              <a:t>X</a:t>
            </a:r>
            <a:r>
              <a:rPr lang="en-US"/>
              <a:t>=10.000, Y=20.000 in B=1000?</a:t>
            </a:r>
            <a:endParaRPr lang="sl-SI"/>
          </a:p>
          <a:p>
            <a:pPr algn="l"/>
            <a:r>
              <a:rPr lang="sl-SI"/>
              <a:t>Klic programa: Evro(X), Evro(Y)</a:t>
            </a:r>
            <a:endParaRPr lang="en-US"/>
          </a:p>
        </p:txBody>
      </p:sp>
      <p:grpSp>
        <p:nvGrpSpPr>
          <p:cNvPr id="302164" name="Group 84"/>
          <p:cNvGrpSpPr>
            <a:grpSpLocks/>
          </p:cNvGrpSpPr>
          <p:nvPr/>
        </p:nvGrpSpPr>
        <p:grpSpPr bwMode="auto">
          <a:xfrm>
            <a:off x="3810000" y="3810000"/>
            <a:ext cx="1066800" cy="2667000"/>
            <a:chOff x="2400" y="2400"/>
            <a:chExt cx="672" cy="1680"/>
          </a:xfrm>
        </p:grpSpPr>
        <p:sp>
          <p:nvSpPr>
            <p:cNvPr id="302165" name="Line 85"/>
            <p:cNvSpPr>
              <a:spLocks noChangeShapeType="1"/>
            </p:cNvSpPr>
            <p:nvPr/>
          </p:nvSpPr>
          <p:spPr bwMode="auto">
            <a:xfrm flipV="1">
              <a:off x="2400" y="2400"/>
              <a:ext cx="624" cy="192"/>
            </a:xfrm>
            <a:prstGeom prst="line">
              <a:avLst/>
            </a:prstGeom>
            <a:noFill/>
            <a:ln w="25400">
              <a:solidFill>
                <a:srgbClr val="008080"/>
              </a:solidFill>
              <a:round/>
              <a:headEnd/>
              <a:tailEnd type="triangle" w="med" len="med"/>
            </a:ln>
            <a:effectLst/>
          </p:spPr>
          <p:txBody>
            <a:bodyPr/>
            <a:lstStyle/>
            <a:p>
              <a:endParaRPr lang="en-US"/>
            </a:p>
          </p:txBody>
        </p:sp>
        <p:sp>
          <p:nvSpPr>
            <p:cNvPr id="302166" name="Line 86"/>
            <p:cNvSpPr>
              <a:spLocks noChangeShapeType="1"/>
            </p:cNvSpPr>
            <p:nvPr/>
          </p:nvSpPr>
          <p:spPr bwMode="auto">
            <a:xfrm flipV="1">
              <a:off x="2448" y="2784"/>
              <a:ext cx="576" cy="384"/>
            </a:xfrm>
            <a:prstGeom prst="line">
              <a:avLst/>
            </a:prstGeom>
            <a:noFill/>
            <a:ln w="25400">
              <a:solidFill>
                <a:srgbClr val="008080"/>
              </a:solidFill>
              <a:round/>
              <a:headEnd/>
              <a:tailEnd type="triangle" w="med" len="med"/>
            </a:ln>
            <a:effectLst/>
          </p:spPr>
          <p:txBody>
            <a:bodyPr/>
            <a:lstStyle/>
            <a:p>
              <a:endParaRPr lang="en-US"/>
            </a:p>
          </p:txBody>
        </p:sp>
        <p:sp>
          <p:nvSpPr>
            <p:cNvPr id="302167" name="Line 87"/>
            <p:cNvSpPr>
              <a:spLocks noChangeShapeType="1"/>
            </p:cNvSpPr>
            <p:nvPr/>
          </p:nvSpPr>
          <p:spPr bwMode="auto">
            <a:xfrm flipV="1">
              <a:off x="2496" y="3360"/>
              <a:ext cx="576" cy="576"/>
            </a:xfrm>
            <a:prstGeom prst="line">
              <a:avLst/>
            </a:prstGeom>
            <a:noFill/>
            <a:ln w="25400">
              <a:solidFill>
                <a:srgbClr val="008080"/>
              </a:solidFill>
              <a:round/>
              <a:headEnd/>
              <a:tailEnd type="triangle" w="med" len="med"/>
            </a:ln>
            <a:effectLst/>
          </p:spPr>
          <p:txBody>
            <a:bodyPr/>
            <a:lstStyle/>
            <a:p>
              <a:endParaRPr lang="en-US"/>
            </a:p>
          </p:txBody>
        </p:sp>
        <p:sp>
          <p:nvSpPr>
            <p:cNvPr id="302168" name="Line 88"/>
            <p:cNvSpPr>
              <a:spLocks noChangeShapeType="1"/>
            </p:cNvSpPr>
            <p:nvPr/>
          </p:nvSpPr>
          <p:spPr bwMode="auto">
            <a:xfrm flipV="1">
              <a:off x="2496" y="3552"/>
              <a:ext cx="576" cy="528"/>
            </a:xfrm>
            <a:prstGeom prst="line">
              <a:avLst/>
            </a:prstGeom>
            <a:noFill/>
            <a:ln w="25400">
              <a:solidFill>
                <a:srgbClr val="008080"/>
              </a:solidFill>
              <a:round/>
              <a:headEnd/>
              <a:tailEnd type="triangle" w="med" len="med"/>
            </a:ln>
            <a:effectLst/>
          </p:spPr>
          <p:txBody>
            <a:bodyPr/>
            <a:lstStyle/>
            <a:p>
              <a:endParaRPr lang="en-US"/>
            </a:p>
          </p:txBody>
        </p:sp>
      </p:grpSp>
      <p:grpSp>
        <p:nvGrpSpPr>
          <p:cNvPr id="302169" name="Group 89"/>
          <p:cNvGrpSpPr>
            <a:grpSpLocks/>
          </p:cNvGrpSpPr>
          <p:nvPr/>
        </p:nvGrpSpPr>
        <p:grpSpPr bwMode="auto">
          <a:xfrm>
            <a:off x="1752600" y="3429000"/>
            <a:ext cx="3200400" cy="2438400"/>
            <a:chOff x="1056" y="2160"/>
            <a:chExt cx="2016" cy="1536"/>
          </a:xfrm>
        </p:grpSpPr>
        <p:sp>
          <p:nvSpPr>
            <p:cNvPr id="302170" name="Line 90"/>
            <p:cNvSpPr>
              <a:spLocks noChangeShapeType="1"/>
            </p:cNvSpPr>
            <p:nvPr/>
          </p:nvSpPr>
          <p:spPr bwMode="auto">
            <a:xfrm>
              <a:off x="1344" y="2160"/>
              <a:ext cx="1680" cy="96"/>
            </a:xfrm>
            <a:prstGeom prst="line">
              <a:avLst/>
            </a:prstGeom>
            <a:noFill/>
            <a:ln w="25400">
              <a:solidFill>
                <a:srgbClr val="FF0066"/>
              </a:solidFill>
              <a:round/>
              <a:headEnd/>
              <a:tailEnd type="triangle" w="med" len="med"/>
            </a:ln>
            <a:effectLst/>
          </p:spPr>
          <p:txBody>
            <a:bodyPr/>
            <a:lstStyle/>
            <a:p>
              <a:endParaRPr lang="en-US"/>
            </a:p>
          </p:txBody>
        </p:sp>
        <p:sp>
          <p:nvSpPr>
            <p:cNvPr id="302171" name="Line 91"/>
            <p:cNvSpPr>
              <a:spLocks noChangeShapeType="1"/>
            </p:cNvSpPr>
            <p:nvPr/>
          </p:nvSpPr>
          <p:spPr bwMode="auto">
            <a:xfrm flipV="1">
              <a:off x="1440" y="2592"/>
              <a:ext cx="1584" cy="384"/>
            </a:xfrm>
            <a:prstGeom prst="line">
              <a:avLst/>
            </a:prstGeom>
            <a:noFill/>
            <a:ln w="25400">
              <a:solidFill>
                <a:srgbClr val="FF0066"/>
              </a:solidFill>
              <a:round/>
              <a:headEnd/>
              <a:tailEnd type="triangle" w="med" len="med"/>
            </a:ln>
            <a:effectLst/>
          </p:spPr>
          <p:txBody>
            <a:bodyPr/>
            <a:lstStyle/>
            <a:p>
              <a:endParaRPr lang="en-US"/>
            </a:p>
          </p:txBody>
        </p:sp>
        <p:sp>
          <p:nvSpPr>
            <p:cNvPr id="302172" name="Line 92"/>
            <p:cNvSpPr>
              <a:spLocks noChangeShapeType="1"/>
            </p:cNvSpPr>
            <p:nvPr/>
          </p:nvSpPr>
          <p:spPr bwMode="auto">
            <a:xfrm flipV="1">
              <a:off x="1056" y="3216"/>
              <a:ext cx="1968" cy="480"/>
            </a:xfrm>
            <a:prstGeom prst="line">
              <a:avLst/>
            </a:prstGeom>
            <a:noFill/>
            <a:ln w="25400">
              <a:solidFill>
                <a:srgbClr val="FF0066"/>
              </a:solidFill>
              <a:round/>
              <a:headEnd/>
              <a:tailEnd type="triangle" w="med" len="med"/>
            </a:ln>
            <a:effectLst/>
          </p:spPr>
          <p:txBody>
            <a:bodyPr/>
            <a:lstStyle/>
            <a:p>
              <a:endParaRPr lang="en-US"/>
            </a:p>
          </p:txBody>
        </p:sp>
        <p:sp>
          <p:nvSpPr>
            <p:cNvPr id="302173" name="Line 93"/>
            <p:cNvSpPr>
              <a:spLocks noChangeShapeType="1"/>
            </p:cNvSpPr>
            <p:nvPr/>
          </p:nvSpPr>
          <p:spPr bwMode="auto">
            <a:xfrm flipV="1">
              <a:off x="1392" y="3024"/>
              <a:ext cx="1680" cy="384"/>
            </a:xfrm>
            <a:prstGeom prst="line">
              <a:avLst/>
            </a:prstGeom>
            <a:noFill/>
            <a:ln w="25400">
              <a:solidFill>
                <a:srgbClr val="FF0066"/>
              </a:solidFill>
              <a:round/>
              <a:headEnd/>
              <a:tailEnd type="triangle" w="med" len="med"/>
            </a:ln>
            <a:effectLst/>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2169"/>
                                        </p:tgtEl>
                                        <p:attrNameLst>
                                          <p:attrName>style.visibility</p:attrName>
                                        </p:attrNameLst>
                                      </p:cBhvr>
                                      <p:to>
                                        <p:strVal val="visible"/>
                                      </p:to>
                                    </p:set>
                                    <p:animEffect transition="in" filter="wipe(left)">
                                      <p:cBhvr>
                                        <p:cTn id="7" dur="2000"/>
                                        <p:tgtEl>
                                          <p:spTgt spid="3021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2164"/>
                                        </p:tgtEl>
                                        <p:attrNameLst>
                                          <p:attrName>style.visibility</p:attrName>
                                        </p:attrNameLst>
                                      </p:cBhvr>
                                      <p:to>
                                        <p:strVal val="visible"/>
                                      </p:to>
                                    </p:set>
                                    <p:animEffect transition="in" filter="wipe(left)">
                                      <p:cBhvr>
                                        <p:cTn id="12" dur="2000"/>
                                        <p:tgtEl>
                                          <p:spTgt spid="302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03106" name="AutoShape 2"/>
          <p:cNvSpPr>
            <a:spLocks noGrp="1" noChangeArrowheads="1"/>
          </p:cNvSpPr>
          <p:nvPr>
            <p:ph type="title"/>
          </p:nvPr>
        </p:nvSpPr>
        <p:spPr/>
        <p:txBody>
          <a:bodyPr/>
          <a:lstStyle/>
          <a:p>
            <a:r>
              <a:rPr lang="sl-SI" sz="3200"/>
              <a:t>Uporaba dnevnika za obnavljanje (neposredno in odloženo ažuriranje)</a:t>
            </a:r>
            <a:endParaRPr lang="en-US" sz="3200"/>
          </a:p>
        </p:txBody>
      </p:sp>
      <p:sp>
        <p:nvSpPr>
          <p:cNvPr id="303108" name="Rectangle 4"/>
          <p:cNvSpPr>
            <a:spLocks noGrp="1" noChangeArrowheads="1"/>
          </p:cNvSpPr>
          <p:nvPr>
            <p:ph type="body" sz="half" idx="1"/>
          </p:nvPr>
        </p:nvSpPr>
        <p:spPr>
          <a:noFill/>
          <a:ln/>
        </p:spPr>
        <p:txBody>
          <a:bodyPr/>
          <a:lstStyle/>
          <a:p>
            <a:pPr>
              <a:lnSpc>
                <a:spcPct val="80000"/>
              </a:lnSpc>
              <a:buFont typeface="Wingdings" pitchFamily="2" charset="2"/>
              <a:buNone/>
            </a:pPr>
            <a:r>
              <a:rPr lang="sl-SI" sz="1000" i="1">
                <a:latin typeface="Courier New" pitchFamily="49" charset="0"/>
              </a:rPr>
              <a:t>&lt;T1, 1, Začetek, Evro,(R,X)&gt;</a:t>
            </a:r>
          </a:p>
          <a:p>
            <a:pPr>
              <a:lnSpc>
                <a:spcPct val="80000"/>
              </a:lnSpc>
              <a:buFont typeface="Wingdings" pitchFamily="2" charset="2"/>
              <a:buNone/>
            </a:pPr>
            <a:r>
              <a:rPr lang="sl-SI" sz="1000" i="1">
                <a:latin typeface="Courier New" pitchFamily="49" charset="0"/>
              </a:rPr>
              <a:t>&lt;T2, 5, Začetek, Evro,(R,Y)&gt;</a:t>
            </a:r>
          </a:p>
          <a:p>
            <a:pPr>
              <a:lnSpc>
                <a:spcPct val="80000"/>
              </a:lnSpc>
              <a:buFont typeface="Wingdings" pitchFamily="2" charset="2"/>
              <a:buNone/>
            </a:pPr>
            <a:r>
              <a:rPr lang="sl-SI" sz="1000" i="1">
                <a:latin typeface="Courier New" pitchFamily="49" charset="0"/>
              </a:rPr>
              <a:t>&lt;T1, 9, StaraVrednost, Spremeni, (X,10000)&gt;</a:t>
            </a:r>
          </a:p>
          <a:p>
            <a:pPr>
              <a:lnSpc>
                <a:spcPct val="80000"/>
              </a:lnSpc>
              <a:buFont typeface="Wingdings" pitchFamily="2" charset="2"/>
              <a:buNone/>
            </a:pPr>
            <a:r>
              <a:rPr lang="sl-SI" sz="1000" i="1">
                <a:latin typeface="Courier New" pitchFamily="49" charset="0"/>
              </a:rPr>
              <a:t>&lt;T1, 9, NovaVrednost,  Spremeni, (X,41.31)&gt;</a:t>
            </a:r>
          </a:p>
          <a:p>
            <a:pPr>
              <a:lnSpc>
                <a:spcPct val="80000"/>
              </a:lnSpc>
              <a:buFont typeface="Wingdings" pitchFamily="2" charset="2"/>
              <a:buNone/>
            </a:pPr>
            <a:r>
              <a:rPr lang="sl-SI" sz="1000" i="1">
                <a:latin typeface="Courier New" pitchFamily="49" charset="0"/>
              </a:rPr>
              <a:t>&lt;T2,11, StaraVrednost, Spremeni, (Y,20000)&gt;</a:t>
            </a:r>
          </a:p>
          <a:p>
            <a:pPr>
              <a:lnSpc>
                <a:spcPct val="80000"/>
              </a:lnSpc>
              <a:buFont typeface="Wingdings" pitchFamily="2" charset="2"/>
              <a:buNone/>
            </a:pPr>
            <a:r>
              <a:rPr lang="sl-SI" sz="1000" i="1">
                <a:latin typeface="Courier New" pitchFamily="49" charset="0"/>
              </a:rPr>
              <a:t>&lt;T2,11, NovaVrednost,  Spremeni, (Y,82.62)&gt;</a:t>
            </a:r>
          </a:p>
          <a:p>
            <a:pPr>
              <a:lnSpc>
                <a:spcPct val="80000"/>
              </a:lnSpc>
              <a:buFont typeface="Wingdings" pitchFamily="2" charset="2"/>
              <a:buNone/>
            </a:pPr>
            <a:r>
              <a:rPr lang="sl-SI" sz="1000" i="1">
                <a:latin typeface="Courier New" pitchFamily="49" charset="0"/>
              </a:rPr>
              <a:t>&lt;T1,13, StaraVrednost, Spremeni, (B,1000)&gt;</a:t>
            </a:r>
          </a:p>
          <a:p>
            <a:pPr>
              <a:lnSpc>
                <a:spcPct val="80000"/>
              </a:lnSpc>
              <a:buFont typeface="Wingdings" pitchFamily="2" charset="2"/>
              <a:buNone/>
            </a:pPr>
            <a:r>
              <a:rPr lang="sl-SI" sz="1000" i="1">
                <a:latin typeface="Courier New" pitchFamily="49" charset="0"/>
              </a:rPr>
              <a:t>&lt;T1,13, NovaVrednost,  Spremeni, (B,1100)&gt;</a:t>
            </a:r>
          </a:p>
          <a:p>
            <a:pPr>
              <a:lnSpc>
                <a:spcPct val="80000"/>
              </a:lnSpc>
              <a:buFont typeface="Wingdings" pitchFamily="2" charset="2"/>
              <a:buNone/>
            </a:pPr>
            <a:r>
              <a:rPr lang="sl-SI" sz="1000" i="1">
                <a:latin typeface="Courier New" pitchFamily="49" charset="0"/>
              </a:rPr>
              <a:t>&lt;T1,15, Pomni&gt;</a:t>
            </a:r>
          </a:p>
          <a:p>
            <a:pPr>
              <a:lnSpc>
                <a:spcPct val="80000"/>
              </a:lnSpc>
              <a:buFont typeface="Wingdings" pitchFamily="2" charset="2"/>
              <a:buNone/>
            </a:pPr>
            <a:r>
              <a:rPr lang="sl-SI" sz="1000" i="1">
                <a:latin typeface="Courier New" pitchFamily="49" charset="0"/>
              </a:rPr>
              <a:t>&lt;T2,17, StaraVrednost, Spremeni, (B,1100)&gt;</a:t>
            </a:r>
          </a:p>
          <a:p>
            <a:pPr>
              <a:lnSpc>
                <a:spcPct val="80000"/>
              </a:lnSpc>
              <a:buFont typeface="Wingdings" pitchFamily="2" charset="2"/>
              <a:buNone/>
            </a:pPr>
            <a:r>
              <a:rPr lang="sl-SI" sz="1000" i="1">
                <a:latin typeface="Courier New" pitchFamily="49" charset="0"/>
              </a:rPr>
              <a:t>&lt;T2,17, NovaVrednost,  Spremeni, (B,1300)&gt;</a:t>
            </a:r>
          </a:p>
          <a:p>
            <a:pPr>
              <a:lnSpc>
                <a:spcPct val="80000"/>
              </a:lnSpc>
              <a:buFont typeface="Wingdings" pitchFamily="2" charset="2"/>
              <a:buNone/>
            </a:pPr>
            <a:r>
              <a:rPr lang="sl-SI" sz="1000" i="1">
                <a:latin typeface="Courier New" pitchFamily="49" charset="0"/>
              </a:rPr>
              <a:t>&lt;T2,18, Pomni&gt;</a:t>
            </a:r>
          </a:p>
        </p:txBody>
      </p:sp>
      <p:sp>
        <p:nvSpPr>
          <p:cNvPr id="303109" name="Rectangle 5"/>
          <p:cNvSpPr>
            <a:spLocks noGrp="1" noChangeArrowheads="1"/>
          </p:cNvSpPr>
          <p:nvPr>
            <p:ph type="body" sz="half" idx="2"/>
          </p:nvPr>
        </p:nvSpPr>
        <p:spPr>
          <a:xfrm>
            <a:off x="4724400" y="2362200"/>
            <a:ext cx="3770313" cy="3724275"/>
          </a:xfrm>
        </p:spPr>
        <p:txBody>
          <a:bodyPr/>
          <a:lstStyle/>
          <a:p>
            <a:r>
              <a:rPr lang="sl-SI" sz="2000"/>
              <a:t>Kopija PB narajena v t</a:t>
            </a:r>
            <a:r>
              <a:rPr lang="en-US" sz="2000"/>
              <a:t>=0</a:t>
            </a:r>
          </a:p>
          <a:p>
            <a:r>
              <a:rPr lang="en-US" sz="2000"/>
              <a:t>V</a:t>
            </a:r>
            <a:r>
              <a:rPr lang="sl-SI" sz="2000"/>
              <a:t>rednosti v PB:</a:t>
            </a:r>
            <a:br>
              <a:rPr lang="sl-SI" sz="2000"/>
            </a:br>
            <a:r>
              <a:rPr lang="sl-SI" sz="2000"/>
              <a:t>X</a:t>
            </a:r>
            <a:r>
              <a:rPr lang="en-US" sz="2000"/>
              <a:t>=10.000, Y=20.000 in B=1000</a:t>
            </a:r>
            <a:endParaRPr lang="en-US" sz="1800"/>
          </a:p>
          <a:p>
            <a:r>
              <a:rPr lang="en-US" sz="2000"/>
              <a:t>Obnovimo do trenutka t=19:</a:t>
            </a:r>
          </a:p>
          <a:p>
            <a:r>
              <a:rPr lang="en-US" sz="2000"/>
              <a:t>Od </a:t>
            </a:r>
            <a:r>
              <a:rPr lang="sl-SI" sz="2000"/>
              <a:t>časa t</a:t>
            </a:r>
            <a:r>
              <a:rPr lang="en-US" sz="2000"/>
              <a:t>=1d</a:t>
            </a:r>
            <a:r>
              <a:rPr lang="sl-SI" sz="2000"/>
              <a:t>o </a:t>
            </a:r>
            <a:r>
              <a:rPr lang="en-US" sz="2000"/>
              <a:t>t=1</a:t>
            </a:r>
            <a:r>
              <a:rPr lang="sl-SI" sz="2000"/>
              <a:t>8</a:t>
            </a:r>
            <a:r>
              <a:rPr lang="en-US" sz="2000"/>
              <a:t> po dnevniku i</a:t>
            </a:r>
            <a:r>
              <a:rPr lang="sl-SI" sz="2000"/>
              <a:t>ščemo zapise z oznako NovaVrednost</a:t>
            </a:r>
          </a:p>
          <a:p>
            <a:r>
              <a:rPr lang="sl-SI" sz="2000"/>
              <a:t>Nove vrednosti prepišemo na ustrezne naslove</a:t>
            </a:r>
            <a:endParaRPr lang="en-US" sz="2000"/>
          </a:p>
        </p:txBody>
      </p:sp>
      <p:sp>
        <p:nvSpPr>
          <p:cNvPr id="303110" name="Line 6"/>
          <p:cNvSpPr>
            <a:spLocks noChangeShapeType="1"/>
          </p:cNvSpPr>
          <p:nvPr/>
        </p:nvSpPr>
        <p:spPr bwMode="auto">
          <a:xfrm>
            <a:off x="4495800" y="2362200"/>
            <a:ext cx="0" cy="2057400"/>
          </a:xfrm>
          <a:prstGeom prst="line">
            <a:avLst/>
          </a:prstGeom>
          <a:noFill/>
          <a:ln w="25400">
            <a:solidFill>
              <a:srgbClr val="FF0066"/>
            </a:solidFill>
            <a:round/>
            <a:headEnd/>
            <a:tailEnd type="triangle" w="med" len="med"/>
          </a:ln>
          <a:effectLst/>
        </p:spPr>
        <p:txBody>
          <a:bodyPr/>
          <a:lstStyle/>
          <a:p>
            <a:endParaRPr lang="en-US"/>
          </a:p>
        </p:txBody>
      </p:sp>
      <p:graphicFrame>
        <p:nvGraphicFramePr>
          <p:cNvPr id="303196" name="Group 92"/>
          <p:cNvGraphicFramePr>
            <a:graphicFrameLocks noGrp="1"/>
          </p:cNvGraphicFramePr>
          <p:nvPr/>
        </p:nvGraphicFramePr>
        <p:xfrm>
          <a:off x="914400" y="4495800"/>
          <a:ext cx="2946400" cy="1828800"/>
        </p:xfrm>
        <a:graphic>
          <a:graphicData uri="http://schemas.openxmlformats.org/drawingml/2006/table">
            <a:tbl>
              <a:tblPr/>
              <a:tblGrid>
                <a:gridCol w="736600">
                  <a:extLst>
                    <a:ext uri="{9D8B030D-6E8A-4147-A177-3AD203B41FA5}">
                      <a16:colId xmlns:a16="http://schemas.microsoft.com/office/drawing/2014/main" val="20000"/>
                    </a:ext>
                  </a:extLst>
                </a:gridCol>
                <a:gridCol w="736600">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gridCol w="736600">
                  <a:extLst>
                    <a:ext uri="{9D8B030D-6E8A-4147-A177-3AD203B41FA5}">
                      <a16:colId xmlns:a16="http://schemas.microsoft.com/office/drawing/2014/main" val="20003"/>
                    </a:ext>
                  </a:extLst>
                </a:gridCol>
              </a:tblGrid>
              <a:tr h="304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t</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X</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Y</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10000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20000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1000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9</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41.31</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11</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82.62</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13</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1100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17</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1300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3110"/>
                                        </p:tgtEl>
                                        <p:attrNameLst>
                                          <p:attrName>style.visibility</p:attrName>
                                        </p:attrNameLst>
                                      </p:cBhvr>
                                      <p:to>
                                        <p:strVal val="visible"/>
                                      </p:to>
                                    </p:set>
                                    <p:animEffect transition="in" filter="wipe(up)">
                                      <p:cBhvr>
                                        <p:cTn id="7" dur="2000"/>
                                        <p:tgtEl>
                                          <p:spTgt spid="3031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03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0" grpId="0" animBg="1"/>
    </p:bldLst>
  </p:timing>
</p:sld>
</file>

<file path=ppt/slides/slide3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05154" name="AutoShape 2"/>
          <p:cNvSpPr>
            <a:spLocks noGrp="1" noChangeArrowheads="1"/>
          </p:cNvSpPr>
          <p:nvPr>
            <p:ph type="title"/>
          </p:nvPr>
        </p:nvSpPr>
        <p:spPr>
          <a:xfrm>
            <a:off x="762000" y="762000"/>
            <a:ext cx="8153400" cy="1143000"/>
          </a:xfrm>
        </p:spPr>
        <p:txBody>
          <a:bodyPr/>
          <a:lstStyle/>
          <a:p>
            <a:r>
              <a:rPr lang="sl-SI" sz="3200"/>
              <a:t>Uporaba dnevnika za razveljavljanje (neposredno ažuriranje)</a:t>
            </a:r>
            <a:endParaRPr lang="en-US" sz="3200"/>
          </a:p>
        </p:txBody>
      </p:sp>
      <p:sp>
        <p:nvSpPr>
          <p:cNvPr id="305155" name="Rectangle 3"/>
          <p:cNvSpPr>
            <a:spLocks noGrp="1" noChangeArrowheads="1"/>
          </p:cNvSpPr>
          <p:nvPr>
            <p:ph type="body" sz="half" idx="1"/>
          </p:nvPr>
        </p:nvSpPr>
        <p:spPr>
          <a:noFill/>
          <a:ln/>
        </p:spPr>
        <p:txBody>
          <a:bodyPr/>
          <a:lstStyle/>
          <a:p>
            <a:pPr>
              <a:lnSpc>
                <a:spcPct val="80000"/>
              </a:lnSpc>
              <a:buFont typeface="Wingdings" pitchFamily="2" charset="2"/>
              <a:buNone/>
            </a:pPr>
            <a:r>
              <a:rPr lang="sl-SI" sz="1000" i="1">
                <a:latin typeface="Courier New" pitchFamily="49" charset="0"/>
              </a:rPr>
              <a:t>&lt;T1, 1, Začetek, Evro,(R,X)&gt;</a:t>
            </a:r>
          </a:p>
          <a:p>
            <a:pPr>
              <a:lnSpc>
                <a:spcPct val="80000"/>
              </a:lnSpc>
              <a:buFont typeface="Wingdings" pitchFamily="2" charset="2"/>
              <a:buNone/>
            </a:pPr>
            <a:r>
              <a:rPr lang="sl-SI" sz="1000" i="1">
                <a:latin typeface="Courier New" pitchFamily="49" charset="0"/>
              </a:rPr>
              <a:t>&lt;T2, 5, Začetek, Evro,(R,Y)&gt;</a:t>
            </a:r>
          </a:p>
          <a:p>
            <a:pPr>
              <a:lnSpc>
                <a:spcPct val="80000"/>
              </a:lnSpc>
              <a:buFont typeface="Wingdings" pitchFamily="2" charset="2"/>
              <a:buNone/>
            </a:pPr>
            <a:r>
              <a:rPr lang="sl-SI" sz="1000" i="1">
                <a:latin typeface="Courier New" pitchFamily="49" charset="0"/>
              </a:rPr>
              <a:t>&lt;T1, 9, StaraVrednost, Spremeni, (X,10000)&gt;</a:t>
            </a:r>
          </a:p>
          <a:p>
            <a:pPr>
              <a:lnSpc>
                <a:spcPct val="80000"/>
              </a:lnSpc>
              <a:buFont typeface="Wingdings" pitchFamily="2" charset="2"/>
              <a:buNone/>
            </a:pPr>
            <a:r>
              <a:rPr lang="sl-SI" sz="1000" i="1">
                <a:latin typeface="Courier New" pitchFamily="49" charset="0"/>
              </a:rPr>
              <a:t>&lt;T1, 9, NovaVrednost,  Spremeni, (X,41.31)&gt;</a:t>
            </a:r>
          </a:p>
          <a:p>
            <a:pPr>
              <a:lnSpc>
                <a:spcPct val="80000"/>
              </a:lnSpc>
              <a:buFont typeface="Wingdings" pitchFamily="2" charset="2"/>
              <a:buNone/>
            </a:pPr>
            <a:r>
              <a:rPr lang="sl-SI" sz="1000" i="1">
                <a:latin typeface="Courier New" pitchFamily="49" charset="0"/>
              </a:rPr>
              <a:t>&lt;T2,11, StaraVrednost, Spremeni, (Y,20000)&gt;</a:t>
            </a:r>
          </a:p>
          <a:p>
            <a:pPr>
              <a:lnSpc>
                <a:spcPct val="80000"/>
              </a:lnSpc>
              <a:buFont typeface="Wingdings" pitchFamily="2" charset="2"/>
              <a:buNone/>
            </a:pPr>
            <a:r>
              <a:rPr lang="sl-SI" sz="1000" i="1">
                <a:latin typeface="Courier New" pitchFamily="49" charset="0"/>
              </a:rPr>
              <a:t>&lt;T2,11, NovaVrednost,  Spremeni, (Y,82.62)&gt;</a:t>
            </a:r>
          </a:p>
          <a:p>
            <a:pPr>
              <a:lnSpc>
                <a:spcPct val="80000"/>
              </a:lnSpc>
              <a:buFont typeface="Wingdings" pitchFamily="2" charset="2"/>
              <a:buNone/>
            </a:pPr>
            <a:r>
              <a:rPr lang="sl-SI" sz="1000" i="1">
                <a:latin typeface="Courier New" pitchFamily="49" charset="0"/>
              </a:rPr>
              <a:t>&lt;T1,13, StaraVrednost, Spremeni, (B,1000)&gt;</a:t>
            </a:r>
          </a:p>
          <a:p>
            <a:pPr>
              <a:lnSpc>
                <a:spcPct val="80000"/>
              </a:lnSpc>
              <a:buFont typeface="Wingdings" pitchFamily="2" charset="2"/>
              <a:buNone/>
            </a:pPr>
            <a:r>
              <a:rPr lang="sl-SI" sz="1000" i="1">
                <a:latin typeface="Courier New" pitchFamily="49" charset="0"/>
              </a:rPr>
              <a:t>&lt;T1,13, NovaVrednost,  Spremeni, (B,1100)&gt;</a:t>
            </a:r>
          </a:p>
          <a:p>
            <a:pPr>
              <a:lnSpc>
                <a:spcPct val="80000"/>
              </a:lnSpc>
              <a:buFont typeface="Wingdings" pitchFamily="2" charset="2"/>
              <a:buNone/>
            </a:pPr>
            <a:r>
              <a:rPr lang="sl-SI" sz="1000" i="1">
                <a:latin typeface="Courier New" pitchFamily="49" charset="0"/>
              </a:rPr>
              <a:t>&lt;T1,15, Pomni&gt;</a:t>
            </a:r>
          </a:p>
          <a:p>
            <a:pPr>
              <a:lnSpc>
                <a:spcPct val="80000"/>
              </a:lnSpc>
              <a:buFont typeface="Wingdings" pitchFamily="2" charset="2"/>
              <a:buNone/>
            </a:pPr>
            <a:r>
              <a:rPr lang="sl-SI" sz="1000" i="1">
                <a:latin typeface="Courier New" pitchFamily="49" charset="0"/>
              </a:rPr>
              <a:t>&lt;T2,17, StaraVrednost, Spremeni, (B,1100)&gt;</a:t>
            </a:r>
          </a:p>
          <a:p>
            <a:pPr>
              <a:lnSpc>
                <a:spcPct val="80000"/>
              </a:lnSpc>
              <a:buFont typeface="Wingdings" pitchFamily="2" charset="2"/>
              <a:buNone/>
            </a:pPr>
            <a:r>
              <a:rPr lang="sl-SI" sz="1000" i="1">
                <a:latin typeface="Courier New" pitchFamily="49" charset="0"/>
              </a:rPr>
              <a:t>&lt;T2,17, NovaVrednost,  Spremeni, (B,1300)&gt;</a:t>
            </a:r>
          </a:p>
          <a:p>
            <a:pPr>
              <a:lnSpc>
                <a:spcPct val="80000"/>
              </a:lnSpc>
              <a:buFont typeface="Wingdings" pitchFamily="2" charset="2"/>
              <a:buNone/>
            </a:pPr>
            <a:r>
              <a:rPr lang="sl-SI" sz="1000" i="1">
                <a:latin typeface="Courier New" pitchFamily="49" charset="0"/>
              </a:rPr>
              <a:t>&lt;T2,18, Pomni&gt;</a:t>
            </a:r>
          </a:p>
        </p:txBody>
      </p:sp>
      <p:sp>
        <p:nvSpPr>
          <p:cNvPr id="305156" name="Rectangle 4"/>
          <p:cNvSpPr>
            <a:spLocks noGrp="1" noChangeArrowheads="1"/>
          </p:cNvSpPr>
          <p:nvPr>
            <p:ph type="body" sz="half" idx="2"/>
          </p:nvPr>
        </p:nvSpPr>
        <p:spPr>
          <a:xfrm>
            <a:off x="4724400" y="2362200"/>
            <a:ext cx="3770313" cy="3724275"/>
          </a:xfrm>
        </p:spPr>
        <p:txBody>
          <a:bodyPr/>
          <a:lstStyle/>
          <a:p>
            <a:r>
              <a:rPr lang="sl-SI" sz="2000"/>
              <a:t>Razveljavimo transakciji T1 in T2</a:t>
            </a:r>
            <a:endParaRPr lang="en-US" sz="2000"/>
          </a:p>
          <a:p>
            <a:r>
              <a:rPr lang="en-US" sz="2000"/>
              <a:t>Od </a:t>
            </a:r>
            <a:r>
              <a:rPr lang="sl-SI" sz="2000"/>
              <a:t>zaključka do začetka vsake transakcije</a:t>
            </a:r>
            <a:r>
              <a:rPr lang="en-US" sz="2000"/>
              <a:t> po dnevniku i</a:t>
            </a:r>
            <a:r>
              <a:rPr lang="sl-SI" sz="2000"/>
              <a:t>ščemo zapise z oznako StaraVrednost</a:t>
            </a:r>
          </a:p>
          <a:p>
            <a:r>
              <a:rPr lang="sl-SI" sz="2000"/>
              <a:t>Stare vrednosti prepišemo na ustrezne naslove</a:t>
            </a:r>
          </a:p>
        </p:txBody>
      </p:sp>
      <p:sp>
        <p:nvSpPr>
          <p:cNvPr id="305157" name="Line 5"/>
          <p:cNvSpPr>
            <a:spLocks noChangeShapeType="1"/>
          </p:cNvSpPr>
          <p:nvPr/>
        </p:nvSpPr>
        <p:spPr bwMode="auto">
          <a:xfrm>
            <a:off x="4495800" y="2362200"/>
            <a:ext cx="0" cy="2057400"/>
          </a:xfrm>
          <a:prstGeom prst="line">
            <a:avLst/>
          </a:prstGeom>
          <a:noFill/>
          <a:ln w="25400">
            <a:solidFill>
              <a:srgbClr val="FF0066"/>
            </a:solidFill>
            <a:round/>
            <a:headEnd type="triangle" w="med" len="med"/>
            <a:tailEnd/>
          </a:ln>
          <a:effectLst/>
        </p:spPr>
        <p:txBody>
          <a:bodyPr/>
          <a:lstStyle/>
          <a:p>
            <a:endParaRPr lang="en-US"/>
          </a:p>
        </p:txBody>
      </p:sp>
      <p:graphicFrame>
        <p:nvGraphicFramePr>
          <p:cNvPr id="305390" name="Group 238"/>
          <p:cNvGraphicFramePr>
            <a:graphicFrameLocks noGrp="1"/>
          </p:cNvGraphicFramePr>
          <p:nvPr/>
        </p:nvGraphicFramePr>
        <p:xfrm>
          <a:off x="1295400" y="4572000"/>
          <a:ext cx="2946400" cy="1905000"/>
        </p:xfrm>
        <a:graphic>
          <a:graphicData uri="http://schemas.openxmlformats.org/drawingml/2006/table">
            <a:tbl>
              <a:tblPr/>
              <a:tblGrid>
                <a:gridCol w="736600">
                  <a:extLst>
                    <a:ext uri="{9D8B030D-6E8A-4147-A177-3AD203B41FA5}">
                      <a16:colId xmlns:a16="http://schemas.microsoft.com/office/drawing/2014/main" val="20000"/>
                    </a:ext>
                  </a:extLst>
                </a:gridCol>
                <a:gridCol w="736600">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gridCol w="736600">
                  <a:extLst>
                    <a:ext uri="{9D8B030D-6E8A-4147-A177-3AD203B41FA5}">
                      <a16:colId xmlns:a16="http://schemas.microsoft.com/office/drawing/2014/main" val="20003"/>
                    </a:ext>
                  </a:extLst>
                </a:gridCol>
              </a:tblGrid>
              <a:tr h="3810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t</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X</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Y</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B</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18</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41.31</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82.62</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1300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17</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1100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13</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1000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11</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20.000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9</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sl-SI" sz="1400" b="0" i="0" u="none" strike="noStrike" cap="none" normalizeH="0" baseline="0">
                          <a:ln>
                            <a:noFill/>
                          </a:ln>
                          <a:solidFill>
                            <a:schemeClr val="tx1"/>
                          </a:solidFill>
                          <a:effectLst/>
                          <a:latin typeface="Arial" charset="0"/>
                          <a:cs typeface="Arial" charset="0"/>
                        </a:rPr>
                        <a:t>10.000</a:t>
                      </a: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endParaRPr kumimoji="0" lang="en-US" sz="14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5157"/>
                                        </p:tgtEl>
                                        <p:attrNameLst>
                                          <p:attrName>style.visibility</p:attrName>
                                        </p:attrNameLst>
                                      </p:cBhvr>
                                      <p:to>
                                        <p:strVal val="visible"/>
                                      </p:to>
                                    </p:set>
                                    <p:animEffect transition="in" filter="wipe(down)">
                                      <p:cBhvr>
                                        <p:cTn id="7" dur="2000"/>
                                        <p:tgtEl>
                                          <p:spTgt spid="30515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05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7" grpId="0" animBg="1"/>
    </p:bldLst>
  </p:timing>
</p:sld>
</file>

<file path=ppt/slides/slide3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06178" name="AutoShape 2"/>
          <p:cNvSpPr>
            <a:spLocks noGrp="1" noChangeArrowheads="1"/>
          </p:cNvSpPr>
          <p:nvPr>
            <p:ph type="title"/>
          </p:nvPr>
        </p:nvSpPr>
        <p:spPr>
          <a:xfrm>
            <a:off x="762000" y="762000"/>
            <a:ext cx="8153400" cy="1143000"/>
          </a:xfrm>
        </p:spPr>
        <p:txBody>
          <a:bodyPr/>
          <a:lstStyle/>
          <a:p>
            <a:r>
              <a:rPr lang="sl-SI" sz="3200"/>
              <a:t>Uporaba dnevnika za razveljavljanje (odloženo ažuriranje)</a:t>
            </a:r>
            <a:endParaRPr lang="en-US" sz="3200"/>
          </a:p>
        </p:txBody>
      </p:sp>
      <p:sp>
        <p:nvSpPr>
          <p:cNvPr id="306179" name="Rectangle 3"/>
          <p:cNvSpPr>
            <a:spLocks noGrp="1" noChangeArrowheads="1"/>
          </p:cNvSpPr>
          <p:nvPr>
            <p:ph type="body" sz="half" idx="1"/>
          </p:nvPr>
        </p:nvSpPr>
        <p:spPr>
          <a:noFill/>
          <a:ln/>
        </p:spPr>
        <p:txBody>
          <a:bodyPr/>
          <a:lstStyle/>
          <a:p>
            <a:pPr>
              <a:lnSpc>
                <a:spcPct val="80000"/>
              </a:lnSpc>
              <a:buFont typeface="Wingdings" pitchFamily="2" charset="2"/>
              <a:buNone/>
            </a:pPr>
            <a:r>
              <a:rPr lang="sl-SI" sz="1000" i="1">
                <a:latin typeface="Courier New" pitchFamily="49" charset="0"/>
              </a:rPr>
              <a:t>&lt;T1, 1, Začetek, Evro,(R,X)&gt;</a:t>
            </a:r>
          </a:p>
          <a:p>
            <a:pPr>
              <a:lnSpc>
                <a:spcPct val="80000"/>
              </a:lnSpc>
              <a:buFont typeface="Wingdings" pitchFamily="2" charset="2"/>
              <a:buNone/>
            </a:pPr>
            <a:r>
              <a:rPr lang="sl-SI" sz="1000" i="1">
                <a:latin typeface="Courier New" pitchFamily="49" charset="0"/>
              </a:rPr>
              <a:t>&lt;T2, 5, Začetek, Evro,(R,Y)&gt;</a:t>
            </a:r>
          </a:p>
          <a:p>
            <a:pPr>
              <a:lnSpc>
                <a:spcPct val="80000"/>
              </a:lnSpc>
              <a:buFont typeface="Wingdings" pitchFamily="2" charset="2"/>
              <a:buNone/>
            </a:pPr>
            <a:r>
              <a:rPr lang="sl-SI" sz="1000" i="1">
                <a:latin typeface="Courier New" pitchFamily="49" charset="0"/>
              </a:rPr>
              <a:t>&lt;T1, 9, </a:t>
            </a:r>
            <a:r>
              <a:rPr lang="sl-SI" sz="1000" i="1" err="1">
                <a:latin typeface="Courier New" pitchFamily="49" charset="0"/>
              </a:rPr>
              <a:t>StaraVrednost</a:t>
            </a:r>
            <a:r>
              <a:rPr lang="sl-SI" sz="1000" i="1">
                <a:latin typeface="Courier New" pitchFamily="49" charset="0"/>
              </a:rPr>
              <a:t>, Spremeni, (X,10000)&gt;</a:t>
            </a:r>
          </a:p>
          <a:p>
            <a:pPr>
              <a:lnSpc>
                <a:spcPct val="80000"/>
              </a:lnSpc>
              <a:buFont typeface="Wingdings" pitchFamily="2" charset="2"/>
              <a:buNone/>
            </a:pPr>
            <a:r>
              <a:rPr lang="sl-SI" sz="1000" i="1">
                <a:latin typeface="Courier New" pitchFamily="49" charset="0"/>
              </a:rPr>
              <a:t>&lt;T1, 9, </a:t>
            </a:r>
            <a:r>
              <a:rPr lang="sl-SI" sz="1000" i="1" err="1">
                <a:latin typeface="Courier New" pitchFamily="49" charset="0"/>
              </a:rPr>
              <a:t>NovaVrednost</a:t>
            </a:r>
            <a:r>
              <a:rPr lang="sl-SI" sz="1000" i="1">
                <a:latin typeface="Courier New" pitchFamily="49" charset="0"/>
              </a:rPr>
              <a:t>,  Spremeni, (X,41.31)&gt;</a:t>
            </a:r>
          </a:p>
          <a:p>
            <a:pPr>
              <a:lnSpc>
                <a:spcPct val="80000"/>
              </a:lnSpc>
              <a:buFont typeface="Wingdings" pitchFamily="2" charset="2"/>
              <a:buNone/>
            </a:pPr>
            <a:r>
              <a:rPr lang="sl-SI" sz="1000" i="1">
                <a:latin typeface="Courier New" pitchFamily="49" charset="0"/>
              </a:rPr>
              <a:t>&lt;T2,11, </a:t>
            </a:r>
            <a:r>
              <a:rPr lang="sl-SI" sz="1000" i="1" err="1">
                <a:latin typeface="Courier New" pitchFamily="49" charset="0"/>
              </a:rPr>
              <a:t>StaraVrednost</a:t>
            </a:r>
            <a:r>
              <a:rPr lang="sl-SI" sz="1000" i="1">
                <a:latin typeface="Courier New" pitchFamily="49" charset="0"/>
              </a:rPr>
              <a:t>, Spremeni, (Y,20000)&gt;</a:t>
            </a:r>
          </a:p>
          <a:p>
            <a:pPr>
              <a:lnSpc>
                <a:spcPct val="80000"/>
              </a:lnSpc>
              <a:buFont typeface="Wingdings" pitchFamily="2" charset="2"/>
              <a:buNone/>
            </a:pPr>
            <a:r>
              <a:rPr lang="sl-SI" sz="1000" i="1">
                <a:latin typeface="Courier New" pitchFamily="49" charset="0"/>
              </a:rPr>
              <a:t>&lt;T2,11, </a:t>
            </a:r>
            <a:r>
              <a:rPr lang="sl-SI" sz="1000" i="1" err="1">
                <a:latin typeface="Courier New" pitchFamily="49" charset="0"/>
              </a:rPr>
              <a:t>NovaVrednost</a:t>
            </a:r>
            <a:r>
              <a:rPr lang="sl-SI" sz="1000" i="1">
                <a:latin typeface="Courier New" pitchFamily="49" charset="0"/>
              </a:rPr>
              <a:t>,  Spremeni, (Y,82.62)&gt;</a:t>
            </a:r>
          </a:p>
          <a:p>
            <a:pPr>
              <a:lnSpc>
                <a:spcPct val="80000"/>
              </a:lnSpc>
              <a:buFont typeface="Wingdings" pitchFamily="2" charset="2"/>
              <a:buNone/>
            </a:pPr>
            <a:r>
              <a:rPr lang="sl-SI" sz="1000" i="1">
                <a:latin typeface="Courier New" pitchFamily="49" charset="0"/>
              </a:rPr>
              <a:t>&lt;T1,13, </a:t>
            </a:r>
            <a:r>
              <a:rPr lang="sl-SI" sz="1000" i="1" err="1">
                <a:latin typeface="Courier New" pitchFamily="49" charset="0"/>
              </a:rPr>
              <a:t>StaraVrednost</a:t>
            </a:r>
            <a:r>
              <a:rPr lang="sl-SI" sz="1000" i="1">
                <a:latin typeface="Courier New" pitchFamily="49" charset="0"/>
              </a:rPr>
              <a:t>, Spremeni, (B,1000)&gt;</a:t>
            </a:r>
          </a:p>
          <a:p>
            <a:pPr>
              <a:lnSpc>
                <a:spcPct val="80000"/>
              </a:lnSpc>
              <a:buFont typeface="Wingdings" pitchFamily="2" charset="2"/>
              <a:buNone/>
            </a:pPr>
            <a:r>
              <a:rPr lang="sl-SI" sz="1000" i="1">
                <a:latin typeface="Courier New" pitchFamily="49" charset="0"/>
              </a:rPr>
              <a:t>&lt;T1,13, </a:t>
            </a:r>
            <a:r>
              <a:rPr lang="sl-SI" sz="1000" i="1" err="1">
                <a:latin typeface="Courier New" pitchFamily="49" charset="0"/>
              </a:rPr>
              <a:t>NovaVrednost</a:t>
            </a:r>
            <a:r>
              <a:rPr lang="sl-SI" sz="1000" i="1">
                <a:latin typeface="Courier New" pitchFamily="49" charset="0"/>
              </a:rPr>
              <a:t>,  Spremeni, (B,1100)&gt;</a:t>
            </a:r>
          </a:p>
          <a:p>
            <a:pPr>
              <a:lnSpc>
                <a:spcPct val="80000"/>
              </a:lnSpc>
              <a:buFont typeface="Wingdings" pitchFamily="2" charset="2"/>
              <a:buNone/>
            </a:pPr>
            <a:r>
              <a:rPr lang="sl-SI" sz="1000" i="1">
                <a:latin typeface="Courier New" pitchFamily="49" charset="0"/>
              </a:rPr>
              <a:t>&lt;T1,15, Pomni&gt;</a:t>
            </a:r>
          </a:p>
          <a:p>
            <a:pPr>
              <a:lnSpc>
                <a:spcPct val="80000"/>
              </a:lnSpc>
              <a:buFont typeface="Wingdings" pitchFamily="2" charset="2"/>
              <a:buNone/>
            </a:pPr>
            <a:r>
              <a:rPr lang="sl-SI" sz="1000" i="1">
                <a:latin typeface="Courier New" pitchFamily="49" charset="0"/>
              </a:rPr>
              <a:t>&lt;T2,17, </a:t>
            </a:r>
            <a:r>
              <a:rPr lang="sl-SI" sz="1000" i="1" err="1">
                <a:latin typeface="Courier New" pitchFamily="49" charset="0"/>
              </a:rPr>
              <a:t>StaraVrednost</a:t>
            </a:r>
            <a:r>
              <a:rPr lang="sl-SI" sz="1000" i="1">
                <a:latin typeface="Courier New" pitchFamily="49" charset="0"/>
              </a:rPr>
              <a:t>, Spremeni, (B,1100)&gt;</a:t>
            </a:r>
          </a:p>
          <a:p>
            <a:pPr>
              <a:lnSpc>
                <a:spcPct val="80000"/>
              </a:lnSpc>
              <a:buFont typeface="Wingdings" pitchFamily="2" charset="2"/>
              <a:buNone/>
            </a:pPr>
            <a:r>
              <a:rPr lang="sl-SI" sz="1000" i="1">
                <a:latin typeface="Courier New" pitchFamily="49" charset="0"/>
              </a:rPr>
              <a:t>&lt;T2,17, </a:t>
            </a:r>
            <a:r>
              <a:rPr lang="sl-SI" sz="1000" i="1" err="1">
                <a:latin typeface="Courier New" pitchFamily="49" charset="0"/>
              </a:rPr>
              <a:t>NovaVrednost</a:t>
            </a:r>
            <a:r>
              <a:rPr lang="sl-SI" sz="1000" i="1">
                <a:latin typeface="Courier New" pitchFamily="49" charset="0"/>
              </a:rPr>
              <a:t>,  Spremeni, (B,1300)&gt;</a:t>
            </a:r>
          </a:p>
          <a:p>
            <a:pPr>
              <a:lnSpc>
                <a:spcPct val="80000"/>
              </a:lnSpc>
              <a:buFont typeface="Wingdings" pitchFamily="2" charset="2"/>
              <a:buNone/>
            </a:pPr>
            <a:r>
              <a:rPr lang="sl-SI" sz="1000" i="1">
                <a:latin typeface="Courier New" pitchFamily="49" charset="0"/>
              </a:rPr>
              <a:t>&lt;T2,18, Pomni&gt;</a:t>
            </a:r>
          </a:p>
        </p:txBody>
      </p:sp>
      <p:sp>
        <p:nvSpPr>
          <p:cNvPr id="306180" name="Rectangle 4"/>
          <p:cNvSpPr>
            <a:spLocks noGrp="1" noChangeArrowheads="1"/>
          </p:cNvSpPr>
          <p:nvPr>
            <p:ph type="body" sz="half" idx="2"/>
          </p:nvPr>
        </p:nvSpPr>
        <p:spPr>
          <a:xfrm>
            <a:off x="4724400" y="2362200"/>
            <a:ext cx="3770313" cy="3724275"/>
          </a:xfrm>
        </p:spPr>
        <p:txBody>
          <a:bodyPr/>
          <a:lstStyle/>
          <a:p>
            <a:r>
              <a:rPr lang="sl-SI" sz="2000"/>
              <a:t>Razveljavimo transakciji T1 in T2</a:t>
            </a:r>
            <a:endParaRPr lang="en-US" sz="2000"/>
          </a:p>
          <a:p>
            <a:r>
              <a:rPr lang="sl-SI" sz="2000"/>
              <a:t>Pri odloženem ažuriranju ni potrebno narediti ničesar, ker se spremembe ne uveljavijo v PB do ukaza Pomni!</a:t>
            </a:r>
          </a:p>
        </p:txBody>
      </p:sp>
    </p:spTree>
  </p:cSld>
  <p:clrMapOvr>
    <a:masterClrMapping/>
  </p:clrMapOvr>
  <p:transition/>
</p:sld>
</file>

<file path=ppt/slides/slide3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09250" name="AutoShape 2"/>
          <p:cNvSpPr>
            <a:spLocks noGrp="1" noChangeArrowheads="1"/>
          </p:cNvSpPr>
          <p:nvPr>
            <p:ph type="title"/>
          </p:nvPr>
        </p:nvSpPr>
        <p:spPr/>
        <p:txBody>
          <a:bodyPr/>
          <a:lstStyle/>
          <a:p>
            <a:r>
              <a:rPr lang="sl-SI"/>
              <a:t>V praksi: ARIES</a:t>
            </a:r>
            <a:endParaRPr lang="en-US"/>
          </a:p>
        </p:txBody>
      </p:sp>
      <p:sp>
        <p:nvSpPr>
          <p:cNvPr id="309251" name="Rectangle 3"/>
          <p:cNvSpPr>
            <a:spLocks noGrp="1" noChangeArrowheads="1"/>
          </p:cNvSpPr>
          <p:nvPr>
            <p:ph type="body" idx="1"/>
          </p:nvPr>
        </p:nvSpPr>
        <p:spPr/>
        <p:txBody>
          <a:bodyPr/>
          <a:lstStyle/>
          <a:p>
            <a:r>
              <a:rPr lang="en-US" i="1"/>
              <a:t>Algorithms for Recovery and Isolation Exploiting Semantics</a:t>
            </a:r>
            <a:endParaRPr lang="sl-SI" i="1"/>
          </a:p>
          <a:p>
            <a:r>
              <a:rPr lang="sl-SI"/>
              <a:t>Najpopularnejša družina algoritmov za implementacijo obnavljanja z dnevnikom in kopijo</a:t>
            </a:r>
          </a:p>
          <a:p>
            <a:r>
              <a:rPr lang="en-US"/>
              <a:t>IBM DB2, Microsoft SQL Server </a:t>
            </a:r>
            <a:r>
              <a:rPr lang="sl-SI"/>
              <a:t>in mnogi drugi SUPB</a:t>
            </a:r>
            <a:endParaRPr lang="en-US"/>
          </a:p>
        </p:txBody>
      </p:sp>
    </p:spTree>
  </p:cSld>
  <p:clrMapOvr>
    <a:masterClrMapping/>
  </p:clrMapOvr>
  <p:transition/>
</p:sld>
</file>

<file path=ppt/slides/slide3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EEC055-B3ED-2B16-B28A-548953C1D5BA}"/>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985BB88-0172-4DB5-E43C-5C295A548948}"/>
              </a:ext>
            </a:extLst>
          </p:cNvPr>
          <p:cNvSpPr>
            <a:spLocks noGrp="1"/>
          </p:cNvSpPr>
          <p:nvPr>
            <p:ph type="ftr" sz="quarter" idx="11"/>
          </p:nvPr>
        </p:nvSpPr>
        <p:spPr/>
        <p:txBody>
          <a:bodyPr/>
          <a:lstStyle/>
          <a:p>
            <a:r>
              <a:rPr lang="en-US"/>
              <a:t>© Matjaž </a:t>
            </a:r>
            <a:r>
              <a:rPr lang="en-US" err="1"/>
              <a:t>Kukar</a:t>
            </a:r>
            <a:r>
              <a:rPr lang="en-US"/>
              <a:t>, Matej Pičulin, Luka Šajn 2026</a:t>
            </a:r>
          </a:p>
        </p:txBody>
      </p:sp>
      <p:sp>
        <p:nvSpPr>
          <p:cNvPr id="309250" name="AutoShape 2">
            <a:extLst>
              <a:ext uri="{FF2B5EF4-FFF2-40B4-BE49-F238E27FC236}">
                <a16:creationId xmlns:a16="http://schemas.microsoft.com/office/drawing/2014/main" id="{F34A386C-029D-8764-BC8F-6CE6BA881DEB}"/>
              </a:ext>
            </a:extLst>
          </p:cNvPr>
          <p:cNvSpPr>
            <a:spLocks noGrp="1" noChangeArrowheads="1"/>
          </p:cNvSpPr>
          <p:nvPr>
            <p:ph type="title"/>
          </p:nvPr>
        </p:nvSpPr>
        <p:spPr/>
        <p:txBody>
          <a:bodyPr/>
          <a:lstStyle/>
          <a:p>
            <a:r>
              <a:rPr lang="en-GB" dirty="0" err="1"/>
              <a:t>Dodaj</a:t>
            </a:r>
            <a:r>
              <a:rPr lang="en-GB" dirty="0"/>
              <a:t> </a:t>
            </a:r>
            <a:r>
              <a:rPr lang="en-GB" dirty="0" err="1"/>
              <a:t>morda</a:t>
            </a:r>
            <a:r>
              <a:rPr lang="en-GB" dirty="0"/>
              <a:t> </a:t>
            </a:r>
            <a:r>
              <a:rPr lang="en-GB" dirty="0" err="1"/>
              <a:t>še</a:t>
            </a:r>
            <a:r>
              <a:rPr lang="en-GB" dirty="0"/>
              <a:t>:</a:t>
            </a:r>
            <a:endParaRPr lang="en-US" dirty="0"/>
          </a:p>
        </p:txBody>
      </p:sp>
      <p:sp>
        <p:nvSpPr>
          <p:cNvPr id="309251" name="Rectangle 3">
            <a:extLst>
              <a:ext uri="{FF2B5EF4-FFF2-40B4-BE49-F238E27FC236}">
                <a16:creationId xmlns:a16="http://schemas.microsoft.com/office/drawing/2014/main" id="{0AE4A124-0232-33FE-FA97-CA8429BD862E}"/>
              </a:ext>
            </a:extLst>
          </p:cNvPr>
          <p:cNvSpPr>
            <a:spLocks noGrp="1" noChangeArrowheads="1"/>
          </p:cNvSpPr>
          <p:nvPr>
            <p:ph type="body" idx="1"/>
          </p:nvPr>
        </p:nvSpPr>
        <p:spPr/>
        <p:txBody>
          <a:bodyPr/>
          <a:lstStyle/>
          <a:p>
            <a:r>
              <a:rPr lang="en-GB" i="1" dirty="0"/>
              <a:t>Limit offset</a:t>
            </a:r>
          </a:p>
          <a:p>
            <a:r>
              <a:rPr lang="en-GB" i="1" dirty="0"/>
              <a:t>Pivot/over </a:t>
            </a:r>
            <a:r>
              <a:rPr lang="en-GB" i="1" dirty="0" err="1"/>
              <a:t>transpone</a:t>
            </a:r>
            <a:r>
              <a:rPr lang="en-GB" i="1" dirty="0"/>
              <a:t>, </a:t>
            </a:r>
            <a:r>
              <a:rPr lang="en-GB" i="1"/>
              <a:t>prepare execute</a:t>
            </a:r>
            <a:endParaRPr lang="en-US" dirty="0"/>
          </a:p>
        </p:txBody>
      </p:sp>
    </p:spTree>
    <p:extLst>
      <p:ext uri="{BB962C8B-B14F-4D97-AF65-F5344CB8AC3E}">
        <p14:creationId xmlns:p14="http://schemas.microsoft.com/office/powerpoint/2010/main" val="109369068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161"/>
  <p:tag name="IGUANATEXSIZE" val="14"/>
  <p:tag name="LATEXADDIN" val="\documentclass{article}&#10;\usepackage{amsmath}&#10;\pagestyle{empty}&#10;\begin{document}&#10;&#10;$\Pi_{jadralec.ime}(jadralec \bowtie \sigma_{rezervacija.cid = 103}(rezervacija))$&#10;&#10;&#10;\end{document}"/>
  <p:tag name="LATEXENGINEID" val="0"/>
  <p:tag name="LATEXFORMHEIGHT" val="312"/>
  <p:tag name="LATEXFORMWIDTH" val="384"/>
  <p:tag name="LATEXFORMWRAP" val="True"/>
  <p:tag name="ORIGINALHEIGHT" val="11,33333"/>
  <p:tag name="ORIGINALWIDTH" val="223,8126"/>
  <p:tag name="TEMPFOLDER" val="c:\temp\"/>
  <p:tag name="TRANSPARENCY" val="True"/>
</p:tagLst>
</file>

<file path=ppt/tags/tag2.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195"/>
  <p:tag name="IGUANATEXSIZE" val="14"/>
  <p:tag name="LATEXADDIN" val="\documentclass{article}&#10;\usepackage{amsmath}&#10;\pagestyle{empty}&#10;\begin{document}&#10;&#10;$\Pi_{jadralec.ime}(\sigma_{jadralec.jid=rezervacija.jid \land rezervacija.cid = 103}(jadralec \times rezervacija))$&#10;&#10;&#10;\end{document}"/>
  <p:tag name="LATEXENGINEID" val="0"/>
  <p:tag name="LATEXFORMHEIGHT" val="312"/>
  <p:tag name="LATEXFORMWIDTH" val="384"/>
  <p:tag name="LATEXFORMWRAP" val="True"/>
  <p:tag name="ORIGINALHEIGHT" val="11,33931"/>
  <p:tag name="ORIGINALWIDTH" val="315,9822"/>
  <p:tag name="TEMPFOLDER" val="c:\temp\"/>
  <p:tag name="TRANSPARENCY" val="True"/>
</p:tagLst>
</file>

<file path=ppt/tags/tag3.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195"/>
  <p:tag name="IGUANATEXSIZE" val="14"/>
  <p:tag name="LATEXADDIN" val="\documentclass{article}&#10;\usepackage{amsmath}&#10;\pagestyle{empty}&#10;\begin{document}&#10;&#10;$\Pi_{jadralec.ime}(\sigma_{jadralec.jid=rezervacija.jid \land rezervacija.cid = 103}(jadralec \times rezervacija))$&#10;&#10;&#10;\end{document}"/>
  <p:tag name="LATEXENGINEID" val="0"/>
  <p:tag name="LATEXFORMHEIGHT" val="312"/>
  <p:tag name="LATEXFORMWIDTH" val="384"/>
  <p:tag name="LATEXFORMWRAP" val="True"/>
  <p:tag name="ORIGINALHEIGHT" val="7,410742"/>
  <p:tag name="ORIGINALWIDTH" val="6,071429"/>
  <p:tag name="TEMPFOLDER" val="c:\temp\"/>
  <p:tag name="TRANSPARENCY" val="True"/>
</p:tagLst>
</file>

<file path=ppt/tags/tag4.xml><?xml version="1.0" encoding="utf-8"?>
<p:tagLst xmlns:a="http://schemas.openxmlformats.org/drawingml/2006/main" xmlns:r="http://schemas.openxmlformats.org/officeDocument/2006/relationships" xmlns:p="http://schemas.openxmlformats.org/presentationml/2006/main">
  <p:tag name="EMFCHILD" val="True"/>
  <p:tag name="ORIGINALHEIGHT" val="6,607143"/>
  <p:tag name="ORIGINALWIDTH" val="2,678571"/>
</p:tagLst>
</file>

<file path=ppt/tags/tag5.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3,125028"/>
</p:tagLst>
</file>

<file path=ppt/tags/tag6.xml><?xml version="1.0" encoding="utf-8"?>
<p:tagLst xmlns:a="http://schemas.openxmlformats.org/drawingml/2006/main" xmlns:r="http://schemas.openxmlformats.org/officeDocument/2006/relationships" xmlns:p="http://schemas.openxmlformats.org/presentationml/2006/main">
  <p:tag name="EMFCHILD" val="True"/>
  <p:tag name="ORIGINALHEIGHT" val="5,357143"/>
  <p:tag name="ORIGINALWIDTH" val="3,125028"/>
</p:tagLst>
</file>

<file path=ppt/tags/tag7.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857143"/>
</p:tagLst>
</file>

<file path=ppt/tags/tag8.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3,125028"/>
</p:tagLst>
</file>

<file path=ppt/tags/tag9.xml><?xml version="1.0" encoding="utf-8"?>
<p:tagLst xmlns:a="http://schemas.openxmlformats.org/drawingml/2006/main" xmlns:r="http://schemas.openxmlformats.org/officeDocument/2006/relationships" xmlns:p="http://schemas.openxmlformats.org/presentationml/2006/main">
  <p:tag name="EMFCHILD" val="True"/>
  <p:tag name="ORIGINALHEIGHT" val="5,357143"/>
  <p:tag name="ORIGINALWIDTH" val="1,428571"/>
</p:tagLst>
</file>

<file path=ppt/tags/tag10.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678571"/>
</p:tagLst>
</file>

<file path=ppt/tags/tag11.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678571"/>
</p:tagLst>
</file>

<file path=ppt/tags/tag12.xml><?xml version="1.0" encoding="utf-8"?>
<p:tagLst xmlns:a="http://schemas.openxmlformats.org/drawingml/2006/main" xmlns:r="http://schemas.openxmlformats.org/officeDocument/2006/relationships" xmlns:p="http://schemas.openxmlformats.org/presentationml/2006/main">
  <p:tag name="EMFCHILD" val="True"/>
  <p:tag name="ORIGINALHEIGHT" val="0,8928571"/>
  <p:tag name="ORIGINALWIDTH" val="0,7142857"/>
</p:tagLst>
</file>

<file path=ppt/tags/tag13.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1,875028"/>
</p:tagLst>
</file>

<file path=ppt/tags/tag14.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5,714286"/>
</p:tagLst>
</file>

<file path=ppt/tags/tag15.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589314"/>
</p:tagLst>
</file>

<file path=ppt/tags/tag16.xml><?xml version="1.0" encoding="utf-8"?>
<p:tagLst xmlns:a="http://schemas.openxmlformats.org/drawingml/2006/main" xmlns:r="http://schemas.openxmlformats.org/officeDocument/2006/relationships" xmlns:p="http://schemas.openxmlformats.org/presentationml/2006/main">
  <p:tag name="EMFCHILD" val="True"/>
  <p:tag name="ORIGINALHEIGHT" val="10,89286"/>
  <p:tag name="ORIGINALWIDTH" val="2,0536"/>
</p:tagLst>
</file>

<file path=ppt/tags/tag17.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4,732171"/>
</p:tagLst>
</file>

<file path=ppt/tags/tag18.xml><?xml version="1.0" encoding="utf-8"?>
<p:tagLst xmlns:a="http://schemas.openxmlformats.org/drawingml/2006/main" xmlns:r="http://schemas.openxmlformats.org/officeDocument/2006/relationships" xmlns:p="http://schemas.openxmlformats.org/presentationml/2006/main">
  <p:tag name="EMFCHILD" val="True"/>
  <p:tag name="ORIGINALHEIGHT" val="6,607143"/>
  <p:tag name="ORIGINALWIDTH" val="2,678571"/>
</p:tagLst>
</file>

<file path=ppt/tags/tag19.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3,125028"/>
</p:tagLst>
</file>

<file path=ppt/tags/tag20.xml><?xml version="1.0" encoding="utf-8"?>
<p:tagLst xmlns:a="http://schemas.openxmlformats.org/drawingml/2006/main" xmlns:r="http://schemas.openxmlformats.org/officeDocument/2006/relationships" xmlns:p="http://schemas.openxmlformats.org/presentationml/2006/main">
  <p:tag name="EMFCHILD" val="True"/>
  <p:tag name="ORIGINALHEIGHT" val="5,357143"/>
  <p:tag name="ORIGINALWIDTH" val="3,214286"/>
</p:tagLst>
</file>

<file path=ppt/tags/tag21.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946457"/>
</p:tagLst>
</file>

<file path=ppt/tags/tag22.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3,214286"/>
</p:tagLst>
</file>

<file path=ppt/tags/tag23.xml><?xml version="1.0" encoding="utf-8"?>
<p:tagLst xmlns:a="http://schemas.openxmlformats.org/drawingml/2006/main" xmlns:r="http://schemas.openxmlformats.org/officeDocument/2006/relationships" xmlns:p="http://schemas.openxmlformats.org/presentationml/2006/main">
  <p:tag name="EMFCHILD" val="True"/>
  <p:tag name="ORIGINALHEIGHT" val="5,357143"/>
  <p:tag name="ORIGINALWIDTH" val="1,339314"/>
</p:tagLst>
</file>

<file path=ppt/tags/tag24.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678571"/>
</p:tagLst>
</file>

<file path=ppt/tags/tag25.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678571"/>
</p:tagLst>
</file>

<file path=ppt/tags/tag26.xml><?xml version="1.0" encoding="utf-8"?>
<p:tagLst xmlns:a="http://schemas.openxmlformats.org/drawingml/2006/main" xmlns:r="http://schemas.openxmlformats.org/officeDocument/2006/relationships" xmlns:p="http://schemas.openxmlformats.org/presentationml/2006/main">
  <p:tag name="EMFCHILD" val="True"/>
  <p:tag name="ORIGINALHEIGHT" val="0,8928571"/>
  <p:tag name="ORIGINALWIDTH" val="0,8035995"/>
</p:tagLst>
</file>

<file path=ppt/tags/tag27.xml><?xml version="1.0" encoding="utf-8"?>
<p:tagLst xmlns:a="http://schemas.openxmlformats.org/drawingml/2006/main" xmlns:r="http://schemas.openxmlformats.org/officeDocument/2006/relationships" xmlns:p="http://schemas.openxmlformats.org/presentationml/2006/main">
  <p:tag name="EMFCHILD" val="True"/>
  <p:tag name="ORIGINALHEIGHT" val="6,607143"/>
  <p:tag name="ORIGINALWIDTH" val="2,767885"/>
</p:tagLst>
</file>

<file path=ppt/tags/tag28.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1,964286"/>
</p:tagLst>
</file>

<file path=ppt/tags/tag29.xml><?xml version="1.0" encoding="utf-8"?>
<p:tagLst xmlns:a="http://schemas.openxmlformats.org/drawingml/2006/main" xmlns:r="http://schemas.openxmlformats.org/officeDocument/2006/relationships" xmlns:p="http://schemas.openxmlformats.org/presentationml/2006/main">
  <p:tag name="EMFCHILD" val="True"/>
  <p:tag name="ORIGINALHEIGHT" val="5,357143"/>
  <p:tag name="ORIGINALWIDTH" val="3,214286"/>
</p:tagLst>
</file>

<file path=ppt/tags/tag30.xml><?xml version="1.0" encoding="utf-8"?>
<p:tagLst xmlns:a="http://schemas.openxmlformats.org/drawingml/2006/main" xmlns:r="http://schemas.openxmlformats.org/officeDocument/2006/relationships" xmlns:p="http://schemas.openxmlformats.org/presentationml/2006/main">
  <p:tag name="EMFCHILD" val="True"/>
  <p:tag name="ORIGINALHEIGHT" val="2,0536"/>
  <p:tag name="ORIGINALWIDTH" val="4,5536"/>
</p:tagLst>
</file>

<file path=ppt/tags/tag31.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857143"/>
</p:tagLst>
</file>

<file path=ppt/tags/tag32.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678571"/>
</p:tagLst>
</file>

<file path=ppt/tags/tag33.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857143"/>
</p:tagLst>
</file>

<file path=ppt/tags/tag34.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678571"/>
</p:tagLst>
</file>

<file path=ppt/tags/tag35.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857143"/>
</p:tagLst>
</file>

<file path=ppt/tags/tag36.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946457"/>
</p:tagLst>
</file>

<file path=ppt/tags/tag37.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3,125028"/>
</p:tagLst>
</file>

<file path=ppt/tags/tag38.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678571"/>
</p:tagLst>
</file>

<file path=ppt/tags/tag39.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1,875028"/>
</p:tagLst>
</file>

<file path=ppt/tags/tag40.xml><?xml version="1.0" encoding="utf-8"?>
<p:tagLst xmlns:a="http://schemas.openxmlformats.org/drawingml/2006/main" xmlns:r="http://schemas.openxmlformats.org/officeDocument/2006/relationships" xmlns:p="http://schemas.openxmlformats.org/presentationml/2006/main">
  <p:tag name="EMFCHILD" val="True"/>
  <p:tag name="ORIGINALHEIGHT" val="6,607143"/>
  <p:tag name="ORIGINALWIDTH" val="2,767885"/>
</p:tagLst>
</file>

<file path=ppt/tags/tag41.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3,214286"/>
</p:tagLst>
</file>

<file path=ppt/tags/tag42.xml><?xml version="1.0" encoding="utf-8"?>
<p:tagLst xmlns:a="http://schemas.openxmlformats.org/drawingml/2006/main" xmlns:r="http://schemas.openxmlformats.org/officeDocument/2006/relationships" xmlns:p="http://schemas.openxmlformats.org/presentationml/2006/main">
  <p:tag name="EMFCHILD" val="True"/>
  <p:tag name="ORIGINALHEIGHT" val="0,8928571"/>
  <p:tag name="ORIGINALWIDTH" val="0,7142857"/>
</p:tagLst>
</file>

<file path=ppt/tags/tag43.xml><?xml version="1.0" encoding="utf-8"?>
<p:tagLst xmlns:a="http://schemas.openxmlformats.org/drawingml/2006/main" xmlns:r="http://schemas.openxmlformats.org/officeDocument/2006/relationships" xmlns:p="http://schemas.openxmlformats.org/presentationml/2006/main">
  <p:tag name="EMFCHILD" val="True"/>
  <p:tag name="ORIGINALHEIGHT" val="6,607143"/>
  <p:tag name="ORIGINALWIDTH" val="2,767885"/>
</p:tagLst>
</file>

<file path=ppt/tags/tag44.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1,964286"/>
</p:tagLst>
</file>

<file path=ppt/tags/tag45.xml><?xml version="1.0" encoding="utf-8"?>
<p:tagLst xmlns:a="http://schemas.openxmlformats.org/drawingml/2006/main" xmlns:r="http://schemas.openxmlformats.org/officeDocument/2006/relationships" xmlns:p="http://schemas.openxmlformats.org/presentationml/2006/main">
  <p:tag name="EMFCHILD" val="True"/>
  <p:tag name="ORIGINALHEIGHT" val="5,357143"/>
  <p:tag name="ORIGINALWIDTH" val="3,125028"/>
</p:tagLst>
</file>

<file path=ppt/tags/tag46.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3,839314"/>
</p:tagLst>
</file>

<file path=ppt/tags/tag47.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946457"/>
</p:tagLst>
</file>

<file path=ppt/tags/tag48.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589314"/>
</p:tagLst>
</file>

<file path=ppt/tags/tag49.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857143"/>
</p:tagLst>
</file>

<file path=ppt/tags/tag50.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678571"/>
</p:tagLst>
</file>

<file path=ppt/tags/tag51.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946457"/>
</p:tagLst>
</file>

<file path=ppt/tags/tag52.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3,035714"/>
</p:tagLst>
</file>

<file path=ppt/tags/tag53.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3,214286"/>
</p:tagLst>
</file>

<file path=ppt/tags/tag54.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767885"/>
</p:tagLst>
</file>

<file path=ppt/tags/tag55.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1,875028"/>
</p:tagLst>
</file>

<file path=ppt/tags/tag56.xml><?xml version="1.0" encoding="utf-8"?>
<p:tagLst xmlns:a="http://schemas.openxmlformats.org/drawingml/2006/main" xmlns:r="http://schemas.openxmlformats.org/officeDocument/2006/relationships" xmlns:p="http://schemas.openxmlformats.org/presentationml/2006/main">
  <p:tag name="EMFCHILD" val="True"/>
  <p:tag name="ORIGINALHEIGHT" val="6,607143"/>
  <p:tag name="ORIGINALWIDTH" val="2,678571"/>
</p:tagLst>
</file>

<file path=ppt/tags/tag57.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3,125028"/>
</p:tagLst>
</file>

<file path=ppt/tags/tag58.xml><?xml version="1.0" encoding="utf-8"?>
<p:tagLst xmlns:a="http://schemas.openxmlformats.org/drawingml/2006/main" xmlns:r="http://schemas.openxmlformats.org/officeDocument/2006/relationships" xmlns:p="http://schemas.openxmlformats.org/presentationml/2006/main">
  <p:tag name="EMFCHILD" val="True"/>
  <p:tag name="ORIGINALHEIGHT" val="0,8928571"/>
  <p:tag name="ORIGINALWIDTH" val="0,7142857"/>
</p:tagLst>
</file>

<file path=ppt/tags/tag59.xml><?xml version="1.0" encoding="utf-8"?>
<p:tagLst xmlns:a="http://schemas.openxmlformats.org/drawingml/2006/main" xmlns:r="http://schemas.openxmlformats.org/officeDocument/2006/relationships" xmlns:p="http://schemas.openxmlformats.org/presentationml/2006/main">
  <p:tag name="EMFCHILD" val="True"/>
  <p:tag name="ORIGINALHEIGHT" val="3,482171"/>
  <p:tag name="ORIGINALWIDTH" val="2,678571"/>
</p:tagLst>
</file>

<file path=ppt/tags/tag60.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1,875028"/>
</p:tagLst>
</file>

<file path=ppt/tags/tag61.xml><?xml version="1.0" encoding="utf-8"?>
<p:tagLst xmlns:a="http://schemas.openxmlformats.org/drawingml/2006/main" xmlns:r="http://schemas.openxmlformats.org/officeDocument/2006/relationships" xmlns:p="http://schemas.openxmlformats.org/presentationml/2006/main">
  <p:tag name="EMFCHILD" val="True"/>
  <p:tag name="ORIGINALHEIGHT" val="5,357143"/>
  <p:tag name="ORIGINALWIDTH" val="3,214286"/>
</p:tagLst>
</file>

<file path=ppt/tags/tag62.xml><?xml version="1.0" encoding="utf-8"?>
<p:tagLst xmlns:a="http://schemas.openxmlformats.org/drawingml/2006/main" xmlns:r="http://schemas.openxmlformats.org/officeDocument/2006/relationships" xmlns:p="http://schemas.openxmlformats.org/presentationml/2006/main">
  <p:tag name="EMFCHILD" val="True"/>
  <p:tag name="ORIGINALHEIGHT" val="2,0536"/>
  <p:tag name="ORIGINALWIDTH" val="4,5536"/>
</p:tagLst>
</file>

<file path=ppt/tags/tag63.xml><?xml version="1.0" encoding="utf-8"?>
<p:tagLst xmlns:a="http://schemas.openxmlformats.org/drawingml/2006/main" xmlns:r="http://schemas.openxmlformats.org/officeDocument/2006/relationships" xmlns:p="http://schemas.openxmlformats.org/presentationml/2006/main">
  <p:tag name="EMFCHILD" val="True"/>
  <p:tag name="ORIGINALHEIGHT" val="5,089314"/>
  <p:tag name="ORIGINALWIDTH" val="2,321429"/>
</p:tagLst>
</file>

<file path=ppt/tags/tag64.xml><?xml version="1.0" encoding="utf-8"?>
<p:tagLst xmlns:a="http://schemas.openxmlformats.org/drawingml/2006/main" xmlns:r="http://schemas.openxmlformats.org/officeDocument/2006/relationships" xmlns:p="http://schemas.openxmlformats.org/presentationml/2006/main">
  <p:tag name="EMFCHILD" val="True"/>
  <p:tag name="ORIGINALHEIGHT" val="5,267886"/>
  <p:tag name="ORIGINALWIDTH" val="2,857143"/>
</p:tagLst>
</file>

<file path=ppt/tags/tag65.xml><?xml version="1.0" encoding="utf-8"?>
<p:tagLst xmlns:a="http://schemas.openxmlformats.org/drawingml/2006/main" xmlns:r="http://schemas.openxmlformats.org/officeDocument/2006/relationships" xmlns:p="http://schemas.openxmlformats.org/presentationml/2006/main">
  <p:tag name="EMFCHILD" val="True"/>
  <p:tag name="ORIGINALHEIGHT" val="5,267886"/>
  <p:tag name="ORIGINALWIDTH" val="2,857143"/>
</p:tagLst>
</file>

<file path=ppt/tags/tag66.xml><?xml version="1.0" encoding="utf-8"?>
<p:tagLst xmlns:a="http://schemas.openxmlformats.org/drawingml/2006/main" xmlns:r="http://schemas.openxmlformats.org/officeDocument/2006/relationships" xmlns:p="http://schemas.openxmlformats.org/presentationml/2006/main">
  <p:tag name="EMFCHILD" val="True"/>
  <p:tag name="ORIGINALHEIGHT" val="10,89286"/>
  <p:tag name="ORIGINALWIDTH" val="2,0536"/>
</p:tagLst>
</file>

<file path=ppt/tags/tag67.xml><?xml version="1.0" encoding="utf-8"?>
<p:tagLst xmlns:a="http://schemas.openxmlformats.org/drawingml/2006/main" xmlns:r="http://schemas.openxmlformats.org/officeDocument/2006/relationships" xmlns:p="http://schemas.openxmlformats.org/presentationml/2006/main">
  <p:tag name="EMFCHILD" val="True"/>
  <p:tag name="ORIGINALHEIGHT" val="9,464286"/>
  <p:tag name="ORIGINALWIDTH" val="3,660743"/>
</p:tagLst>
</file>

<file path=ppt/tags/tag68.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4,107143"/>
</p:tagLst>
</file>

<file path=ppt/tags/tag69.xml><?xml version="1.0" encoding="utf-8"?>
<p:tagLst xmlns:a="http://schemas.openxmlformats.org/drawingml/2006/main" xmlns:r="http://schemas.openxmlformats.org/officeDocument/2006/relationships" xmlns:p="http://schemas.openxmlformats.org/presentationml/2006/main">
  <p:tag name="EMFCHILD" val="True"/>
  <p:tag name="ORIGINALHEIGHT" val="7,678572"/>
  <p:tag name="ORIGINALWIDTH" val="4,196457"/>
</p:tagLst>
</file>

<file path=ppt/tags/tag70.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660743"/>
</p:tagLst>
</file>

<file path=ppt/tags/tag71.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4,107143"/>
</p:tagLst>
</file>

<file path=ppt/tags/tag72.xml><?xml version="1.0" encoding="utf-8"?>
<p:tagLst xmlns:a="http://schemas.openxmlformats.org/drawingml/2006/main" xmlns:r="http://schemas.openxmlformats.org/officeDocument/2006/relationships" xmlns:p="http://schemas.openxmlformats.org/presentationml/2006/main">
  <p:tag name="EMFCHILD" val="True"/>
  <p:tag name="ORIGINALHEIGHT" val="7,678572"/>
  <p:tag name="ORIGINALWIDTH" val="1,875028"/>
</p:tagLst>
</file>

<file path=ppt/tags/tag73.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392857"/>
</p:tagLst>
</file>

<file path=ppt/tags/tag74.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482171"/>
</p:tagLst>
</file>

<file path=ppt/tags/tag75.xml><?xml version="1.0" encoding="utf-8"?>
<p:tagLst xmlns:a="http://schemas.openxmlformats.org/drawingml/2006/main" xmlns:r="http://schemas.openxmlformats.org/officeDocument/2006/relationships" xmlns:p="http://schemas.openxmlformats.org/presentationml/2006/main">
  <p:tag name="EMFCHILD" val="True"/>
  <p:tag name="ORIGINALHEIGHT" val="5,267886"/>
  <p:tag name="ORIGINALWIDTH" val="4,285714"/>
</p:tagLst>
</file>

<file path=ppt/tags/tag76.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660743"/>
</p:tagLst>
</file>

<file path=ppt/tags/tag77.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482171"/>
</p:tagLst>
</file>

<file path=ppt/tags/tag78.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839314"/>
</p:tagLst>
</file>

<file path=ppt/tags/tag79.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392857"/>
</p:tagLst>
</file>

<file path=ppt/tags/tag80.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571429"/>
</p:tagLst>
</file>

<file path=ppt/tags/tag81.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928571"/>
</p:tagLst>
</file>

<file path=ppt/tags/tag82.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4,017886"/>
</p:tagLst>
</file>

<file path=ppt/tags/tag83.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3,482171"/>
</p:tagLst>
</file>

<file path=ppt/tags/tag84.xml><?xml version="1.0" encoding="utf-8"?>
<p:tagLst xmlns:a="http://schemas.openxmlformats.org/drawingml/2006/main" xmlns:r="http://schemas.openxmlformats.org/officeDocument/2006/relationships" xmlns:p="http://schemas.openxmlformats.org/presentationml/2006/main">
  <p:tag name="EMFCHILD" val="True"/>
  <p:tag name="ORIGINALHEIGHT" val="7,321429"/>
  <p:tag name="ORIGINALWIDTH" val="2,321429"/>
</p:tagLst>
</file>

<file path=ppt/tags/tag85.xml><?xml version="1.0" encoding="utf-8"?>
<p:tagLst xmlns:a="http://schemas.openxmlformats.org/drawingml/2006/main" xmlns:r="http://schemas.openxmlformats.org/officeDocument/2006/relationships" xmlns:p="http://schemas.openxmlformats.org/presentationml/2006/main">
  <p:tag name="EMFCHILD" val="True"/>
  <p:tag name="ORIGINALHEIGHT" val="9,464286"/>
  <p:tag name="ORIGINALWIDTH" val="3,660743"/>
</p:tagLst>
</file>

<file path=ppt/tags/tag86.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4,017886"/>
</p:tagLst>
</file>

<file path=ppt/tags/tag87.xml><?xml version="1.0" encoding="utf-8"?>
<p:tagLst xmlns:a="http://schemas.openxmlformats.org/drawingml/2006/main" xmlns:r="http://schemas.openxmlformats.org/officeDocument/2006/relationships" xmlns:p="http://schemas.openxmlformats.org/presentationml/2006/main">
  <p:tag name="EMFCHILD" val="True"/>
  <p:tag name="ORIGINALHEIGHT" val="10,89286"/>
  <p:tag name="ORIGINALWIDTH" val="2,0536"/>
</p:tagLst>
</file>

<file path=ppt/tags/tag88.xml><?xml version="1.0" encoding="utf-8"?>
<p:tagLst xmlns:a="http://schemas.openxmlformats.org/drawingml/2006/main" xmlns:r="http://schemas.openxmlformats.org/officeDocument/2006/relationships" xmlns:p="http://schemas.openxmlformats.org/presentationml/2006/main">
  <p:tag name="EMFCHILD" val="True"/>
  <p:tag name="ORIGINALHEIGHT" val="10,89286"/>
  <p:tag name="ORIGINALWIDTH" val="2,0536"/>
</p:tagLst>
</file>

<file path=ppt/tags/tag89.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161"/>
  <p:tag name="IGUANATEXSIZE" val="14"/>
  <p:tag name="LATEXADDIN" val="\documentclass{article}&#10;\usepackage{amsmath}&#10;\pagestyle{empty}&#10;\begin{document}&#10;&#10;$\Pi_{jadralec.ime}(jadralec \bowtie \sigma_{rezervacija.cid = 103}(rezervacija))$&#10;&#10;&#10;\end{document}"/>
  <p:tag name="LATEXENGINEID" val="0"/>
  <p:tag name="LATEXFORMHEIGHT" val="312"/>
  <p:tag name="LATEXFORMWIDTH" val="384"/>
  <p:tag name="LATEXFORMWRAP" val="True"/>
  <p:tag name="ORIGINALHEIGHT" val="7,416657"/>
  <p:tag name="ORIGINALWIDTH" val="6,125798"/>
  <p:tag name="TEMPFOLDER" val="c:\temp\"/>
  <p:tag name="TRANSPARENCY" val="True"/>
</p:tagLst>
</file>

<file path=ppt/tags/tag90.xml><?xml version="1.0" encoding="utf-8"?>
<p:tagLst xmlns:a="http://schemas.openxmlformats.org/drawingml/2006/main" xmlns:r="http://schemas.openxmlformats.org/officeDocument/2006/relationships" xmlns:p="http://schemas.openxmlformats.org/presentationml/2006/main">
  <p:tag name="EMFCHILD" val="True"/>
  <p:tag name="ORIGINALHEIGHT" val="6,583328"/>
  <p:tag name="ORIGINALWIDTH" val="2,752185"/>
</p:tagLst>
</file>

<file path=ppt/tags/tag91.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3,196054"/>
</p:tagLst>
</file>

<file path=ppt/tags/tag92.xml><?xml version="1.0" encoding="utf-8"?>
<p:tagLst xmlns:a="http://schemas.openxmlformats.org/drawingml/2006/main" xmlns:r="http://schemas.openxmlformats.org/officeDocument/2006/relationships" xmlns:p="http://schemas.openxmlformats.org/presentationml/2006/main">
  <p:tag name="EMFCHILD" val="True"/>
  <p:tag name="ORIGINALHEIGHT" val="5,416667"/>
  <p:tag name="ORIGINALWIDTH" val="3,196054"/>
</p:tagLst>
</file>

<file path=ppt/tags/tag93.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929744"/>
</p:tagLst>
</file>

<file path=ppt/tags/tag94.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3,107303"/>
</p:tagLst>
</file>

<file path=ppt/tags/tag95.xml><?xml version="1.0" encoding="utf-8"?>
<p:tagLst xmlns:a="http://schemas.openxmlformats.org/drawingml/2006/main" xmlns:r="http://schemas.openxmlformats.org/officeDocument/2006/relationships" xmlns:p="http://schemas.openxmlformats.org/presentationml/2006/main">
  <p:tag name="EMFCHILD" val="True"/>
  <p:tag name="ORIGINALHEIGHT" val="5,416667"/>
  <p:tag name="ORIGINALWIDTH" val="1,420468"/>
</p:tagLst>
</file>

<file path=ppt/tags/tag96.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663378"/>
</p:tagLst>
</file>

<file path=ppt/tags/tag97.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663378"/>
</p:tagLst>
</file>

<file path=ppt/tags/tag98.xml><?xml version="1.0" encoding="utf-8"?>
<p:tagLst xmlns:a="http://schemas.openxmlformats.org/drawingml/2006/main" xmlns:r="http://schemas.openxmlformats.org/officeDocument/2006/relationships" xmlns:p="http://schemas.openxmlformats.org/presentationml/2006/main">
  <p:tag name="EMFCHILD" val="True"/>
  <p:tag name="ORIGINALHEIGHT" val="0,9166885"/>
  <p:tag name="ORIGINALWIDTH" val="0,7102342"/>
</p:tagLst>
</file>

<file path=ppt/tags/tag99.xml><?xml version="1.0" encoding="utf-8"?>
<p:tagLst xmlns:a="http://schemas.openxmlformats.org/drawingml/2006/main" xmlns:r="http://schemas.openxmlformats.org/officeDocument/2006/relationships" xmlns:p="http://schemas.openxmlformats.org/presentationml/2006/main">
  <p:tag name="EMFCHILD" val="True"/>
  <p:tag name="ORIGINALHEIGHT" val="5,166642"/>
  <p:tag name="ORIGINALWIDTH" val="1,864393"/>
</p:tagLst>
</file>

<file path=ppt/tags/tag100.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5,77068"/>
</p:tagLst>
</file>

<file path=ppt/tags/tag101.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663378"/>
</p:tagLst>
</file>

<file path=ppt/tags/tag102.xml><?xml version="1.0" encoding="utf-8"?>
<p:tagLst xmlns:a="http://schemas.openxmlformats.org/drawingml/2006/main" xmlns:r="http://schemas.openxmlformats.org/officeDocument/2006/relationships" xmlns:p="http://schemas.openxmlformats.org/presentationml/2006/main">
  <p:tag name="EMFCHILD" val="True"/>
  <p:tag name="ORIGINALHEIGHT" val="10,91664"/>
  <p:tag name="ORIGINALWIDTH" val="2,041951"/>
</p:tagLst>
</file>

<file path=ppt/tags/tag103.xml><?xml version="1.0" encoding="utf-8"?>
<p:tagLst xmlns:a="http://schemas.openxmlformats.org/drawingml/2006/main" xmlns:r="http://schemas.openxmlformats.org/officeDocument/2006/relationships" xmlns:p="http://schemas.openxmlformats.org/presentationml/2006/main">
  <p:tag name="EMFCHILD" val="True"/>
  <p:tag name="ORIGINALHEIGHT" val="9,499955"/>
  <p:tag name="ORIGINALWIDTH" val="3,639978"/>
</p:tagLst>
</file>

<file path=ppt/tags/tag104.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4,083847"/>
</p:tagLst>
</file>

<file path=ppt/tags/tag105.xml><?xml version="1.0" encoding="utf-8"?>
<p:tagLst xmlns:a="http://schemas.openxmlformats.org/drawingml/2006/main" xmlns:r="http://schemas.openxmlformats.org/officeDocument/2006/relationships" xmlns:p="http://schemas.openxmlformats.org/presentationml/2006/main">
  <p:tag name="EMFCHILD" val="True"/>
  <p:tag name="ORIGINALHEIGHT" val="7,749989"/>
  <p:tag name="ORIGINALWIDTH" val="4,172654"/>
</p:tagLst>
</file>

<file path=ppt/tags/tag106.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639978"/>
</p:tagLst>
</file>

<file path=ppt/tags/tag107.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4,083847"/>
</p:tagLst>
</file>

<file path=ppt/tags/tag108.xml><?xml version="1.0" encoding="utf-8"?>
<p:tagLst xmlns:a="http://schemas.openxmlformats.org/drawingml/2006/main" xmlns:r="http://schemas.openxmlformats.org/officeDocument/2006/relationships" xmlns:p="http://schemas.openxmlformats.org/presentationml/2006/main">
  <p:tag name="EMFCHILD" val="True"/>
  <p:tag name="ORIGINALHEIGHT" val="7,749989"/>
  <p:tag name="ORIGINALWIDTH" val="1,864393"/>
</p:tagLst>
</file>

<file path=ppt/tags/tag109.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373612"/>
</p:tagLst>
</file>

<file path=ppt/tags/tag110.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46242"/>
</p:tagLst>
</file>

<file path=ppt/tags/tag111.xml><?xml version="1.0" encoding="utf-8"?>
<p:tagLst xmlns:a="http://schemas.openxmlformats.org/drawingml/2006/main" xmlns:r="http://schemas.openxmlformats.org/officeDocument/2006/relationships" xmlns:p="http://schemas.openxmlformats.org/presentationml/2006/main">
  <p:tag name="EMFCHILD" val="True"/>
  <p:tag name="ORIGINALHEIGHT" val="5,583333"/>
  <p:tag name="ORIGINALWIDTH" val="3,995095"/>
</p:tagLst>
</file>

<file path=ppt/tags/tag112.xml><?xml version="1.0" encoding="utf-8"?>
<p:tagLst xmlns:a="http://schemas.openxmlformats.org/drawingml/2006/main" xmlns:r="http://schemas.openxmlformats.org/officeDocument/2006/relationships" xmlns:p="http://schemas.openxmlformats.org/presentationml/2006/main">
  <p:tag name="EMFCHILD" val="True"/>
  <p:tag name="ORIGINALHEIGHT" val="5,583333"/>
  <p:tag name="ORIGINALWIDTH" val="3,906288"/>
</p:tagLst>
</file>

<file path=ppt/tags/tag113.xml><?xml version="1.0" encoding="utf-8"?>
<p:tagLst xmlns:a="http://schemas.openxmlformats.org/drawingml/2006/main" xmlns:r="http://schemas.openxmlformats.org/officeDocument/2006/relationships" xmlns:p="http://schemas.openxmlformats.org/presentationml/2006/main">
  <p:tag name="EMFCHILD" val="True"/>
  <p:tag name="ORIGINALHEIGHT" val="4,83331"/>
  <p:tag name="ORIGINALWIDTH" val="4,616522"/>
</p:tagLst>
</file>

<file path=ppt/tags/tag114.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929744"/>
</p:tagLst>
</file>

<file path=ppt/tags/tag115.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663378"/>
</p:tagLst>
</file>

<file path=ppt/tags/tag116.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929744"/>
</p:tagLst>
</file>

<file path=ppt/tags/tag117.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663378"/>
</p:tagLst>
</file>

<file path=ppt/tags/tag118.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929744"/>
</p:tagLst>
</file>

<file path=ppt/tags/tag119.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3,018495"/>
</p:tagLst>
</file>

<file path=ppt/tags/tag120.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3,196054"/>
</p:tagLst>
</file>

<file path=ppt/tags/tag121.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663378"/>
</p:tagLst>
</file>

<file path=ppt/tags/tag122.xml><?xml version="1.0" encoding="utf-8"?>
<p:tagLst xmlns:a="http://schemas.openxmlformats.org/drawingml/2006/main" xmlns:r="http://schemas.openxmlformats.org/officeDocument/2006/relationships" xmlns:p="http://schemas.openxmlformats.org/presentationml/2006/main">
  <p:tag name="EMFCHILD" val="True"/>
  <p:tag name="ORIGINALHEIGHT" val="5,166642"/>
  <p:tag name="ORIGINALWIDTH" val="1,864393"/>
</p:tagLst>
</file>

<file path=ppt/tags/tag123.xml><?xml version="1.0" encoding="utf-8"?>
<p:tagLst xmlns:a="http://schemas.openxmlformats.org/drawingml/2006/main" xmlns:r="http://schemas.openxmlformats.org/officeDocument/2006/relationships" xmlns:p="http://schemas.openxmlformats.org/presentationml/2006/main">
  <p:tag name="EMFCHILD" val="True"/>
  <p:tag name="ORIGINALHEIGHT" val="6,583328"/>
  <p:tag name="ORIGINALWIDTH" val="2,752185"/>
</p:tagLst>
</file>

<file path=ppt/tags/tag124.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3,107303"/>
</p:tagLst>
</file>

<file path=ppt/tags/tag125.xml><?xml version="1.0" encoding="utf-8"?>
<p:tagLst xmlns:a="http://schemas.openxmlformats.org/drawingml/2006/main" xmlns:r="http://schemas.openxmlformats.org/officeDocument/2006/relationships" xmlns:p="http://schemas.openxmlformats.org/presentationml/2006/main">
  <p:tag name="EMFCHILD" val="True"/>
  <p:tag name="ORIGINALHEIGHT" val="0,9166885"/>
  <p:tag name="ORIGINALWIDTH" val="0,7102342"/>
</p:tagLst>
</file>

<file path=ppt/tags/tag126.xml><?xml version="1.0" encoding="utf-8"?>
<p:tagLst xmlns:a="http://schemas.openxmlformats.org/drawingml/2006/main" xmlns:r="http://schemas.openxmlformats.org/officeDocument/2006/relationships" xmlns:p="http://schemas.openxmlformats.org/presentationml/2006/main">
  <p:tag name="EMFCHILD" val="True"/>
  <p:tag name="ORIGINALHEIGHT" val="3,499983"/>
  <p:tag name="ORIGINALWIDTH" val="2,663378"/>
</p:tagLst>
</file>

<file path=ppt/tags/tag127.xml><?xml version="1.0" encoding="utf-8"?>
<p:tagLst xmlns:a="http://schemas.openxmlformats.org/drawingml/2006/main" xmlns:r="http://schemas.openxmlformats.org/officeDocument/2006/relationships" xmlns:p="http://schemas.openxmlformats.org/presentationml/2006/main">
  <p:tag name="EMFCHILD" val="True"/>
  <p:tag name="ORIGINALHEIGHT" val="5,166642"/>
  <p:tag name="ORIGINALWIDTH" val="1,864393"/>
</p:tagLst>
</file>

<file path=ppt/tags/tag128.xml><?xml version="1.0" encoding="utf-8"?>
<p:tagLst xmlns:a="http://schemas.openxmlformats.org/drawingml/2006/main" xmlns:r="http://schemas.openxmlformats.org/officeDocument/2006/relationships" xmlns:p="http://schemas.openxmlformats.org/presentationml/2006/main">
  <p:tag name="EMFCHILD" val="True"/>
  <p:tag name="ORIGINALHEIGHT" val="5,416667"/>
  <p:tag name="ORIGINALWIDTH" val="3,196054"/>
</p:tagLst>
</file>

<file path=ppt/tags/tag129.xml><?xml version="1.0" encoding="utf-8"?>
<p:tagLst xmlns:a="http://schemas.openxmlformats.org/drawingml/2006/main" xmlns:r="http://schemas.openxmlformats.org/officeDocument/2006/relationships" xmlns:p="http://schemas.openxmlformats.org/presentationml/2006/main">
  <p:tag name="EMFCHILD" val="True"/>
  <p:tag name="ORIGINALHEIGHT" val="1,99999"/>
  <p:tag name="ORIGINALWIDTH" val="4,616522"/>
</p:tagLst>
</file>

<file path=ppt/tags/tag130.xml><?xml version="1.0" encoding="utf-8"?>
<p:tagLst xmlns:a="http://schemas.openxmlformats.org/drawingml/2006/main" xmlns:r="http://schemas.openxmlformats.org/officeDocument/2006/relationships" xmlns:p="http://schemas.openxmlformats.org/presentationml/2006/main">
  <p:tag name="EMFCHILD" val="True"/>
  <p:tag name="ORIGINALHEIGHT" val="5,083335"/>
  <p:tag name="ORIGINALWIDTH" val="2,308261"/>
</p:tagLst>
</file>

<file path=ppt/tags/tag131.xml><?xml version="1.0" encoding="utf-8"?>
<p:tagLst xmlns:a="http://schemas.openxmlformats.org/drawingml/2006/main" xmlns:r="http://schemas.openxmlformats.org/officeDocument/2006/relationships" xmlns:p="http://schemas.openxmlformats.org/presentationml/2006/main">
  <p:tag name="EMFCHILD" val="True"/>
  <p:tag name="ORIGINALHEIGHT" val="5,250001"/>
  <p:tag name="ORIGINALWIDTH" val="2,840937"/>
</p:tagLst>
</file>

<file path=ppt/tags/tag132.xml><?xml version="1.0" encoding="utf-8"?>
<p:tagLst xmlns:a="http://schemas.openxmlformats.org/drawingml/2006/main" xmlns:r="http://schemas.openxmlformats.org/officeDocument/2006/relationships" xmlns:p="http://schemas.openxmlformats.org/presentationml/2006/main">
  <p:tag name="EMFCHILD" val="True"/>
  <p:tag name="ORIGINALHEIGHT" val="5,250001"/>
  <p:tag name="ORIGINALWIDTH" val="2,840937"/>
</p:tagLst>
</file>

<file path=ppt/tags/tag133.xml><?xml version="1.0" encoding="utf-8"?>
<p:tagLst xmlns:a="http://schemas.openxmlformats.org/drawingml/2006/main" xmlns:r="http://schemas.openxmlformats.org/officeDocument/2006/relationships" xmlns:p="http://schemas.openxmlformats.org/presentationml/2006/main">
  <p:tag name="EMFCHILD" val="True"/>
  <p:tag name="ORIGINALHEIGHT" val="10,91664"/>
  <p:tag name="ORIGINALWIDTH" val="2,041951"/>
</p:tagLst>
</file>

<file path=ppt/tags/tag134.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551171"/>
</p:tagLst>
</file>

<file path=ppt/tags/tag135.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46242"/>
</p:tagLst>
</file>

<file path=ppt/tags/tag136.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728729"/>
</p:tagLst>
</file>

<file path=ppt/tags/tag137.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373612"/>
</p:tagLst>
</file>

<file path=ppt/tags/tag138.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551171"/>
</p:tagLst>
</file>

<file path=ppt/tags/tag139.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817537"/>
</p:tagLst>
</file>

<file path=ppt/tags/tag140.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995095"/>
</p:tagLst>
</file>

<file path=ppt/tags/tag141.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3,46242"/>
</p:tagLst>
</file>

<file path=ppt/tags/tag142.xml><?xml version="1.0" encoding="utf-8"?>
<p:tagLst xmlns:a="http://schemas.openxmlformats.org/drawingml/2006/main" xmlns:r="http://schemas.openxmlformats.org/officeDocument/2006/relationships" xmlns:p="http://schemas.openxmlformats.org/presentationml/2006/main">
  <p:tag name="EMFCHILD" val="True"/>
  <p:tag name="ORIGINALHEIGHT" val="7,416657"/>
  <p:tag name="ORIGINALWIDTH" val="2,308261"/>
</p:tagLst>
</file>

<file path=ppt/tags/tag143.xml><?xml version="1.0" encoding="utf-8"?>
<p:tagLst xmlns:a="http://schemas.openxmlformats.org/drawingml/2006/main" xmlns:r="http://schemas.openxmlformats.org/officeDocument/2006/relationships" xmlns:p="http://schemas.openxmlformats.org/presentationml/2006/main">
  <p:tag name="EMFCHILD" val="True"/>
  <p:tag name="ORIGINALHEIGHT" val="9,499955"/>
  <p:tag name="ORIGINALWIDTH" val="3,639978"/>
</p:tagLst>
</file>

<file path=ppt/tags/tag144.xml><?xml version="1.0" encoding="utf-8"?>
<p:tagLst xmlns:a="http://schemas.openxmlformats.org/drawingml/2006/main" xmlns:r="http://schemas.openxmlformats.org/officeDocument/2006/relationships" xmlns:p="http://schemas.openxmlformats.org/presentationml/2006/main">
  <p:tag name="EMFCHILD" val="True"/>
  <p:tag name="ORIGINALHEIGHT" val="4,999976"/>
  <p:tag name="ORIGINALWIDTH" val="4,083847"/>
</p:tagLst>
</file>

<file path=ppt/tags/tag145.xml><?xml version="1.0" encoding="utf-8"?>
<p:tagLst xmlns:a="http://schemas.openxmlformats.org/drawingml/2006/main" xmlns:r="http://schemas.openxmlformats.org/officeDocument/2006/relationships" xmlns:p="http://schemas.openxmlformats.org/presentationml/2006/main">
  <p:tag name="EMFCHILD" val="True"/>
  <p:tag name="ORIGINALHEIGHT" val="10,91664"/>
  <p:tag name="ORIGINALWIDTH" val="2,041951"/>
</p:tagLst>
</file>

<file path=ppt/tags/tag146.xml><?xml version="1.0" encoding="utf-8"?>
<p:tagLst xmlns:a="http://schemas.openxmlformats.org/drawingml/2006/main" xmlns:r="http://schemas.openxmlformats.org/officeDocument/2006/relationships" xmlns:p="http://schemas.openxmlformats.org/presentationml/2006/main">
  <p:tag name="EMFCHILD" val="True"/>
  <p:tag name="ORIGINALHEIGHT" val="10,91664"/>
  <p:tag name="ORIGINALWIDTH" val="2,041951"/>
</p:tagLst>
</file>

<file path=ppt/tags/tag147.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176"/>
  <p:tag name="IGUANATEXSIZE" val="14"/>
  <p:tag name="LATEXADDIN" val="\documentclass{article}&#10;\usepackage{amsmath}&#10;\pagestyle{empty}&#10;\begin{document}&#10;&#10;$\Pi_{jadralec.ime}(jadralec \underset{jadralec.jid=rezervacija.jid \land rezervacija.cid = 103}{\bowtie} rezervacija)$&#10;&#10;&#10;\end{document}"/>
  <p:tag name="LATEXENGINEID" val="1"/>
  <p:tag name="LATEXFORMHEIGHT" val="312"/>
  <p:tag name="LATEXFORMWIDTH" val="384"/>
  <p:tag name="LATEXFORMWRAP" val="True"/>
  <p:tag name="ORIGINALHEIGHT" val="15,8036"/>
  <p:tag name="ORIGINALWIDTH" val="301,6072"/>
  <p:tag name="TEMPFOLDER" val="c:\temp\"/>
  <p:tag name="TRANSPARENCY" val="True"/>
</p:tagLst>
</file>

<file path=ppt/tags/tag148.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44"/>
  <p:tag name="IGUANATEXSIZE" val="14"/>
  <p:tag name="LATEXADDIN" val="\documentclass{article}&#10;\usepackage{amsmath}&#10;\pagestyle{empty}&#10;\begin{document}&#10;&#10;$\Pi_{jadralec.ime}(jadralec \underset{jid}{\bowtie} \sigma_{rezervacija.cid = 103}(rezervacija))$&#10;&#10;&#10;\end{document}"/>
  <p:tag name="LATEXENGINEID" val="1"/>
  <p:tag name="LATEXFORMHEIGHT" val="312"/>
  <p:tag name="LATEXFORMWIDTH" val="384"/>
  <p:tag name="LATEXFORMWRAP" val="True"/>
  <p:tag name="ORIGINALHEIGHT" val="15,73171"/>
  <p:tag name="ORIGINALWIDTH" val="225,3183"/>
  <p:tag name="TEMPFOLDER" val="c:\temp\"/>
  <p:tag name="TRANSPARENCY" val="True"/>
</p:tagLst>
</file>

<file path=ppt/tags/tag149.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188"/>
  <p:tag name="IGUANATEXSIZE" val="14"/>
  <p:tag name="LATEXADDIN" val="\documentclass{article}&#10;\usepackage{amsmath}&#10;\pagestyle{empty}&#10;\begin{document}&#10;&#10;$\Pi_{jadralec.ime}(jadralec \underset{jadralec.jid=rezervacija.jid}{\bowtie} \sigma_{rezervacija.cid = 103}(rezervacija))$&#10;&#10;&#10;\end{document}"/>
  <p:tag name="LATEXENGINEID" val="0"/>
  <p:tag name="LATEXFORMHEIGHT" val="312"/>
  <p:tag name="LATEXFORMWIDTH" val="384"/>
  <p:tag name="LATEXFORMWRAP" val="True"/>
  <p:tag name="ORIGINALHEIGHT" val="15,8036"/>
  <p:tag name="ORIGINALWIDTH" val="308,7501"/>
  <p:tag name="TEMPFOLDER" val="c:\temp\"/>
  <p:tag name="TRANSPARENCY" val="True"/>
</p:tagLst>
</file>

<file path=ppt/tags/tag150.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188"/>
  <p:tag name="IGUANATEXSIZE" val="14"/>
  <p:tag name="LATEXADDIN" val="\documentclass{article}&#10;\usepackage{amsmath}&#10;\pagestyle{empty}&#10;\begin{document}&#10;&#10;$\Pi_{jadralec.ime}(jadralec \underset{jadralec.jid=rezervacija.jid}{\bowtie} \sigma_{rezervacija.cid = 103}(rezervacija))$&#10;&#10;&#10;\end{document}"/>
  <p:tag name="LATEXENGINEID" val="0"/>
  <p:tag name="LATEXFORMHEIGHT" val="312"/>
  <p:tag name="LATEXFORMWIDTH" val="384"/>
  <p:tag name="LATEXFORMWRAP" val="True"/>
  <p:tag name="ORIGINALHEIGHT" val="6,964286"/>
  <p:tag name="ORIGINALWIDTH" val="6,071429"/>
  <p:tag name="TEMPFOLDER" val="c:\temp\"/>
  <p:tag name="TRANSPARENCY" val="True"/>
</p:tagLst>
</file>

<file path=ppt/tags/tag151.xml><?xml version="1.0" encoding="utf-8"?>
<p:tagLst xmlns:a="http://schemas.openxmlformats.org/drawingml/2006/main" xmlns:r="http://schemas.openxmlformats.org/officeDocument/2006/relationships" xmlns:p="http://schemas.openxmlformats.org/presentationml/2006/main">
  <p:tag name="EMFCHILD" val="True"/>
  <p:tag name="ORIGINALHEIGHT" val="6,160742"/>
  <p:tag name="ORIGINALWIDTH" val="2,767885"/>
</p:tagLst>
</file>

<file path=ppt/tags/tag152.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214286"/>
</p:tagLst>
</file>

<file path=ppt/tags/tag153.xml><?xml version="1.0" encoding="utf-8"?>
<p:tagLst xmlns:a="http://schemas.openxmlformats.org/drawingml/2006/main" xmlns:r="http://schemas.openxmlformats.org/officeDocument/2006/relationships" xmlns:p="http://schemas.openxmlformats.org/presentationml/2006/main">
  <p:tag name="EMFCHILD" val="True"/>
  <p:tag name="ORIGINALHEIGHT" val="5,089314"/>
  <p:tag name="ORIGINALWIDTH" val="3,214286"/>
</p:tagLst>
</file>

<file path=ppt/tags/tag154.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155.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156.xml><?xml version="1.0" encoding="utf-8"?>
<p:tagLst xmlns:a="http://schemas.openxmlformats.org/drawingml/2006/main" xmlns:r="http://schemas.openxmlformats.org/officeDocument/2006/relationships" xmlns:p="http://schemas.openxmlformats.org/presentationml/2006/main">
  <p:tag name="EMFCHILD" val="True"/>
  <p:tag name="ORIGINALHEIGHT" val="5,089314"/>
  <p:tag name="ORIGINALWIDTH" val="1,339314"/>
</p:tagLst>
</file>

<file path=ppt/tags/tag157.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158.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159.xml><?xml version="1.0" encoding="utf-8"?>
<p:tagLst xmlns:a="http://schemas.openxmlformats.org/drawingml/2006/main" xmlns:r="http://schemas.openxmlformats.org/officeDocument/2006/relationships" xmlns:p="http://schemas.openxmlformats.org/presentationml/2006/main">
  <p:tag name="EMFCHILD" val="True"/>
  <p:tag name="ORIGINALHEIGHT" val="0,8035995"/>
  <p:tag name="ORIGINALWIDTH" val="0,7142857"/>
</p:tagLst>
</file>

<file path=ppt/tags/tag160.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964286"/>
</p:tagLst>
</file>

<file path=ppt/tags/tag161.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5,625028"/>
</p:tagLst>
</file>

<file path=ppt/tags/tag162.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163.xml><?xml version="1.0" encoding="utf-8"?>
<p:tagLst xmlns:a="http://schemas.openxmlformats.org/drawingml/2006/main" xmlns:r="http://schemas.openxmlformats.org/officeDocument/2006/relationships" xmlns:p="http://schemas.openxmlformats.org/presentationml/2006/main">
  <p:tag name="EMFCHILD" val="True"/>
  <p:tag name="ORIGINALHEIGHT" val="10,17857"/>
  <p:tag name="ORIGINALWIDTH" val="2,0536"/>
</p:tagLst>
</file>

<file path=ppt/tags/tag164.xml><?xml version="1.0" encoding="utf-8"?>
<p:tagLst xmlns:a="http://schemas.openxmlformats.org/drawingml/2006/main" xmlns:r="http://schemas.openxmlformats.org/officeDocument/2006/relationships" xmlns:p="http://schemas.openxmlformats.org/presentationml/2006/main">
  <p:tag name="EMFCHILD" val="True"/>
  <p:tag name="ORIGINALHEIGHT" val="8,839314"/>
  <p:tag name="ORIGINALWIDTH" val="3,660743"/>
</p:tagLst>
</file>

<file path=ppt/tags/tag165.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4,017886"/>
</p:tagLst>
</file>

<file path=ppt/tags/tag166.xml><?xml version="1.0" encoding="utf-8"?>
<p:tagLst xmlns:a="http://schemas.openxmlformats.org/drawingml/2006/main" xmlns:r="http://schemas.openxmlformats.org/officeDocument/2006/relationships" xmlns:p="http://schemas.openxmlformats.org/presentationml/2006/main">
  <p:tag name="EMFCHILD" val="True"/>
  <p:tag name="ORIGINALHEIGHT" val="7,232171"/>
  <p:tag name="ORIGINALWIDTH" val="4,285714"/>
</p:tagLst>
</file>

<file path=ppt/tags/tag167.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571429"/>
</p:tagLst>
</file>

<file path=ppt/tags/tag168.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4,107143"/>
</p:tagLst>
</file>

<file path=ppt/tags/tag169.xml><?xml version="1.0" encoding="utf-8"?>
<p:tagLst xmlns:a="http://schemas.openxmlformats.org/drawingml/2006/main" xmlns:r="http://schemas.openxmlformats.org/officeDocument/2006/relationships" xmlns:p="http://schemas.openxmlformats.org/presentationml/2006/main">
  <p:tag name="EMFCHILD" val="True"/>
  <p:tag name="ORIGINALHEIGHT" val="7,232171"/>
  <p:tag name="ORIGINALWIDTH" val="1,875028"/>
</p:tagLst>
</file>

<file path=ppt/tags/tag170.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392857"/>
</p:tagLst>
</file>

<file path=ppt/tags/tag171.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482171"/>
</p:tagLst>
</file>

<file path=ppt/tags/tag172.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4,017886"/>
</p:tagLst>
</file>

<file path=ppt/tags/tag173.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3,928571"/>
</p:tagLst>
</file>

<file path=ppt/tags/tag174.xml><?xml version="1.0" encoding="utf-8"?>
<p:tagLst xmlns:a="http://schemas.openxmlformats.org/drawingml/2006/main" xmlns:r="http://schemas.openxmlformats.org/officeDocument/2006/relationships" xmlns:p="http://schemas.openxmlformats.org/presentationml/2006/main">
  <p:tag name="EMFCHILD" val="True"/>
  <p:tag name="ORIGINALHEIGHT" val="6,25"/>
  <p:tag name="ORIGINALWIDTH" val="2,678571"/>
</p:tagLst>
</file>

<file path=ppt/tags/tag175.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176.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3,125028"/>
</p:tagLst>
</file>

<file path=ppt/tags/tag177.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178.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179.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1,339314"/>
</p:tagLst>
</file>

<file path=ppt/tags/tag180.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181.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182.xml><?xml version="1.0" encoding="utf-8"?>
<p:tagLst xmlns:a="http://schemas.openxmlformats.org/drawingml/2006/main" xmlns:r="http://schemas.openxmlformats.org/officeDocument/2006/relationships" xmlns:p="http://schemas.openxmlformats.org/presentationml/2006/main">
  <p:tag name="EMFCHILD" val="True"/>
  <p:tag name="ORIGINALHEIGHT" val="0,8035995"/>
  <p:tag name="ORIGINALWIDTH" val="0,7142857"/>
</p:tagLst>
</file>

<file path=ppt/tags/tag183.xml><?xml version="1.0" encoding="utf-8"?>
<p:tagLst xmlns:a="http://schemas.openxmlformats.org/drawingml/2006/main" xmlns:r="http://schemas.openxmlformats.org/officeDocument/2006/relationships" xmlns:p="http://schemas.openxmlformats.org/presentationml/2006/main">
  <p:tag name="EMFCHILD" val="True"/>
  <p:tag name="ORIGINALHEIGHT" val="6,25"/>
  <p:tag name="ORIGINALWIDTH" val="2,678571"/>
</p:tagLst>
</file>

<file path=ppt/tags/tag184.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785714"/>
</p:tagLst>
</file>

<file path=ppt/tags/tag185.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3,125028"/>
</p:tagLst>
</file>

<file path=ppt/tags/tag186.xml><?xml version="1.0" encoding="utf-8"?>
<p:tagLst xmlns:a="http://schemas.openxmlformats.org/drawingml/2006/main" xmlns:r="http://schemas.openxmlformats.org/officeDocument/2006/relationships" xmlns:p="http://schemas.openxmlformats.org/presentationml/2006/main">
  <p:tag name="EMFCHILD" val="True"/>
  <p:tag name="ORIGINALHEIGHT" val="1,964286"/>
  <p:tag name="ORIGINALWIDTH" val="4,5536"/>
</p:tagLst>
</file>

<file path=ppt/tags/tag187.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188.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189.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190.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191.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946457"/>
</p:tagLst>
</file>

<file path=ppt/tags/tag192.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035714"/>
</p:tagLst>
</file>

<file path=ppt/tags/tag193.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214286"/>
</p:tagLst>
</file>

<file path=ppt/tags/tag194.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195.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875028"/>
</p:tagLst>
</file>

<file path=ppt/tags/tag196.xml><?xml version="1.0" encoding="utf-8"?>
<p:tagLst xmlns:a="http://schemas.openxmlformats.org/drawingml/2006/main" xmlns:r="http://schemas.openxmlformats.org/officeDocument/2006/relationships" xmlns:p="http://schemas.openxmlformats.org/presentationml/2006/main">
  <p:tag name="EMFCHILD" val="True"/>
  <p:tag name="ORIGINALHEIGHT" val="6,25"/>
  <p:tag name="ORIGINALWIDTH" val="2,767885"/>
</p:tagLst>
</file>

<file path=ppt/tags/tag197.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214286"/>
</p:tagLst>
</file>

<file path=ppt/tags/tag198.xml><?xml version="1.0" encoding="utf-8"?>
<p:tagLst xmlns:a="http://schemas.openxmlformats.org/drawingml/2006/main" xmlns:r="http://schemas.openxmlformats.org/officeDocument/2006/relationships" xmlns:p="http://schemas.openxmlformats.org/presentationml/2006/main">
  <p:tag name="EMFCHILD" val="True"/>
  <p:tag name="ORIGINALHEIGHT" val="0,8035995"/>
  <p:tag name="ORIGINALWIDTH" val="0,7142857"/>
</p:tagLst>
</file>

<file path=ppt/tags/tag199.xml><?xml version="1.0" encoding="utf-8"?>
<p:tagLst xmlns:a="http://schemas.openxmlformats.org/drawingml/2006/main" xmlns:r="http://schemas.openxmlformats.org/officeDocument/2006/relationships" xmlns:p="http://schemas.openxmlformats.org/presentationml/2006/main">
  <p:tag name="EMFCHILD" val="True"/>
  <p:tag name="ORIGINALHEIGHT" val="6,25"/>
  <p:tag name="ORIGINALWIDTH" val="2,678571"/>
</p:tagLst>
</file>

<file path=ppt/tags/tag200.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875028"/>
</p:tagLst>
</file>

<file path=ppt/tags/tag201.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3,125028"/>
</p:tagLst>
</file>

<file path=ppt/tags/tag202.xml><?xml version="1.0" encoding="utf-8"?>
<p:tagLst xmlns:a="http://schemas.openxmlformats.org/drawingml/2006/main" xmlns:r="http://schemas.openxmlformats.org/officeDocument/2006/relationships" xmlns:p="http://schemas.openxmlformats.org/presentationml/2006/main">
  <p:tag name="EMFCHILD" val="True"/>
  <p:tag name="ORIGINALHEIGHT" val="4,5536"/>
  <p:tag name="ORIGINALWIDTH" val="4,642857"/>
</p:tagLst>
</file>

<file path=ppt/tags/tag203.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204.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205.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206.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589314"/>
</p:tagLst>
</file>

<file path=ppt/tags/tag207.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208.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035714"/>
</p:tagLst>
</file>

<file path=ppt/tags/tag209.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210.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211.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875028"/>
</p:tagLst>
</file>

<file path=ppt/tags/tag212.xml><?xml version="1.0" encoding="utf-8"?>
<p:tagLst xmlns:a="http://schemas.openxmlformats.org/drawingml/2006/main" xmlns:r="http://schemas.openxmlformats.org/officeDocument/2006/relationships" xmlns:p="http://schemas.openxmlformats.org/presentationml/2006/main">
  <p:tag name="EMFCHILD" val="True"/>
  <p:tag name="ORIGINALHEIGHT" val="6,160742"/>
  <p:tag name="ORIGINALWIDTH" val="2,678571"/>
</p:tagLst>
</file>

<file path=ppt/tags/tag213.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214.xml><?xml version="1.0" encoding="utf-8"?>
<p:tagLst xmlns:a="http://schemas.openxmlformats.org/drawingml/2006/main" xmlns:r="http://schemas.openxmlformats.org/officeDocument/2006/relationships" xmlns:p="http://schemas.openxmlformats.org/presentationml/2006/main">
  <p:tag name="EMFCHILD" val="True"/>
  <p:tag name="ORIGINALHEIGHT" val="0,8035995"/>
  <p:tag name="ORIGINALWIDTH" val="0,7142857"/>
</p:tagLst>
</file>

<file path=ppt/tags/tag215.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216.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875028"/>
</p:tagLst>
</file>

<file path=ppt/tags/tag217.xml><?xml version="1.0" encoding="utf-8"?>
<p:tagLst xmlns:a="http://schemas.openxmlformats.org/drawingml/2006/main" xmlns:r="http://schemas.openxmlformats.org/officeDocument/2006/relationships" xmlns:p="http://schemas.openxmlformats.org/presentationml/2006/main">
  <p:tag name="EMFCHILD" val="True"/>
  <p:tag name="ORIGINALHEIGHT" val="5,089314"/>
  <p:tag name="ORIGINALWIDTH" val="3,214286"/>
</p:tagLst>
</file>

<file path=ppt/tags/tag218.xml><?xml version="1.0" encoding="utf-8"?>
<p:tagLst xmlns:a="http://schemas.openxmlformats.org/drawingml/2006/main" xmlns:r="http://schemas.openxmlformats.org/officeDocument/2006/relationships" xmlns:p="http://schemas.openxmlformats.org/presentationml/2006/main">
  <p:tag name="EMFCHILD" val="True"/>
  <p:tag name="ORIGINALHEIGHT" val="1,875028"/>
  <p:tag name="ORIGINALWIDTH" val="4,5536"/>
</p:tagLst>
</file>

<file path=ppt/tags/tag219.xml><?xml version="1.0" encoding="utf-8"?>
<p:tagLst xmlns:a="http://schemas.openxmlformats.org/drawingml/2006/main" xmlns:r="http://schemas.openxmlformats.org/officeDocument/2006/relationships" xmlns:p="http://schemas.openxmlformats.org/presentationml/2006/main">
  <p:tag name="EMFCHILD" val="True"/>
  <p:tag name="ORIGINALHEIGHT" val="4,732171"/>
  <p:tag name="ORIGINALWIDTH" val="2,232171"/>
</p:tagLst>
</file>

<file path=ppt/tags/tag220.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2,857143"/>
</p:tagLst>
</file>

<file path=ppt/tags/tag221.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2,767885"/>
</p:tagLst>
</file>

<file path=ppt/tags/tag222.xml><?xml version="1.0" encoding="utf-8"?>
<p:tagLst xmlns:a="http://schemas.openxmlformats.org/drawingml/2006/main" xmlns:r="http://schemas.openxmlformats.org/officeDocument/2006/relationships" xmlns:p="http://schemas.openxmlformats.org/presentationml/2006/main">
  <p:tag name="EMFCHILD" val="True"/>
  <p:tag name="ORIGINALHEIGHT" val="10,17857"/>
  <p:tag name="ORIGINALWIDTH" val="2,0536"/>
</p:tagLst>
</file>

<file path=ppt/tags/tag223.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660743"/>
</p:tagLst>
</file>

<file path=ppt/tags/tag224.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392857"/>
</p:tagLst>
</file>

<file path=ppt/tags/tag225.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75"/>
</p:tagLst>
</file>

<file path=ppt/tags/tag226.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392857"/>
</p:tagLst>
</file>

<file path=ppt/tags/tag227.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571429"/>
</p:tagLst>
</file>

<file path=ppt/tags/tag228.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928571"/>
</p:tagLst>
</file>

<file path=ppt/tags/tag229.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4,017886"/>
</p:tagLst>
</file>

<file path=ppt/tags/tag230.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482171"/>
</p:tagLst>
</file>

<file path=ppt/tags/tag231.xml><?xml version="1.0" encoding="utf-8"?>
<p:tagLst xmlns:a="http://schemas.openxmlformats.org/drawingml/2006/main" xmlns:r="http://schemas.openxmlformats.org/officeDocument/2006/relationships" xmlns:p="http://schemas.openxmlformats.org/presentationml/2006/main">
  <p:tag name="EMFCHILD" val="True"/>
  <p:tag name="ORIGINALHEIGHT" val="6,875028"/>
  <p:tag name="ORIGINALWIDTH" val="2,321429"/>
</p:tagLst>
</file>

<file path=ppt/tags/tag232.xml><?xml version="1.0" encoding="utf-8"?>
<p:tagLst xmlns:a="http://schemas.openxmlformats.org/drawingml/2006/main" xmlns:r="http://schemas.openxmlformats.org/officeDocument/2006/relationships" xmlns:p="http://schemas.openxmlformats.org/presentationml/2006/main">
  <p:tag name="EMFCHILD" val="True"/>
  <p:tag name="ORIGINALHEIGHT" val="8,839314"/>
  <p:tag name="ORIGINALWIDTH" val="3,571429"/>
</p:tagLst>
</file>

<file path=ppt/tags/tag233.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4,107143"/>
</p:tagLst>
</file>

<file path=ppt/tags/tag234.xml><?xml version="1.0" encoding="utf-8"?>
<p:tagLst xmlns:a="http://schemas.openxmlformats.org/drawingml/2006/main" xmlns:r="http://schemas.openxmlformats.org/officeDocument/2006/relationships" xmlns:p="http://schemas.openxmlformats.org/presentationml/2006/main">
  <p:tag name="EMFCHILD" val="True"/>
  <p:tag name="ORIGINALHEIGHT" val="10,17857"/>
  <p:tag name="ORIGINALWIDTH" val="2,0536"/>
</p:tagLst>
</file>

<file path=ppt/tags/tag235.xml><?xml version="1.0" encoding="utf-8"?>
<p:tagLst xmlns:a="http://schemas.openxmlformats.org/drawingml/2006/main" xmlns:r="http://schemas.openxmlformats.org/officeDocument/2006/relationships" xmlns:p="http://schemas.openxmlformats.org/presentationml/2006/main">
  <p:tag name="EMFCHILD" val="True"/>
  <p:tag name="ORIGINALHEIGHT" val="10,17857"/>
  <p:tag name="ORIGINALWIDTH" val="2,0536"/>
</p:tagLst>
</file>

<file path=ppt/tags/tag236.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44"/>
  <p:tag name="IGUANATEXSIZE" val="14"/>
  <p:tag name="LATEXADDIN" val="\documentclass{article}&#10;\usepackage{amsmath}&#10;\pagestyle{empty}&#10;\begin{document}&#10;&#10;$\Pi_{jadralec.ime}(jadralec \underset{jid}{\bowtie} \sigma_{rezervacija.cid = 103}(rezervacija))$&#10;&#10;&#10;\end{document}"/>
  <p:tag name="LATEXENGINEID" val="1"/>
  <p:tag name="LATEXFORMHEIGHT" val="312"/>
  <p:tag name="LATEXFORMWIDTH" val="384"/>
  <p:tag name="LATEXFORMWRAP" val="True"/>
  <p:tag name="ORIGINALHEIGHT" val="6,878038"/>
  <p:tag name="ORIGINALWIDTH" val="6,116062"/>
  <p:tag name="TEMPFOLDER" val="c:\temp\"/>
  <p:tag name="TRANSPARENCY" val="True"/>
</p:tagLst>
</file>

<file path=ppt/tags/tag237.xml><?xml version="1.0" encoding="utf-8"?>
<p:tagLst xmlns:a="http://schemas.openxmlformats.org/drawingml/2006/main" xmlns:r="http://schemas.openxmlformats.org/officeDocument/2006/relationships" xmlns:p="http://schemas.openxmlformats.org/presentationml/2006/main">
  <p:tag name="EMFCHILD" val="True"/>
  <p:tag name="ORIGINALHEIGHT" val="6,146332"/>
  <p:tag name="ORIGINALWIDTH" val="2,747811"/>
</p:tagLst>
</file>

<file path=ppt/tags/tag238.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3,190974"/>
</p:tagLst>
</file>

<file path=ppt/tags/tag239.xml><?xml version="1.0" encoding="utf-8"?>
<p:tagLst xmlns:a="http://schemas.openxmlformats.org/drawingml/2006/main" xmlns:r="http://schemas.openxmlformats.org/officeDocument/2006/relationships" xmlns:p="http://schemas.openxmlformats.org/presentationml/2006/main">
  <p:tag name="EMFCHILD" val="True"/>
  <p:tag name="ORIGINALHEIGHT" val="4,975602"/>
  <p:tag name="ORIGINALWIDTH" val="3,190974"/>
</p:tagLst>
</file>

<file path=ppt/tags/tag240.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925088"/>
</p:tagLst>
</file>

<file path=ppt/tags/tag241.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3,102364"/>
</p:tagLst>
</file>

<file path=ppt/tags/tag242.xml><?xml version="1.0" encoding="utf-8"?>
<p:tagLst xmlns:a="http://schemas.openxmlformats.org/drawingml/2006/main" xmlns:r="http://schemas.openxmlformats.org/officeDocument/2006/relationships" xmlns:p="http://schemas.openxmlformats.org/presentationml/2006/main">
  <p:tag name="EMFCHILD" val="True"/>
  <p:tag name="ORIGINALHEIGHT" val="4,975602"/>
  <p:tag name="ORIGINALWIDTH" val="1,418211"/>
</p:tagLst>
</file>

<file path=ppt/tags/tag243.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659145"/>
</p:tagLst>
</file>

<file path=ppt/tags/tag244.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747811"/>
</p:tagLst>
</file>

<file path=ppt/tags/tag245.xml><?xml version="1.0" encoding="utf-8"?>
<p:tagLst xmlns:a="http://schemas.openxmlformats.org/drawingml/2006/main" xmlns:r="http://schemas.openxmlformats.org/officeDocument/2006/relationships" xmlns:p="http://schemas.openxmlformats.org/presentationml/2006/main">
  <p:tag name="EMFCHILD" val="True"/>
  <p:tag name="ORIGINALHEIGHT" val="0,8048998"/>
  <p:tag name="ORIGINALWIDTH" val="0,7091054"/>
</p:tagLst>
</file>

<file path=ppt/tags/tag246.xml><?xml version="1.0" encoding="utf-8"?>
<p:tagLst xmlns:a="http://schemas.openxmlformats.org/drawingml/2006/main" xmlns:r="http://schemas.openxmlformats.org/officeDocument/2006/relationships" xmlns:p="http://schemas.openxmlformats.org/presentationml/2006/main">
  <p:tag name="EMFCHILD" val="True"/>
  <p:tag name="ORIGINALHEIGHT" val="4,756113"/>
  <p:tag name="ORIGINALWIDTH" val="1,861429"/>
</p:tagLst>
</file>

<file path=ppt/tags/tag247.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5,672843"/>
</p:tagLst>
</file>

<file path=ppt/tags/tag248.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659145"/>
</p:tagLst>
</file>

<file path=ppt/tags/tag249.xml><?xml version="1.0" encoding="utf-8"?>
<p:tagLst xmlns:a="http://schemas.openxmlformats.org/drawingml/2006/main" xmlns:r="http://schemas.openxmlformats.org/officeDocument/2006/relationships" xmlns:p="http://schemas.openxmlformats.org/presentationml/2006/main">
  <p:tag name="EMFCHILD" val="True"/>
  <p:tag name="ORIGINALHEIGHT" val="10,17074"/>
  <p:tag name="ORIGINALWIDTH" val="2,127316"/>
</p:tagLst>
</file>

<file path=ppt/tags/tag250.xml><?xml version="1.0" encoding="utf-8"?>
<p:tagLst xmlns:a="http://schemas.openxmlformats.org/drawingml/2006/main" xmlns:r="http://schemas.openxmlformats.org/officeDocument/2006/relationships" xmlns:p="http://schemas.openxmlformats.org/presentationml/2006/main">
  <p:tag name="EMFCHILD" val="True"/>
  <p:tag name="ORIGINALHEIGHT" val="8,853667"/>
  <p:tag name="ORIGINALWIDTH" val="3,634193"/>
</p:tagLst>
</file>

<file path=ppt/tags/tag251.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4,077356"/>
</p:tagLst>
</file>

<file path=ppt/tags/tag252.xml><?xml version="1.0" encoding="utf-8"?>
<p:tagLst xmlns:a="http://schemas.openxmlformats.org/drawingml/2006/main" xmlns:r="http://schemas.openxmlformats.org/officeDocument/2006/relationships" xmlns:p="http://schemas.openxmlformats.org/presentationml/2006/main">
  <p:tag name="EMFCHILD" val="True"/>
  <p:tag name="ORIGINALHEIGHT" val="7,170721"/>
  <p:tag name="ORIGINALWIDTH" val="4,254632"/>
</p:tagLst>
</file>

<file path=ppt/tags/tag253.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634193"/>
</p:tagLst>
</file>

<file path=ppt/tags/tag254.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4,077356"/>
</p:tagLst>
</file>

<file path=ppt/tags/tag255.xml><?xml version="1.0" encoding="utf-8"?>
<p:tagLst xmlns:a="http://schemas.openxmlformats.org/drawingml/2006/main" xmlns:r="http://schemas.openxmlformats.org/officeDocument/2006/relationships" xmlns:p="http://schemas.openxmlformats.org/presentationml/2006/main">
  <p:tag name="EMFCHILD" val="True"/>
  <p:tag name="ORIGINALHEIGHT" val="7,170721"/>
  <p:tag name="ORIGINALWIDTH" val="1,95004"/>
</p:tagLst>
</file>

<file path=ppt/tags/tag256.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368251"/>
</p:tagLst>
</file>

<file path=ppt/tags/tag257.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456917"/>
</p:tagLst>
</file>

<file path=ppt/tags/tag258.xml><?xml version="1.0" encoding="utf-8"?>
<p:tagLst xmlns:a="http://schemas.openxmlformats.org/drawingml/2006/main" xmlns:r="http://schemas.openxmlformats.org/officeDocument/2006/relationships" xmlns:p="http://schemas.openxmlformats.org/presentationml/2006/main">
  <p:tag name="EMFCHILD" val="True"/>
  <p:tag name="ORIGINALHEIGHT" val="5,195137"/>
  <p:tag name="ORIGINALWIDTH" val="3,988746"/>
</p:tagLst>
</file>

<file path=ppt/tags/tag259.xml><?xml version="1.0" encoding="utf-8"?>
<p:tagLst xmlns:a="http://schemas.openxmlformats.org/drawingml/2006/main" xmlns:r="http://schemas.openxmlformats.org/officeDocument/2006/relationships" xmlns:p="http://schemas.openxmlformats.org/presentationml/2006/main">
  <p:tag name="EMFCHILD" val="True"/>
  <p:tag name="ORIGINALHEIGHT" val="5,195137"/>
  <p:tag name="ORIGINALWIDTH" val="3,900079"/>
</p:tagLst>
</file>

<file path=ppt/tags/tag260.xml><?xml version="1.0" encoding="utf-8"?>
<p:tagLst xmlns:a="http://schemas.openxmlformats.org/drawingml/2006/main" xmlns:r="http://schemas.openxmlformats.org/officeDocument/2006/relationships" xmlns:p="http://schemas.openxmlformats.org/presentationml/2006/main">
  <p:tag name="EMFCHILD" val="True"/>
  <p:tag name="ORIGINALHEIGHT" val="6,146332"/>
  <p:tag name="ORIGINALWIDTH" val="2,659145"/>
</p:tagLst>
</file>

<file path=ppt/tags/tag261.xml><?xml version="1.0" encoding="utf-8"?>
<p:tagLst xmlns:a="http://schemas.openxmlformats.org/drawingml/2006/main" xmlns:r="http://schemas.openxmlformats.org/officeDocument/2006/relationships" xmlns:p="http://schemas.openxmlformats.org/presentationml/2006/main">
  <p:tag name="EMFCHILD" val="True"/>
  <p:tag name="ORIGINALHEIGHT" val="4,756113"/>
  <p:tag name="ORIGINALWIDTH" val="1,861429"/>
</p:tagLst>
</file>

<file path=ppt/tags/tag262.xml><?xml version="1.0" encoding="utf-8"?>
<p:tagLst xmlns:a="http://schemas.openxmlformats.org/drawingml/2006/main" xmlns:r="http://schemas.openxmlformats.org/officeDocument/2006/relationships" xmlns:p="http://schemas.openxmlformats.org/presentationml/2006/main">
  <p:tag name="EMFCHILD" val="True"/>
  <p:tag name="ORIGINALHEIGHT" val="4,975602"/>
  <p:tag name="ORIGINALWIDTH" val="3,102364"/>
</p:tagLst>
</file>

<file path=ppt/tags/tag263.xml><?xml version="1.0" encoding="utf-8"?>
<p:tagLst xmlns:a="http://schemas.openxmlformats.org/drawingml/2006/main" xmlns:r="http://schemas.openxmlformats.org/officeDocument/2006/relationships" xmlns:p="http://schemas.openxmlformats.org/presentationml/2006/main">
  <p:tag name="EMFCHILD" val="True"/>
  <p:tag name="ORIGINALHEIGHT" val="4,536578"/>
  <p:tag name="ORIGINALWIDTH" val="4,697851"/>
</p:tagLst>
</file>

<file path=ppt/tags/tag264.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836421"/>
</p:tagLst>
</file>

<file path=ppt/tags/tag265.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570535"/>
</p:tagLst>
</file>

<file path=ppt/tags/tag266.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836421"/>
</p:tagLst>
</file>

<file path=ppt/tags/tag267.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570535"/>
</p:tagLst>
</file>

<file path=ppt/tags/tag268.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925088"/>
</p:tagLst>
</file>

<file path=ppt/tags/tag269.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3,013698"/>
</p:tagLst>
</file>

<file path=ppt/tags/tag270.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3,102364"/>
</p:tagLst>
</file>

<file path=ppt/tags/tag271.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659145"/>
</p:tagLst>
</file>

<file path=ppt/tags/tag272.xml><?xml version="1.0" encoding="utf-8"?>
<p:tagLst xmlns:a="http://schemas.openxmlformats.org/drawingml/2006/main" xmlns:r="http://schemas.openxmlformats.org/officeDocument/2006/relationships" xmlns:p="http://schemas.openxmlformats.org/presentationml/2006/main">
  <p:tag name="EMFCHILD" val="True"/>
  <p:tag name="ORIGINALHEIGHT" val="4,756113"/>
  <p:tag name="ORIGINALWIDTH" val="1,861429"/>
</p:tagLst>
</file>

<file path=ppt/tags/tag273.xml><?xml version="1.0" encoding="utf-8"?>
<p:tagLst xmlns:a="http://schemas.openxmlformats.org/drawingml/2006/main" xmlns:r="http://schemas.openxmlformats.org/officeDocument/2006/relationships" xmlns:p="http://schemas.openxmlformats.org/presentationml/2006/main">
  <p:tag name="EMFCHILD" val="True"/>
  <p:tag name="ORIGINALHEIGHT" val="6,146332"/>
  <p:tag name="ORIGINALWIDTH" val="2,659145"/>
</p:tagLst>
</file>

<file path=ppt/tags/tag274.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3,102364"/>
</p:tagLst>
</file>

<file path=ppt/tags/tag275.xml><?xml version="1.0" encoding="utf-8"?>
<p:tagLst xmlns:a="http://schemas.openxmlformats.org/drawingml/2006/main" xmlns:r="http://schemas.openxmlformats.org/officeDocument/2006/relationships" xmlns:p="http://schemas.openxmlformats.org/presentationml/2006/main">
  <p:tag name="EMFCHILD" val="True"/>
  <p:tag name="ORIGINALHEIGHT" val="0,8048998"/>
  <p:tag name="ORIGINALWIDTH" val="0,7091054"/>
</p:tagLst>
</file>

<file path=ppt/tags/tag276.xml><?xml version="1.0" encoding="utf-8"?>
<p:tagLst xmlns:a="http://schemas.openxmlformats.org/drawingml/2006/main" xmlns:r="http://schemas.openxmlformats.org/officeDocument/2006/relationships" xmlns:p="http://schemas.openxmlformats.org/presentationml/2006/main">
  <p:tag name="EMFCHILD" val="True"/>
  <p:tag name="ORIGINALHEIGHT" val="3,219507"/>
  <p:tag name="ORIGINALWIDTH" val="2,659145"/>
</p:tagLst>
</file>

<file path=ppt/tags/tag277.xml><?xml version="1.0" encoding="utf-8"?>
<p:tagLst xmlns:a="http://schemas.openxmlformats.org/drawingml/2006/main" xmlns:r="http://schemas.openxmlformats.org/officeDocument/2006/relationships" xmlns:p="http://schemas.openxmlformats.org/presentationml/2006/main">
  <p:tag name="EMFCHILD" val="True"/>
  <p:tag name="ORIGINALHEIGHT" val="4,756113"/>
  <p:tag name="ORIGINALWIDTH" val="1,861429"/>
</p:tagLst>
</file>

<file path=ppt/tags/tag278.xml><?xml version="1.0" encoding="utf-8"?>
<p:tagLst xmlns:a="http://schemas.openxmlformats.org/drawingml/2006/main" xmlns:r="http://schemas.openxmlformats.org/officeDocument/2006/relationships" xmlns:p="http://schemas.openxmlformats.org/presentationml/2006/main">
  <p:tag name="EMFCHILD" val="True"/>
  <p:tag name="ORIGINALHEIGHT" val="4,975602"/>
  <p:tag name="ORIGINALWIDTH" val="3,190974"/>
</p:tagLst>
</file>

<file path=ppt/tags/tag279.xml><?xml version="1.0" encoding="utf-8"?>
<p:tagLst xmlns:a="http://schemas.openxmlformats.org/drawingml/2006/main" xmlns:r="http://schemas.openxmlformats.org/officeDocument/2006/relationships" xmlns:p="http://schemas.openxmlformats.org/presentationml/2006/main">
  <p:tag name="EMFCHILD" val="True"/>
  <p:tag name="ORIGINALHEIGHT" val="1,902436"/>
  <p:tag name="ORIGINALWIDTH" val="4,609185"/>
</p:tagLst>
</file>

<file path=ppt/tags/tag280.xml><?xml version="1.0" encoding="utf-8"?>
<p:tagLst xmlns:a="http://schemas.openxmlformats.org/drawingml/2006/main" xmlns:r="http://schemas.openxmlformats.org/officeDocument/2006/relationships" xmlns:p="http://schemas.openxmlformats.org/presentationml/2006/main">
  <p:tag name="EMFCHILD" val="True"/>
  <p:tag name="ORIGINALHEIGHT" val="4,756113"/>
  <p:tag name="ORIGINALWIDTH" val="2,304592"/>
</p:tagLst>
</file>

<file path=ppt/tags/tag281.xml><?xml version="1.0" encoding="utf-8"?>
<p:tagLst xmlns:a="http://schemas.openxmlformats.org/drawingml/2006/main" xmlns:r="http://schemas.openxmlformats.org/officeDocument/2006/relationships" xmlns:p="http://schemas.openxmlformats.org/presentationml/2006/main">
  <p:tag name="EMFCHILD" val="True"/>
  <p:tag name="ORIGINALHEIGHT" val="4,902454"/>
  <p:tag name="ORIGINALWIDTH" val="2,925088"/>
</p:tagLst>
</file>

<file path=ppt/tags/tag282.xml><?xml version="1.0" encoding="utf-8"?>
<p:tagLst xmlns:a="http://schemas.openxmlformats.org/drawingml/2006/main" xmlns:r="http://schemas.openxmlformats.org/officeDocument/2006/relationships" xmlns:p="http://schemas.openxmlformats.org/presentationml/2006/main">
  <p:tag name="EMFCHILD" val="True"/>
  <p:tag name="ORIGINALHEIGHT" val="4,902454"/>
  <p:tag name="ORIGINALWIDTH" val="2,836421"/>
</p:tagLst>
</file>

<file path=ppt/tags/tag283.xml><?xml version="1.0" encoding="utf-8"?>
<p:tagLst xmlns:a="http://schemas.openxmlformats.org/drawingml/2006/main" xmlns:r="http://schemas.openxmlformats.org/officeDocument/2006/relationships" xmlns:p="http://schemas.openxmlformats.org/presentationml/2006/main">
  <p:tag name="EMFCHILD" val="True"/>
  <p:tag name="ORIGINALHEIGHT" val="10,17074"/>
  <p:tag name="ORIGINALWIDTH" val="2,038706"/>
</p:tagLst>
</file>

<file path=ppt/tags/tag284.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545527"/>
</p:tagLst>
</file>

<file path=ppt/tags/tag285.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456917"/>
</p:tagLst>
</file>

<file path=ppt/tags/tag286.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722803"/>
</p:tagLst>
</file>

<file path=ppt/tags/tag287.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368251"/>
</p:tagLst>
</file>

<file path=ppt/tags/tag288.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634193"/>
</p:tagLst>
</file>

<file path=ppt/tags/tag289.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900079"/>
</p:tagLst>
</file>

<file path=ppt/tags/tag290.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4,077356"/>
</p:tagLst>
</file>

<file path=ppt/tags/tag291.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456917"/>
</p:tagLst>
</file>

<file path=ppt/tags/tag292.xml><?xml version="1.0" encoding="utf-8"?>
<p:tagLst xmlns:a="http://schemas.openxmlformats.org/drawingml/2006/main" xmlns:r="http://schemas.openxmlformats.org/officeDocument/2006/relationships" xmlns:p="http://schemas.openxmlformats.org/presentationml/2006/main">
  <p:tag name="EMFCHILD" val="True"/>
  <p:tag name="ORIGINALHEIGHT" val="6,878038"/>
  <p:tag name="ORIGINALWIDTH" val="2,393259"/>
</p:tagLst>
</file>

<file path=ppt/tags/tag293.xml><?xml version="1.0" encoding="utf-8"?>
<p:tagLst xmlns:a="http://schemas.openxmlformats.org/drawingml/2006/main" xmlns:r="http://schemas.openxmlformats.org/officeDocument/2006/relationships" xmlns:p="http://schemas.openxmlformats.org/presentationml/2006/main">
  <p:tag name="EMFCHILD" val="True"/>
  <p:tag name="ORIGINALHEIGHT" val="8,853667"/>
  <p:tag name="ORIGINALWIDTH" val="3,545527"/>
</p:tagLst>
</file>

<file path=ppt/tags/tag294.xml><?xml version="1.0" encoding="utf-8"?>
<p:tagLst xmlns:a="http://schemas.openxmlformats.org/drawingml/2006/main" xmlns:r="http://schemas.openxmlformats.org/officeDocument/2006/relationships" xmlns:p="http://schemas.openxmlformats.org/presentationml/2006/main">
  <p:tag name="EMFCHILD" val="True"/>
  <p:tag name="ORIGINALHEIGHT" val="4,609772"/>
  <p:tag name="ORIGINALWIDTH" val="3,988746"/>
</p:tagLst>
</file>

<file path=ppt/tags/tag295.xml><?xml version="1.0" encoding="utf-8"?>
<p:tagLst xmlns:a="http://schemas.openxmlformats.org/drawingml/2006/main" xmlns:r="http://schemas.openxmlformats.org/officeDocument/2006/relationships" xmlns:p="http://schemas.openxmlformats.org/presentationml/2006/main">
  <p:tag name="EMFCHILD" val="True"/>
  <p:tag name="ORIGINALHEIGHT" val="10,17074"/>
  <p:tag name="ORIGINALWIDTH" val="2,038706"/>
</p:tagLst>
</file>

<file path=ppt/tags/tag296.xml><?xml version="1.0" encoding="utf-8"?>
<p:tagLst xmlns:a="http://schemas.openxmlformats.org/drawingml/2006/main" xmlns:r="http://schemas.openxmlformats.org/officeDocument/2006/relationships" xmlns:p="http://schemas.openxmlformats.org/presentationml/2006/main">
  <p:tag name="EMFCHILD" val="True"/>
  <p:tag name="ORIGINALHEIGHT" val="10,17074"/>
  <p:tag name="ORIGINALWIDTH" val="2,038706"/>
</p:tagLst>
</file>

<file path=ppt/tags/tag297.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176"/>
  <p:tag name="IGUANATEXSIZE" val="14"/>
  <p:tag name="LATEXADDIN" val="\documentclass{article}&#10;\usepackage{amsmath}&#10;\pagestyle{empty}&#10;\begin{document}&#10;&#10;$\Pi_{jadralec.ime}(jadralec \underset{jadralec.jid=rezervacija.jid \land rezervacija.cid = 103}{\bowtie} rezervacija)$&#10;&#10;&#10;\end{document}"/>
  <p:tag name="LATEXENGINEID" val="1"/>
  <p:tag name="LATEXFORMHEIGHT" val="312"/>
  <p:tag name="LATEXFORMWIDTH" val="384"/>
  <p:tag name="LATEXFORMWRAP" val="True"/>
  <p:tag name="ORIGINALHEIGHT" val="6,964286"/>
  <p:tag name="ORIGINALWIDTH" val="6,071429"/>
  <p:tag name="TEMPFOLDER" val="c:\temp\"/>
  <p:tag name="TRANSPARENCY" val="True"/>
</p:tagLst>
</file>

<file path=ppt/tags/tag298.xml><?xml version="1.0" encoding="utf-8"?>
<p:tagLst xmlns:a="http://schemas.openxmlformats.org/drawingml/2006/main" xmlns:r="http://schemas.openxmlformats.org/officeDocument/2006/relationships" xmlns:p="http://schemas.openxmlformats.org/presentationml/2006/main">
  <p:tag name="EMFCHILD" val="True"/>
  <p:tag name="ORIGINALHEIGHT" val="6,160742"/>
  <p:tag name="ORIGINALWIDTH" val="2,678571"/>
</p:tagLst>
</file>

<file path=ppt/tags/tag299.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300.xml><?xml version="1.0" encoding="utf-8"?>
<p:tagLst xmlns:a="http://schemas.openxmlformats.org/drawingml/2006/main" xmlns:r="http://schemas.openxmlformats.org/officeDocument/2006/relationships" xmlns:p="http://schemas.openxmlformats.org/presentationml/2006/main">
  <p:tag name="EMFCHILD" val="True"/>
  <p:tag name="ORIGINALHEIGHT" val="5,089314"/>
  <p:tag name="ORIGINALWIDTH" val="3,125028"/>
</p:tagLst>
</file>

<file path=ppt/tags/tag301.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302.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303.xml><?xml version="1.0" encoding="utf-8"?>
<p:tagLst xmlns:a="http://schemas.openxmlformats.org/drawingml/2006/main" xmlns:r="http://schemas.openxmlformats.org/officeDocument/2006/relationships" xmlns:p="http://schemas.openxmlformats.org/presentationml/2006/main">
  <p:tag name="EMFCHILD" val="True"/>
  <p:tag name="ORIGINALHEIGHT" val="5,089314"/>
  <p:tag name="ORIGINALWIDTH" val="1,428571"/>
</p:tagLst>
</file>

<file path=ppt/tags/tag304.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05.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06.xml><?xml version="1.0" encoding="utf-8"?>
<p:tagLst xmlns:a="http://schemas.openxmlformats.org/drawingml/2006/main" xmlns:r="http://schemas.openxmlformats.org/officeDocument/2006/relationships" xmlns:p="http://schemas.openxmlformats.org/presentationml/2006/main">
  <p:tag name="EMFCHILD" val="True"/>
  <p:tag name="ORIGINALHEIGHT" val="0,8035995"/>
  <p:tag name="ORIGINALWIDTH" val="0,7142857"/>
</p:tagLst>
</file>

<file path=ppt/tags/tag307.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875028"/>
</p:tagLst>
</file>

<file path=ppt/tags/tag308.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5,714286"/>
</p:tagLst>
</file>

<file path=ppt/tags/tag309.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589314"/>
</p:tagLst>
</file>

<file path=ppt/tags/tag310.xml><?xml version="1.0" encoding="utf-8"?>
<p:tagLst xmlns:a="http://schemas.openxmlformats.org/drawingml/2006/main" xmlns:r="http://schemas.openxmlformats.org/officeDocument/2006/relationships" xmlns:p="http://schemas.openxmlformats.org/presentationml/2006/main">
  <p:tag name="EMFCHILD" val="True"/>
  <p:tag name="ORIGINALHEIGHT" val="10,17857"/>
  <p:tag name="ORIGINALWIDTH" val="2,0536"/>
</p:tagLst>
</file>

<file path=ppt/tags/tag311.xml><?xml version="1.0" encoding="utf-8"?>
<p:tagLst xmlns:a="http://schemas.openxmlformats.org/drawingml/2006/main" xmlns:r="http://schemas.openxmlformats.org/officeDocument/2006/relationships" xmlns:p="http://schemas.openxmlformats.org/presentationml/2006/main">
  <p:tag name="EMFCHILD" val="True"/>
  <p:tag name="ORIGINALHEIGHT" val="8,839314"/>
  <p:tag name="ORIGINALWIDTH" val="3,660743"/>
</p:tagLst>
</file>

<file path=ppt/tags/tag312.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4,017886"/>
</p:tagLst>
</file>

<file path=ppt/tags/tag313.xml><?xml version="1.0" encoding="utf-8"?>
<p:tagLst xmlns:a="http://schemas.openxmlformats.org/drawingml/2006/main" xmlns:r="http://schemas.openxmlformats.org/officeDocument/2006/relationships" xmlns:p="http://schemas.openxmlformats.org/presentationml/2006/main">
  <p:tag name="EMFCHILD" val="True"/>
  <p:tag name="ORIGINALHEIGHT" val="7,232171"/>
  <p:tag name="ORIGINALWIDTH" val="4,285714"/>
</p:tagLst>
</file>

<file path=ppt/tags/tag314.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571429"/>
</p:tagLst>
</file>

<file path=ppt/tags/tag315.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4,017886"/>
</p:tagLst>
</file>

<file path=ppt/tags/tag316.xml><?xml version="1.0" encoding="utf-8"?>
<p:tagLst xmlns:a="http://schemas.openxmlformats.org/drawingml/2006/main" xmlns:r="http://schemas.openxmlformats.org/officeDocument/2006/relationships" xmlns:p="http://schemas.openxmlformats.org/presentationml/2006/main">
  <p:tag name="EMFCHILD" val="True"/>
  <p:tag name="ORIGINALHEIGHT" val="7,232171"/>
  <p:tag name="ORIGINALWIDTH" val="1,964286"/>
</p:tagLst>
</file>

<file path=ppt/tags/tag317.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392857"/>
</p:tagLst>
</file>

<file path=ppt/tags/tag318.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392857"/>
</p:tagLst>
</file>

<file path=ppt/tags/tag319.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3,928571"/>
</p:tagLst>
</file>

<file path=ppt/tags/tag320.xml><?xml version="1.0" encoding="utf-8"?>
<p:tagLst xmlns:a="http://schemas.openxmlformats.org/drawingml/2006/main" xmlns:r="http://schemas.openxmlformats.org/officeDocument/2006/relationships" xmlns:p="http://schemas.openxmlformats.org/presentationml/2006/main">
  <p:tag name="EMFCHILD" val="True"/>
  <p:tag name="ORIGINALHEIGHT" val="5,178572"/>
  <p:tag name="ORIGINALWIDTH" val="3,928571"/>
</p:tagLst>
</file>

<file path=ppt/tags/tag321.xml><?xml version="1.0" encoding="utf-8"?>
<p:tagLst xmlns:a="http://schemas.openxmlformats.org/drawingml/2006/main" xmlns:r="http://schemas.openxmlformats.org/officeDocument/2006/relationships" xmlns:p="http://schemas.openxmlformats.org/presentationml/2006/main">
  <p:tag name="EMFCHILD" val="True"/>
  <p:tag name="ORIGINALHEIGHT" val="6,25"/>
  <p:tag name="ORIGINALWIDTH" val="2,767885"/>
</p:tagLst>
</file>

<file path=ppt/tags/tag322.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214286"/>
</p:tagLst>
</file>

<file path=ppt/tags/tag323.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3,214286"/>
</p:tagLst>
</file>

<file path=ppt/tags/tag324.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325.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326.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1,339314"/>
</p:tagLst>
</file>

<file path=ppt/tags/tag327.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28.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29.xml><?xml version="1.0" encoding="utf-8"?>
<p:tagLst xmlns:a="http://schemas.openxmlformats.org/drawingml/2006/main" xmlns:r="http://schemas.openxmlformats.org/officeDocument/2006/relationships" xmlns:p="http://schemas.openxmlformats.org/presentationml/2006/main">
  <p:tag name="EMFCHILD" val="True"/>
  <p:tag name="ORIGINALHEIGHT" val="0,8035995"/>
  <p:tag name="ORIGINALWIDTH" val="0,7142857"/>
</p:tagLst>
</file>

<file path=ppt/tags/tag330.xml><?xml version="1.0" encoding="utf-8"?>
<p:tagLst xmlns:a="http://schemas.openxmlformats.org/drawingml/2006/main" xmlns:r="http://schemas.openxmlformats.org/officeDocument/2006/relationships" xmlns:p="http://schemas.openxmlformats.org/presentationml/2006/main">
  <p:tag name="EMFCHILD" val="True"/>
  <p:tag name="ORIGINALHEIGHT" val="6,25"/>
  <p:tag name="ORIGINALWIDTH" val="2,767885"/>
</p:tagLst>
</file>

<file path=ppt/tags/tag331.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964286"/>
</p:tagLst>
</file>

<file path=ppt/tags/tag332.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3,125028"/>
</p:tagLst>
</file>

<file path=ppt/tags/tag333.xml><?xml version="1.0" encoding="utf-8"?>
<p:tagLst xmlns:a="http://schemas.openxmlformats.org/drawingml/2006/main" xmlns:r="http://schemas.openxmlformats.org/officeDocument/2006/relationships" xmlns:p="http://schemas.openxmlformats.org/presentationml/2006/main">
  <p:tag name="EMFCHILD" val="True"/>
  <p:tag name="ORIGINALHEIGHT" val="1,964286"/>
  <p:tag name="ORIGINALWIDTH" val="4,642857"/>
</p:tagLst>
</file>

<file path=ppt/tags/tag334.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335.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36.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337.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589314"/>
</p:tagLst>
</file>

<file path=ppt/tags/tag338.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339.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946457"/>
</p:tagLst>
</file>

<file path=ppt/tags/tag340.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341.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42.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875028"/>
</p:tagLst>
</file>

<file path=ppt/tags/tag343.xml><?xml version="1.0" encoding="utf-8"?>
<p:tagLst xmlns:a="http://schemas.openxmlformats.org/drawingml/2006/main" xmlns:r="http://schemas.openxmlformats.org/officeDocument/2006/relationships" xmlns:p="http://schemas.openxmlformats.org/presentationml/2006/main">
  <p:tag name="EMFCHILD" val="True"/>
  <p:tag name="ORIGINALHEIGHT" val="6,25"/>
  <p:tag name="ORIGINALWIDTH" val="2,767885"/>
</p:tagLst>
</file>

<file path=ppt/tags/tag344.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214286"/>
</p:tagLst>
</file>

<file path=ppt/tags/tag345.xml><?xml version="1.0" encoding="utf-8"?>
<p:tagLst xmlns:a="http://schemas.openxmlformats.org/drawingml/2006/main" xmlns:r="http://schemas.openxmlformats.org/officeDocument/2006/relationships" xmlns:p="http://schemas.openxmlformats.org/presentationml/2006/main">
  <p:tag name="EMFCHILD" val="True"/>
  <p:tag name="ORIGINALHEIGHT" val="0,8035995"/>
  <p:tag name="ORIGINALWIDTH" val="0,7142857"/>
</p:tagLst>
</file>

<file path=ppt/tags/tag346.xml><?xml version="1.0" encoding="utf-8"?>
<p:tagLst xmlns:a="http://schemas.openxmlformats.org/drawingml/2006/main" xmlns:r="http://schemas.openxmlformats.org/officeDocument/2006/relationships" xmlns:p="http://schemas.openxmlformats.org/presentationml/2006/main">
  <p:tag name="EMFCHILD" val="True"/>
  <p:tag name="ORIGINALHEIGHT" val="6,25"/>
  <p:tag name="ORIGINALWIDTH" val="2,678571"/>
</p:tagLst>
</file>

<file path=ppt/tags/tag347.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875028"/>
</p:tagLst>
</file>

<file path=ppt/tags/tag348.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3,125028"/>
</p:tagLst>
</file>

<file path=ppt/tags/tag349.xml><?xml version="1.0" encoding="utf-8"?>
<p:tagLst xmlns:a="http://schemas.openxmlformats.org/drawingml/2006/main" xmlns:r="http://schemas.openxmlformats.org/officeDocument/2006/relationships" xmlns:p="http://schemas.openxmlformats.org/presentationml/2006/main">
  <p:tag name="EMFCHILD" val="True"/>
  <p:tag name="ORIGINALHEIGHT" val="4,464286"/>
  <p:tag name="ORIGINALWIDTH" val="3,839314"/>
</p:tagLst>
</file>

<file path=ppt/tags/tag350.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946457"/>
</p:tagLst>
</file>

<file path=ppt/tags/tag351.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52.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353.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54.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857143"/>
</p:tagLst>
</file>

<file path=ppt/tags/tag355.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035714"/>
</p:tagLst>
</file>

<file path=ppt/tags/tag356.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357.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58.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875028"/>
</p:tagLst>
</file>

<file path=ppt/tags/tag359.xml><?xml version="1.0" encoding="utf-8"?>
<p:tagLst xmlns:a="http://schemas.openxmlformats.org/drawingml/2006/main" xmlns:r="http://schemas.openxmlformats.org/officeDocument/2006/relationships" xmlns:p="http://schemas.openxmlformats.org/presentationml/2006/main">
  <p:tag name="EMFCHILD" val="True"/>
  <p:tag name="ORIGINALHEIGHT" val="6,25"/>
  <p:tag name="ORIGINALWIDTH" val="2,678571"/>
</p:tagLst>
</file>

<file path=ppt/tags/tag360.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3,125028"/>
</p:tagLst>
</file>

<file path=ppt/tags/tag361.xml><?xml version="1.0" encoding="utf-8"?>
<p:tagLst xmlns:a="http://schemas.openxmlformats.org/drawingml/2006/main" xmlns:r="http://schemas.openxmlformats.org/officeDocument/2006/relationships" xmlns:p="http://schemas.openxmlformats.org/presentationml/2006/main">
  <p:tag name="EMFCHILD" val="True"/>
  <p:tag name="ORIGINALHEIGHT" val="0,8035995"/>
  <p:tag name="ORIGINALWIDTH" val="0,6250281"/>
</p:tagLst>
</file>

<file path=ppt/tags/tag362.xml><?xml version="1.0" encoding="utf-8"?>
<p:tagLst xmlns:a="http://schemas.openxmlformats.org/drawingml/2006/main" xmlns:r="http://schemas.openxmlformats.org/officeDocument/2006/relationships" xmlns:p="http://schemas.openxmlformats.org/presentationml/2006/main">
  <p:tag name="EMFCHILD" val="True"/>
  <p:tag name="ORIGINALHEIGHT" val="3,214286"/>
  <p:tag name="ORIGINALWIDTH" val="2,678571"/>
</p:tagLst>
</file>

<file path=ppt/tags/tag363.xml><?xml version="1.0" encoding="utf-8"?>
<p:tagLst xmlns:a="http://schemas.openxmlformats.org/drawingml/2006/main" xmlns:r="http://schemas.openxmlformats.org/officeDocument/2006/relationships" xmlns:p="http://schemas.openxmlformats.org/presentationml/2006/main">
  <p:tag name="EMFCHILD" val="True"/>
  <p:tag name="ORIGINALHEIGHT" val="4,821429"/>
  <p:tag name="ORIGINALWIDTH" val="1,875028"/>
</p:tagLst>
</file>

<file path=ppt/tags/tag364.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3,214286"/>
</p:tagLst>
</file>

<file path=ppt/tags/tag365.xml><?xml version="1.0" encoding="utf-8"?>
<p:tagLst xmlns:a="http://schemas.openxmlformats.org/drawingml/2006/main" xmlns:r="http://schemas.openxmlformats.org/officeDocument/2006/relationships" xmlns:p="http://schemas.openxmlformats.org/presentationml/2006/main">
  <p:tag name="EMFCHILD" val="True"/>
  <p:tag name="ORIGINALHEIGHT" val="1,964286"/>
  <p:tag name="ORIGINALWIDTH" val="4,5536"/>
</p:tagLst>
</file>

<file path=ppt/tags/tag366.xml><?xml version="1.0" encoding="utf-8"?>
<p:tagLst xmlns:a="http://schemas.openxmlformats.org/drawingml/2006/main" xmlns:r="http://schemas.openxmlformats.org/officeDocument/2006/relationships" xmlns:p="http://schemas.openxmlformats.org/presentationml/2006/main">
  <p:tag name="EMFCHILD" val="True"/>
  <p:tag name="ORIGINALHEIGHT" val="4,732171"/>
  <p:tag name="ORIGINALWIDTH" val="2,321429"/>
</p:tagLst>
</file>

<file path=ppt/tags/tag367.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2,857143"/>
</p:tagLst>
</file>

<file path=ppt/tags/tag368.xml><?xml version="1.0" encoding="utf-8"?>
<p:tagLst xmlns:a="http://schemas.openxmlformats.org/drawingml/2006/main" xmlns:r="http://schemas.openxmlformats.org/officeDocument/2006/relationships" xmlns:p="http://schemas.openxmlformats.org/presentationml/2006/main">
  <p:tag name="EMFCHILD" val="True"/>
  <p:tag name="ORIGINALHEIGHT" val="4,910743"/>
  <p:tag name="ORIGINALWIDTH" val="2,857143"/>
</p:tagLst>
</file>

<file path=ppt/tags/tag369.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571429"/>
</p:tagLst>
</file>

<file path=ppt/tags/tag370.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392857"/>
</p:tagLst>
</file>

<file path=ppt/tags/tag371.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75"/>
</p:tagLst>
</file>

<file path=ppt/tags/tag372.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392857"/>
</p:tagLst>
</file>

<file path=ppt/tags/tag373.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660743"/>
</p:tagLst>
</file>

<file path=ppt/tags/tag374.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839314"/>
</p:tagLst>
</file>

<file path=ppt/tags/tag375.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4,017886"/>
</p:tagLst>
</file>

<file path=ppt/tags/tag376.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3,482171"/>
</p:tagLst>
</file>

<file path=ppt/tags/tag377.xml><?xml version="1.0" encoding="utf-8"?>
<p:tagLst xmlns:a="http://schemas.openxmlformats.org/drawingml/2006/main" xmlns:r="http://schemas.openxmlformats.org/officeDocument/2006/relationships" xmlns:p="http://schemas.openxmlformats.org/presentationml/2006/main">
  <p:tag name="EMFCHILD" val="True"/>
  <p:tag name="ORIGINALHEIGHT" val="6,875028"/>
  <p:tag name="ORIGINALWIDTH" val="2,321429"/>
</p:tagLst>
</file>

<file path=ppt/tags/tag378.xml><?xml version="1.0" encoding="utf-8"?>
<p:tagLst xmlns:a="http://schemas.openxmlformats.org/drawingml/2006/main" xmlns:r="http://schemas.openxmlformats.org/officeDocument/2006/relationships" xmlns:p="http://schemas.openxmlformats.org/presentationml/2006/main">
  <p:tag name="EMFCHILD" val="True"/>
  <p:tag name="ORIGINALHEIGHT" val="8,839314"/>
  <p:tag name="ORIGINALWIDTH" val="3,660743"/>
</p:tagLst>
</file>

<file path=ppt/tags/tag379.xml><?xml version="1.0" encoding="utf-8"?>
<p:tagLst xmlns:a="http://schemas.openxmlformats.org/drawingml/2006/main" xmlns:r="http://schemas.openxmlformats.org/officeDocument/2006/relationships" xmlns:p="http://schemas.openxmlformats.org/presentationml/2006/main">
  <p:tag name="EMFCHILD" val="True"/>
  <p:tag name="ORIGINALHEIGHT" val="4,642857"/>
  <p:tag name="ORIGINALWIDTH" val="4,017886"/>
</p:tagLst>
</file>

<file path=ppt/tags/tag380.xml><?xml version="1.0" encoding="utf-8"?>
<p:tagLst xmlns:a="http://schemas.openxmlformats.org/drawingml/2006/main" xmlns:r="http://schemas.openxmlformats.org/officeDocument/2006/relationships" xmlns:p="http://schemas.openxmlformats.org/presentationml/2006/main">
  <p:tag name="EMFCHILD" val="True"/>
  <p:tag name="ORIGINALHEIGHT" val="10,17857"/>
  <p:tag name="ORIGINALWIDTH" val="2,0536"/>
</p:tagLst>
</file>

<file path=ppt/tags/tag381.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447"/>
  <p:tag name="IGUANATEXSIZE" val="14"/>
  <p:tag name="LATEXADDIN" val="\documentclass{article}&#10;\usepackage{amsmath}&#10;\usepackage{amssymb}&#10;\def\ojoin{\setbox0=\hbox{$\bowtie$}%&#10;  \rule[-.02ex]{.25em}{.4pt}\llap{\rule[\ht0]{.25em}{.4pt}}}&#10;\def\leftouterjoin{\mathbin{\ojoin\mkern-5.8mu\bowtie}}&#10;\def\rightouterjoin{\mathbin{\bowtie\mkern-5.8mu\ojoin}}&#10;\def\fullouterjoin{\mathbin{\ojoin\mkern-5.8mu\bowtie\mkern-5.8mu\ojoin}}&#10;&#10;\pagestyle{empty}&#10;\begin{document}&#10;&#10;$\Pi_{jadralec.ime}(jadralec \underset{jid}{\leftouterjoin} \sigma_{rezervacija.cid}(rezervacija))$&#10;&#10;&#10;\end{document}"/>
  <p:tag name="LATEXENGINEID" val="1"/>
  <p:tag name="LATEXFORMHEIGHT" val="312"/>
  <p:tag name="LATEXFORMWIDTH" val="384"/>
  <p:tag name="LATEXFORMWRAP" val="True"/>
  <p:tag name="ORIGINALHEIGHT" val="14,81186"/>
  <p:tag name="ORIGINALWIDTH" val="209,1773"/>
  <p:tag name="TEMPFOLDER" val="c:\temp\"/>
  <p:tag name="TRANSPARENCY" val="True"/>
</p:tagLst>
</file>

<file path=ppt/tags/tag382.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472"/>
  <p:tag name="IGUANATEXSIZE" val="14"/>
  <p:tag name="LATEXADDIN" val="\documentclass{article}&#10;\usepackage{amsmath}&#10;\usepackage{amssymb}&#10;\def\ojoin{\setbox0=\hbox{$\bowtie$}%&#10;  \rule[-.02ex]{.25em}{.4pt}\llap{\rule[\ht0]{.25em}{.4pt}}}&#10;\def\leftouterjoin{\mathbin{\ojoin\mkern-5.8mu\bowtie}}&#10;\def\rightouterjoin{\mathbin{\bowtie\mkern-5.8mu\ojoin}}&#10;\def\fullouterjoin{\mathbin{\ojoin\mkern-5.8mu\bowtie\mkern-5.8mu\ojoin}}&#10;\pagestyle{empty}&#10;\begin{document}&#10;&#10;$\Pi_{jadralec.ime}(jadralec \underset{jadralec.jid=rezervacija.jid}{\rightouterjoin} \sigma_{rezervacija.cid = 103}(rezervacija))$&#10;&#10;&#10;\end{document}"/>
  <p:tag name="LATEXENGINEID" val="0"/>
  <p:tag name="LATEXFORMHEIGHT" val="312"/>
  <p:tag name="LATEXFORMWIDTH" val="384"/>
  <p:tag name="LATEXFORMWRAP" val="True"/>
  <p:tag name="ORIGINALHEIGHT" val="14,81487"/>
  <p:tag name="ORIGINALWIDTH" val="304,2672"/>
  <p:tag name="TEMPFOLDER" val="c:\temp\"/>
  <p:tag name="TRANSPARENCY" val="True"/>
</p:tagLst>
</file>

<file path=ppt/tags/tag383.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472"/>
  <p:tag name="IGUANATEXSIZE" val="14"/>
  <p:tag name="LATEXADDIN" val="\documentclass{article}&#10;\usepackage{amsmath}&#10;\usepackage{amssymb}&#10;\def\ojoin{\setbox0=\hbox{$\bowtie$}%&#10;  \rule[-.02ex]{.25em}{.4pt}\llap{\rule[\ht0]{.25em}{.4pt}}}&#10;\def\leftouterjoin{\mathbin{\ojoin\mkern-5.8mu\bowtie}}&#10;\def\rightouterjoin{\mathbin{\bowtie\mkern-5.8mu\ojoin}}&#10;\def\fullouterjoin{\mathbin{\ojoin\mkern-5.8mu\bowtie\mkern-5.8mu\ojoin}}&#10;\pagestyle{empty}&#10;\begin{document}&#10;&#10;$\Pi_{jadralec.ime}(jadralec \underset{jadralec.jid=rezervacija.jid}{\rightouterjoin} \sigma_{rezervacija.cid = 103}(rezervacija))$&#10;&#10;&#10;\end{document}"/>
  <p:tag name="LATEXENGINEID" val="0"/>
  <p:tag name="LATEXFORMHEIGHT" val="312"/>
  <p:tag name="LATEXFORMWIDTH" val="384"/>
  <p:tag name="LATEXFORMWRAP" val="True"/>
  <p:tag name="ORIGINALHEIGHT" val="6,433873"/>
  <p:tag name="ORIGINALWIDTH" val="6,056841"/>
  <p:tag name="TEMPFOLDER" val="c:\temp\"/>
  <p:tag name="TRANSPARENCY" val="True"/>
</p:tagLst>
</file>

<file path=ppt/tags/tag384.xml><?xml version="1.0" encoding="utf-8"?>
<p:tagLst xmlns:a="http://schemas.openxmlformats.org/drawingml/2006/main" xmlns:r="http://schemas.openxmlformats.org/officeDocument/2006/relationships" xmlns:p="http://schemas.openxmlformats.org/presentationml/2006/main">
  <p:tag name="EMFCHILD" val="True"/>
  <p:tag name="ORIGINALHEIGHT" val="5,756624"/>
  <p:tag name="ORIGINALWIDTH" val="2,672136"/>
</p:tagLst>
</file>

<file path=ppt/tags/tag385.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11752"/>
</p:tagLst>
</file>

<file path=ppt/tags/tag386.xml><?xml version="1.0" encoding="utf-8"?>
<p:tagLst xmlns:a="http://schemas.openxmlformats.org/drawingml/2006/main" xmlns:r="http://schemas.openxmlformats.org/officeDocument/2006/relationships" xmlns:p="http://schemas.openxmlformats.org/presentationml/2006/main">
  <p:tag name="EMFCHILD" val="True"/>
  <p:tag name="ORIGINALHEIGHT" val="4,656119"/>
  <p:tag name="ORIGINALWIDTH" val="3,206563"/>
</p:tagLst>
</file>

<file path=ppt/tags/tag387.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939378"/>
</p:tagLst>
</file>

<file path=ppt/tags/tag388.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11752"/>
</p:tagLst>
</file>

<file path=ppt/tags/tag389.xml><?xml version="1.0" encoding="utf-8"?>
<p:tagLst xmlns:a="http://schemas.openxmlformats.org/drawingml/2006/main" xmlns:r="http://schemas.openxmlformats.org/officeDocument/2006/relationships" xmlns:p="http://schemas.openxmlformats.org/presentationml/2006/main">
  <p:tag name="EMFCHILD" val="True"/>
  <p:tag name="ORIGINALHEIGHT" val="4,656119"/>
  <p:tag name="ORIGINALWIDTH" val="1,336096"/>
</p:tagLst>
</file>

<file path=ppt/tags/tag390.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391.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392.xml><?xml version="1.0" encoding="utf-8"?>
<p:tagLst xmlns:a="http://schemas.openxmlformats.org/drawingml/2006/main" xmlns:r="http://schemas.openxmlformats.org/officeDocument/2006/relationships" xmlns:p="http://schemas.openxmlformats.org/presentationml/2006/main">
  <p:tag name="EMFCHILD" val="True"/>
  <p:tag name="ORIGINALHEIGHT" val="0,7619327"/>
  <p:tag name="ORIGINALWIDTH" val="0,7125695"/>
</p:tagLst>
</file>

<file path=ppt/tags/tag393.xml><?xml version="1.0" encoding="utf-8"?>
<p:tagLst xmlns:a="http://schemas.openxmlformats.org/drawingml/2006/main" xmlns:r="http://schemas.openxmlformats.org/officeDocument/2006/relationships" xmlns:p="http://schemas.openxmlformats.org/presentationml/2006/main">
  <p:tag name="EMFCHILD" val="True"/>
  <p:tag name="ORIGINALHEIGHT" val="4,486807"/>
  <p:tag name="ORIGINALWIDTH" val="1,870523"/>
</p:tagLst>
</file>

<file path=ppt/tags/tag394.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5,700556"/>
</p:tagLst>
</file>

<file path=ppt/tags/tag395.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396.xml><?xml version="1.0" encoding="utf-8"?>
<p:tagLst xmlns:a="http://schemas.openxmlformats.org/drawingml/2006/main" xmlns:r="http://schemas.openxmlformats.org/officeDocument/2006/relationships" xmlns:p="http://schemas.openxmlformats.org/presentationml/2006/main">
  <p:tag name="EMFCHILD" val="True"/>
  <p:tag name="ORIGINALHEIGHT" val="9,481498"/>
  <p:tag name="ORIGINALWIDTH" val="2,048666"/>
</p:tagLst>
</file>

<file path=ppt/tags/tag397.xml><?xml version="1.0" encoding="utf-8"?>
<p:tagLst xmlns:a="http://schemas.openxmlformats.org/drawingml/2006/main" xmlns:r="http://schemas.openxmlformats.org/officeDocument/2006/relationships" xmlns:p="http://schemas.openxmlformats.org/presentationml/2006/main">
  <p:tag name="EMFCHILD" val="True"/>
  <p:tag name="ORIGINALHEIGHT" val="8,29631"/>
  <p:tag name="ORIGINALWIDTH" val="3,562848"/>
</p:tagLst>
</file>

<file path=ppt/tags/tag398.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4,097275"/>
</p:tagLst>
</file>

<file path=ppt/tags/tag399.xml><?xml version="1.0" encoding="utf-8"?>
<p:tagLst xmlns:a="http://schemas.openxmlformats.org/drawingml/2006/main" xmlns:r="http://schemas.openxmlformats.org/officeDocument/2006/relationships" xmlns:p="http://schemas.openxmlformats.org/presentationml/2006/main">
  <p:tag name="EMFCHILD" val="True"/>
  <p:tag name="ORIGINALHEIGHT" val="6,772498"/>
  <p:tag name="ORIGINALWIDTH" val="4,186374"/>
</p:tagLst>
</file>

<file path=ppt/tags/tag400.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562848"/>
</p:tagLst>
</file>

<file path=ppt/tags/tag401.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4,097275"/>
</p:tagLst>
</file>

<file path=ppt/tags/tag402.xml><?xml version="1.0" encoding="utf-8"?>
<p:tagLst xmlns:a="http://schemas.openxmlformats.org/drawingml/2006/main" xmlns:r="http://schemas.openxmlformats.org/officeDocument/2006/relationships" xmlns:p="http://schemas.openxmlformats.org/presentationml/2006/main">
  <p:tag name="EMFCHILD" val="True"/>
  <p:tag name="ORIGINALHEIGHT" val="6,772498"/>
  <p:tag name="ORIGINALWIDTH" val="1,959566"/>
</p:tagLst>
</file>

<file path=ppt/tags/tag403.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384705"/>
</p:tagLst>
</file>

<file path=ppt/tags/tag404.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473805"/>
</p:tagLst>
</file>

<file path=ppt/tags/tag405.xml><?xml version="1.0" encoding="utf-8"?>
<p:tagLst xmlns:a="http://schemas.openxmlformats.org/drawingml/2006/main" xmlns:r="http://schemas.openxmlformats.org/officeDocument/2006/relationships" xmlns:p="http://schemas.openxmlformats.org/presentationml/2006/main">
  <p:tag name="EMFCHILD" val="True"/>
  <p:tag name="ORIGINALHEIGHT" val="4,910061"/>
  <p:tag name="ORIGINALWIDTH" val="4,008232"/>
</p:tagLst>
</file>

<file path=ppt/tags/tag406.xml><?xml version="1.0" encoding="utf-8"?>
<p:tagLst xmlns:a="http://schemas.openxmlformats.org/drawingml/2006/main" xmlns:r="http://schemas.openxmlformats.org/officeDocument/2006/relationships" xmlns:p="http://schemas.openxmlformats.org/presentationml/2006/main">
  <p:tag name="EMFCHILD" val="True"/>
  <p:tag name="ORIGINALHEIGHT" val="4,910061"/>
  <p:tag name="ORIGINALWIDTH" val="3,919132"/>
</p:tagLst>
</file>

<file path=ppt/tags/tag407.xml><?xml version="1.0" encoding="utf-8"?>
<p:tagLst xmlns:a="http://schemas.openxmlformats.org/drawingml/2006/main" xmlns:r="http://schemas.openxmlformats.org/officeDocument/2006/relationships" xmlns:p="http://schemas.openxmlformats.org/presentationml/2006/main">
  <p:tag name="EMFCHILD" val="True"/>
  <p:tag name="ORIGINALHEIGHT" val="0,3386249"/>
  <p:tag name="ORIGINALWIDTH" val="2,226808"/>
</p:tagLst>
</file>

<file path=ppt/tags/tag408.xml><?xml version="1.0" encoding="utf-8"?>
<p:tagLst xmlns:a="http://schemas.openxmlformats.org/drawingml/2006/main" xmlns:r="http://schemas.openxmlformats.org/officeDocument/2006/relationships" xmlns:p="http://schemas.openxmlformats.org/presentationml/2006/main">
  <p:tag name="EMFCHILD" val="True"/>
  <p:tag name="ORIGINALHEIGHT" val="0,4233078"/>
  <p:tag name="ORIGINALWIDTH" val="2,226808"/>
</p:tagLst>
</file>

<file path=ppt/tags/tag409.xml><?xml version="1.0" encoding="utf-8"?>
<p:tagLst xmlns:a="http://schemas.openxmlformats.org/drawingml/2006/main" xmlns:r="http://schemas.openxmlformats.org/officeDocument/2006/relationships" xmlns:p="http://schemas.openxmlformats.org/presentationml/2006/main">
  <p:tag name="EMFCHILD" val="True"/>
  <p:tag name="ORIGINALHEIGHT" val="5,756624"/>
  <p:tag name="ORIGINALWIDTH" val="2,761235"/>
</p:tagLst>
</file>

<file path=ppt/tags/tag410.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206563"/>
</p:tagLst>
</file>

<file path=ppt/tags/tag411.xml><?xml version="1.0" encoding="utf-8"?>
<p:tagLst xmlns:a="http://schemas.openxmlformats.org/drawingml/2006/main" xmlns:r="http://schemas.openxmlformats.org/officeDocument/2006/relationships" xmlns:p="http://schemas.openxmlformats.org/presentationml/2006/main">
  <p:tag name="EMFCHILD" val="True"/>
  <p:tag name="ORIGINALHEIGHT" val="4,740749"/>
  <p:tag name="ORIGINALWIDTH" val="3,206563"/>
</p:tagLst>
</file>

<file path=ppt/tags/tag412.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850278"/>
</p:tagLst>
</file>

<file path=ppt/tags/tag413.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11752"/>
</p:tagLst>
</file>

<file path=ppt/tags/tag414.xml><?xml version="1.0" encoding="utf-8"?>
<p:tagLst xmlns:a="http://schemas.openxmlformats.org/drawingml/2006/main" xmlns:r="http://schemas.openxmlformats.org/officeDocument/2006/relationships" xmlns:p="http://schemas.openxmlformats.org/presentationml/2006/main">
  <p:tag name="EMFCHILD" val="True"/>
  <p:tag name="ORIGINALHEIGHT" val="4,740749"/>
  <p:tag name="ORIGINALWIDTH" val="1,425139"/>
</p:tagLst>
</file>

<file path=ppt/tags/tag415.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583093"/>
</p:tagLst>
</file>

<file path=ppt/tags/tag416.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417.xml><?xml version="1.0" encoding="utf-8"?>
<p:tagLst xmlns:a="http://schemas.openxmlformats.org/drawingml/2006/main" xmlns:r="http://schemas.openxmlformats.org/officeDocument/2006/relationships" xmlns:p="http://schemas.openxmlformats.org/presentationml/2006/main">
  <p:tag name="EMFCHILD" val="True"/>
  <p:tag name="ORIGINALHEIGHT" val="0,7619327"/>
  <p:tag name="ORIGINALWIDTH" val="0,7125695"/>
</p:tagLst>
</file>

<file path=ppt/tags/tag418.xml><?xml version="1.0" encoding="utf-8"?>
<p:tagLst xmlns:a="http://schemas.openxmlformats.org/drawingml/2006/main" xmlns:r="http://schemas.openxmlformats.org/officeDocument/2006/relationships" xmlns:p="http://schemas.openxmlformats.org/presentationml/2006/main">
  <p:tag name="EMFCHILD" val="True"/>
  <p:tag name="ORIGINALHEIGHT" val="5,756624"/>
  <p:tag name="ORIGINALWIDTH" val="2,672136"/>
</p:tagLst>
</file>

<file path=ppt/tags/tag419.xml><?xml version="1.0" encoding="utf-8"?>
<p:tagLst xmlns:a="http://schemas.openxmlformats.org/drawingml/2006/main" xmlns:r="http://schemas.openxmlformats.org/officeDocument/2006/relationships" xmlns:p="http://schemas.openxmlformats.org/presentationml/2006/main">
  <p:tag name="EMFCHILD" val="True"/>
  <p:tag name="ORIGINALHEIGHT" val="4,486807"/>
  <p:tag name="ORIGINALWIDTH" val="1,870523"/>
</p:tagLst>
</file>

<file path=ppt/tags/tag420.xml><?xml version="1.0" encoding="utf-8"?>
<p:tagLst xmlns:a="http://schemas.openxmlformats.org/drawingml/2006/main" xmlns:r="http://schemas.openxmlformats.org/officeDocument/2006/relationships" xmlns:p="http://schemas.openxmlformats.org/presentationml/2006/main">
  <p:tag name="EMFCHILD" val="True"/>
  <p:tag name="ORIGINALHEIGHT" val="4,740749"/>
  <p:tag name="ORIGINALWIDTH" val="3,206563"/>
</p:tagLst>
</file>

<file path=ppt/tags/tag421.xml><?xml version="1.0" encoding="utf-8"?>
<p:tagLst xmlns:a="http://schemas.openxmlformats.org/drawingml/2006/main" xmlns:r="http://schemas.openxmlformats.org/officeDocument/2006/relationships" xmlns:p="http://schemas.openxmlformats.org/presentationml/2006/main">
  <p:tag name="EMFCHILD" val="True"/>
  <p:tag name="ORIGINALHEIGHT" val="1,777807"/>
  <p:tag name="ORIGINALWIDTH" val="4,631702"/>
</p:tagLst>
</file>

<file path=ppt/tags/tag422.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850278"/>
</p:tagLst>
</file>

<file path=ppt/tags/tag423.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424.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939378"/>
</p:tagLst>
</file>

<file path=ppt/tags/tag425.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426.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850278"/>
</p:tagLst>
</file>

<file path=ppt/tags/tag427.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02842"/>
</p:tagLst>
</file>

<file path=ppt/tags/tag428.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11752"/>
</p:tagLst>
</file>

<file path=ppt/tags/tag429.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430.xml><?xml version="1.0" encoding="utf-8"?>
<p:tagLst xmlns:a="http://schemas.openxmlformats.org/drawingml/2006/main" xmlns:r="http://schemas.openxmlformats.org/officeDocument/2006/relationships" xmlns:p="http://schemas.openxmlformats.org/presentationml/2006/main">
  <p:tag name="EMFCHILD" val="True"/>
  <p:tag name="ORIGINALHEIGHT" val="4,486807"/>
  <p:tag name="ORIGINALWIDTH" val="1,870523"/>
</p:tagLst>
</file>

<file path=ppt/tags/tag431.xml><?xml version="1.0" encoding="utf-8"?>
<p:tagLst xmlns:a="http://schemas.openxmlformats.org/drawingml/2006/main" xmlns:r="http://schemas.openxmlformats.org/officeDocument/2006/relationships" xmlns:p="http://schemas.openxmlformats.org/presentationml/2006/main">
  <p:tag name="EMFCHILD" val="True"/>
  <p:tag name="ORIGINALHEIGHT" val="5,756624"/>
  <p:tag name="ORIGINALWIDTH" val="2,672136"/>
</p:tagLst>
</file>

<file path=ppt/tags/tag432.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206563"/>
</p:tagLst>
</file>

<file path=ppt/tags/tag433.xml><?xml version="1.0" encoding="utf-8"?>
<p:tagLst xmlns:a="http://schemas.openxmlformats.org/drawingml/2006/main" xmlns:r="http://schemas.openxmlformats.org/officeDocument/2006/relationships" xmlns:p="http://schemas.openxmlformats.org/presentationml/2006/main">
  <p:tag name="EMFCHILD" val="True"/>
  <p:tag name="ORIGINALHEIGHT" val="0,7619327"/>
  <p:tag name="ORIGINALWIDTH" val="0,7125695"/>
</p:tagLst>
</file>

<file path=ppt/tags/tag434.xml><?xml version="1.0" encoding="utf-8"?>
<p:tagLst xmlns:a="http://schemas.openxmlformats.org/drawingml/2006/main" xmlns:r="http://schemas.openxmlformats.org/officeDocument/2006/relationships" xmlns:p="http://schemas.openxmlformats.org/presentationml/2006/main">
  <p:tag name="EMFCHILD" val="True"/>
  <p:tag name="ORIGINALHEIGHT" val="5,756624"/>
  <p:tag name="ORIGINALWIDTH" val="2,672136"/>
</p:tagLst>
</file>

<file path=ppt/tags/tag435.xml><?xml version="1.0" encoding="utf-8"?>
<p:tagLst xmlns:a="http://schemas.openxmlformats.org/drawingml/2006/main" xmlns:r="http://schemas.openxmlformats.org/officeDocument/2006/relationships" xmlns:p="http://schemas.openxmlformats.org/presentationml/2006/main">
  <p:tag name="EMFCHILD" val="True"/>
  <p:tag name="ORIGINALHEIGHT" val="4,486807"/>
  <p:tag name="ORIGINALWIDTH" val="1,870523"/>
</p:tagLst>
</file>

<file path=ppt/tags/tag436.xml><?xml version="1.0" encoding="utf-8"?>
<p:tagLst xmlns:a="http://schemas.openxmlformats.org/drawingml/2006/main" xmlns:r="http://schemas.openxmlformats.org/officeDocument/2006/relationships" xmlns:p="http://schemas.openxmlformats.org/presentationml/2006/main">
  <p:tag name="EMFCHILD" val="True"/>
  <p:tag name="ORIGINALHEIGHT" val="4,740749"/>
  <p:tag name="ORIGINALWIDTH" val="3,206563"/>
</p:tagLst>
</file>

<file path=ppt/tags/tag437.xml><?xml version="1.0" encoding="utf-8"?>
<p:tagLst xmlns:a="http://schemas.openxmlformats.org/drawingml/2006/main" xmlns:r="http://schemas.openxmlformats.org/officeDocument/2006/relationships" xmlns:p="http://schemas.openxmlformats.org/presentationml/2006/main">
  <p:tag name="EMFCHILD" val="True"/>
  <p:tag name="ORIGINALHEIGHT" val="4,232811"/>
  <p:tag name="ORIGINALWIDTH" val="4,720801"/>
</p:tagLst>
</file>

<file path=ppt/tags/tag438.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939378"/>
</p:tagLst>
</file>

<file path=ppt/tags/tag439.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583093"/>
</p:tagLst>
</file>

<file path=ppt/tags/tag440.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850278"/>
</p:tagLst>
</file>

<file path=ppt/tags/tag441.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442.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850278"/>
</p:tagLst>
</file>

<file path=ppt/tags/tag443.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02842"/>
</p:tagLst>
</file>

<file path=ppt/tags/tag444.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11752"/>
</p:tagLst>
</file>

<file path=ppt/tags/tag445.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446.xml><?xml version="1.0" encoding="utf-8"?>
<p:tagLst xmlns:a="http://schemas.openxmlformats.org/drawingml/2006/main" xmlns:r="http://schemas.openxmlformats.org/officeDocument/2006/relationships" xmlns:p="http://schemas.openxmlformats.org/presentationml/2006/main">
  <p:tag name="EMFCHILD" val="True"/>
  <p:tag name="ORIGINALHEIGHT" val="4,486807"/>
  <p:tag name="ORIGINALWIDTH" val="1,870523"/>
</p:tagLst>
</file>

<file path=ppt/tags/tag447.xml><?xml version="1.0" encoding="utf-8"?>
<p:tagLst xmlns:a="http://schemas.openxmlformats.org/drawingml/2006/main" xmlns:r="http://schemas.openxmlformats.org/officeDocument/2006/relationships" xmlns:p="http://schemas.openxmlformats.org/presentationml/2006/main">
  <p:tag name="EMFCHILD" val="True"/>
  <p:tag name="ORIGINALHEIGHT" val="5,756624"/>
  <p:tag name="ORIGINALWIDTH" val="2,761235"/>
</p:tagLst>
</file>

<file path=ppt/tags/tag448.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3,206563"/>
</p:tagLst>
</file>

<file path=ppt/tags/tag449.xml><?xml version="1.0" encoding="utf-8"?>
<p:tagLst xmlns:a="http://schemas.openxmlformats.org/drawingml/2006/main" xmlns:r="http://schemas.openxmlformats.org/officeDocument/2006/relationships" xmlns:p="http://schemas.openxmlformats.org/presentationml/2006/main">
  <p:tag name="EMFCHILD" val="True"/>
  <p:tag name="ORIGINALHEIGHT" val="0,7619327"/>
  <p:tag name="ORIGINALWIDTH" val="0,7125695"/>
</p:tagLst>
</file>

<file path=ppt/tags/tag450.xml><?xml version="1.0" encoding="utf-8"?>
<p:tagLst xmlns:a="http://schemas.openxmlformats.org/drawingml/2006/main" xmlns:r="http://schemas.openxmlformats.org/officeDocument/2006/relationships" xmlns:p="http://schemas.openxmlformats.org/presentationml/2006/main">
  <p:tag name="EMFCHILD" val="True"/>
  <p:tag name="ORIGINALHEIGHT" val="3,047624"/>
  <p:tag name="ORIGINALWIDTH" val="2,672136"/>
</p:tagLst>
</file>

<file path=ppt/tags/tag451.xml><?xml version="1.0" encoding="utf-8"?>
<p:tagLst xmlns:a="http://schemas.openxmlformats.org/drawingml/2006/main" xmlns:r="http://schemas.openxmlformats.org/officeDocument/2006/relationships" xmlns:p="http://schemas.openxmlformats.org/presentationml/2006/main">
  <p:tag name="EMFCHILD" val="True"/>
  <p:tag name="ORIGINALHEIGHT" val="4,486807"/>
  <p:tag name="ORIGINALWIDTH" val="1,870523"/>
</p:tagLst>
</file>

<file path=ppt/tags/tag452.xml><?xml version="1.0" encoding="utf-8"?>
<p:tagLst xmlns:a="http://schemas.openxmlformats.org/drawingml/2006/main" xmlns:r="http://schemas.openxmlformats.org/officeDocument/2006/relationships" xmlns:p="http://schemas.openxmlformats.org/presentationml/2006/main">
  <p:tag name="EMFCHILD" val="True"/>
  <p:tag name="ORIGINALHEIGHT" val="4,656119"/>
  <p:tag name="ORIGINALWIDTH" val="3,206563"/>
</p:tagLst>
</file>

<file path=ppt/tags/tag453.xml><?xml version="1.0" encoding="utf-8"?>
<p:tagLst xmlns:a="http://schemas.openxmlformats.org/drawingml/2006/main" xmlns:r="http://schemas.openxmlformats.org/officeDocument/2006/relationships" xmlns:p="http://schemas.openxmlformats.org/presentationml/2006/main">
  <p:tag name="EMFCHILD" val="True"/>
  <p:tag name="ORIGINALHEIGHT" val="1,777807"/>
  <p:tag name="ORIGINALWIDTH" val="4,542659"/>
</p:tagLst>
</file>

<file path=ppt/tags/tag454.xml><?xml version="1.0" encoding="utf-8"?>
<p:tagLst xmlns:a="http://schemas.openxmlformats.org/drawingml/2006/main" xmlns:r="http://schemas.openxmlformats.org/officeDocument/2006/relationships" xmlns:p="http://schemas.openxmlformats.org/presentationml/2006/main">
  <p:tag name="EMFCHILD" val="True"/>
  <p:tag name="ORIGINALHEIGHT" val="4,402124"/>
  <p:tag name="ORIGINALWIDTH" val="2,226808"/>
</p:tagLst>
</file>

<file path=ppt/tags/tag455.xml><?xml version="1.0" encoding="utf-8"?>
<p:tagLst xmlns:a="http://schemas.openxmlformats.org/drawingml/2006/main" xmlns:r="http://schemas.openxmlformats.org/officeDocument/2006/relationships" xmlns:p="http://schemas.openxmlformats.org/presentationml/2006/main">
  <p:tag name="EMFCHILD" val="True"/>
  <p:tag name="ORIGINALHEIGHT" val="4,571436"/>
  <p:tag name="ORIGINALWIDTH" val="2,850278"/>
</p:tagLst>
</file>

<file path=ppt/tags/tag456.xml><?xml version="1.0" encoding="utf-8"?>
<p:tagLst xmlns:a="http://schemas.openxmlformats.org/drawingml/2006/main" xmlns:r="http://schemas.openxmlformats.org/officeDocument/2006/relationships" xmlns:p="http://schemas.openxmlformats.org/presentationml/2006/main">
  <p:tag name="EMFCHILD" val="True"/>
  <p:tag name="ORIGINALHEIGHT" val="4,571436"/>
  <p:tag name="ORIGINALWIDTH" val="2,850278"/>
</p:tagLst>
</file>

<file path=ppt/tags/tag457.xml><?xml version="1.0" encoding="utf-8"?>
<p:tagLst xmlns:a="http://schemas.openxmlformats.org/drawingml/2006/main" xmlns:r="http://schemas.openxmlformats.org/officeDocument/2006/relationships" xmlns:p="http://schemas.openxmlformats.org/presentationml/2006/main">
  <p:tag name="EMFCHILD" val="True"/>
  <p:tag name="ORIGINALHEIGHT" val="9,481498"/>
  <p:tag name="ORIGINALWIDTH" val="2,048666"/>
</p:tagLst>
</file>

<file path=ppt/tags/tag458.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562848"/>
</p:tagLst>
</file>

<file path=ppt/tags/tag459.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384705"/>
</p:tagLst>
</file>

<file path=ppt/tags/tag460.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74099"/>
</p:tagLst>
</file>

<file path=ppt/tags/tag461.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384705"/>
</p:tagLst>
</file>

<file path=ppt/tags/tag462.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562848"/>
</p:tagLst>
</file>

<file path=ppt/tags/tag463.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919132"/>
</p:tagLst>
</file>

<file path=ppt/tags/tag464.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4,008232"/>
</p:tagLst>
</file>

<file path=ppt/tags/tag465.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3,384705"/>
</p:tagLst>
</file>

<file path=ppt/tags/tag466.xml><?xml version="1.0" encoding="utf-8"?>
<p:tagLst xmlns:a="http://schemas.openxmlformats.org/drawingml/2006/main" xmlns:r="http://schemas.openxmlformats.org/officeDocument/2006/relationships" xmlns:p="http://schemas.openxmlformats.org/presentationml/2006/main">
  <p:tag name="EMFCHILD" val="True"/>
  <p:tag name="ORIGINALHEIGHT" val="6,433873"/>
  <p:tag name="ORIGINALWIDTH" val="2,40495"/>
</p:tagLst>
</file>

<file path=ppt/tags/tag467.xml><?xml version="1.0" encoding="utf-8"?>
<p:tagLst xmlns:a="http://schemas.openxmlformats.org/drawingml/2006/main" xmlns:r="http://schemas.openxmlformats.org/officeDocument/2006/relationships" xmlns:p="http://schemas.openxmlformats.org/presentationml/2006/main">
  <p:tag name="EMFCHILD" val="True"/>
  <p:tag name="ORIGINALHEIGHT" val="8,29631"/>
  <p:tag name="ORIGINALWIDTH" val="3,562848"/>
</p:tagLst>
</file>

<file path=ppt/tags/tag468.xml><?xml version="1.0" encoding="utf-8"?>
<p:tagLst xmlns:a="http://schemas.openxmlformats.org/drawingml/2006/main" xmlns:r="http://schemas.openxmlformats.org/officeDocument/2006/relationships" xmlns:p="http://schemas.openxmlformats.org/presentationml/2006/main">
  <p:tag name="EMFCHILD" val="True"/>
  <p:tag name="ORIGINALHEIGHT" val="4,317494"/>
  <p:tag name="ORIGINALWIDTH" val="4,097275"/>
</p:tagLst>
</file>

<file path=ppt/tags/tag469.xml><?xml version="1.0" encoding="utf-8"?>
<p:tagLst xmlns:a="http://schemas.openxmlformats.org/drawingml/2006/main" xmlns:r="http://schemas.openxmlformats.org/officeDocument/2006/relationships" xmlns:p="http://schemas.openxmlformats.org/presentationml/2006/main">
  <p:tag name="EMFCHILD" val="True"/>
  <p:tag name="ORIGINALHEIGHT" val="9,481498"/>
  <p:tag name="ORIGINALWIDTH" val="2,048666"/>
</p:tagLst>
</file>

<file path=ppt/tags/tag470.xml><?xml version="1.0" encoding="utf-8"?>
<p:tagLst xmlns:a="http://schemas.openxmlformats.org/drawingml/2006/main" xmlns:r="http://schemas.openxmlformats.org/officeDocument/2006/relationships" xmlns:p="http://schemas.openxmlformats.org/presentationml/2006/main">
  <p:tag name="EMFCHILD" val="True"/>
  <p:tag name="ORIGINALHEIGHT" val="9,481498"/>
  <p:tag name="ORIGINALWIDTH" val="2,048666"/>
</p:tagLst>
</file>

<file path=ppt/tags/tag471.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447"/>
  <p:tag name="IGUANATEXSIZE" val="14"/>
  <p:tag name="LATEXADDIN" val="\documentclass{article}&#10;\usepackage{amsmath}&#10;\usepackage{amssymb}&#10;\def\ojoin{\setbox0=\hbox{$\bowtie$}%&#10;  \rule[-.02ex]{.25em}{.4pt}\llap{\rule[\ht0]{.25em}{.4pt}}}&#10;\def\leftouterjoin{\mathbin{\ojoin\mkern-5.8mu\bowtie}}&#10;\def\rightouterjoin{\mathbin{\bowtie\mkern-5.8mu\ojoin}}&#10;\def\fullouterjoin{\mathbin{\ojoin\mkern-5.8mu\bowtie\mkern-5.8mu\ojoin}}&#10;&#10;\pagestyle{empty}&#10;\begin{document}&#10;&#10;$\Pi_{jadralec.ime}(jadralec \underset{jid}{\leftouterjoin} \sigma_{rezervacija.cid}(rezervacija))$&#10;&#10;&#10;\end{document}"/>
  <p:tag name="LATEXENGINEID" val="1"/>
  <p:tag name="LATEXFORMHEIGHT" val="312"/>
  <p:tag name="LATEXFORMWIDTH" val="384"/>
  <p:tag name="LATEXFORMWRAP" val="True"/>
  <p:tag name="ORIGINALHEIGHT" val="6,495029"/>
  <p:tag name="ORIGINALWIDTH" val="6,118398"/>
  <p:tag name="TEMPFOLDER" val="c:\temp\"/>
  <p:tag name="TRANSPARENCY" val="True"/>
</p:tagLst>
</file>

<file path=ppt/tags/tag472.xml><?xml version="1.0" encoding="utf-8"?>
<p:tagLst xmlns:a="http://schemas.openxmlformats.org/drawingml/2006/main" xmlns:r="http://schemas.openxmlformats.org/officeDocument/2006/relationships" xmlns:p="http://schemas.openxmlformats.org/presentationml/2006/main">
  <p:tag name="EMFCHILD" val="True"/>
  <p:tag name="ORIGINALHEIGHT" val="5,782185"/>
  <p:tag name="ORIGINALWIDTH" val="2,748861"/>
</p:tagLst>
</file>

<file path=ppt/tags/tag473.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3,192193"/>
</p:tagLst>
</file>

<file path=ppt/tags/tag474.xml><?xml version="1.0" encoding="utf-8"?>
<p:tagLst xmlns:a="http://schemas.openxmlformats.org/drawingml/2006/main" xmlns:r="http://schemas.openxmlformats.org/officeDocument/2006/relationships" xmlns:p="http://schemas.openxmlformats.org/presentationml/2006/main">
  <p:tag name="EMFCHILD" val="True"/>
  <p:tag name="ORIGINALHEIGHT" val="4,673278"/>
  <p:tag name="ORIGINALWIDTH" val="3,192193"/>
</p:tagLst>
</file>

<file path=ppt/tags/tag475.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926205"/>
</p:tagLst>
</file>

<file path=ppt/tags/tag476.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3,103549"/>
</p:tagLst>
</file>

<file path=ppt/tags/tag477.xml><?xml version="1.0" encoding="utf-8"?>
<p:tagLst xmlns:a="http://schemas.openxmlformats.org/drawingml/2006/main" xmlns:r="http://schemas.openxmlformats.org/officeDocument/2006/relationships" xmlns:p="http://schemas.openxmlformats.org/presentationml/2006/main">
  <p:tag name="EMFCHILD" val="True"/>
  <p:tag name="ORIGINALHEIGHT" val="4,673278"/>
  <p:tag name="ORIGINALWIDTH" val="1,418752"/>
</p:tagLst>
</file>

<file path=ppt/tags/tag478.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660161"/>
</p:tagLst>
</file>

<file path=ppt/tags/tag479.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660161"/>
</p:tagLst>
</file>

<file path=ppt/tags/tag480.xml><?xml version="1.0" encoding="utf-8"?>
<p:tagLst xmlns:a="http://schemas.openxmlformats.org/drawingml/2006/main" xmlns:r="http://schemas.openxmlformats.org/officeDocument/2006/relationships" xmlns:p="http://schemas.openxmlformats.org/presentationml/2006/main">
  <p:tag name="EMFCHILD" val="True"/>
  <p:tag name="ORIGINALHEIGHT" val="0,7920768"/>
  <p:tag name="ORIGINALWIDTH" val="0,7093762"/>
</p:tagLst>
</file>

<file path=ppt/tags/tag481.xml><?xml version="1.0" encoding="utf-8"?>
<p:tagLst xmlns:a="http://schemas.openxmlformats.org/drawingml/2006/main" xmlns:r="http://schemas.openxmlformats.org/officeDocument/2006/relationships" xmlns:p="http://schemas.openxmlformats.org/presentationml/2006/main">
  <p:tag name="EMFCHILD" val="True"/>
  <p:tag name="ORIGINALHEIGHT" val="4,43563"/>
  <p:tag name="ORIGINALWIDTH" val="1,950785"/>
</p:tagLst>
</file>

<file path=ppt/tags/tag482.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5,67501"/>
</p:tagLst>
</file>

<file path=ppt/tags/tag483.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660161"/>
</p:tagLst>
</file>

<file path=ppt/tags/tag484.xml><?xml version="1.0" encoding="utf-8"?>
<p:tagLst xmlns:a="http://schemas.openxmlformats.org/drawingml/2006/main" xmlns:r="http://schemas.openxmlformats.org/officeDocument/2006/relationships" xmlns:p="http://schemas.openxmlformats.org/presentationml/2006/main">
  <p:tag name="EMFCHILD" val="True"/>
  <p:tag name="ORIGINALHEIGHT" val="9,584153"/>
  <p:tag name="ORIGINALWIDTH" val="2,128129"/>
</p:tagLst>
</file>

<file path=ppt/tags/tag485.xml><?xml version="1.0" encoding="utf-8"?>
<p:tagLst xmlns:a="http://schemas.openxmlformats.org/drawingml/2006/main" xmlns:r="http://schemas.openxmlformats.org/officeDocument/2006/relationships" xmlns:p="http://schemas.openxmlformats.org/presentationml/2006/main">
  <p:tag name="EMFCHILD" val="True"/>
  <p:tag name="ORIGINALHEIGHT" val="8,316831"/>
  <p:tag name="ORIGINALWIDTH" val="3,635581"/>
</p:tagLst>
</file>

<file path=ppt/tags/tag486.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4,078913"/>
</p:tagLst>
</file>

<file path=ppt/tags/tag487.xml><?xml version="1.0" encoding="utf-8"?>
<p:tagLst xmlns:a="http://schemas.openxmlformats.org/drawingml/2006/main" xmlns:r="http://schemas.openxmlformats.org/officeDocument/2006/relationships" xmlns:p="http://schemas.openxmlformats.org/presentationml/2006/main">
  <p:tag name="EMFCHILD" val="True"/>
  <p:tag name="ORIGINALHEIGHT" val="6,732677"/>
  <p:tag name="ORIGINALWIDTH" val="4,256258"/>
</p:tagLst>
</file>

<file path=ppt/tags/tag488.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546881"/>
</p:tagLst>
</file>

<file path=ppt/tags/tag489.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4,078913"/>
</p:tagLst>
</file>

<file path=ppt/tags/tag490.xml><?xml version="1.0" encoding="utf-8"?>
<p:tagLst xmlns:a="http://schemas.openxmlformats.org/drawingml/2006/main" xmlns:r="http://schemas.openxmlformats.org/officeDocument/2006/relationships" xmlns:p="http://schemas.openxmlformats.org/presentationml/2006/main">
  <p:tag name="EMFCHILD" val="True"/>
  <p:tag name="ORIGINALHEIGHT" val="6,732677"/>
  <p:tag name="ORIGINALWIDTH" val="1,950785"/>
</p:tagLst>
</file>

<file path=ppt/tags/tag491.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458237"/>
</p:tagLst>
</file>

<file path=ppt/tags/tag492.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546881"/>
</p:tagLst>
</file>

<file path=ppt/tags/tag493.xml><?xml version="1.0" encoding="utf-8"?>
<p:tagLst xmlns:a="http://schemas.openxmlformats.org/drawingml/2006/main" xmlns:r="http://schemas.openxmlformats.org/officeDocument/2006/relationships" xmlns:p="http://schemas.openxmlformats.org/presentationml/2006/main">
  <p:tag name="EMFCHILD" val="True"/>
  <p:tag name="ORIGINALHEIGHT" val="0,3960634"/>
  <p:tag name="ORIGINALWIDTH" val="2,305473"/>
</p:tagLst>
</file>

<file path=ppt/tags/tag494.xml><?xml version="1.0" encoding="utf-8"?>
<p:tagLst xmlns:a="http://schemas.openxmlformats.org/drawingml/2006/main" xmlns:r="http://schemas.openxmlformats.org/officeDocument/2006/relationships" xmlns:p="http://schemas.openxmlformats.org/presentationml/2006/main">
  <p:tag name="EMFCHILD" val="True"/>
  <p:tag name="ORIGINALHEIGHT" val="0,3960634"/>
  <p:tag name="ORIGINALWIDTH" val="2,305473"/>
</p:tagLst>
</file>

<file path=ppt/tags/tag495.xml><?xml version="1.0" encoding="utf-8"?>
<p:tagLst xmlns:a="http://schemas.openxmlformats.org/drawingml/2006/main" xmlns:r="http://schemas.openxmlformats.org/officeDocument/2006/relationships" xmlns:p="http://schemas.openxmlformats.org/presentationml/2006/main">
  <p:tag name="EMFCHILD" val="True"/>
  <p:tag name="ORIGINALHEIGHT" val="4,910876"/>
  <p:tag name="ORIGINALWIDTH" val="3,990269"/>
</p:tagLst>
</file>

<file path=ppt/tags/tag496.xml><?xml version="1.0" encoding="utf-8"?>
<p:tagLst xmlns:a="http://schemas.openxmlformats.org/drawingml/2006/main" xmlns:r="http://schemas.openxmlformats.org/officeDocument/2006/relationships" xmlns:p="http://schemas.openxmlformats.org/presentationml/2006/main">
  <p:tag name="EMFCHILD" val="True"/>
  <p:tag name="ORIGINALHEIGHT" val="4,910876"/>
  <p:tag name="ORIGINALWIDTH" val="3,990269"/>
</p:tagLst>
</file>

<file path=ppt/tags/tag497.xml><?xml version="1.0" encoding="utf-8"?>
<p:tagLst xmlns:a="http://schemas.openxmlformats.org/drawingml/2006/main" xmlns:r="http://schemas.openxmlformats.org/officeDocument/2006/relationships" xmlns:p="http://schemas.openxmlformats.org/presentationml/2006/main">
  <p:tag name="EMFCHILD" val="True"/>
  <p:tag name="ORIGINALHEIGHT" val="5,782185"/>
  <p:tag name="ORIGINALWIDTH" val="2,748861"/>
</p:tagLst>
</file>

<file path=ppt/tags/tag498.xml><?xml version="1.0" encoding="utf-8"?>
<p:tagLst xmlns:a="http://schemas.openxmlformats.org/drawingml/2006/main" xmlns:r="http://schemas.openxmlformats.org/officeDocument/2006/relationships" xmlns:p="http://schemas.openxmlformats.org/presentationml/2006/main">
  <p:tag name="EMFCHILD" val="True"/>
  <p:tag name="ORIGINALHEIGHT" val="4,514863"/>
  <p:tag name="ORIGINALWIDTH" val="1,862141"/>
</p:tagLst>
</file>

<file path=ppt/tags/tag499.xml><?xml version="1.0" encoding="utf-8"?>
<p:tagLst xmlns:a="http://schemas.openxmlformats.org/drawingml/2006/main" xmlns:r="http://schemas.openxmlformats.org/officeDocument/2006/relationships" xmlns:p="http://schemas.openxmlformats.org/presentationml/2006/main">
  <p:tag name="EMFCHILD" val="True"/>
  <p:tag name="ORIGINALHEIGHT" val="4,673278"/>
  <p:tag name="ORIGINALWIDTH" val="3,192193"/>
</p:tagLst>
</file>

<file path=ppt/tags/tag500.xml><?xml version="1.0" encoding="utf-8"?>
<p:tagLst xmlns:a="http://schemas.openxmlformats.org/drawingml/2006/main" xmlns:r="http://schemas.openxmlformats.org/officeDocument/2006/relationships" xmlns:p="http://schemas.openxmlformats.org/presentationml/2006/main">
  <p:tag name="EMFCHILD" val="True"/>
  <p:tag name="ORIGINALHEIGHT" val="4,277215"/>
  <p:tag name="ORIGINALWIDTH" val="4,699646"/>
</p:tagLst>
</file>

<file path=ppt/tags/tag501.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926205"/>
</p:tagLst>
</file>

<file path=ppt/tags/tag502.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660161"/>
</p:tagLst>
</file>

<file path=ppt/tags/tag503.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837505"/>
</p:tagLst>
</file>

<file path=ppt/tags/tag504.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660161"/>
</p:tagLst>
</file>

<file path=ppt/tags/tag505.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837505"/>
</p:tagLst>
</file>

<file path=ppt/tags/tag506.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3,014849"/>
</p:tagLst>
</file>

<file path=ppt/tags/tag507.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3,192193"/>
</p:tagLst>
</file>

<file path=ppt/tags/tag508.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748861"/>
</p:tagLst>
</file>

<file path=ppt/tags/tag509.xml><?xml version="1.0" encoding="utf-8"?>
<p:tagLst xmlns:a="http://schemas.openxmlformats.org/drawingml/2006/main" xmlns:r="http://schemas.openxmlformats.org/officeDocument/2006/relationships" xmlns:p="http://schemas.openxmlformats.org/presentationml/2006/main">
  <p:tag name="EMFCHILD" val="True"/>
  <p:tag name="ORIGINALHEIGHT" val="4,43563"/>
  <p:tag name="ORIGINALWIDTH" val="1,862141"/>
</p:tagLst>
</file>

<file path=ppt/tags/tag510.xml><?xml version="1.0" encoding="utf-8"?>
<p:tagLst xmlns:a="http://schemas.openxmlformats.org/drawingml/2006/main" xmlns:r="http://schemas.openxmlformats.org/officeDocument/2006/relationships" xmlns:p="http://schemas.openxmlformats.org/presentationml/2006/main">
  <p:tag name="EMFCHILD" val="True"/>
  <p:tag name="ORIGINALHEIGHT" val="5,782185"/>
  <p:tag name="ORIGINALWIDTH" val="2,748861"/>
</p:tagLst>
</file>

<file path=ppt/tags/tag511.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3,103549"/>
</p:tagLst>
</file>

<file path=ppt/tags/tag512.xml><?xml version="1.0" encoding="utf-8"?>
<p:tagLst xmlns:a="http://schemas.openxmlformats.org/drawingml/2006/main" xmlns:r="http://schemas.openxmlformats.org/officeDocument/2006/relationships" xmlns:p="http://schemas.openxmlformats.org/presentationml/2006/main">
  <p:tag name="EMFCHILD" val="True"/>
  <p:tag name="ORIGINALHEIGHT" val="0,7920768"/>
  <p:tag name="ORIGINALWIDTH" val="0,7093762"/>
</p:tagLst>
</file>

<file path=ppt/tags/tag513.xml><?xml version="1.0" encoding="utf-8"?>
<p:tagLst xmlns:a="http://schemas.openxmlformats.org/drawingml/2006/main" xmlns:r="http://schemas.openxmlformats.org/officeDocument/2006/relationships" xmlns:p="http://schemas.openxmlformats.org/presentationml/2006/main">
  <p:tag name="EMFCHILD" val="True"/>
  <p:tag name="ORIGINALHEIGHT" val="3,009892"/>
  <p:tag name="ORIGINALWIDTH" val="2,660161"/>
</p:tagLst>
</file>

<file path=ppt/tags/tag514.xml><?xml version="1.0" encoding="utf-8"?>
<p:tagLst xmlns:a="http://schemas.openxmlformats.org/drawingml/2006/main" xmlns:r="http://schemas.openxmlformats.org/officeDocument/2006/relationships" xmlns:p="http://schemas.openxmlformats.org/presentationml/2006/main">
  <p:tag name="EMFCHILD" val="True"/>
  <p:tag name="ORIGINALHEIGHT" val="4,43563"/>
  <p:tag name="ORIGINALWIDTH" val="1,862141"/>
</p:tagLst>
</file>

<file path=ppt/tags/tag515.xml><?xml version="1.0" encoding="utf-8"?>
<p:tagLst xmlns:a="http://schemas.openxmlformats.org/drawingml/2006/main" xmlns:r="http://schemas.openxmlformats.org/officeDocument/2006/relationships" xmlns:p="http://schemas.openxmlformats.org/presentationml/2006/main">
  <p:tag name="EMFCHILD" val="True"/>
  <p:tag name="ORIGINALHEIGHT" val="4,673278"/>
  <p:tag name="ORIGINALWIDTH" val="3,192193"/>
</p:tagLst>
</file>

<file path=ppt/tags/tag516.xml><?xml version="1.0" encoding="utf-8"?>
<p:tagLst xmlns:a="http://schemas.openxmlformats.org/drawingml/2006/main" xmlns:r="http://schemas.openxmlformats.org/officeDocument/2006/relationships" xmlns:p="http://schemas.openxmlformats.org/presentationml/2006/main">
  <p:tag name="EMFCHILD" val="True"/>
  <p:tag name="ORIGINALHEIGHT" val="9,584153"/>
  <p:tag name="ORIGINALWIDTH" val="2,039485"/>
</p:tagLst>
</file>

<file path=ppt/tags/tag517.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546881"/>
</p:tagLst>
</file>

<file path=ppt/tags/tag518.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458237"/>
</p:tagLst>
</file>

<file path=ppt/tags/tag519.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724225"/>
</p:tagLst>
</file>

<file path=ppt/tags/tag520.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369537"/>
</p:tagLst>
</file>

<file path=ppt/tags/tag521.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635581"/>
</p:tagLst>
</file>

<file path=ppt/tags/tag522.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901569"/>
</p:tagLst>
</file>

<file path=ppt/tags/tag523.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4,078913"/>
</p:tagLst>
</file>

<file path=ppt/tags/tag524.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3,458237"/>
</p:tagLst>
</file>

<file path=ppt/tags/tag525.xml><?xml version="1.0" encoding="utf-8"?>
<p:tagLst xmlns:a="http://schemas.openxmlformats.org/drawingml/2006/main" xmlns:r="http://schemas.openxmlformats.org/officeDocument/2006/relationships" xmlns:p="http://schemas.openxmlformats.org/presentationml/2006/main">
  <p:tag name="EMFCHILD" val="True"/>
  <p:tag name="ORIGINALHEIGHT" val="6,495029"/>
  <p:tag name="ORIGINALWIDTH" val="2,305473"/>
</p:tagLst>
</file>

<file path=ppt/tags/tag526.xml><?xml version="1.0" encoding="utf-8"?>
<p:tagLst xmlns:a="http://schemas.openxmlformats.org/drawingml/2006/main" xmlns:r="http://schemas.openxmlformats.org/officeDocument/2006/relationships" xmlns:p="http://schemas.openxmlformats.org/presentationml/2006/main">
  <p:tag name="EMFCHILD" val="True"/>
  <p:tag name="ORIGINALHEIGHT" val="8,316831"/>
  <p:tag name="ORIGINALWIDTH" val="3,635581"/>
</p:tagLst>
</file>

<file path=ppt/tags/tag527.xml><?xml version="1.0" encoding="utf-8"?>
<p:tagLst xmlns:a="http://schemas.openxmlformats.org/drawingml/2006/main" xmlns:r="http://schemas.openxmlformats.org/officeDocument/2006/relationships" xmlns:p="http://schemas.openxmlformats.org/presentationml/2006/main">
  <p:tag name="EMFCHILD" val="True"/>
  <p:tag name="ORIGINALHEIGHT" val="4,356447"/>
  <p:tag name="ORIGINALWIDTH" val="4,078913"/>
</p:tagLst>
</file>

<file path=ppt/tags/tag528.xml><?xml version="1.0" encoding="utf-8"?>
<p:tagLst xmlns:a="http://schemas.openxmlformats.org/drawingml/2006/main" xmlns:r="http://schemas.openxmlformats.org/officeDocument/2006/relationships" xmlns:p="http://schemas.openxmlformats.org/presentationml/2006/main">
  <p:tag name="EMFCHILD" val="True"/>
  <p:tag name="ORIGINALHEIGHT" val="9,584153"/>
  <p:tag name="ORIGINALWIDTH" val="2,039485"/>
</p:tagLst>
</file>

<file path=ppt/tags/tag529.xml><?xml version="1.0" encoding="utf-8"?>
<p:tagLst xmlns:a="http://schemas.openxmlformats.org/drawingml/2006/main" xmlns:r="http://schemas.openxmlformats.org/officeDocument/2006/relationships" xmlns:p="http://schemas.openxmlformats.org/presentationml/2006/main">
  <p:tag name="EMFCHILD" val="True"/>
  <p:tag name="ORIGINALHEIGHT" val="9,584153"/>
  <p:tag name="ORIGINALWIDTH" val="2,039485"/>
</p:tagLst>
</file>

<file path=ppt/tags/tag530.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118"/>
  <p:tag name="IGUANATEXSIZE" val="20"/>
  <p:tag name="LATEXADDIN" val="\documentclass{article}&#10;\usepackage{amsmath}&#10;\pagestyle{empty}&#10;\begin{document}&#10;&#10;$\Pi_{ime}(\sigma_{rating \in \{1,3,7\}}(jadralec))$&#10;&#10;&#10;\end{document}"/>
  <p:tag name="LATEXENGINEID" val="0"/>
  <p:tag name="LATEXFORMHEIGHT" val="312"/>
  <p:tag name="LATEXFORMWIDTH" val="384"/>
  <p:tag name="LATEXFORMWRAP" val="True"/>
  <p:tag name="ORIGINALHEIGHT" val="11,50004"/>
  <p:tag name="ORIGINALWIDTH" val="118,4375"/>
  <p:tag name="TEMPFOLDER" val="c:\temp\"/>
  <p:tag name="TRANSPARENCY" val="True"/>
</p:tagLst>
</file>

<file path=ppt/tags/tag531.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118"/>
  <p:tag name="IGUANATEXSIZE" val="20"/>
  <p:tag name="LATEXADDIN" val="\documentclass{article}&#10;\usepackage{amsmath}&#10;\pagestyle{empty}&#10;\begin{document}&#10;&#10;$\Pi_{ime}(\sigma_{rating \in \{1,3,7\}}(jadralec))$&#10;&#10;&#10;\end{document}"/>
  <p:tag name="LATEXENGINEID" val="0"/>
  <p:tag name="LATEXFORMHEIGHT" val="312"/>
  <p:tag name="LATEXFORMWIDTH" val="384"/>
  <p:tag name="LATEXFORMWRAP" val="True"/>
  <p:tag name="ORIGINALHEIGHT" val="7,125"/>
  <p:tag name="ORIGINALWIDTH" val="6,06252"/>
  <p:tag name="TEMPFOLDER" val="c:\temp\"/>
  <p:tag name="TRANSPARENCY" val="True"/>
</p:tagLst>
</file>

<file path=ppt/tags/tag532.xml><?xml version="1.0" encoding="utf-8"?>
<p:tagLst xmlns:a="http://schemas.openxmlformats.org/drawingml/2006/main" xmlns:r="http://schemas.openxmlformats.org/officeDocument/2006/relationships" xmlns:p="http://schemas.openxmlformats.org/presentationml/2006/main">
  <p:tag name="EMFCHILD" val="True"/>
  <p:tag name="ORIGINALHEIGHT" val="4,93752"/>
  <p:tag name="ORIGINALWIDTH" val="1,93752"/>
</p:tagLst>
</file>

<file path=ppt/tags/tag533.xml><?xml version="1.0" encoding="utf-8"?>
<p:tagLst xmlns:a="http://schemas.openxmlformats.org/drawingml/2006/main" xmlns:r="http://schemas.openxmlformats.org/officeDocument/2006/relationships" xmlns:p="http://schemas.openxmlformats.org/presentationml/2006/main">
  <p:tag name="EMFCHILD" val="True"/>
  <p:tag name="ORIGINALHEIGHT" val="3,31252"/>
  <p:tag name="ORIGINALWIDTH" val="5,68752"/>
</p:tagLst>
</file>

<file path=ppt/tags/tag534.xml><?xml version="1.0" encoding="utf-8"?>
<p:tagLst xmlns:a="http://schemas.openxmlformats.org/drawingml/2006/main" xmlns:r="http://schemas.openxmlformats.org/officeDocument/2006/relationships" xmlns:p="http://schemas.openxmlformats.org/presentationml/2006/main">
  <p:tag name="EMFCHILD" val="True"/>
  <p:tag name="ORIGINALHEIGHT" val="3,31252"/>
  <p:tag name="ORIGINALWIDTH" val="2,625"/>
</p:tagLst>
</file>

<file path=ppt/tags/tag535.xml><?xml version="1.0" encoding="utf-8"?>
<p:tagLst xmlns:a="http://schemas.openxmlformats.org/drawingml/2006/main" xmlns:r="http://schemas.openxmlformats.org/officeDocument/2006/relationships" xmlns:p="http://schemas.openxmlformats.org/presentationml/2006/main">
  <p:tag name="EMFCHILD" val="True"/>
  <p:tag name="ORIGINALHEIGHT" val="10,375"/>
  <p:tag name="ORIGINALWIDTH" val="2,06252"/>
</p:tagLst>
</file>

<file path=ppt/tags/tag536.xml><?xml version="1.0" encoding="utf-8"?>
<p:tagLst xmlns:a="http://schemas.openxmlformats.org/drawingml/2006/main" xmlns:r="http://schemas.openxmlformats.org/officeDocument/2006/relationships" xmlns:p="http://schemas.openxmlformats.org/presentationml/2006/main">
  <p:tag name="EMFCHILD" val="True"/>
  <p:tag name="ORIGINALHEIGHT" val="4,56252"/>
  <p:tag name="ORIGINALWIDTH" val="4,75"/>
</p:tagLst>
</file>

<file path=ppt/tags/tag537.xml><?xml version="1.0" encoding="utf-8"?>
<p:tagLst xmlns:a="http://schemas.openxmlformats.org/drawingml/2006/main" xmlns:r="http://schemas.openxmlformats.org/officeDocument/2006/relationships" xmlns:p="http://schemas.openxmlformats.org/presentationml/2006/main">
  <p:tag name="EMFCHILD" val="True"/>
  <p:tag name="ORIGINALHEIGHT" val="3,31252"/>
  <p:tag name="ORIGINALWIDTH" val="2,875"/>
</p:tagLst>
</file>

<file path=ppt/tags/tag538.xml><?xml version="1.0" encoding="utf-8"?>
<p:tagLst xmlns:a="http://schemas.openxmlformats.org/drawingml/2006/main" xmlns:r="http://schemas.openxmlformats.org/officeDocument/2006/relationships" xmlns:p="http://schemas.openxmlformats.org/presentationml/2006/main">
  <p:tag name="EMFCHILD" val="True"/>
  <p:tag name="ORIGINALHEIGHT" val="3,31252"/>
  <p:tag name="ORIGINALWIDTH" val="3,18752"/>
</p:tagLst>
</file>

<file path=ppt/tags/tag539.xml><?xml version="1.0" encoding="utf-8"?>
<p:tagLst xmlns:a="http://schemas.openxmlformats.org/drawingml/2006/main" xmlns:r="http://schemas.openxmlformats.org/officeDocument/2006/relationships" xmlns:p="http://schemas.openxmlformats.org/presentationml/2006/main">
  <p:tag name="EMFCHILD" val="True"/>
  <p:tag name="ORIGINALHEIGHT" val="4,625"/>
  <p:tag name="ORIGINALWIDTH" val="2,125"/>
</p:tagLst>
</file>

<file path=ppt/tags/tag540.xml><?xml version="1.0" encoding="utf-8"?>
<p:tagLst xmlns:a="http://schemas.openxmlformats.org/drawingml/2006/main" xmlns:r="http://schemas.openxmlformats.org/officeDocument/2006/relationships" xmlns:p="http://schemas.openxmlformats.org/presentationml/2006/main">
  <p:tag name="EMFCHILD" val="True"/>
  <p:tag name="ORIGINALHEIGHT" val="4,93752"/>
  <p:tag name="ORIGINALWIDTH" val="1,875"/>
</p:tagLst>
</file>

<file path=ppt/tags/tag541.xml><?xml version="1.0" encoding="utf-8"?>
<p:tagLst xmlns:a="http://schemas.openxmlformats.org/drawingml/2006/main" xmlns:r="http://schemas.openxmlformats.org/officeDocument/2006/relationships" xmlns:p="http://schemas.openxmlformats.org/presentationml/2006/main">
  <p:tag name="EMFCHILD" val="True"/>
  <p:tag name="ORIGINALHEIGHT" val="3,31252"/>
  <p:tag name="ORIGINALWIDTH" val="3,81252"/>
</p:tagLst>
</file>

<file path=ppt/tags/tag542.xml><?xml version="1.0" encoding="utf-8"?>
<p:tagLst xmlns:a="http://schemas.openxmlformats.org/drawingml/2006/main" xmlns:r="http://schemas.openxmlformats.org/officeDocument/2006/relationships" xmlns:p="http://schemas.openxmlformats.org/presentationml/2006/main">
  <p:tag name="EMFCHILD" val="True"/>
  <p:tag name="ORIGINALHEIGHT" val="4,68752"/>
  <p:tag name="ORIGINALWIDTH" val="3,06252"/>
</p:tagLst>
</file>

<file path=ppt/tags/tag543.xml><?xml version="1.0" encoding="utf-8"?>
<p:tagLst xmlns:a="http://schemas.openxmlformats.org/drawingml/2006/main" xmlns:r="http://schemas.openxmlformats.org/officeDocument/2006/relationships" xmlns:p="http://schemas.openxmlformats.org/presentationml/2006/main">
  <p:tag name="EMFCHILD" val="True"/>
  <p:tag name="ORIGINALHEIGHT" val="4,75"/>
  <p:tag name="ORIGINALWIDTH" val="3,43752"/>
</p:tagLst>
</file>

<file path=ppt/tags/tag544.xml><?xml version="1.0" encoding="utf-8"?>
<p:tagLst xmlns:a="http://schemas.openxmlformats.org/drawingml/2006/main" xmlns:r="http://schemas.openxmlformats.org/officeDocument/2006/relationships" xmlns:p="http://schemas.openxmlformats.org/presentationml/2006/main">
  <p:tag name="EMFCHILD" val="True"/>
  <p:tag name="ORIGINALHEIGHT" val="7,31252"/>
  <p:tag name="ORIGINALWIDTH" val="2,43752"/>
</p:tagLst>
</file>

<file path=ppt/tags/tag545.xml><?xml version="1.0" encoding="utf-8"?>
<p:tagLst xmlns:a="http://schemas.openxmlformats.org/drawingml/2006/main" xmlns:r="http://schemas.openxmlformats.org/officeDocument/2006/relationships" xmlns:p="http://schemas.openxmlformats.org/presentationml/2006/main">
  <p:tag name="EMFCHILD" val="True"/>
  <p:tag name="ORIGINALHEIGHT" val="4,875"/>
  <p:tag name="ORIGINALWIDTH" val="2,25"/>
</p:tagLst>
</file>

<file path=ppt/tags/tag546.xml><?xml version="1.0" encoding="utf-8"?>
<p:tagLst xmlns:a="http://schemas.openxmlformats.org/drawingml/2006/main" xmlns:r="http://schemas.openxmlformats.org/officeDocument/2006/relationships" xmlns:p="http://schemas.openxmlformats.org/presentationml/2006/main">
  <p:tag name="EMFCHILD" val="True"/>
  <p:tag name="ORIGINALHEIGHT" val="2,25"/>
  <p:tag name="ORIGINALWIDTH" val="0,8125197"/>
</p:tagLst>
</file>

<file path=ppt/tags/tag547.xml><?xml version="1.0" encoding="utf-8"?>
<p:tagLst xmlns:a="http://schemas.openxmlformats.org/drawingml/2006/main" xmlns:r="http://schemas.openxmlformats.org/officeDocument/2006/relationships" xmlns:p="http://schemas.openxmlformats.org/presentationml/2006/main">
  <p:tag name="EMFCHILD" val="True"/>
  <p:tag name="ORIGINALHEIGHT" val="5"/>
  <p:tag name="ORIGINALWIDTH" val="2,875"/>
</p:tagLst>
</file>

<file path=ppt/tags/tag548.xml><?xml version="1.0" encoding="utf-8"?>
<p:tagLst xmlns:a="http://schemas.openxmlformats.org/drawingml/2006/main" xmlns:r="http://schemas.openxmlformats.org/officeDocument/2006/relationships" xmlns:p="http://schemas.openxmlformats.org/presentationml/2006/main">
  <p:tag name="EMFCHILD" val="True"/>
  <p:tag name="ORIGINALHEIGHT" val="2,25"/>
  <p:tag name="ORIGINALWIDTH" val="0,75"/>
</p:tagLst>
</file>

<file path=ppt/tags/tag549.xml><?xml version="1.0" encoding="utf-8"?>
<p:tagLst xmlns:a="http://schemas.openxmlformats.org/drawingml/2006/main" xmlns:r="http://schemas.openxmlformats.org/officeDocument/2006/relationships" xmlns:p="http://schemas.openxmlformats.org/presentationml/2006/main">
  <p:tag name="EMFCHILD" val="True"/>
  <p:tag name="ORIGINALHEIGHT" val="5,06252"/>
  <p:tag name="ORIGINALWIDTH" val="3"/>
</p:tagLst>
</file>

<file path=ppt/tags/tag550.xml><?xml version="1.0" encoding="utf-8"?>
<p:tagLst xmlns:a="http://schemas.openxmlformats.org/drawingml/2006/main" xmlns:r="http://schemas.openxmlformats.org/officeDocument/2006/relationships" xmlns:p="http://schemas.openxmlformats.org/presentationml/2006/main">
  <p:tag name="EMFCHILD" val="True"/>
  <p:tag name="ORIGINALHEIGHT" val="7,31252"/>
  <p:tag name="ORIGINALWIDTH" val="2,5"/>
</p:tagLst>
</file>

<file path=ppt/tags/tag551.xml><?xml version="1.0" encoding="utf-8"?>
<p:tagLst xmlns:a="http://schemas.openxmlformats.org/drawingml/2006/main" xmlns:r="http://schemas.openxmlformats.org/officeDocument/2006/relationships" xmlns:p="http://schemas.openxmlformats.org/presentationml/2006/main">
  <p:tag name="EMFCHILD" val="True"/>
  <p:tag name="ORIGINALHEIGHT" val="10,375"/>
  <p:tag name="ORIGINALWIDTH" val="2"/>
</p:tagLst>
</file>

<file path=ppt/tags/tag552.xml><?xml version="1.0" encoding="utf-8"?>
<p:tagLst xmlns:a="http://schemas.openxmlformats.org/drawingml/2006/main" xmlns:r="http://schemas.openxmlformats.org/officeDocument/2006/relationships" xmlns:p="http://schemas.openxmlformats.org/presentationml/2006/main">
  <p:tag name="EMFCHILD" val="True"/>
  <p:tag name="ORIGINALHEIGHT" val="9"/>
  <p:tag name="ORIGINALWIDTH" val="3,625"/>
</p:tagLst>
</file>

<file path=ppt/tags/tag553.xml><?xml version="1.0" encoding="utf-8"?>
<p:tagLst xmlns:a="http://schemas.openxmlformats.org/drawingml/2006/main" xmlns:r="http://schemas.openxmlformats.org/officeDocument/2006/relationships" xmlns:p="http://schemas.openxmlformats.org/presentationml/2006/main">
  <p:tag name="EMFCHILD" val="True"/>
  <p:tag name="ORIGINALHEIGHT" val="4,68752"/>
  <p:tag name="ORIGINALWIDTH" val="4,125"/>
</p:tagLst>
</file>

<file path=ppt/tags/tag554.xml><?xml version="1.0" encoding="utf-8"?>
<p:tagLst xmlns:a="http://schemas.openxmlformats.org/drawingml/2006/main" xmlns:r="http://schemas.openxmlformats.org/officeDocument/2006/relationships" xmlns:p="http://schemas.openxmlformats.org/presentationml/2006/main">
  <p:tag name="EMFCHILD" val="True"/>
  <p:tag name="ORIGINALHEIGHT" val="7,31252"/>
  <p:tag name="ORIGINALWIDTH" val="4,18752"/>
</p:tagLst>
</file>

<file path=ppt/tags/tag555.xml><?xml version="1.0" encoding="utf-8"?>
<p:tagLst xmlns:a="http://schemas.openxmlformats.org/drawingml/2006/main" xmlns:r="http://schemas.openxmlformats.org/officeDocument/2006/relationships" xmlns:p="http://schemas.openxmlformats.org/presentationml/2006/main">
  <p:tag name="EMFCHILD" val="True"/>
  <p:tag name="ORIGINALHEIGHT" val="4,68752"/>
  <p:tag name="ORIGINALWIDTH" val="3,625"/>
</p:tagLst>
</file>

<file path=ppt/tags/tag556.xml><?xml version="1.0" encoding="utf-8"?>
<p:tagLst xmlns:a="http://schemas.openxmlformats.org/drawingml/2006/main" xmlns:r="http://schemas.openxmlformats.org/officeDocument/2006/relationships" xmlns:p="http://schemas.openxmlformats.org/presentationml/2006/main">
  <p:tag name="EMFCHILD" val="True"/>
  <p:tag name="ORIGINALHEIGHT" val="4,68752"/>
  <p:tag name="ORIGINALWIDTH" val="4,06252"/>
</p:tagLst>
</file>

<file path=ppt/tags/tag557.xml><?xml version="1.0" encoding="utf-8"?>
<p:tagLst xmlns:a="http://schemas.openxmlformats.org/drawingml/2006/main" xmlns:r="http://schemas.openxmlformats.org/officeDocument/2006/relationships" xmlns:p="http://schemas.openxmlformats.org/presentationml/2006/main">
  <p:tag name="EMFCHILD" val="True"/>
  <p:tag name="ORIGINALHEIGHT" val="7,31252"/>
  <p:tag name="ORIGINALWIDTH" val="1,875"/>
</p:tagLst>
</file>

<file path=ppt/tags/tag558.xml><?xml version="1.0" encoding="utf-8"?>
<p:tagLst xmlns:a="http://schemas.openxmlformats.org/drawingml/2006/main" xmlns:r="http://schemas.openxmlformats.org/officeDocument/2006/relationships" xmlns:p="http://schemas.openxmlformats.org/presentationml/2006/main">
  <p:tag name="EMFCHILD" val="True"/>
  <p:tag name="ORIGINALHEIGHT" val="4,68752"/>
  <p:tag name="ORIGINALWIDTH" val="3,375"/>
</p:tagLst>
</file>

<file path=ppt/tags/tag559.xml><?xml version="1.0" encoding="utf-8"?>
<p:tagLst xmlns:a="http://schemas.openxmlformats.org/drawingml/2006/main" xmlns:r="http://schemas.openxmlformats.org/officeDocument/2006/relationships" xmlns:p="http://schemas.openxmlformats.org/presentationml/2006/main">
  <p:tag name="EMFCHILD" val="True"/>
  <p:tag name="ORIGINALHEIGHT" val="4,68752"/>
  <p:tag name="ORIGINALWIDTH" val="3,5"/>
</p:tagLst>
</file>

<file path=ppt/tags/tag560.xml><?xml version="1.0" encoding="utf-8"?>
<p:tagLst xmlns:a="http://schemas.openxmlformats.org/drawingml/2006/main" xmlns:r="http://schemas.openxmlformats.org/officeDocument/2006/relationships" xmlns:p="http://schemas.openxmlformats.org/presentationml/2006/main">
  <p:tag name="EMFCHILD" val="True"/>
  <p:tag name="ORIGINALHEIGHT" val="10,375"/>
  <p:tag name="ORIGINALWIDTH" val="2,06252"/>
</p:tagLst>
</file>

<file path=ppt/tags/tag561.xml><?xml version="1.0" encoding="utf-8"?>
<p:tagLst xmlns:a="http://schemas.openxmlformats.org/drawingml/2006/main" xmlns:r="http://schemas.openxmlformats.org/officeDocument/2006/relationships" xmlns:p="http://schemas.openxmlformats.org/presentationml/2006/main">
  <p:tag name="EMFCHILD" val="True"/>
  <p:tag name="ORIGINALHEIGHT" val="10,375"/>
  <p:tag name="ORIGINALWIDTH" val="2"/>
</p:tagLst>
</file>

<file path=ppt/tags/tag562.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177"/>
  <p:tag name="IGUANATEXSIZE" val="20"/>
  <p:tag name="LATEXADDIN" val="\documentclass{article}&#10;\usepackage{amsmath}&#10;\pagestyle{empty}&#10;\begin{document}&#10;&#10;$\Pi_{ime}(\sigma_{jid \in \{\Pi_{jid}(\sigma_{cid \in \{\Pi_{cid}(\sigma_{barva='rdeca'}(coln))\}}(rezervacija))\}}(jadralec))$&#10;&#10;\end{document}"/>
  <p:tag name="LATEXENGINEID" val="0"/>
  <p:tag name="LATEXFORMHEIGHT" val="312"/>
  <p:tag name="LATEXFORMWIDTH" val="384"/>
  <p:tag name="LATEXFORMWRAP" val="True"/>
  <p:tag name="ORIGINALHEIGHT" val="13,57198"/>
  <p:tag name="ORIGINALWIDTH" val="259,1235"/>
  <p:tag name="TEMPFOLDER" val="c:\temp\"/>
  <p:tag name="TRANSPARENCY" val="True"/>
</p:tagLst>
</file>

<file path=ppt/tags/tag563.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177"/>
  <p:tag name="IGUANATEXSIZE" val="20"/>
  <p:tag name="LATEXADDIN" val="\documentclass{article}&#10;\usepackage{amsmath}&#10;\pagestyle{empty}&#10;\begin{document}&#10;&#10;$\Pi_{ime}(\sigma_{jid \in \{\Pi_{jid}(\sigma_{cid \in \{\Pi_{cid}(\sigma_{barva='rdeca'}(coln))\}}(rezervacija))\}}(jadralec))$&#10;&#10;\end{document}"/>
  <p:tag name="LATEXENGINEID" val="0"/>
  <p:tag name="LATEXFORMHEIGHT" val="312"/>
  <p:tag name="LATEXFORMWIDTH" val="384"/>
  <p:tag name="LATEXFORMWRAP" val="True"/>
  <p:tag name="ORIGINALHEIGHT" val="7,019999"/>
  <p:tag name="ORIGINALWIDTH" val="6,050536"/>
  <p:tag name="TEMPFOLDER" val="c:\temp\"/>
  <p:tag name="TRANSPARENCY" val="True"/>
</p:tagLst>
</file>

<file path=ppt/tags/tag564.xml><?xml version="1.0" encoding="utf-8"?>
<p:tagLst xmlns:a="http://schemas.openxmlformats.org/drawingml/2006/main" xmlns:r="http://schemas.openxmlformats.org/officeDocument/2006/relationships" xmlns:p="http://schemas.openxmlformats.org/presentationml/2006/main">
  <p:tag name="EMFCHILD" val="True"/>
  <p:tag name="ORIGINALHEIGHT" val="4,836004"/>
  <p:tag name="ORIGINALWIDTH" val="1,913964"/>
</p:tagLst>
</file>

<file path=ppt/tags/tag565.xml><?xml version="1.0" encoding="utf-8"?>
<p:tagLst xmlns:a="http://schemas.openxmlformats.org/drawingml/2006/main" xmlns:r="http://schemas.openxmlformats.org/officeDocument/2006/relationships" xmlns:p="http://schemas.openxmlformats.org/presentationml/2006/main">
  <p:tag name="EMFCHILD" val="True"/>
  <p:tag name="ORIGINALHEIGHT" val="3,276008"/>
  <p:tag name="ORIGINALWIDTH" val="5,680095"/>
</p:tagLst>
</file>

<file path=ppt/tags/tag566.xml><?xml version="1.0" encoding="utf-8"?>
<p:tagLst xmlns:a="http://schemas.openxmlformats.org/drawingml/2006/main" xmlns:r="http://schemas.openxmlformats.org/officeDocument/2006/relationships" xmlns:p="http://schemas.openxmlformats.org/presentationml/2006/main">
  <p:tag name="EMFCHILD" val="True"/>
  <p:tag name="ORIGINALHEIGHT" val="3,276008"/>
  <p:tag name="ORIGINALWIDTH" val="2,654846"/>
</p:tagLst>
</file>

<file path=ppt/tags/tag567.xml><?xml version="1.0" encoding="utf-8"?>
<p:tagLst xmlns:a="http://schemas.openxmlformats.org/drawingml/2006/main" xmlns:r="http://schemas.openxmlformats.org/officeDocument/2006/relationships" xmlns:p="http://schemas.openxmlformats.org/presentationml/2006/main">
  <p:tag name="EMFCHILD" val="True"/>
  <p:tag name="ORIGINALHEIGHT" val="10,24399"/>
  <p:tag name="ORIGINALWIDTH" val="2,037445"/>
</p:tagLst>
</file>

<file path=ppt/tags/tag568.xml><?xml version="1.0" encoding="utf-8"?>
<p:tagLst xmlns:a="http://schemas.openxmlformats.org/drawingml/2006/main" xmlns:r="http://schemas.openxmlformats.org/officeDocument/2006/relationships" xmlns:p="http://schemas.openxmlformats.org/presentationml/2006/main">
  <p:tag name="EMFCHILD" val="True"/>
  <p:tag name="ORIGINALHEIGHT" val="4,524005"/>
  <p:tag name="ORIGINALWIDTH" val="4,692252"/>
</p:tagLst>
</file>

<file path=ppt/tags/tag569.xml><?xml version="1.0" encoding="utf-8"?>
<p:tagLst xmlns:a="http://schemas.openxmlformats.org/drawingml/2006/main" xmlns:r="http://schemas.openxmlformats.org/officeDocument/2006/relationships" xmlns:p="http://schemas.openxmlformats.org/presentationml/2006/main">
  <p:tag name="EMFCHILD" val="True"/>
  <p:tag name="ORIGINALHEIGHT" val="6,239984"/>
  <p:tag name="ORIGINALWIDTH" val="2,716567"/>
</p:tagLst>
</file>

<file path=ppt/tags/tag570.xml><?xml version="1.0" encoding="utf-8"?>
<p:tagLst xmlns:a="http://schemas.openxmlformats.org/drawingml/2006/main" xmlns:r="http://schemas.openxmlformats.org/officeDocument/2006/relationships" xmlns:p="http://schemas.openxmlformats.org/presentationml/2006/main">
  <p:tag name="EMFCHILD" val="True"/>
  <p:tag name="ORIGINALHEIGHT" val="4,836004"/>
  <p:tag name="ORIGINALWIDTH" val="1,852205"/>
</p:tagLst>
</file>

<file path=ppt/tags/tag571.xml><?xml version="1.0" encoding="utf-8"?>
<p:tagLst xmlns:a="http://schemas.openxmlformats.org/drawingml/2006/main" xmlns:r="http://schemas.openxmlformats.org/officeDocument/2006/relationships" xmlns:p="http://schemas.openxmlformats.org/presentationml/2006/main">
  <p:tag name="EMFCHILD" val="True"/>
  <p:tag name="ORIGINALHEIGHT" val="5,095987"/>
  <p:tag name="ORIGINALWIDTH" val="3,148768"/>
</p:tagLst>
</file>

<file path=ppt/tags/tag572.xml><?xml version="1.0" encoding="utf-8"?>
<p:tagLst xmlns:a="http://schemas.openxmlformats.org/drawingml/2006/main" xmlns:r="http://schemas.openxmlformats.org/officeDocument/2006/relationships" xmlns:p="http://schemas.openxmlformats.org/presentationml/2006/main">
  <p:tag name="EMFCHILD" val="True"/>
  <p:tag name="ORIGINALHEIGHT" val="4,679988"/>
  <p:tag name="ORIGINALWIDTH" val="3,457449"/>
</p:tagLst>
</file>

<file path=ppt/tags/tag573.xml><?xml version="1.0" encoding="utf-8"?>
<p:tagLst xmlns:a="http://schemas.openxmlformats.org/drawingml/2006/main" xmlns:r="http://schemas.openxmlformats.org/officeDocument/2006/relationships" xmlns:p="http://schemas.openxmlformats.org/presentationml/2006/main">
  <p:tag name="EMFCHILD" val="True"/>
  <p:tag name="ORIGINALHEIGHT" val="7,175982"/>
  <p:tag name="ORIGINALWIDTH" val="2,469606"/>
</p:tagLst>
</file>

<file path=ppt/tags/tag574.xml><?xml version="1.0" encoding="utf-8"?>
<p:tagLst xmlns:a="http://schemas.openxmlformats.org/drawingml/2006/main" xmlns:r="http://schemas.openxmlformats.org/officeDocument/2006/relationships" xmlns:p="http://schemas.openxmlformats.org/presentationml/2006/main">
  <p:tag name="EMFCHILD" val="True"/>
  <p:tag name="ORIGINALHEIGHT" val="4,940004"/>
  <p:tag name="ORIGINALWIDTH" val="4,568772"/>
</p:tagLst>
</file>

<file path=ppt/tags/tag575.xml><?xml version="1.0" encoding="utf-8"?>
<p:tagLst xmlns:a="http://schemas.openxmlformats.org/drawingml/2006/main" xmlns:r="http://schemas.openxmlformats.org/officeDocument/2006/relationships" xmlns:p="http://schemas.openxmlformats.org/presentationml/2006/main">
  <p:tag name="EMFCHILD" val="True"/>
  <p:tag name="ORIGINALHEIGHT" val="4,471989"/>
  <p:tag name="ORIGINALWIDTH" val="2,099165"/>
</p:tagLst>
</file>

<file path=ppt/tags/tag576.xml><?xml version="1.0" encoding="utf-8"?>
<p:tagLst xmlns:a="http://schemas.openxmlformats.org/drawingml/2006/main" xmlns:r="http://schemas.openxmlformats.org/officeDocument/2006/relationships" xmlns:p="http://schemas.openxmlformats.org/presentationml/2006/main">
  <p:tag name="EMFCHILD" val="True"/>
  <p:tag name="ORIGINALHEIGHT" val="3,431991"/>
  <p:tag name="ORIGINALWIDTH" val="1,543523"/>
</p:tagLst>
</file>

<file path=ppt/tags/tag577.xml><?xml version="1.0" encoding="utf-8"?>
<p:tagLst xmlns:a="http://schemas.openxmlformats.org/drawingml/2006/main" xmlns:r="http://schemas.openxmlformats.org/officeDocument/2006/relationships" xmlns:p="http://schemas.openxmlformats.org/presentationml/2006/main">
  <p:tag name="EMFCHILD" val="True"/>
  <p:tag name="ORIGINALHEIGHT" val="3,588007"/>
  <p:tag name="ORIGINALWIDTH" val="2,531366"/>
</p:tagLst>
</file>

<file path=ppt/tags/tag578.xml><?xml version="1.0" encoding="utf-8"?>
<p:tagLst xmlns:a="http://schemas.openxmlformats.org/drawingml/2006/main" xmlns:r="http://schemas.openxmlformats.org/officeDocument/2006/relationships" xmlns:p="http://schemas.openxmlformats.org/presentationml/2006/main">
  <p:tag name="EMFCHILD" val="True"/>
  <p:tag name="ORIGINALHEIGHT" val="7,175982"/>
  <p:tag name="ORIGINALWIDTH" val="1,605244"/>
</p:tagLst>
</file>

<file path=ppt/tags/tag579.xml><?xml version="1.0" encoding="utf-8"?>
<p:tagLst xmlns:a="http://schemas.openxmlformats.org/drawingml/2006/main" xmlns:r="http://schemas.openxmlformats.org/officeDocument/2006/relationships" xmlns:p="http://schemas.openxmlformats.org/presentationml/2006/main">
  <p:tag name="EMFCHILD" val="True"/>
  <p:tag name="ORIGINALHEIGHT" val="3,172009"/>
  <p:tag name="ORIGINALWIDTH" val="3,580929"/>
</p:tagLst>
</file>

<file path=ppt/tags/tag580.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160925"/>
</p:tagLst>
</file>

<file path=ppt/tags/tag581.xml><?xml version="1.0" encoding="utf-8"?>
<p:tagLst xmlns:a="http://schemas.openxmlformats.org/drawingml/2006/main" xmlns:r="http://schemas.openxmlformats.org/officeDocument/2006/relationships" xmlns:p="http://schemas.openxmlformats.org/presentationml/2006/main">
  <p:tag name="EMFCHILD" val="True"/>
  <p:tag name="ORIGINALHEIGHT" val="3,484007"/>
  <p:tag name="ORIGINALWIDTH" val="1,543523"/>
</p:tagLst>
</file>

<file path=ppt/tags/tag582.xml><?xml version="1.0" encoding="utf-8"?>
<p:tagLst xmlns:a="http://schemas.openxmlformats.org/drawingml/2006/main" xmlns:r="http://schemas.openxmlformats.org/officeDocument/2006/relationships" xmlns:p="http://schemas.openxmlformats.org/presentationml/2006/main">
  <p:tag name="EMFCHILD" val="True"/>
  <p:tag name="ORIGINALHEIGHT" val="3,588007"/>
  <p:tag name="ORIGINALWIDTH" val="2,593087"/>
</p:tagLst>
</file>

<file path=ppt/tags/tag583.xml><?xml version="1.0" encoding="utf-8"?>
<p:tagLst xmlns:a="http://schemas.openxmlformats.org/drawingml/2006/main" xmlns:r="http://schemas.openxmlformats.org/officeDocument/2006/relationships" xmlns:p="http://schemas.openxmlformats.org/presentationml/2006/main">
  <p:tag name="EMFCHILD" val="True"/>
  <p:tag name="ORIGINALHEIGHT" val="3,588007"/>
  <p:tag name="ORIGINALWIDTH" val="2,778327"/>
</p:tagLst>
</file>

<file path=ppt/tags/tag584.xml><?xml version="1.0" encoding="utf-8"?>
<p:tagLst xmlns:a="http://schemas.openxmlformats.org/drawingml/2006/main" xmlns:r="http://schemas.openxmlformats.org/officeDocument/2006/relationships" xmlns:p="http://schemas.openxmlformats.org/presentationml/2006/main">
  <p:tag name="EMFCHILD" val="True"/>
  <p:tag name="ORIGINALHEIGHT" val="5,148003"/>
  <p:tag name="ORIGINALWIDTH" val="1,975685"/>
</p:tagLst>
</file>

<file path=ppt/tags/tag585.xml><?xml version="1.0" encoding="utf-8"?>
<p:tagLst xmlns:a="http://schemas.openxmlformats.org/drawingml/2006/main" xmlns:r="http://schemas.openxmlformats.org/officeDocument/2006/relationships" xmlns:p="http://schemas.openxmlformats.org/presentationml/2006/main">
  <p:tag name="EMFCHILD" val="True"/>
  <p:tag name="ORIGINALHEIGHT" val="3,484007"/>
  <p:tag name="ORIGINALWIDTH" val="3,642689"/>
</p:tagLst>
</file>

<file path=ppt/tags/tag586.xml><?xml version="1.0" encoding="utf-8"?>
<p:tagLst xmlns:a="http://schemas.openxmlformats.org/drawingml/2006/main" xmlns:r="http://schemas.openxmlformats.org/officeDocument/2006/relationships" xmlns:p="http://schemas.openxmlformats.org/presentationml/2006/main">
  <p:tag name="EMFCHILD" val="True"/>
  <p:tag name="ORIGINALHEIGHT" val="2,287994"/>
  <p:tag name="ORIGINALWIDTH" val="2,160925"/>
</p:tagLst>
</file>

<file path=ppt/tags/tag587.xml><?xml version="1.0" encoding="utf-8"?>
<p:tagLst xmlns:a="http://schemas.openxmlformats.org/drawingml/2006/main" xmlns:r="http://schemas.openxmlformats.org/officeDocument/2006/relationships" xmlns:p="http://schemas.openxmlformats.org/presentationml/2006/main">
  <p:tag name="EMFCHILD" val="True"/>
  <p:tag name="ORIGINALHEIGHT" val="3,431991"/>
  <p:tag name="ORIGINALWIDTH" val="1,543523"/>
</p:tagLst>
</file>

<file path=ppt/tags/tag588.xml><?xml version="1.0" encoding="utf-8"?>
<p:tagLst xmlns:a="http://schemas.openxmlformats.org/drawingml/2006/main" xmlns:r="http://schemas.openxmlformats.org/officeDocument/2006/relationships" xmlns:p="http://schemas.openxmlformats.org/presentationml/2006/main">
  <p:tag name="EMFCHILD" val="True"/>
  <p:tag name="ORIGINALHEIGHT" val="3,588007"/>
  <p:tag name="ORIGINALWIDTH" val="2,593087"/>
</p:tagLst>
</file>

<file path=ppt/tags/tag589.xml><?xml version="1.0" encoding="utf-8"?>
<p:tagLst xmlns:a="http://schemas.openxmlformats.org/drawingml/2006/main" xmlns:r="http://schemas.openxmlformats.org/officeDocument/2006/relationships" xmlns:p="http://schemas.openxmlformats.org/presentationml/2006/main">
  <p:tag name="EMFCHILD" val="True"/>
  <p:tag name="ORIGINALHEIGHT" val="5,148003"/>
  <p:tag name="ORIGINALWIDTH" val="1,296563"/>
</p:tagLst>
</file>

<file path=ppt/tags/tag590.xml><?xml version="1.0" encoding="utf-8"?>
<p:tagLst xmlns:a="http://schemas.openxmlformats.org/drawingml/2006/main" xmlns:r="http://schemas.openxmlformats.org/officeDocument/2006/relationships" xmlns:p="http://schemas.openxmlformats.org/presentationml/2006/main">
  <p:tag name="EMFCHILD" val="True"/>
  <p:tag name="ORIGINALHEIGHT" val="2,287994"/>
  <p:tag name="ORIGINALWIDTH" val="2,840047"/>
</p:tagLst>
</file>

<file path=ppt/tags/tag591.xml><?xml version="1.0" encoding="utf-8"?>
<p:tagLst xmlns:a="http://schemas.openxmlformats.org/drawingml/2006/main" xmlns:r="http://schemas.openxmlformats.org/officeDocument/2006/relationships" xmlns:p="http://schemas.openxmlformats.org/presentationml/2006/main">
  <p:tag name="EMFCHILD" val="True"/>
  <p:tag name="ORIGINALHEIGHT" val="3,639991"/>
  <p:tag name="ORIGINALWIDTH" val="2,037445"/>
</p:tagLst>
</file>

<file path=ppt/tags/tag592.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593087"/>
</p:tagLst>
</file>

<file path=ppt/tags/tag593.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469606"/>
</p:tagLst>
</file>

<file path=ppt/tags/tag594.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407886"/>
</p:tagLst>
</file>

<file path=ppt/tags/tag595.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531366"/>
</p:tagLst>
</file>

<file path=ppt/tags/tag596.xml><?xml version="1.0" encoding="utf-8"?>
<p:tagLst xmlns:a="http://schemas.openxmlformats.org/drawingml/2006/main" xmlns:r="http://schemas.openxmlformats.org/officeDocument/2006/relationships" xmlns:p="http://schemas.openxmlformats.org/presentationml/2006/main">
  <p:tag name="EMFCHILD" val="True"/>
  <p:tag name="ORIGINALHEIGHT" val="1,508013"/>
  <p:tag name="ORIGINALWIDTH" val="3,70441"/>
</p:tagLst>
</file>

<file path=ppt/tags/tag597.xml><?xml version="1.0" encoding="utf-8"?>
<p:tagLst xmlns:a="http://schemas.openxmlformats.org/drawingml/2006/main" xmlns:r="http://schemas.openxmlformats.org/officeDocument/2006/relationships" xmlns:p="http://schemas.openxmlformats.org/presentationml/2006/main">
  <p:tag name="EMFCHILD" val="True"/>
  <p:tag name="ORIGINALHEIGHT" val="2,65201"/>
  <p:tag name="ORIGINALWIDTH" val="1,234803"/>
</p:tagLst>
</file>

<file path=ppt/tags/tag598.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469606"/>
</p:tagLst>
</file>

<file path=ppt/tags/tag599.xml><?xml version="1.0" encoding="utf-8"?>
<p:tagLst xmlns:a="http://schemas.openxmlformats.org/drawingml/2006/main" xmlns:r="http://schemas.openxmlformats.org/officeDocument/2006/relationships" xmlns:p="http://schemas.openxmlformats.org/presentationml/2006/main">
  <p:tag name="EMFCHILD" val="True"/>
  <p:tag name="ORIGINALHEIGHT" val="3,639991"/>
  <p:tag name="ORIGINALWIDTH" val="2,531366"/>
</p:tagLst>
</file>

<file path=ppt/tags/tag600.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099165"/>
</p:tagLst>
</file>

<file path=ppt/tags/tag601.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160925"/>
</p:tagLst>
</file>

<file path=ppt/tags/tag602.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593087"/>
</p:tagLst>
</file>

<file path=ppt/tags/tag603.xml><?xml version="1.0" encoding="utf-8"?>
<p:tagLst xmlns:a="http://schemas.openxmlformats.org/drawingml/2006/main" xmlns:r="http://schemas.openxmlformats.org/officeDocument/2006/relationships" xmlns:p="http://schemas.openxmlformats.org/presentationml/2006/main">
  <p:tag name="EMFCHILD" val="True"/>
  <p:tag name="ORIGINALHEIGHT" val="2,65201"/>
  <p:tag name="ORIGINALWIDTH" val="1,234803"/>
</p:tagLst>
</file>

<file path=ppt/tags/tag604.xml><?xml version="1.0" encoding="utf-8"?>
<p:tagLst xmlns:a="http://schemas.openxmlformats.org/drawingml/2006/main" xmlns:r="http://schemas.openxmlformats.org/officeDocument/2006/relationships" xmlns:p="http://schemas.openxmlformats.org/presentationml/2006/main">
  <p:tag name="EMFCHILD" val="True"/>
  <p:tag name="ORIGINALHEIGHT" val="5,148003"/>
  <p:tag name="ORIGINALWIDTH" val="1,296563"/>
</p:tagLst>
</file>

<file path=ppt/tags/tag605.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160925"/>
</p:tagLst>
</file>

<file path=ppt/tags/tag606.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2,346126"/>
</p:tagLst>
</file>

<file path=ppt/tags/tag607.xml><?xml version="1.0" encoding="utf-8"?>
<p:tagLst xmlns:a="http://schemas.openxmlformats.org/drawingml/2006/main" xmlns:r="http://schemas.openxmlformats.org/officeDocument/2006/relationships" xmlns:p="http://schemas.openxmlformats.org/presentationml/2006/main">
  <p:tag name="EMFCHILD" val="True"/>
  <p:tag name="ORIGINALHEIGHT" val="3,588007"/>
  <p:tag name="ORIGINALWIDTH" val="1,111323"/>
</p:tagLst>
</file>

<file path=ppt/tags/tag608.xml><?xml version="1.0" encoding="utf-8"?>
<p:tagLst xmlns:a="http://schemas.openxmlformats.org/drawingml/2006/main" xmlns:r="http://schemas.openxmlformats.org/officeDocument/2006/relationships" xmlns:p="http://schemas.openxmlformats.org/presentationml/2006/main">
  <p:tag name="EMFCHILD" val="True"/>
  <p:tag name="ORIGINALHEIGHT" val="2,340011"/>
  <p:tag name="ORIGINALWIDTH" val="3,087008"/>
</p:tagLst>
</file>

<file path=ppt/tags/tag609.xml><?xml version="1.0" encoding="utf-8"?>
<p:tagLst xmlns:a="http://schemas.openxmlformats.org/drawingml/2006/main" xmlns:r="http://schemas.openxmlformats.org/officeDocument/2006/relationships" xmlns:p="http://schemas.openxmlformats.org/presentationml/2006/main">
  <p:tag name="EMFCHILD" val="True"/>
  <p:tag name="ORIGINALHEIGHT" val="5,148003"/>
  <p:tag name="ORIGINALWIDTH" val="1,296563"/>
</p:tagLst>
</file>

<file path=ppt/tags/tag610.xml><?xml version="1.0" encoding="utf-8"?>
<p:tagLst xmlns:a="http://schemas.openxmlformats.org/drawingml/2006/main" xmlns:r="http://schemas.openxmlformats.org/officeDocument/2006/relationships" xmlns:p="http://schemas.openxmlformats.org/presentationml/2006/main">
  <p:tag name="EMFCHILD" val="True"/>
  <p:tag name="ORIGINALHEIGHT" val="5,148003"/>
  <p:tag name="ORIGINALWIDTH" val="1,296563"/>
</p:tagLst>
</file>

<file path=ppt/tags/tag611.xml><?xml version="1.0" encoding="utf-8"?>
<p:tagLst xmlns:a="http://schemas.openxmlformats.org/drawingml/2006/main" xmlns:r="http://schemas.openxmlformats.org/officeDocument/2006/relationships" xmlns:p="http://schemas.openxmlformats.org/presentationml/2006/main">
  <p:tag name="EMFCHILD" val="True"/>
  <p:tag name="ORIGINALHEIGHT" val="5,148003"/>
  <p:tag name="ORIGINALWIDTH" val="1,975685"/>
</p:tagLst>
</file>

<file path=ppt/tags/tag612.xml><?xml version="1.0" encoding="utf-8"?>
<p:tagLst xmlns:a="http://schemas.openxmlformats.org/drawingml/2006/main" xmlns:r="http://schemas.openxmlformats.org/officeDocument/2006/relationships" xmlns:p="http://schemas.openxmlformats.org/presentationml/2006/main">
  <p:tag name="EMFCHILD" val="True"/>
  <p:tag name="ORIGINALHEIGHT" val="7,175982"/>
  <p:tag name="ORIGINALWIDTH" val="1,667004"/>
</p:tagLst>
</file>

<file path=ppt/tags/tag613.xml><?xml version="1.0" encoding="utf-8"?>
<p:tagLst xmlns:a="http://schemas.openxmlformats.org/drawingml/2006/main" xmlns:r="http://schemas.openxmlformats.org/officeDocument/2006/relationships" xmlns:p="http://schemas.openxmlformats.org/presentationml/2006/main">
  <p:tag name="EMFCHILD" val="True"/>
  <p:tag name="ORIGINALHEIGHT" val="3,223992"/>
  <p:tag name="ORIGINALWIDTH" val="2,901807"/>
</p:tagLst>
</file>

<file path=ppt/tags/tag614.xml><?xml version="1.0" encoding="utf-8"?>
<p:tagLst xmlns:a="http://schemas.openxmlformats.org/drawingml/2006/main" xmlns:r="http://schemas.openxmlformats.org/officeDocument/2006/relationships" xmlns:p="http://schemas.openxmlformats.org/presentationml/2006/main">
  <p:tag name="EMFCHILD" val="True"/>
  <p:tag name="ORIGINALHEIGHT" val="3,223992"/>
  <p:tag name="ORIGINALWIDTH" val="2,654846"/>
</p:tagLst>
</file>

<file path=ppt/tags/tag615.xml><?xml version="1.0" encoding="utf-8"?>
<p:tagLst xmlns:a="http://schemas.openxmlformats.org/drawingml/2006/main" xmlns:r="http://schemas.openxmlformats.org/officeDocument/2006/relationships" xmlns:p="http://schemas.openxmlformats.org/presentationml/2006/main">
  <p:tag name="EMFCHILD" val="True"/>
  <p:tag name="ORIGINALHEIGHT" val="3,223992"/>
  <p:tag name="ORIGINALWIDTH" val="2,840047"/>
</p:tagLst>
</file>

<file path=ppt/tags/tag616.xml><?xml version="1.0" encoding="utf-8"?>
<p:tagLst xmlns:a="http://schemas.openxmlformats.org/drawingml/2006/main" xmlns:r="http://schemas.openxmlformats.org/officeDocument/2006/relationships" xmlns:p="http://schemas.openxmlformats.org/presentationml/2006/main">
  <p:tag name="EMFCHILD" val="True"/>
  <p:tag name="ORIGINALHEIGHT" val="3,223992"/>
  <p:tag name="ORIGINALWIDTH" val="2,654846"/>
</p:tagLst>
</file>

<file path=ppt/tags/tag617.xml><?xml version="1.0" encoding="utf-8"?>
<p:tagLst xmlns:a="http://schemas.openxmlformats.org/drawingml/2006/main" xmlns:r="http://schemas.openxmlformats.org/officeDocument/2006/relationships" xmlns:p="http://schemas.openxmlformats.org/presentationml/2006/main">
  <p:tag name="EMFCHILD" val="True"/>
  <p:tag name="ORIGINALHEIGHT" val="3,223992"/>
  <p:tag name="ORIGINALWIDTH" val="2,901807"/>
</p:tagLst>
</file>

<file path=ppt/tags/tag618.xml><?xml version="1.0" encoding="utf-8"?>
<p:tagLst xmlns:a="http://schemas.openxmlformats.org/drawingml/2006/main" xmlns:r="http://schemas.openxmlformats.org/officeDocument/2006/relationships" xmlns:p="http://schemas.openxmlformats.org/presentationml/2006/main">
  <p:tag name="EMFCHILD" val="True"/>
  <p:tag name="ORIGINALHEIGHT" val="3,276008"/>
  <p:tag name="ORIGINALWIDTH" val="3,025287"/>
</p:tagLst>
</file>

<file path=ppt/tags/tag619.xml><?xml version="1.0" encoding="utf-8"?>
<p:tagLst xmlns:a="http://schemas.openxmlformats.org/drawingml/2006/main" xmlns:r="http://schemas.openxmlformats.org/officeDocument/2006/relationships" xmlns:p="http://schemas.openxmlformats.org/presentationml/2006/main">
  <p:tag name="EMFCHILD" val="True"/>
  <p:tag name="ORIGINALHEIGHT" val="3,223992"/>
  <p:tag name="ORIGINALWIDTH" val="3,148768"/>
</p:tagLst>
</file>

<file path=ppt/tags/tag620.xml><?xml version="1.0" encoding="utf-8"?>
<p:tagLst xmlns:a="http://schemas.openxmlformats.org/drawingml/2006/main" xmlns:r="http://schemas.openxmlformats.org/officeDocument/2006/relationships" xmlns:p="http://schemas.openxmlformats.org/presentationml/2006/main">
  <p:tag name="EMFCHILD" val="True"/>
  <p:tag name="ORIGINALHEIGHT" val="3,223992"/>
  <p:tag name="ORIGINALWIDTH" val="2,654846"/>
</p:tagLst>
</file>

<file path=ppt/tags/tag621.xml><?xml version="1.0" encoding="utf-8"?>
<p:tagLst xmlns:a="http://schemas.openxmlformats.org/drawingml/2006/main" xmlns:r="http://schemas.openxmlformats.org/officeDocument/2006/relationships" xmlns:p="http://schemas.openxmlformats.org/presentationml/2006/main">
  <p:tag name="EMFCHILD" val="True"/>
  <p:tag name="ORIGINALHEIGHT" val="4,836004"/>
  <p:tag name="ORIGINALWIDTH" val="1,852205"/>
</p:tagLst>
</file>

<file path=ppt/tags/tag622.xml><?xml version="1.0" encoding="utf-8"?>
<p:tagLst xmlns:a="http://schemas.openxmlformats.org/drawingml/2006/main" xmlns:r="http://schemas.openxmlformats.org/officeDocument/2006/relationships" xmlns:p="http://schemas.openxmlformats.org/presentationml/2006/main">
  <p:tag name="EMFCHILD" val="True"/>
  <p:tag name="ORIGINALHEIGHT" val="6,239984"/>
  <p:tag name="ORIGINALWIDTH" val="2,716567"/>
</p:tagLst>
</file>

<file path=ppt/tags/tag623.xml><?xml version="1.0" encoding="utf-8"?>
<p:tagLst xmlns:a="http://schemas.openxmlformats.org/drawingml/2006/main" xmlns:r="http://schemas.openxmlformats.org/officeDocument/2006/relationships" xmlns:p="http://schemas.openxmlformats.org/presentationml/2006/main">
  <p:tag name="EMFCHILD" val="True"/>
  <p:tag name="ORIGINALHEIGHT" val="3,223992"/>
  <p:tag name="ORIGINALWIDTH" val="3,148768"/>
</p:tagLst>
</file>

<file path=ppt/tags/tag624.xml><?xml version="1.0" encoding="utf-8"?>
<p:tagLst xmlns:a="http://schemas.openxmlformats.org/drawingml/2006/main" xmlns:r="http://schemas.openxmlformats.org/officeDocument/2006/relationships" xmlns:p="http://schemas.openxmlformats.org/presentationml/2006/main">
  <p:tag name="EMFCHILD" val="True"/>
  <p:tag name="ORIGINALHEIGHT" val="7,175982"/>
  <p:tag name="ORIGINALWIDTH" val="1,605244"/>
</p:tagLst>
</file>

<file path=ppt/tags/tag625.xml><?xml version="1.0" encoding="utf-8"?>
<p:tagLst xmlns:a="http://schemas.openxmlformats.org/drawingml/2006/main" xmlns:r="http://schemas.openxmlformats.org/officeDocument/2006/relationships" xmlns:p="http://schemas.openxmlformats.org/presentationml/2006/main">
  <p:tag name="EMFCHILD" val="True"/>
  <p:tag name="ORIGINALHEIGHT" val="7,175982"/>
  <p:tag name="ORIGINALWIDTH" val="1,605244"/>
</p:tagLst>
</file>

<file path=ppt/tags/tag626.xml><?xml version="1.0" encoding="utf-8"?>
<p:tagLst xmlns:a="http://schemas.openxmlformats.org/drawingml/2006/main" xmlns:r="http://schemas.openxmlformats.org/officeDocument/2006/relationships" xmlns:p="http://schemas.openxmlformats.org/presentationml/2006/main">
  <p:tag name="EMFCHILD" val="True"/>
  <p:tag name="ORIGINALHEIGHT" val="7,175982"/>
  <p:tag name="ORIGINALWIDTH" val="2,469606"/>
</p:tagLst>
</file>

<file path=ppt/tags/tag627.xml><?xml version="1.0" encoding="utf-8"?>
<p:tagLst xmlns:a="http://schemas.openxmlformats.org/drawingml/2006/main" xmlns:r="http://schemas.openxmlformats.org/officeDocument/2006/relationships" xmlns:p="http://schemas.openxmlformats.org/presentationml/2006/main">
  <p:tag name="EMFCHILD" val="True"/>
  <p:tag name="ORIGINALHEIGHT" val="10,24399"/>
  <p:tag name="ORIGINALWIDTH" val="2,099165"/>
</p:tagLst>
</file>

<file path=ppt/tags/tag628.xml><?xml version="1.0" encoding="utf-8"?>
<p:tagLst xmlns:a="http://schemas.openxmlformats.org/drawingml/2006/main" xmlns:r="http://schemas.openxmlformats.org/officeDocument/2006/relationships" xmlns:p="http://schemas.openxmlformats.org/presentationml/2006/main">
  <p:tag name="EMFCHILD" val="True"/>
  <p:tag name="ORIGINALHEIGHT" val="8,891994"/>
  <p:tag name="ORIGINALWIDTH" val="3,642689"/>
</p:tagLst>
</file>

<file path=ppt/tags/tag629.xml><?xml version="1.0" encoding="utf-8"?>
<p:tagLst xmlns:a="http://schemas.openxmlformats.org/drawingml/2006/main" xmlns:r="http://schemas.openxmlformats.org/officeDocument/2006/relationships" xmlns:p="http://schemas.openxmlformats.org/presentationml/2006/main">
  <p:tag name="EMFCHILD" val="True"/>
  <p:tag name="ORIGINALHEIGHT" val="4,628005"/>
  <p:tag name="ORIGINALWIDTH" val="4,074851"/>
</p:tagLst>
</file>

<file path=ppt/tags/tag630.xml><?xml version="1.0" encoding="utf-8"?>
<p:tagLst xmlns:a="http://schemas.openxmlformats.org/drawingml/2006/main" xmlns:r="http://schemas.openxmlformats.org/officeDocument/2006/relationships" xmlns:p="http://schemas.openxmlformats.org/presentationml/2006/main">
  <p:tag name="EMFCHILD" val="True"/>
  <p:tag name="ORIGINALHEIGHT" val="7,227998"/>
  <p:tag name="ORIGINALWIDTH" val="4,198331"/>
</p:tagLst>
</file>

<file path=ppt/tags/tag631.xml><?xml version="1.0" encoding="utf-8"?>
<p:tagLst xmlns:a="http://schemas.openxmlformats.org/drawingml/2006/main" xmlns:r="http://schemas.openxmlformats.org/officeDocument/2006/relationships" xmlns:p="http://schemas.openxmlformats.org/presentationml/2006/main">
  <p:tag name="EMFCHILD" val="True"/>
  <p:tag name="ORIGINALHEIGHT" val="4,628005"/>
  <p:tag name="ORIGINALWIDTH" val="3,580929"/>
</p:tagLst>
</file>

<file path=ppt/tags/tag632.xml><?xml version="1.0" encoding="utf-8"?>
<p:tagLst xmlns:a="http://schemas.openxmlformats.org/drawingml/2006/main" xmlns:r="http://schemas.openxmlformats.org/officeDocument/2006/relationships" xmlns:p="http://schemas.openxmlformats.org/presentationml/2006/main">
  <p:tag name="EMFCHILD" val="True"/>
  <p:tag name="ORIGINALHEIGHT" val="4,628005"/>
  <p:tag name="ORIGINALWIDTH" val="4,074851"/>
</p:tagLst>
</file>

<file path=ppt/tags/tag633.xml><?xml version="1.0" encoding="utf-8"?>
<p:tagLst xmlns:a="http://schemas.openxmlformats.org/drawingml/2006/main" xmlns:r="http://schemas.openxmlformats.org/officeDocument/2006/relationships" xmlns:p="http://schemas.openxmlformats.org/presentationml/2006/main">
  <p:tag name="EMFCHILD" val="True"/>
  <p:tag name="ORIGINALHEIGHT" val="7,227998"/>
  <p:tag name="ORIGINALWIDTH" val="1,913964"/>
</p:tagLst>
</file>

<file path=ppt/tags/tag634.xml><?xml version="1.0" encoding="utf-8"?>
<p:tagLst xmlns:a="http://schemas.openxmlformats.org/drawingml/2006/main" xmlns:r="http://schemas.openxmlformats.org/officeDocument/2006/relationships" xmlns:p="http://schemas.openxmlformats.org/presentationml/2006/main">
  <p:tag name="EMFCHILD" val="True"/>
  <p:tag name="ORIGINALHEIGHT" val="4,628005"/>
  <p:tag name="ORIGINALWIDTH" val="3,395728"/>
</p:tagLst>
</file>

<file path=ppt/tags/tag635.xml><?xml version="1.0" encoding="utf-8"?>
<p:tagLst xmlns:a="http://schemas.openxmlformats.org/drawingml/2006/main" xmlns:r="http://schemas.openxmlformats.org/officeDocument/2006/relationships" xmlns:p="http://schemas.openxmlformats.org/presentationml/2006/main">
  <p:tag name="EMFCHILD" val="True"/>
  <p:tag name="ORIGINALHEIGHT" val="4,628005"/>
  <p:tag name="ORIGINALWIDTH" val="3,457449"/>
</p:tagLst>
</file>

<file path=ppt/tags/tag636.xml><?xml version="1.0" encoding="utf-8"?>
<p:tagLst xmlns:a="http://schemas.openxmlformats.org/drawingml/2006/main" xmlns:r="http://schemas.openxmlformats.org/officeDocument/2006/relationships" xmlns:p="http://schemas.openxmlformats.org/presentationml/2006/main">
  <p:tag name="EMFCHILD" val="True"/>
  <p:tag name="ORIGINALHEIGHT" val="10,24399"/>
  <p:tag name="ORIGINALWIDTH" val="2,099165"/>
</p:tagLst>
</file>

<file path=ppt/tags/tag637.xml><?xml version="1.0" encoding="utf-8"?>
<p:tagLst xmlns:a="http://schemas.openxmlformats.org/drawingml/2006/main" xmlns:r="http://schemas.openxmlformats.org/officeDocument/2006/relationships" xmlns:p="http://schemas.openxmlformats.org/presentationml/2006/main">
  <p:tag name="EMFCHILD" val="True"/>
  <p:tag name="ORIGINALHEIGHT" val="10,24399"/>
  <p:tag name="ORIGINALWIDTH" val="2,099165"/>
</p:tagLst>
</file>

<file path=ppt/tags/tag638.xml><?xml version="1.0" encoding="utf-8"?>
<p:tagLst xmlns:a="http://schemas.openxmlformats.org/drawingml/2006/main" xmlns:r="http://schemas.openxmlformats.org/officeDocument/2006/relationships" xmlns:p="http://schemas.openxmlformats.org/presentationml/2006/main">
  <p:tag name="BITMAPVECTOR" val="1"/>
  <p:tag name="FILENAME" val=""/>
  <p:tag name="IGUANATEXCURSOR" val="104"/>
  <p:tag name="IGUANATEXSIZE" val="20"/>
  <p:tag name="LATEXADDIN" val="\documentclass{article}&#10;\usepackage{amsmath}&#10;\usepackage{amssymb}&#10;\pagestyle{empty}&#10;\begin{document}&#10;&#10;$\Pi_{ime}(\Pi_{jid, cid}(Rezervacija)/\Pi_{cid}(Coln)\underset{jid}{\bowtie} Jadralec)$&#10;&#10;&#10;\end{document}"/>
  <p:tag name="LATEXENGINEID" val="0"/>
  <p:tag name="LATEXFORMHEIGHT" val="279,75"/>
  <p:tag name="LATEXFORMWIDTH" val="384"/>
  <p:tag name="LATEXFORMWRAP" val="True"/>
  <p:tag name="ORIGINALHEIGHT" val="15,76364"/>
  <p:tag name="ORIGINALWIDTH" val="204,9567"/>
  <p:tag name="TEMPFOLDER" val="c:\temp\"/>
  <p:tag name="TRANSPARENCY" val="True"/>
</p:tagLst>
</file>

<file path=ppt/tags/tag639.xml><?xml version="1.0" encoding="utf-8"?>
<p:tagLst xmlns:a="http://schemas.openxmlformats.org/drawingml/2006/main" xmlns:r="http://schemas.openxmlformats.org/officeDocument/2006/relationships" xmlns:p="http://schemas.openxmlformats.org/presentationml/2006/main">
  <p:tag name="BITMAPVECTOR" val="1"/>
  <p:tag name="EMFCHILD" val="True"/>
  <p:tag name="FILENAME" val=""/>
  <p:tag name="IGUANATEXCURSOR" val="104"/>
  <p:tag name="IGUANATEXSIZE" val="20"/>
  <p:tag name="LATEXADDIN" val="\documentclass{article}&#10;\usepackage{amsmath}&#10;\usepackage{amssymb}&#10;\pagestyle{empty}&#10;\begin{document}&#10;&#10;$\Pi_{ime}(\Pi_{jid, cid}(Rezervacija)/\Pi_{cid}(Coln)\underset{jid}{\bowtie} Jadralec)$&#10;&#10;&#10;\end{document}"/>
  <p:tag name="LATEXENGINEID" val="0"/>
  <p:tag name="LATEXFORMHEIGHT" val="279,75"/>
  <p:tag name="LATEXFORMWIDTH" val="384"/>
  <p:tag name="LATEXFORMWRAP" val="True"/>
  <p:tag name="ORIGINALHEIGHT" val="6,927263"/>
  <p:tag name="ORIGINALWIDTH" val="6,024504"/>
  <p:tag name="TEMPFOLDER" val="c:\temp\"/>
  <p:tag name="TRANSPARENCY" val="True"/>
</p:tagLst>
</file>

<file path=ppt/tags/tag640.xml><?xml version="1.0" encoding="utf-8"?>
<p:tagLst xmlns:a="http://schemas.openxmlformats.org/drawingml/2006/main" xmlns:r="http://schemas.openxmlformats.org/officeDocument/2006/relationships" xmlns:p="http://schemas.openxmlformats.org/presentationml/2006/main">
  <p:tag name="EMFCHILD" val="True"/>
  <p:tag name="ORIGINALHEIGHT" val="4,800005"/>
  <p:tag name="ORIGINALWIDTH" val="1,92537"/>
</p:tagLst>
</file>

<file path=ppt/tags/tag641.xml><?xml version="1.0" encoding="utf-8"?>
<p:tagLst xmlns:a="http://schemas.openxmlformats.org/drawingml/2006/main" xmlns:r="http://schemas.openxmlformats.org/officeDocument/2006/relationships" xmlns:p="http://schemas.openxmlformats.org/presentationml/2006/main">
  <p:tag name="EMFCHILD" val="True"/>
  <p:tag name="ORIGINALHEIGHT" val="3,218168"/>
  <p:tag name="ORIGINALWIDTH" val="5,713944"/>
</p:tagLst>
</file>

<file path=ppt/tags/tag642.xml><?xml version="1.0" encoding="utf-8"?>
<p:tagLst xmlns:a="http://schemas.openxmlformats.org/drawingml/2006/main" xmlns:r="http://schemas.openxmlformats.org/officeDocument/2006/relationships" xmlns:p="http://schemas.openxmlformats.org/presentationml/2006/main">
  <p:tag name="EMFCHILD" val="True"/>
  <p:tag name="ORIGINALHEIGHT" val="3,218168"/>
  <p:tag name="ORIGINALWIDTH" val="2,670667"/>
</p:tagLst>
</file>

<file path=ppt/tags/tag643.xml><?xml version="1.0" encoding="utf-8"?>
<p:tagLst xmlns:a="http://schemas.openxmlformats.org/drawingml/2006/main" xmlns:r="http://schemas.openxmlformats.org/officeDocument/2006/relationships" xmlns:p="http://schemas.openxmlformats.org/presentationml/2006/main">
  <p:tag name="EMFCHILD" val="True"/>
  <p:tag name="ORIGINALHEIGHT" val="10,19999"/>
  <p:tag name="ORIGINALWIDTH" val="2,049587"/>
</p:tagLst>
</file>

<file path=ppt/tags/tag644.xml><?xml version="1.0" encoding="utf-8"?>
<p:tagLst xmlns:a="http://schemas.openxmlformats.org/drawingml/2006/main" xmlns:r="http://schemas.openxmlformats.org/officeDocument/2006/relationships" xmlns:p="http://schemas.openxmlformats.org/presentationml/2006/main">
  <p:tag name="EMFCHILD" val="True"/>
  <p:tag name="ORIGINALHEIGHT" val="6,927263"/>
  <p:tag name="ORIGINALWIDTH" val="6,024504"/>
</p:tagLst>
</file>

<file path=ppt/tags/tag645.xml><?xml version="1.0" encoding="utf-8"?>
<p:tagLst xmlns:a="http://schemas.openxmlformats.org/drawingml/2006/main" xmlns:r="http://schemas.openxmlformats.org/officeDocument/2006/relationships" xmlns:p="http://schemas.openxmlformats.org/presentationml/2006/main">
  <p:tag name="EMFCHILD" val="True"/>
  <p:tag name="ORIGINALHEIGHT" val="6,218189"/>
  <p:tag name="ORIGINALWIDTH" val="2,732756"/>
</p:tagLst>
</file>

<file path=ppt/tags/tag646.xml><?xml version="1.0" encoding="utf-8"?>
<p:tagLst xmlns:a="http://schemas.openxmlformats.org/drawingml/2006/main" xmlns:r="http://schemas.openxmlformats.org/officeDocument/2006/relationships" xmlns:p="http://schemas.openxmlformats.org/presentationml/2006/main">
  <p:tag name="EMFCHILD" val="True"/>
  <p:tag name="ORIGINALHEIGHT" val="4,800005"/>
  <p:tag name="ORIGINALWIDTH" val="1,863243"/>
</p:tagLst>
</file>

<file path=ppt/tags/tag647.xml><?xml version="1.0" encoding="utf-8"?>
<p:tagLst xmlns:a="http://schemas.openxmlformats.org/drawingml/2006/main" xmlns:r="http://schemas.openxmlformats.org/officeDocument/2006/relationships" xmlns:p="http://schemas.openxmlformats.org/presentationml/2006/main">
  <p:tag name="EMFCHILD" val="True"/>
  <p:tag name="ORIGINALHEIGHT" val="5,018188"/>
  <p:tag name="ORIGINALWIDTH" val="3,167532"/>
</p:tagLst>
</file>

<file path=ppt/tags/tag648.xml><?xml version="1.0" encoding="utf-8"?>
<p:tagLst xmlns:a="http://schemas.openxmlformats.org/drawingml/2006/main" xmlns:r="http://schemas.openxmlformats.org/officeDocument/2006/relationships" xmlns:p="http://schemas.openxmlformats.org/presentationml/2006/main">
  <p:tag name="EMFCHILD" val="True"/>
  <p:tag name="ORIGINALHEIGHT" val="2,181821"/>
  <p:tag name="ORIGINALWIDTH" val="0,8074247"/>
</p:tagLst>
</file>

<file path=ppt/tags/tag649.xml><?xml version="1.0" encoding="utf-8"?>
<p:tagLst xmlns:a="http://schemas.openxmlformats.org/drawingml/2006/main" xmlns:r="http://schemas.openxmlformats.org/officeDocument/2006/relationships" xmlns:p="http://schemas.openxmlformats.org/presentationml/2006/main">
  <p:tag name="EMFCHILD" val="True"/>
  <p:tag name="ORIGINALHEIGHT" val="3,218168"/>
  <p:tag name="ORIGINALWIDTH" val="2,670667"/>
</p:tagLst>
</file>

<file path=ppt/tags/tag650.xml><?xml version="1.0" encoding="utf-8"?>
<p:tagLst xmlns:a="http://schemas.openxmlformats.org/drawingml/2006/main" xmlns:r="http://schemas.openxmlformats.org/officeDocument/2006/relationships" xmlns:p="http://schemas.openxmlformats.org/presentationml/2006/main">
  <p:tag name="EMFCHILD" val="True"/>
  <p:tag name="ORIGINALHEIGHT" val="4,800005"/>
  <p:tag name="ORIGINALWIDTH" val="1,92537"/>
</p:tagLst>
</file>

<file path=ppt/tags/tag651.xml><?xml version="1.0" encoding="utf-8"?>
<p:tagLst xmlns:a="http://schemas.openxmlformats.org/drawingml/2006/main" xmlns:r="http://schemas.openxmlformats.org/officeDocument/2006/relationships" xmlns:p="http://schemas.openxmlformats.org/presentationml/2006/main">
  <p:tag name="EMFCHILD" val="True"/>
  <p:tag name="ORIGINALHEIGHT" val="5,018188"/>
  <p:tag name="ORIGINALWIDTH" val="3,167532"/>
</p:tagLst>
</file>

<file path=ppt/tags/tag652.xml><?xml version="1.0" encoding="utf-8"?>
<p:tagLst xmlns:a="http://schemas.openxmlformats.org/drawingml/2006/main" xmlns:r="http://schemas.openxmlformats.org/officeDocument/2006/relationships" xmlns:p="http://schemas.openxmlformats.org/presentationml/2006/main">
  <p:tag name="EMFCHILD" val="True"/>
  <p:tag name="ORIGINALHEIGHT" val="10,19999"/>
  <p:tag name="ORIGINALWIDTH" val="2,049587"/>
</p:tagLst>
</file>

<file path=ppt/tags/tag653.xml><?xml version="1.0" encoding="utf-8"?>
<p:tagLst xmlns:a="http://schemas.openxmlformats.org/drawingml/2006/main" xmlns:r="http://schemas.openxmlformats.org/officeDocument/2006/relationships" xmlns:p="http://schemas.openxmlformats.org/presentationml/2006/main">
  <p:tag name="EMFCHILD" val="True"/>
  <p:tag name="ORIGINALHEIGHT" val="7,200008"/>
  <p:tag name="ORIGINALWIDTH" val="6,335024"/>
</p:tagLst>
</file>

<file path=ppt/tags/tag654.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415964"/>
</p:tagLst>
</file>

<file path=ppt/tags/tag655.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788613"/>
</p:tagLst>
</file>

<file path=ppt/tags/tag656.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415964"/>
</p:tagLst>
</file>

<file path=ppt/tags/tag657.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602269"/>
</p:tagLst>
</file>

<file path=ppt/tags/tag658.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912829"/>
</p:tagLst>
</file>

<file path=ppt/tags/tag659.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4,037045"/>
</p:tagLst>
</file>

<file path=ppt/tags/tag660.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415964"/>
</p:tagLst>
</file>

<file path=ppt/tags/tag661.xml><?xml version="1.0" encoding="utf-8"?>
<p:tagLst xmlns:a="http://schemas.openxmlformats.org/drawingml/2006/main" xmlns:r="http://schemas.openxmlformats.org/officeDocument/2006/relationships" xmlns:p="http://schemas.openxmlformats.org/presentationml/2006/main">
  <p:tag name="EMFCHILD" val="True"/>
  <p:tag name="ORIGINALHEIGHT" val="6,872735"/>
  <p:tag name="ORIGINALWIDTH" val="2,298019"/>
</p:tagLst>
</file>

<file path=ppt/tags/tag662.xml><?xml version="1.0" encoding="utf-8"?>
<p:tagLst xmlns:a="http://schemas.openxmlformats.org/drawingml/2006/main" xmlns:r="http://schemas.openxmlformats.org/officeDocument/2006/relationships" xmlns:p="http://schemas.openxmlformats.org/presentationml/2006/main">
  <p:tag name="EMFCHILD" val="True"/>
  <p:tag name="ORIGINALHEIGHT" val="8,836373"/>
  <p:tag name="ORIGINALWIDTH" val="3,602269"/>
</p:tagLst>
</file>

<file path=ppt/tags/tag663.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4,099133"/>
</p:tagLst>
</file>

<file path=ppt/tags/tag664.xml><?xml version="1.0" encoding="utf-8"?>
<p:tagLst xmlns:a="http://schemas.openxmlformats.org/drawingml/2006/main" xmlns:r="http://schemas.openxmlformats.org/officeDocument/2006/relationships" xmlns:p="http://schemas.openxmlformats.org/presentationml/2006/main">
  <p:tag name="EMFCHILD" val="True"/>
  <p:tag name="ORIGINALHEIGHT" val="10,19999"/>
  <p:tag name="ORIGINALWIDTH" val="2,049587"/>
</p:tagLst>
</file>

<file path=ppt/tags/tag665.xml><?xml version="1.0" encoding="utf-8"?>
<p:tagLst xmlns:a="http://schemas.openxmlformats.org/drawingml/2006/main" xmlns:r="http://schemas.openxmlformats.org/officeDocument/2006/relationships" xmlns:p="http://schemas.openxmlformats.org/presentationml/2006/main">
  <p:tag name="EMFCHILD" val="True"/>
  <p:tag name="ORIGINALHEIGHT" val="10,19999"/>
  <p:tag name="ORIGINALWIDTH" val="3,478053"/>
</p:tagLst>
</file>

<file path=ppt/tags/tag666.xml><?xml version="1.0" encoding="utf-8"?>
<p:tagLst xmlns:a="http://schemas.openxmlformats.org/drawingml/2006/main" xmlns:r="http://schemas.openxmlformats.org/officeDocument/2006/relationships" xmlns:p="http://schemas.openxmlformats.org/presentationml/2006/main">
  <p:tag name="EMFCHILD" val="True"/>
  <p:tag name="ORIGINALHEIGHT" val="6,927263"/>
  <p:tag name="ORIGINALWIDTH" val="6,086592"/>
</p:tagLst>
</file>

<file path=ppt/tags/tag667.xml><?xml version="1.0" encoding="utf-8"?>
<p:tagLst xmlns:a="http://schemas.openxmlformats.org/drawingml/2006/main" xmlns:r="http://schemas.openxmlformats.org/officeDocument/2006/relationships" xmlns:p="http://schemas.openxmlformats.org/presentationml/2006/main">
  <p:tag name="EMFCHILD" val="True"/>
  <p:tag name="ORIGINALHEIGHT" val="3,218168"/>
  <p:tag name="ORIGINALWIDTH" val="2,670667"/>
</p:tagLst>
</file>

<file path=ppt/tags/tag668.xml><?xml version="1.0" encoding="utf-8"?>
<p:tagLst xmlns:a="http://schemas.openxmlformats.org/drawingml/2006/main" xmlns:r="http://schemas.openxmlformats.org/officeDocument/2006/relationships" xmlns:p="http://schemas.openxmlformats.org/presentationml/2006/main">
  <p:tag name="EMFCHILD" val="True"/>
  <p:tag name="ORIGINALHEIGHT" val="4,800005"/>
  <p:tag name="ORIGINALWIDTH" val="1,92537"/>
</p:tagLst>
</file>

<file path=ppt/tags/tag669.xml><?xml version="1.0" encoding="utf-8"?>
<p:tagLst xmlns:a="http://schemas.openxmlformats.org/drawingml/2006/main" xmlns:r="http://schemas.openxmlformats.org/officeDocument/2006/relationships" xmlns:p="http://schemas.openxmlformats.org/presentationml/2006/main">
  <p:tag name="EMFCHILD" val="True"/>
  <p:tag name="ORIGINALHEIGHT" val="5,018188"/>
  <p:tag name="ORIGINALWIDTH" val="3,167532"/>
</p:tagLst>
</file>

<file path=ppt/tags/tag670.xml><?xml version="1.0" encoding="utf-8"?>
<p:tagLst xmlns:a="http://schemas.openxmlformats.org/drawingml/2006/main" xmlns:r="http://schemas.openxmlformats.org/officeDocument/2006/relationships" xmlns:p="http://schemas.openxmlformats.org/presentationml/2006/main">
  <p:tag name="EMFCHILD" val="True"/>
  <p:tag name="ORIGINALHEIGHT" val="10,19999"/>
  <p:tag name="ORIGINALWIDTH" val="2,049587"/>
</p:tagLst>
</file>

<file path=ppt/tags/tag671.xml><?xml version="1.0" encoding="utf-8"?>
<p:tagLst xmlns:a="http://schemas.openxmlformats.org/drawingml/2006/main" xmlns:r="http://schemas.openxmlformats.org/officeDocument/2006/relationships" xmlns:p="http://schemas.openxmlformats.org/presentationml/2006/main">
  <p:tag name="EMFCHILD" val="True"/>
  <p:tag name="ORIGINALHEIGHT" val="7,41819"/>
  <p:tag name="ORIGINALWIDTH" val="6,335024"/>
</p:tagLst>
</file>

<file path=ppt/tags/tag672.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788613"/>
</p:tagLst>
</file>

<file path=ppt/tags/tag673.xml><?xml version="1.0" encoding="utf-8"?>
<p:tagLst xmlns:a="http://schemas.openxmlformats.org/drawingml/2006/main" xmlns:r="http://schemas.openxmlformats.org/officeDocument/2006/relationships" xmlns:p="http://schemas.openxmlformats.org/presentationml/2006/main">
  <p:tag name="EMFCHILD" val="True"/>
  <p:tag name="ORIGINALHEIGHT" val="7,200008"/>
  <p:tag name="ORIGINALWIDTH" val="1,863243"/>
</p:tagLst>
</file>

<file path=ppt/tags/tag674.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4,782342"/>
</p:tagLst>
</file>

<file path=ppt/tags/tag675.xml><?xml version="1.0" encoding="utf-8"?>
<p:tagLst xmlns:a="http://schemas.openxmlformats.org/drawingml/2006/main" xmlns:r="http://schemas.openxmlformats.org/officeDocument/2006/relationships" xmlns:p="http://schemas.openxmlformats.org/presentationml/2006/main">
  <p:tag name="EMFCHILD" val="True"/>
  <p:tag name="ORIGINALHEIGHT" val="10,19999"/>
  <p:tag name="ORIGINALWIDTH" val="2,111675"/>
</p:tagLst>
</file>

<file path=ppt/tags/tag676.xml><?xml version="1.0" encoding="utf-8"?>
<p:tagLst xmlns:a="http://schemas.openxmlformats.org/drawingml/2006/main" xmlns:r="http://schemas.openxmlformats.org/officeDocument/2006/relationships" xmlns:p="http://schemas.openxmlformats.org/presentationml/2006/main">
  <p:tag name="EMFCHILD" val="True"/>
  <p:tag name="ORIGINALHEIGHT" val="5,23637"/>
  <p:tag name="ORIGINALWIDTH" val="3,974917"/>
</p:tagLst>
</file>

<file path=ppt/tags/tag677.xml><?xml version="1.0" encoding="utf-8"?>
<p:tagLst xmlns:a="http://schemas.openxmlformats.org/drawingml/2006/main" xmlns:r="http://schemas.openxmlformats.org/officeDocument/2006/relationships" xmlns:p="http://schemas.openxmlformats.org/presentationml/2006/main">
  <p:tag name="EMFCHILD" val="True"/>
  <p:tag name="ORIGINALHEIGHT" val="5,23637"/>
  <p:tag name="ORIGINALWIDTH" val="3,912829"/>
</p:tagLst>
</file>

<file path=ppt/tags/tag678.xml><?xml version="1.0" encoding="utf-8"?>
<p:tagLst xmlns:a="http://schemas.openxmlformats.org/drawingml/2006/main" xmlns:r="http://schemas.openxmlformats.org/officeDocument/2006/relationships" xmlns:p="http://schemas.openxmlformats.org/presentationml/2006/main">
  <p:tag name="EMFCHILD" val="True"/>
  <p:tag name="ORIGINALHEIGHT" val="6,218189"/>
  <p:tag name="ORIGINALWIDTH" val="2,732756"/>
</p:tagLst>
</file>

<file path=ppt/tags/tag679.xml><?xml version="1.0" encoding="utf-8"?>
<p:tagLst xmlns:a="http://schemas.openxmlformats.org/drawingml/2006/main" xmlns:r="http://schemas.openxmlformats.org/officeDocument/2006/relationships" xmlns:p="http://schemas.openxmlformats.org/presentationml/2006/main">
  <p:tag name="EMFCHILD" val="True"/>
  <p:tag name="ORIGINALHEIGHT" val="4,800005"/>
  <p:tag name="ORIGINALWIDTH" val="1,863243"/>
</p:tagLst>
</file>

<file path=ppt/tags/tag680.xml><?xml version="1.0" encoding="utf-8"?>
<p:tagLst xmlns:a="http://schemas.openxmlformats.org/drawingml/2006/main" xmlns:r="http://schemas.openxmlformats.org/officeDocument/2006/relationships" xmlns:p="http://schemas.openxmlformats.org/presentationml/2006/main">
  <p:tag name="EMFCHILD" val="True"/>
  <p:tag name="ORIGINALHEIGHT" val="5,018188"/>
  <p:tag name="ORIGINALWIDTH" val="3,167532"/>
</p:tagLst>
</file>

<file path=ppt/tags/tag681.xml><?xml version="1.0" encoding="utf-8"?>
<p:tagLst xmlns:a="http://schemas.openxmlformats.org/drawingml/2006/main" xmlns:r="http://schemas.openxmlformats.org/officeDocument/2006/relationships" xmlns:p="http://schemas.openxmlformats.org/presentationml/2006/main">
  <p:tag name="EMFCHILD" val="True"/>
  <p:tag name="ORIGINALHEIGHT" val="7,200008"/>
  <p:tag name="ORIGINALWIDTH" val="4,968647"/>
</p:tagLst>
</file>

<file path=ppt/tags/tag682.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4,099133"/>
</p:tagLst>
</file>

<file path=ppt/tags/tag683.xml><?xml version="1.0" encoding="utf-8"?>
<p:tagLst xmlns:a="http://schemas.openxmlformats.org/drawingml/2006/main" xmlns:r="http://schemas.openxmlformats.org/officeDocument/2006/relationships" xmlns:p="http://schemas.openxmlformats.org/presentationml/2006/main">
  <p:tag name="EMFCHILD" val="True"/>
  <p:tag name="ORIGINALHEIGHT" val="7,200008"/>
  <p:tag name="ORIGINALWIDTH" val="4,161261"/>
</p:tagLst>
</file>

<file path=ppt/tags/tag684.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602269"/>
</p:tagLst>
</file>

<file path=ppt/tags/tag685.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4,037045"/>
</p:tagLst>
</file>

<file path=ppt/tags/tag686.xml><?xml version="1.0" encoding="utf-8"?>
<p:tagLst xmlns:a="http://schemas.openxmlformats.org/drawingml/2006/main" xmlns:r="http://schemas.openxmlformats.org/officeDocument/2006/relationships" xmlns:p="http://schemas.openxmlformats.org/presentationml/2006/main">
  <p:tag name="EMFCHILD" val="True"/>
  <p:tag name="ORIGINALHEIGHT" val="7,200008"/>
  <p:tag name="ORIGINALWIDTH" val="1,92537"/>
</p:tagLst>
</file>

<file path=ppt/tags/tag687.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415964"/>
</p:tagLst>
</file>

<file path=ppt/tags/tag688.xml><?xml version="1.0" encoding="utf-8"?>
<p:tagLst xmlns:a="http://schemas.openxmlformats.org/drawingml/2006/main" xmlns:r="http://schemas.openxmlformats.org/officeDocument/2006/relationships" xmlns:p="http://schemas.openxmlformats.org/presentationml/2006/main">
  <p:tag name="EMFCHILD" val="True"/>
  <p:tag name="ORIGINALHEIGHT" val="4,636352"/>
  <p:tag name="ORIGINALWIDTH" val="3,478053"/>
</p:tagLst>
</file>

<file path=ppt/tags/tag689.xml><?xml version="1.0" encoding="utf-8"?>
<p:tagLst xmlns:a="http://schemas.openxmlformats.org/drawingml/2006/main" xmlns:r="http://schemas.openxmlformats.org/officeDocument/2006/relationships" xmlns:p="http://schemas.openxmlformats.org/presentationml/2006/main">
  <p:tag name="EMFCHILD" val="True"/>
  <p:tag name="ORIGINALHEIGHT" val="10,19999"/>
  <p:tag name="ORIGINALWIDTH" val="1,987459"/>
</p:tagLst>
</file>

<file path=ppt/theme/theme1.xml><?xml version="1.0" encoding="utf-8"?>
<a:theme xmlns:a="http://schemas.openxmlformats.org/drawingml/2006/main" name="Capsules">
  <a:themeElements>
    <a:clrScheme name="Custom 1">
      <a:dk1>
        <a:srgbClr val="003366"/>
      </a:dk1>
      <a:lt1>
        <a:srgbClr val="FFFFFF"/>
      </a:lt1>
      <a:dk2>
        <a:srgbClr val="006666"/>
      </a:dk2>
      <a:lt2>
        <a:srgbClr val="666699"/>
      </a:lt2>
      <a:accent1>
        <a:srgbClr val="33CCCC"/>
      </a:accent1>
      <a:accent2>
        <a:srgbClr val="FF0000"/>
      </a:accent2>
      <a:accent3>
        <a:srgbClr val="FFFFFF"/>
      </a:accent3>
      <a:accent4>
        <a:srgbClr val="002A56"/>
      </a:accent4>
      <a:accent5>
        <a:srgbClr val="ADE2E2"/>
      </a:accent5>
      <a:accent6>
        <a:srgbClr val="8AB98A"/>
      </a:accent6>
      <a:hlink>
        <a:srgbClr val="FF0000"/>
      </a:hlink>
      <a:folHlink>
        <a:srgbClr val="CC99FF"/>
      </a:folHlink>
    </a:clrScheme>
    <a:fontScheme name="Capsules">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0</TotalTime>
  <Words>36614</Words>
  <Application>Microsoft Office PowerPoint</Application>
  <PresentationFormat>On-screen Show (4:3)</PresentationFormat>
  <Paragraphs>4938</Paragraphs>
  <Slides>347</Slides>
  <Notes>56</Notes>
  <HiddenSlides>64</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347</vt:i4>
      </vt:variant>
    </vt:vector>
  </HeadingPairs>
  <TitlesOfParts>
    <vt:vector size="361" baseType="lpstr">
      <vt:lpstr>Arial</vt:lpstr>
      <vt:lpstr>Arial Black</vt:lpstr>
      <vt:lpstr>Calibri</vt:lpstr>
      <vt:lpstr>Courier New</vt:lpstr>
      <vt:lpstr>Lucida Sans Unicode</vt:lpstr>
      <vt:lpstr>Script MT Bold</vt:lpstr>
      <vt:lpstr>Symbol</vt:lpstr>
      <vt:lpstr>Times New Roman</vt:lpstr>
      <vt:lpstr>Trebuchet MS</vt:lpstr>
      <vt:lpstr>Univers</vt:lpstr>
      <vt:lpstr>Wingdings</vt:lpstr>
      <vt:lpstr>Capsules</vt:lpstr>
      <vt:lpstr>Equation</vt:lpstr>
      <vt:lpstr>Picture</vt:lpstr>
      <vt:lpstr>Structured Query Language - SQL</vt:lpstr>
      <vt:lpstr>Structured Query Language - SQL</vt:lpstr>
      <vt:lpstr>SQL 92</vt:lpstr>
      <vt:lpstr>DML</vt:lpstr>
      <vt:lpstr>MariaDB 10.2 / Workbench 6.3</vt:lpstr>
      <vt:lpstr>Tabele za vaje</vt:lpstr>
      <vt:lpstr>Primeri osnov poizvedovalnega jezika SQL</vt:lpstr>
      <vt:lpstr>Primeri tabel</vt:lpstr>
      <vt:lpstr>Primeri tabel</vt:lpstr>
      <vt:lpstr>Primeri tabel</vt:lpstr>
      <vt:lpstr>Osnovni SELECT stavek</vt:lpstr>
      <vt:lpstr>Projekcija</vt:lpstr>
      <vt:lpstr>Selekcija</vt:lpstr>
      <vt:lpstr>Stik (1)</vt:lpstr>
      <vt:lpstr>Stik (2)</vt:lpstr>
      <vt:lpstr>Stik (3)</vt:lpstr>
      <vt:lpstr>SQL – Preimenovanja in aliasi</vt:lpstr>
      <vt:lpstr>Komentarji v SQL</vt:lpstr>
      <vt:lpstr>Komentarji v SQL - Primer</vt:lpstr>
      <vt:lpstr>SQL</vt:lpstr>
      <vt:lpstr>SQL</vt:lpstr>
      <vt:lpstr>SQL (eksistenčna kvantifikacija)</vt:lpstr>
      <vt:lpstr>SQL (kartezični produkt)</vt:lpstr>
      <vt:lpstr>SQL (kartezični produkt)</vt:lpstr>
      <vt:lpstr>SQL (kartezični produkt)</vt:lpstr>
      <vt:lpstr>SQL (kartezični produkt)</vt:lpstr>
      <vt:lpstr>SQL: osnovni SELECT stavek (ponovitev)</vt:lpstr>
      <vt:lpstr>Operatorji v SQL (WHERE vrstica)</vt:lpstr>
      <vt:lpstr>SQL: operator LIKE</vt:lpstr>
      <vt:lpstr>SQL: regularni izrazi</vt:lpstr>
      <vt:lpstr>SQL</vt:lpstr>
      <vt:lpstr>SQL</vt:lpstr>
      <vt:lpstr>Vaje: osnovni SQL</vt:lpstr>
      <vt:lpstr>Vaje: osnovni SQL</vt:lpstr>
      <vt:lpstr>Rešitve: osnovni SQL</vt:lpstr>
      <vt:lpstr>Vgrajene funkcije v MariaDB</vt:lpstr>
      <vt:lpstr>Nizi</vt:lpstr>
      <vt:lpstr>Nizi</vt:lpstr>
      <vt:lpstr>Števila</vt:lpstr>
      <vt:lpstr>Števila</vt:lpstr>
      <vt:lpstr>Delo z datumi</vt:lpstr>
      <vt:lpstr>Delo z datumi</vt:lpstr>
      <vt:lpstr>Delo z datumi</vt:lpstr>
      <vt:lpstr>Delo z datumi</vt:lpstr>
      <vt:lpstr>Delo z vrednostjo NULL</vt:lpstr>
      <vt:lpstr>Delo z vrednostjo NULL</vt:lpstr>
      <vt:lpstr>Delo z vrednostjo NULL</vt:lpstr>
      <vt:lpstr>NULL funkcije</vt:lpstr>
      <vt:lpstr>IF stavek v SELECT delu</vt:lpstr>
      <vt:lpstr>Relacijski podatkovni model (RPM)</vt:lpstr>
      <vt:lpstr>Osnovni koncepti RPM</vt:lpstr>
      <vt:lpstr>Relacija</vt:lpstr>
      <vt:lpstr>Predstavitev relacije</vt:lpstr>
      <vt:lpstr>Predstavitev relacije s tabelo</vt:lpstr>
      <vt:lpstr>Pomen relacije</vt:lpstr>
      <vt:lpstr>Atribut</vt:lpstr>
      <vt:lpstr>Relacijska shema</vt:lpstr>
      <vt:lpstr>Odvisnosti med atributi</vt:lpstr>
      <vt:lpstr>Funkcionalne odvisnosti</vt:lpstr>
      <vt:lpstr>Ključ relacijske sheme</vt:lpstr>
      <vt:lpstr>Primarni in tuji ključ</vt:lpstr>
      <vt:lpstr>Operacije nad relacijami –  relacijska algebra</vt:lpstr>
      <vt:lpstr>Množiški operatorji</vt:lpstr>
      <vt:lpstr>Unija, presek, razlika</vt:lpstr>
      <vt:lpstr>Kartezični produkt</vt:lpstr>
      <vt:lpstr>Relacijski operatorji</vt:lpstr>
      <vt:lpstr>Projekcija </vt:lpstr>
      <vt:lpstr>Selekcija </vt:lpstr>
      <vt:lpstr>Pogojni (theta) stik</vt:lpstr>
      <vt:lpstr>Pogojni stik (1. korak)</vt:lpstr>
      <vt:lpstr>Pogojni stik (2. korak)</vt:lpstr>
      <vt:lpstr>Ekvistik in naravni stik</vt:lpstr>
      <vt:lpstr>Naravni stik (1. korak)</vt:lpstr>
      <vt:lpstr>Naravni stik (2. korak)</vt:lpstr>
      <vt:lpstr>Naravni stik (3. korak)</vt:lpstr>
      <vt:lpstr>Deljenje /</vt:lpstr>
      <vt:lpstr>Primeri relacijske algebre</vt:lpstr>
      <vt:lpstr>Primeri relacij (v obliki tabel)</vt:lpstr>
      <vt:lpstr>Projekcija</vt:lpstr>
      <vt:lpstr>Selekcija</vt:lpstr>
      <vt:lpstr>Stik</vt:lpstr>
      <vt:lpstr>Vaje – SQL </vt:lpstr>
      <vt:lpstr>Vaje – SQL (employees)</vt:lpstr>
      <vt:lpstr>Vaje</vt:lpstr>
      <vt:lpstr>Vaja: rešite z uporabo relacijske algebre in uporabe jezika SQL</vt:lpstr>
      <vt:lpstr>Vaja: rešite z uporabo relacijske algebre</vt:lpstr>
      <vt:lpstr>Vaja 2: rešite z uporabo relacijske algebre in uporabe jezika SQL</vt:lpstr>
      <vt:lpstr>Rešitve</vt:lpstr>
      <vt:lpstr>6. vaja </vt:lpstr>
      <vt:lpstr>SQL (stik v WHERE delu stavka SQL)</vt:lpstr>
      <vt:lpstr>Alternativna sintaksa za stik:  operator JOIN</vt:lpstr>
      <vt:lpstr>Alternativna sintaksa za stik:  operator JOIN</vt:lpstr>
      <vt:lpstr>Zunanji stiki</vt:lpstr>
      <vt:lpstr>SQL: delo z množicami -vsebovanost elementa</vt:lpstr>
      <vt:lpstr>SQL: vsebovanost elementa</vt:lpstr>
      <vt:lpstr>SQL (gnezdene poizvedbe)</vt:lpstr>
      <vt:lpstr>SQL (gnezdene poizvedbe, kvantifikacija)</vt:lpstr>
      <vt:lpstr>SQL (gnezdene poizvedbe, kvantifikacija)</vt:lpstr>
      <vt:lpstr>SQL (gnezdene poizvedbe, kvantifikacija)</vt:lpstr>
      <vt:lpstr>SQL (gnezdene poizvedbe, kvantifikacija)</vt:lpstr>
      <vt:lpstr>Gnezdenje v FROM vrstici</vt:lpstr>
      <vt:lpstr>Operatorji in množice v SQL - ponovitev</vt:lpstr>
      <vt:lpstr>SQL (Korelirane gnezdene poizvedbe)</vt:lpstr>
      <vt:lpstr>Operatorji za delo z množicami</vt:lpstr>
      <vt:lpstr>SQL: operatorji za delo z množicami</vt:lpstr>
      <vt:lpstr>SQL: unija množic</vt:lpstr>
      <vt:lpstr>SQL:  presek množic</vt:lpstr>
      <vt:lpstr>Presek z uporabo gnezdenja</vt:lpstr>
      <vt:lpstr>SQL: razlika množic</vt:lpstr>
      <vt:lpstr>Razlika množic z gnezdenjem</vt:lpstr>
      <vt:lpstr>Urejanje izpisa SELECT stavka</vt:lpstr>
      <vt:lpstr>Urejanje izpisa</vt:lpstr>
      <vt:lpstr>Urejanje izpisa</vt:lpstr>
      <vt:lpstr>Urejanje izpisa</vt:lpstr>
      <vt:lpstr>Vaje: stiki in gnezdenje v SQL</vt:lpstr>
      <vt:lpstr>Vaje: stiki in gnezdenje v SQL</vt:lpstr>
      <vt:lpstr>Vaje: stiki in gnezdenje v SQL</vt:lpstr>
      <vt:lpstr>Rešitve: množice in gnezdenje v SQL</vt:lpstr>
      <vt:lpstr>SQL - ponovitev</vt:lpstr>
      <vt:lpstr>Kvantifikatorji v SQL</vt:lpstr>
      <vt:lpstr>Pomen kvantifikatorjev</vt:lpstr>
      <vt:lpstr>Kvantifikatorji v SQL</vt:lpstr>
      <vt:lpstr>Kvantifikatorji v SQL</vt:lpstr>
      <vt:lpstr>Kvantifikatorji v SQL</vt:lpstr>
      <vt:lpstr>Kvantifikatorji v SQL</vt:lpstr>
      <vt:lpstr>Deljenje v SQL</vt:lpstr>
      <vt:lpstr>Deljenje /</vt:lpstr>
      <vt:lpstr>Skupinski operatorji v SQL</vt:lpstr>
      <vt:lpstr>Skupinski operatorji</vt:lpstr>
      <vt:lpstr>Štetje (COUNT)</vt:lpstr>
      <vt:lpstr>Štetje (COUNT)</vt:lpstr>
      <vt:lpstr>Povprečje (AVG)</vt:lpstr>
      <vt:lpstr>Povprečje (AVG)</vt:lpstr>
      <vt:lpstr>Minimum (MIN) in maksimim (MAX)</vt:lpstr>
      <vt:lpstr>Skupinski operatorji v osnovnem SELECT stavku</vt:lpstr>
      <vt:lpstr>Skupinski operatorji</vt:lpstr>
      <vt:lpstr>Skupinski operatorji namesto kvantifikatorjev</vt:lpstr>
      <vt:lpstr>Skupinski operatorji namesto kvantifikatorjev</vt:lpstr>
      <vt:lpstr>Skupinski operatorji namesto kvantifikatorjev</vt:lpstr>
      <vt:lpstr>Skupinski operatorji namesto kvantifikatorjev</vt:lpstr>
      <vt:lpstr>Skupinski operatorji</vt:lpstr>
      <vt:lpstr>Delo nad skupinami</vt:lpstr>
      <vt:lpstr>Razširjeni SELECT stavek</vt:lpstr>
      <vt:lpstr>Razširjeni SELECT stavek</vt:lpstr>
      <vt:lpstr>Delo s skupinami</vt:lpstr>
      <vt:lpstr>Delo s skupinami</vt:lpstr>
      <vt:lpstr>Delo s skupinami</vt:lpstr>
      <vt:lpstr>Kako deluje ta poizvedba (1)?</vt:lpstr>
      <vt:lpstr>Kako deluje ta poizvedba (2)?</vt:lpstr>
      <vt:lpstr>Kako deluje ta poizvedba (3)?</vt:lpstr>
      <vt:lpstr>Kako deluje ta poizvedba (4)?</vt:lpstr>
      <vt:lpstr>Kako deluje ta poizvedba (5)?</vt:lpstr>
      <vt:lpstr>Kako deluje ta poizvedba (6)?</vt:lpstr>
      <vt:lpstr>Delo s skupinami</vt:lpstr>
      <vt:lpstr>Delo s skupinami</vt:lpstr>
      <vt:lpstr>Delo s skupinami</vt:lpstr>
      <vt:lpstr>Delo s skupinami</vt:lpstr>
      <vt:lpstr>Delo s skupinami</vt:lpstr>
      <vt:lpstr>Vaje: gnezdenje, kvantifikatorji, skupinski operatorji</vt:lpstr>
      <vt:lpstr>Vaje: gnezdenje, kvantifikatorji, skupinski operatorji</vt:lpstr>
      <vt:lpstr>Rešitve</vt:lpstr>
      <vt:lpstr>Rešitve</vt:lpstr>
      <vt:lpstr>Vaje: skupine in skupinski operatorji</vt:lpstr>
      <vt:lpstr>Data definition language - DDL</vt:lpstr>
      <vt:lpstr>Tipi atributov</vt:lpstr>
      <vt:lpstr>Kreiranje tabel</vt:lpstr>
      <vt:lpstr>Polnjenje tabel (DML)</vt:lpstr>
      <vt:lpstr>Spreminjanje in brisanje tabel</vt:lpstr>
      <vt:lpstr>Praznjene in posodabljanje tabel (DML)</vt:lpstr>
      <vt:lpstr>Kreiranje začasnih tabel</vt:lpstr>
      <vt:lpstr>Pogledi (views) v SQL</vt:lpstr>
      <vt:lpstr>Kreiranje in brisanje pogledov</vt:lpstr>
      <vt:lpstr>Pogledi: rezervacija z barvo</vt:lpstr>
      <vt:lpstr>Pogledi: coln z rezervacijo (1)</vt:lpstr>
      <vt:lpstr>Pogledi: coln z rezervacijo (2)</vt:lpstr>
      <vt:lpstr>Pogledi: coln z rezervacijo (3)</vt:lpstr>
      <vt:lpstr>Indeksiranje v SQL</vt:lpstr>
      <vt:lpstr>Kdaj zgraditi indeks na podmnožici atributov?</vt:lpstr>
      <vt:lpstr>Ustvarjanje in brisanje indeksov</vt:lpstr>
      <vt:lpstr>Primer indeksiranja</vt:lpstr>
      <vt:lpstr>Uporaba indeksov</vt:lpstr>
      <vt:lpstr>Namigi za indeksiranje v MariaDB</vt:lpstr>
      <vt:lpstr>Primeri nekaterih namigov v MariaDB</vt:lpstr>
      <vt:lpstr>Vaje: ponovitev snovi in DDL</vt:lpstr>
      <vt:lpstr>Vaje: Indeksi in pogledi</vt:lpstr>
      <vt:lpstr>Vaje: pogledi in delo s skupinami</vt:lpstr>
      <vt:lpstr>Vaje pogledi in DDL</vt:lpstr>
      <vt:lpstr>Rešitve: DDL</vt:lpstr>
      <vt:lpstr>Rešitve: Drugačno razumevanje povprečja</vt:lpstr>
      <vt:lpstr>Rešitve </vt:lpstr>
      <vt:lpstr>Materializirani pogledi (ORACLE)</vt:lpstr>
      <vt:lpstr>Namigi za indeksiranje v Oraclu</vt:lpstr>
      <vt:lpstr>Primeri nekaterih namigov v Oraclu</vt:lpstr>
      <vt:lpstr>SQL*Plus: nekaj uporabnih napotkov </vt:lpstr>
      <vt:lpstr>Rešitve: DDL</vt:lpstr>
      <vt:lpstr>Rešitve: DDL</vt:lpstr>
      <vt:lpstr>Common Table Expression (CTE)</vt:lpstr>
      <vt:lpstr>Common Table Expression (CTE)</vt:lpstr>
      <vt:lpstr>Common Table Expression (CTE)</vt:lpstr>
      <vt:lpstr>Common Table Expression (CTE)</vt:lpstr>
      <vt:lpstr>Rekurzija?</vt:lpstr>
      <vt:lpstr>Rekurzija</vt:lpstr>
      <vt:lpstr>Procedure</vt:lpstr>
      <vt:lpstr>Primer procedure</vt:lpstr>
      <vt:lpstr>Funkcije</vt:lpstr>
      <vt:lpstr>Primer funkcije</vt:lpstr>
      <vt:lpstr>Dostop do parametrov procedure</vt:lpstr>
      <vt:lpstr>Dostop do parametrov procedure</vt:lpstr>
      <vt:lpstr>Dostop do rezultata</vt:lpstr>
      <vt:lpstr>Brisanje procedur in funkcij</vt:lpstr>
      <vt:lpstr>Bazni prožilci</vt:lpstr>
      <vt:lpstr>Vaja</vt:lpstr>
      <vt:lpstr>Ustvarjanje tabele</vt:lpstr>
      <vt:lpstr>Bazni prožilec za vstavljanje</vt:lpstr>
      <vt:lpstr>Privzeti besedi NEW in OLD</vt:lpstr>
      <vt:lpstr>Vaje procedure, funkcije in bazni prožilci</vt:lpstr>
      <vt:lpstr>Vaje procedure, funkcije in bazni prožilci</vt:lpstr>
      <vt:lpstr>CTE</vt:lpstr>
      <vt:lpstr>Vaje: Indeksi in DDL</vt:lpstr>
      <vt:lpstr>Rešitve: DDL</vt:lpstr>
      <vt:lpstr>Komunikacija med aplikacijo in SUPB</vt:lpstr>
      <vt:lpstr>Nastanek standardnih programskih vmesnikov</vt:lpstr>
      <vt:lpstr>ODBC - open data base connectivity</vt:lpstr>
      <vt:lpstr>ODBC</vt:lpstr>
      <vt:lpstr>Značilnosti ODBC</vt:lpstr>
      <vt:lpstr>Zakaj ODBC?</vt:lpstr>
      <vt:lpstr>Kaj nam ODBC ponuja</vt:lpstr>
      <vt:lpstr>Arhitektura ODBC</vt:lpstr>
      <vt:lpstr>Arhitektura ODBC</vt:lpstr>
      <vt:lpstr>ODBC in standardni SQL</vt:lpstr>
      <vt:lpstr>ODBC in standardni SQL</vt:lpstr>
      <vt:lpstr>ODBC in standardni SQL</vt:lpstr>
      <vt:lpstr>ODBC in standardni SQL</vt:lpstr>
      <vt:lpstr>pyodbc – implementacija ODBC za Python</vt:lpstr>
      <vt:lpstr>Predpriprava na uporabo pyodbc</vt:lpstr>
      <vt:lpstr>Predpriprava na uporabo pyodbc</vt:lpstr>
      <vt:lpstr>Priprava podatkovnega vira (Oracle)</vt:lpstr>
      <vt:lpstr>Priprava podatkovnega vira (MySQL)</vt:lpstr>
      <vt:lpstr>Osnovni gradniki pyodbc</vt:lpstr>
      <vt:lpstr>pyodbc: povezava</vt:lpstr>
      <vt:lpstr>pyodbc: povezava</vt:lpstr>
      <vt:lpstr>pyodbc: povezava</vt:lpstr>
      <vt:lpstr>pyodbc: kurzor</vt:lpstr>
      <vt:lpstr>pyodbc: kurzor</vt:lpstr>
      <vt:lpstr>pyodbc: obravnava napak</vt:lpstr>
      <vt:lpstr>pyodbc: obravnava napak</vt:lpstr>
      <vt:lpstr>pyodbc: preslikava med ODBC/SQL in Pythonovimi podatkovnimi tipi</vt:lpstr>
      <vt:lpstr>Primer programa</vt:lpstr>
      <vt:lpstr>PowerPoint Presentation</vt:lpstr>
      <vt:lpstr>PowerPoint Presentation</vt:lpstr>
      <vt:lpstr>Microsoft Excel in ODBC</vt:lpstr>
      <vt:lpstr>Microsoft Excel in ODBC</vt:lpstr>
      <vt:lpstr>Microsoft Excel in ODBC</vt:lpstr>
      <vt:lpstr>Rezultat poizvedbe v Excelu</vt:lpstr>
      <vt:lpstr>Microsoft Excel in ODBC</vt:lpstr>
      <vt:lpstr>Microsoft Excel in ODBC</vt:lpstr>
      <vt:lpstr>PowerPoint Presentation</vt:lpstr>
      <vt:lpstr>PowerPoint Presentation</vt:lpstr>
      <vt:lpstr>PowerPoint Presentation</vt:lpstr>
      <vt:lpstr>NALOGA V EXCELU</vt:lpstr>
      <vt:lpstr>NALOGA (Python)</vt:lpstr>
      <vt:lpstr>NALOGA V SQLite</vt:lpstr>
      <vt:lpstr>NALOGA V PyODBC in ponovitev</vt:lpstr>
      <vt:lpstr>Normalizacija relacij (tabel)</vt:lpstr>
      <vt:lpstr>Relacijski podatkovni model</vt:lpstr>
      <vt:lpstr>Odvisnosti med atributi relacije</vt:lpstr>
      <vt:lpstr>Upoštevanje odvisnosti</vt:lpstr>
      <vt:lpstr>Funkcionalne odvisnosti</vt:lpstr>
      <vt:lpstr>Ažurirne anomalije</vt:lpstr>
      <vt:lpstr>Anomalije pri dodajanju vrstic</vt:lpstr>
      <vt:lpstr>Anomalije pri brisanju vrstic</vt:lpstr>
      <vt:lpstr>Anomalije pri spreminjanju vrstic</vt:lpstr>
      <vt:lpstr>Primarni ključ</vt:lpstr>
      <vt:lpstr>Pomožni koncepti za iskanje ključev na podlagi funkcionalnih odvisnosti</vt:lpstr>
      <vt:lpstr>Zaprtje (closure) množice atributov</vt:lpstr>
      <vt:lpstr>Primer izračuna zaprtja</vt:lpstr>
      <vt:lpstr>Minimalno pokritje množice odvisnosti (olajša iskanje ključev)</vt:lpstr>
      <vt:lpstr>Izpeljevanje funkcionalnih odvisnosti in določanje ključev </vt:lpstr>
      <vt:lpstr>Iskanje ključev relacije na podlagi funkcionalnih odvisnosti</vt:lpstr>
      <vt:lpstr>Elmasri-Navathe algoritem za določanje enega ključa</vt:lpstr>
      <vt:lpstr>Primer (Elmasari-Navathe):  R=ABCDEFG F={A D, AG B, B G, B E, E B, E F}</vt:lpstr>
      <vt:lpstr>Primer (Elmasari-Navathe):  R=ABCDEFG F={A D, AG B, B G, B E, E B, E F}</vt:lpstr>
      <vt:lpstr>Saiedian-Spencer algoritem za določanje vseh ključev</vt:lpstr>
      <vt:lpstr>Primer (Saiedian-Spencer):  R=ABCDEFG F={A D, AG B, B G, B E, E B, E F}</vt:lpstr>
      <vt:lpstr>Normalizacija</vt:lpstr>
      <vt:lpstr>Prva normalna oblika</vt:lpstr>
      <vt:lpstr>Primer normalizacije v 1. NO</vt:lpstr>
      <vt:lpstr>Druga normalna oblika</vt:lpstr>
      <vt:lpstr>Primer normalizacije v 2. NO</vt:lpstr>
      <vt:lpstr>Tretja normalna oblika</vt:lpstr>
      <vt:lpstr>Tretja normalna oblika</vt:lpstr>
      <vt:lpstr>Postopek normalizacije v 3. NO</vt:lpstr>
      <vt:lpstr>Primer normalizacije v 3. NO</vt:lpstr>
      <vt:lpstr>Ali so spodnje relacije v 3. NO?</vt:lpstr>
      <vt:lpstr>Primer normalizacije</vt:lpstr>
      <vt:lpstr>Primer normalizacije - ključ</vt:lpstr>
      <vt:lpstr>Primer normalizacije – najvišja NO</vt:lpstr>
      <vt:lpstr>Primer izpitne naloge</vt:lpstr>
      <vt:lpstr>Vaje: odvisnosti in ključi (1/2)</vt:lpstr>
      <vt:lpstr>Vaje: odvisnosti in ključi (2/2)</vt:lpstr>
      <vt:lpstr>Primer normalizacije – 3. NO</vt:lpstr>
      <vt:lpstr>Denormalizacija</vt:lpstr>
      <vt:lpstr>Denormalizacija</vt:lpstr>
      <vt:lpstr>Denormalizacija</vt:lpstr>
      <vt:lpstr>Nadzor nad sočasno uporabo PB</vt:lpstr>
      <vt:lpstr>Transakcijski ukazi</vt:lpstr>
      <vt:lpstr>Ažuriranje podatkovne baze</vt:lpstr>
      <vt:lpstr>Primer transakcijskega programa</vt:lpstr>
      <vt:lpstr>Primer transakcijskega programa</vt:lpstr>
      <vt:lpstr>Zaporedno izvajanje transakcij (1)</vt:lpstr>
      <vt:lpstr>Izmenično izvajanje transakcij (2)</vt:lpstr>
      <vt:lpstr>Izmenično izvajanje transakcij (3)</vt:lpstr>
      <vt:lpstr>Izmenično izvajanje transakcij (4)</vt:lpstr>
      <vt:lpstr>Izmenično izvajanje transakcij (5)</vt:lpstr>
      <vt:lpstr>Zaporedniški razpored ukazov</vt:lpstr>
      <vt:lpstr>Zaseganje (zaklepanje) podatkov</vt:lpstr>
      <vt:lpstr>Protokol PXC</vt:lpstr>
      <vt:lpstr>Protokol PSC</vt:lpstr>
      <vt:lpstr>Protokola PXC in PSC</vt:lpstr>
      <vt:lpstr>Primer (3) s protokolom PXC</vt:lpstr>
      <vt:lpstr>Primer (5) s protokolom PXC</vt:lpstr>
      <vt:lpstr>Pojav mrtve zanke (deadlock)</vt:lpstr>
      <vt:lpstr>Protokoli za preprečevanje mrtve zanke v povezavi s PXC ali PSC</vt:lpstr>
      <vt:lpstr>Mrtva zanka (rani ali čakaj)</vt:lpstr>
      <vt:lpstr>Mrtva zanka (čakaj ali izdihni)</vt:lpstr>
      <vt:lpstr>Obnavljanje podatkovne baze</vt:lpstr>
      <vt:lpstr>Transakcija</vt:lpstr>
      <vt:lpstr>Življenjski cikel transakcije</vt:lpstr>
      <vt:lpstr>Podatkovne nesreče</vt:lpstr>
      <vt:lpstr>Odpravljanje posledic pod. nesreč</vt:lpstr>
      <vt:lpstr>Mehanizmi za obnavljanje PB</vt:lpstr>
      <vt:lpstr>Podatki za obnavljanje PB</vt:lpstr>
      <vt:lpstr>Načini obnavljanja PB</vt:lpstr>
      <vt:lpstr>Dvojna podatkovna baza</vt:lpstr>
      <vt:lpstr> Obnavljanje s senčnimi stranmi</vt:lpstr>
      <vt:lpstr>Obnavljanje z dnevnikom in kopijo</vt:lpstr>
      <vt:lpstr>Neposredno ažuriranje</vt:lpstr>
      <vt:lpstr>Odloženo ažuriranje</vt:lpstr>
      <vt:lpstr>Primer vodenja dnevnika</vt:lpstr>
      <vt:lpstr>Primer vodenja dnevnika</vt:lpstr>
      <vt:lpstr>Primer vodenja dnevnika</vt:lpstr>
      <vt:lpstr>Primer vodenja dnevnika</vt:lpstr>
      <vt:lpstr>Uporaba dnevnika za obnavljanje (neposredno in odloženo ažuriranje)</vt:lpstr>
      <vt:lpstr>Uporaba dnevnika za razveljavljanje (neposredno ažuriranje)</vt:lpstr>
      <vt:lpstr>Uporaba dnevnika za razveljavljanje (odloženo ažuriranje)</vt:lpstr>
      <vt:lpstr>V praksi: ARIES</vt:lpstr>
      <vt:lpstr>Dodaj morda še: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Matjaž</dc:creator>
  <cp:lastModifiedBy>Šajn, Luka</cp:lastModifiedBy>
  <cp:revision>6</cp:revision>
  <cp:lastPrinted>2011-04-06T11:55:23Z</cp:lastPrinted>
  <dcterms:created xsi:type="dcterms:W3CDTF">1601-01-01T00:00:00Z</dcterms:created>
  <dcterms:modified xsi:type="dcterms:W3CDTF">2026-05-26T18:35:27Z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